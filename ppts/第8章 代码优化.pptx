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3.xml" ContentType="application/vnd.openxmlformats-officedocument.theme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4.xml" ContentType="application/vnd.openxmlformats-officedocument.theme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5.xml" ContentType="application/vnd.openxmlformats-officedocument.theme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>
  <p:sldMasterIdLst>
    <p:sldMasterId id="2147484061" r:id="rId1"/>
    <p:sldMasterId id="2147484064" r:id="rId2"/>
    <p:sldMasterId id="2147484646" r:id="rId3"/>
    <p:sldMasterId id="2147484649" r:id="rId4"/>
    <p:sldMasterId id="2147484652" r:id="rId5"/>
    <p:sldMasterId id="2147484655" r:id="rId6"/>
  </p:sldMasterIdLst>
  <p:notesMasterIdLst>
    <p:notesMasterId r:id="rId148"/>
  </p:notesMasterIdLst>
  <p:handoutMasterIdLst>
    <p:handoutMasterId r:id="rId149"/>
  </p:handoutMasterIdLst>
  <p:sldIdLst>
    <p:sldId id="1119" r:id="rId7"/>
    <p:sldId id="2499" r:id="rId8"/>
    <p:sldId id="1120" r:id="rId9"/>
    <p:sldId id="771" r:id="rId10"/>
    <p:sldId id="574" r:id="rId11"/>
    <p:sldId id="916" r:id="rId12"/>
    <p:sldId id="917" r:id="rId13"/>
    <p:sldId id="918" r:id="rId14"/>
    <p:sldId id="817" r:id="rId15"/>
    <p:sldId id="671" r:id="rId16"/>
    <p:sldId id="859" r:id="rId17"/>
    <p:sldId id="580" r:id="rId18"/>
    <p:sldId id="791" r:id="rId19"/>
    <p:sldId id="643" r:id="rId20"/>
    <p:sldId id="702" r:id="rId21"/>
    <p:sldId id="679" r:id="rId22"/>
    <p:sldId id="680" r:id="rId23"/>
    <p:sldId id="681" r:id="rId24"/>
    <p:sldId id="682" r:id="rId25"/>
    <p:sldId id="683" r:id="rId26"/>
    <p:sldId id="888" r:id="rId27"/>
    <p:sldId id="889" r:id="rId28"/>
    <p:sldId id="819" r:id="rId29"/>
    <p:sldId id="890" r:id="rId30"/>
    <p:sldId id="891" r:id="rId31"/>
    <p:sldId id="892" r:id="rId32"/>
    <p:sldId id="779" r:id="rId33"/>
    <p:sldId id="780" r:id="rId34"/>
    <p:sldId id="896" r:id="rId35"/>
    <p:sldId id="915" r:id="rId36"/>
    <p:sldId id="898" r:id="rId37"/>
    <p:sldId id="798" r:id="rId38"/>
    <p:sldId id="784" r:id="rId39"/>
    <p:sldId id="785" r:id="rId40"/>
    <p:sldId id="787" r:id="rId41"/>
    <p:sldId id="778" r:id="rId42"/>
    <p:sldId id="686" r:id="rId43"/>
    <p:sldId id="899" r:id="rId44"/>
    <p:sldId id="900" r:id="rId45"/>
    <p:sldId id="901" r:id="rId46"/>
    <p:sldId id="902" r:id="rId47"/>
    <p:sldId id="860" r:id="rId48"/>
    <p:sldId id="792" r:id="rId49"/>
    <p:sldId id="2477" r:id="rId50"/>
    <p:sldId id="2476" r:id="rId51"/>
    <p:sldId id="646" r:id="rId52"/>
    <p:sldId id="710" r:id="rId53"/>
    <p:sldId id="927" r:id="rId54"/>
    <p:sldId id="979" r:id="rId55"/>
    <p:sldId id="980" r:id="rId56"/>
    <p:sldId id="2491" r:id="rId57"/>
    <p:sldId id="931" r:id="rId58"/>
    <p:sldId id="2498" r:id="rId59"/>
    <p:sldId id="933" r:id="rId60"/>
    <p:sldId id="2479" r:id="rId61"/>
    <p:sldId id="934" r:id="rId62"/>
    <p:sldId id="935" r:id="rId63"/>
    <p:sldId id="936" r:id="rId64"/>
    <p:sldId id="2478" r:id="rId65"/>
    <p:sldId id="939" r:id="rId66"/>
    <p:sldId id="940" r:id="rId67"/>
    <p:sldId id="941" r:id="rId68"/>
    <p:sldId id="942" r:id="rId69"/>
    <p:sldId id="943" r:id="rId70"/>
    <p:sldId id="944" r:id="rId71"/>
    <p:sldId id="2480" r:id="rId72"/>
    <p:sldId id="2481" r:id="rId73"/>
    <p:sldId id="947" r:id="rId74"/>
    <p:sldId id="2482" r:id="rId75"/>
    <p:sldId id="949" r:id="rId76"/>
    <p:sldId id="950" r:id="rId77"/>
    <p:sldId id="951" r:id="rId78"/>
    <p:sldId id="1062" r:id="rId79"/>
    <p:sldId id="2485" r:id="rId80"/>
    <p:sldId id="956" r:id="rId81"/>
    <p:sldId id="957" r:id="rId82"/>
    <p:sldId id="958" r:id="rId83"/>
    <p:sldId id="985" r:id="rId84"/>
    <p:sldId id="986" r:id="rId85"/>
    <p:sldId id="987" r:id="rId86"/>
    <p:sldId id="988" r:id="rId87"/>
    <p:sldId id="989" r:id="rId88"/>
    <p:sldId id="990" r:id="rId89"/>
    <p:sldId id="1063" r:id="rId90"/>
    <p:sldId id="1064" r:id="rId91"/>
    <p:sldId id="2484" r:id="rId92"/>
    <p:sldId id="994" r:id="rId93"/>
    <p:sldId id="995" r:id="rId94"/>
    <p:sldId id="1065" r:id="rId95"/>
    <p:sldId id="999" r:id="rId96"/>
    <p:sldId id="2488" r:id="rId97"/>
    <p:sldId id="2489" r:id="rId98"/>
    <p:sldId id="1002" r:id="rId99"/>
    <p:sldId id="1003" r:id="rId100"/>
    <p:sldId id="1004" r:id="rId101"/>
    <p:sldId id="2500" r:id="rId102"/>
    <p:sldId id="2490" r:id="rId103"/>
    <p:sldId id="1006" r:id="rId104"/>
    <p:sldId id="1008" r:id="rId105"/>
    <p:sldId id="1009" r:id="rId106"/>
    <p:sldId id="1011" r:id="rId107"/>
    <p:sldId id="1012" r:id="rId108"/>
    <p:sldId id="1013" r:id="rId109"/>
    <p:sldId id="1014" r:id="rId110"/>
    <p:sldId id="1015" r:id="rId111"/>
    <p:sldId id="1016" r:id="rId112"/>
    <p:sldId id="1017" r:id="rId113"/>
    <p:sldId id="1018" r:id="rId114"/>
    <p:sldId id="1019" r:id="rId115"/>
    <p:sldId id="1021" r:id="rId116"/>
    <p:sldId id="1121" r:id="rId117"/>
    <p:sldId id="1070" r:id="rId118"/>
    <p:sldId id="1071" r:id="rId119"/>
    <p:sldId id="1072" r:id="rId120"/>
    <p:sldId id="2487" r:id="rId121"/>
    <p:sldId id="2483" r:id="rId122"/>
    <p:sldId id="1073" r:id="rId123"/>
    <p:sldId id="1076" r:id="rId124"/>
    <p:sldId id="1077" r:id="rId125"/>
    <p:sldId id="1078" r:id="rId126"/>
    <p:sldId id="1079" r:id="rId127"/>
    <p:sldId id="1080" r:id="rId128"/>
    <p:sldId id="1081" r:id="rId129"/>
    <p:sldId id="1083" r:id="rId130"/>
    <p:sldId id="1082" r:id="rId131"/>
    <p:sldId id="1086" r:id="rId132"/>
    <p:sldId id="1088" r:id="rId133"/>
    <p:sldId id="1089" r:id="rId134"/>
    <p:sldId id="1116" r:id="rId135"/>
    <p:sldId id="1117" r:id="rId136"/>
    <p:sldId id="1091" r:id="rId137"/>
    <p:sldId id="1095" r:id="rId138"/>
    <p:sldId id="1096" r:id="rId139"/>
    <p:sldId id="1097" r:id="rId140"/>
    <p:sldId id="1125" r:id="rId141"/>
    <p:sldId id="1098" r:id="rId142"/>
    <p:sldId id="1099" r:id="rId143"/>
    <p:sldId id="2492" r:id="rId144"/>
    <p:sldId id="1122" r:id="rId145"/>
    <p:sldId id="2496" r:id="rId146"/>
    <p:sldId id="1123" r:id="rId147"/>
  </p:sldIdLst>
  <p:sldSz cx="9144000" cy="5143500" type="screen16x9"/>
  <p:notesSz cx="7099300" cy="10234613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b="1" kern="1200">
        <a:solidFill>
          <a:schemeClr val="tx1"/>
        </a:solidFill>
        <a:latin typeface="Tahoma" panose="020B0604030504040204" pitchFamily="34" charset="0"/>
        <a:ea typeface="宋体" panose="02010600030101010101" pitchFamily="2" charset="-122"/>
        <a:cs typeface="+mn-cs"/>
      </a:defRPr>
    </a:lvl1pPr>
    <a:lvl2pPr marL="342900" indent="114300" algn="l" rtl="0" eaLnBrk="0" fontAlgn="base" hangingPunct="0">
      <a:spcBef>
        <a:spcPct val="0"/>
      </a:spcBef>
      <a:spcAft>
        <a:spcPct val="0"/>
      </a:spcAft>
      <a:defRPr b="1" kern="1200">
        <a:solidFill>
          <a:schemeClr val="tx1"/>
        </a:solidFill>
        <a:latin typeface="Tahoma" panose="020B0604030504040204" pitchFamily="34" charset="0"/>
        <a:ea typeface="宋体" panose="02010600030101010101" pitchFamily="2" charset="-122"/>
        <a:cs typeface="+mn-cs"/>
      </a:defRPr>
    </a:lvl2pPr>
    <a:lvl3pPr marL="685800" indent="228600" algn="l" rtl="0" eaLnBrk="0" fontAlgn="base" hangingPunct="0">
      <a:spcBef>
        <a:spcPct val="0"/>
      </a:spcBef>
      <a:spcAft>
        <a:spcPct val="0"/>
      </a:spcAft>
      <a:defRPr b="1" kern="1200">
        <a:solidFill>
          <a:schemeClr val="tx1"/>
        </a:solidFill>
        <a:latin typeface="Tahoma" panose="020B0604030504040204" pitchFamily="34" charset="0"/>
        <a:ea typeface="宋体" panose="02010600030101010101" pitchFamily="2" charset="-122"/>
        <a:cs typeface="+mn-cs"/>
      </a:defRPr>
    </a:lvl3pPr>
    <a:lvl4pPr marL="1028700" indent="342900" algn="l" rtl="0" eaLnBrk="0" fontAlgn="base" hangingPunct="0">
      <a:spcBef>
        <a:spcPct val="0"/>
      </a:spcBef>
      <a:spcAft>
        <a:spcPct val="0"/>
      </a:spcAft>
      <a:defRPr b="1" kern="1200">
        <a:solidFill>
          <a:schemeClr val="tx1"/>
        </a:solidFill>
        <a:latin typeface="Tahoma" panose="020B0604030504040204" pitchFamily="34" charset="0"/>
        <a:ea typeface="宋体" panose="02010600030101010101" pitchFamily="2" charset="-122"/>
        <a:cs typeface="+mn-cs"/>
      </a:defRPr>
    </a:lvl4pPr>
    <a:lvl5pPr marL="1371600" indent="457200" algn="l" rtl="0" eaLnBrk="0" fontAlgn="base" hangingPunct="0">
      <a:spcBef>
        <a:spcPct val="0"/>
      </a:spcBef>
      <a:spcAft>
        <a:spcPct val="0"/>
      </a:spcAft>
      <a:defRPr b="1" kern="1200">
        <a:solidFill>
          <a:schemeClr val="tx1"/>
        </a:solidFill>
        <a:latin typeface="Tahoma" panose="020B060403050404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b="1" kern="1200">
        <a:solidFill>
          <a:schemeClr val="tx1"/>
        </a:solidFill>
        <a:latin typeface="Tahoma" panose="020B0604030504040204" pitchFamily="34" charset="0"/>
        <a:ea typeface="宋体" panose="02010600030101010101" pitchFamily="2" charset="-122"/>
        <a:cs typeface="+mn-cs"/>
      </a:defRPr>
    </a:lvl6pPr>
    <a:lvl7pPr marL="2743200" algn="l" defTabSz="914400" rtl="0" eaLnBrk="1" latinLnBrk="0" hangingPunct="1">
      <a:defRPr b="1" kern="1200">
        <a:solidFill>
          <a:schemeClr val="tx1"/>
        </a:solidFill>
        <a:latin typeface="Tahoma" panose="020B0604030504040204" pitchFamily="34" charset="0"/>
        <a:ea typeface="宋体" panose="02010600030101010101" pitchFamily="2" charset="-122"/>
        <a:cs typeface="+mn-cs"/>
      </a:defRPr>
    </a:lvl7pPr>
    <a:lvl8pPr marL="3200400" algn="l" defTabSz="914400" rtl="0" eaLnBrk="1" latinLnBrk="0" hangingPunct="1">
      <a:defRPr b="1" kern="1200">
        <a:solidFill>
          <a:schemeClr val="tx1"/>
        </a:solidFill>
        <a:latin typeface="Tahoma" panose="020B0604030504040204" pitchFamily="34" charset="0"/>
        <a:ea typeface="宋体" panose="02010600030101010101" pitchFamily="2" charset="-122"/>
        <a:cs typeface="+mn-cs"/>
      </a:defRPr>
    </a:lvl8pPr>
    <a:lvl9pPr marL="3657600" algn="l" defTabSz="914400" rtl="0" eaLnBrk="1" latinLnBrk="0" hangingPunct="1">
      <a:defRPr b="1" kern="1200">
        <a:solidFill>
          <a:schemeClr val="tx1"/>
        </a:solidFill>
        <a:latin typeface="Tahoma" panose="020B0604030504040204" pitchFamily="34" charset="0"/>
        <a:ea typeface="宋体" panose="02010600030101010101" pitchFamily="2" charset="-122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8B9EB6"/>
    <a:srgbClr val="000099"/>
    <a:srgbClr val="FFCCCC"/>
    <a:srgbClr val="FF9999"/>
    <a:srgbClr val="FF7C80"/>
    <a:srgbClr val="FF5050"/>
    <a:srgbClr val="FF00FF"/>
    <a:srgbClr val="0033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ABFCF23-3B69-468F-B69F-88F6DE6A72F2}" styleName="中度样式 1 - 强调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0660B408-B3CF-4A94-85FC-2B1E0A45F4A2}" styleName="深色样式 2 - 强调 1/强调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65" autoAdjust="0"/>
    <p:restoredTop sz="96029" autoAdjust="0"/>
  </p:normalViewPr>
  <p:slideViewPr>
    <p:cSldViewPr>
      <p:cViewPr varScale="1">
        <p:scale>
          <a:sx n="151" d="100"/>
          <a:sy n="151" d="100"/>
        </p:scale>
        <p:origin x="592" y="176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1.xml"/><Relationship Id="rId21" Type="http://schemas.openxmlformats.org/officeDocument/2006/relationships/slide" Target="slides/slide15.xml"/><Relationship Id="rId42" Type="http://schemas.openxmlformats.org/officeDocument/2006/relationships/slide" Target="slides/slide36.xml"/><Relationship Id="rId63" Type="http://schemas.openxmlformats.org/officeDocument/2006/relationships/slide" Target="slides/slide57.xml"/><Relationship Id="rId84" Type="http://schemas.openxmlformats.org/officeDocument/2006/relationships/slide" Target="slides/slide78.xml"/><Relationship Id="rId138" Type="http://schemas.openxmlformats.org/officeDocument/2006/relationships/slide" Target="slides/slide132.xml"/><Relationship Id="rId107" Type="http://schemas.openxmlformats.org/officeDocument/2006/relationships/slide" Target="slides/slide101.xml"/><Relationship Id="rId11" Type="http://schemas.openxmlformats.org/officeDocument/2006/relationships/slide" Target="slides/slide5.xml"/><Relationship Id="rId32" Type="http://schemas.openxmlformats.org/officeDocument/2006/relationships/slide" Target="slides/slide26.xml"/><Relationship Id="rId53" Type="http://schemas.openxmlformats.org/officeDocument/2006/relationships/slide" Target="slides/slide47.xml"/><Relationship Id="rId74" Type="http://schemas.openxmlformats.org/officeDocument/2006/relationships/slide" Target="slides/slide68.xml"/><Relationship Id="rId128" Type="http://schemas.openxmlformats.org/officeDocument/2006/relationships/slide" Target="slides/slide122.xml"/><Relationship Id="rId149" Type="http://schemas.openxmlformats.org/officeDocument/2006/relationships/handoutMaster" Target="handoutMasters/handoutMaster1.xml"/><Relationship Id="rId5" Type="http://schemas.openxmlformats.org/officeDocument/2006/relationships/slideMaster" Target="slideMasters/slideMaster5.xml"/><Relationship Id="rId95" Type="http://schemas.openxmlformats.org/officeDocument/2006/relationships/slide" Target="slides/slide89.xml"/><Relationship Id="rId22" Type="http://schemas.openxmlformats.org/officeDocument/2006/relationships/slide" Target="slides/slide16.xml"/><Relationship Id="rId27" Type="http://schemas.openxmlformats.org/officeDocument/2006/relationships/slide" Target="slides/slide21.xml"/><Relationship Id="rId43" Type="http://schemas.openxmlformats.org/officeDocument/2006/relationships/slide" Target="slides/slide37.xml"/><Relationship Id="rId48" Type="http://schemas.openxmlformats.org/officeDocument/2006/relationships/slide" Target="slides/slide42.xml"/><Relationship Id="rId64" Type="http://schemas.openxmlformats.org/officeDocument/2006/relationships/slide" Target="slides/slide58.xml"/><Relationship Id="rId69" Type="http://schemas.openxmlformats.org/officeDocument/2006/relationships/slide" Target="slides/slide63.xml"/><Relationship Id="rId113" Type="http://schemas.openxmlformats.org/officeDocument/2006/relationships/slide" Target="slides/slide107.xml"/><Relationship Id="rId118" Type="http://schemas.openxmlformats.org/officeDocument/2006/relationships/slide" Target="slides/slide112.xml"/><Relationship Id="rId134" Type="http://schemas.openxmlformats.org/officeDocument/2006/relationships/slide" Target="slides/slide128.xml"/><Relationship Id="rId139" Type="http://schemas.openxmlformats.org/officeDocument/2006/relationships/slide" Target="slides/slide133.xml"/><Relationship Id="rId80" Type="http://schemas.openxmlformats.org/officeDocument/2006/relationships/slide" Target="slides/slide74.xml"/><Relationship Id="rId85" Type="http://schemas.openxmlformats.org/officeDocument/2006/relationships/slide" Target="slides/slide79.xml"/><Relationship Id="rId150" Type="http://schemas.openxmlformats.org/officeDocument/2006/relationships/presProps" Target="presProps.xml"/><Relationship Id="rId12" Type="http://schemas.openxmlformats.org/officeDocument/2006/relationships/slide" Target="slides/slide6.xml"/><Relationship Id="rId17" Type="http://schemas.openxmlformats.org/officeDocument/2006/relationships/slide" Target="slides/slide11.xml"/><Relationship Id="rId33" Type="http://schemas.openxmlformats.org/officeDocument/2006/relationships/slide" Target="slides/slide27.xml"/><Relationship Id="rId38" Type="http://schemas.openxmlformats.org/officeDocument/2006/relationships/slide" Target="slides/slide32.xml"/><Relationship Id="rId59" Type="http://schemas.openxmlformats.org/officeDocument/2006/relationships/slide" Target="slides/slide53.xml"/><Relationship Id="rId103" Type="http://schemas.openxmlformats.org/officeDocument/2006/relationships/slide" Target="slides/slide97.xml"/><Relationship Id="rId108" Type="http://schemas.openxmlformats.org/officeDocument/2006/relationships/slide" Target="slides/slide102.xml"/><Relationship Id="rId124" Type="http://schemas.openxmlformats.org/officeDocument/2006/relationships/slide" Target="slides/slide118.xml"/><Relationship Id="rId129" Type="http://schemas.openxmlformats.org/officeDocument/2006/relationships/slide" Target="slides/slide123.xml"/><Relationship Id="rId54" Type="http://schemas.openxmlformats.org/officeDocument/2006/relationships/slide" Target="slides/slide48.xml"/><Relationship Id="rId70" Type="http://schemas.openxmlformats.org/officeDocument/2006/relationships/slide" Target="slides/slide64.xml"/><Relationship Id="rId75" Type="http://schemas.openxmlformats.org/officeDocument/2006/relationships/slide" Target="slides/slide69.xml"/><Relationship Id="rId91" Type="http://schemas.openxmlformats.org/officeDocument/2006/relationships/slide" Target="slides/slide85.xml"/><Relationship Id="rId96" Type="http://schemas.openxmlformats.org/officeDocument/2006/relationships/slide" Target="slides/slide90.xml"/><Relationship Id="rId140" Type="http://schemas.openxmlformats.org/officeDocument/2006/relationships/slide" Target="slides/slide134.xml"/><Relationship Id="rId145" Type="http://schemas.openxmlformats.org/officeDocument/2006/relationships/slide" Target="slides/slide139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23" Type="http://schemas.openxmlformats.org/officeDocument/2006/relationships/slide" Target="slides/slide17.xml"/><Relationship Id="rId28" Type="http://schemas.openxmlformats.org/officeDocument/2006/relationships/slide" Target="slides/slide22.xml"/><Relationship Id="rId49" Type="http://schemas.openxmlformats.org/officeDocument/2006/relationships/slide" Target="slides/slide43.xml"/><Relationship Id="rId114" Type="http://schemas.openxmlformats.org/officeDocument/2006/relationships/slide" Target="slides/slide108.xml"/><Relationship Id="rId119" Type="http://schemas.openxmlformats.org/officeDocument/2006/relationships/slide" Target="slides/slide113.xml"/><Relationship Id="rId44" Type="http://schemas.openxmlformats.org/officeDocument/2006/relationships/slide" Target="slides/slide38.xml"/><Relationship Id="rId60" Type="http://schemas.openxmlformats.org/officeDocument/2006/relationships/slide" Target="slides/slide54.xml"/><Relationship Id="rId65" Type="http://schemas.openxmlformats.org/officeDocument/2006/relationships/slide" Target="slides/slide59.xml"/><Relationship Id="rId81" Type="http://schemas.openxmlformats.org/officeDocument/2006/relationships/slide" Target="slides/slide75.xml"/><Relationship Id="rId86" Type="http://schemas.openxmlformats.org/officeDocument/2006/relationships/slide" Target="slides/slide80.xml"/><Relationship Id="rId130" Type="http://schemas.openxmlformats.org/officeDocument/2006/relationships/slide" Target="slides/slide124.xml"/><Relationship Id="rId135" Type="http://schemas.openxmlformats.org/officeDocument/2006/relationships/slide" Target="slides/slide129.xml"/><Relationship Id="rId151" Type="http://schemas.openxmlformats.org/officeDocument/2006/relationships/viewProps" Target="viewProps.xml"/><Relationship Id="rId13" Type="http://schemas.openxmlformats.org/officeDocument/2006/relationships/slide" Target="slides/slide7.xml"/><Relationship Id="rId18" Type="http://schemas.openxmlformats.org/officeDocument/2006/relationships/slide" Target="slides/slide12.xml"/><Relationship Id="rId39" Type="http://schemas.openxmlformats.org/officeDocument/2006/relationships/slide" Target="slides/slide33.xml"/><Relationship Id="rId109" Type="http://schemas.openxmlformats.org/officeDocument/2006/relationships/slide" Target="slides/slide103.xml"/><Relationship Id="rId34" Type="http://schemas.openxmlformats.org/officeDocument/2006/relationships/slide" Target="slides/slide28.xml"/><Relationship Id="rId50" Type="http://schemas.openxmlformats.org/officeDocument/2006/relationships/slide" Target="slides/slide44.xml"/><Relationship Id="rId55" Type="http://schemas.openxmlformats.org/officeDocument/2006/relationships/slide" Target="slides/slide49.xml"/><Relationship Id="rId76" Type="http://schemas.openxmlformats.org/officeDocument/2006/relationships/slide" Target="slides/slide70.xml"/><Relationship Id="rId97" Type="http://schemas.openxmlformats.org/officeDocument/2006/relationships/slide" Target="slides/slide91.xml"/><Relationship Id="rId104" Type="http://schemas.openxmlformats.org/officeDocument/2006/relationships/slide" Target="slides/slide98.xml"/><Relationship Id="rId120" Type="http://schemas.openxmlformats.org/officeDocument/2006/relationships/slide" Target="slides/slide114.xml"/><Relationship Id="rId125" Type="http://schemas.openxmlformats.org/officeDocument/2006/relationships/slide" Target="slides/slide119.xml"/><Relationship Id="rId141" Type="http://schemas.openxmlformats.org/officeDocument/2006/relationships/slide" Target="slides/slide135.xml"/><Relationship Id="rId146" Type="http://schemas.openxmlformats.org/officeDocument/2006/relationships/slide" Target="slides/slide140.xml"/><Relationship Id="rId7" Type="http://schemas.openxmlformats.org/officeDocument/2006/relationships/slide" Target="slides/slide1.xml"/><Relationship Id="rId71" Type="http://schemas.openxmlformats.org/officeDocument/2006/relationships/slide" Target="slides/slide65.xml"/><Relationship Id="rId92" Type="http://schemas.openxmlformats.org/officeDocument/2006/relationships/slide" Target="slides/slide86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3.xml"/><Relationship Id="rId24" Type="http://schemas.openxmlformats.org/officeDocument/2006/relationships/slide" Target="slides/slide18.xml"/><Relationship Id="rId40" Type="http://schemas.openxmlformats.org/officeDocument/2006/relationships/slide" Target="slides/slide34.xml"/><Relationship Id="rId45" Type="http://schemas.openxmlformats.org/officeDocument/2006/relationships/slide" Target="slides/slide39.xml"/><Relationship Id="rId66" Type="http://schemas.openxmlformats.org/officeDocument/2006/relationships/slide" Target="slides/slide60.xml"/><Relationship Id="rId87" Type="http://schemas.openxmlformats.org/officeDocument/2006/relationships/slide" Target="slides/slide81.xml"/><Relationship Id="rId110" Type="http://schemas.openxmlformats.org/officeDocument/2006/relationships/slide" Target="slides/slide104.xml"/><Relationship Id="rId115" Type="http://schemas.openxmlformats.org/officeDocument/2006/relationships/slide" Target="slides/slide109.xml"/><Relationship Id="rId131" Type="http://schemas.openxmlformats.org/officeDocument/2006/relationships/slide" Target="slides/slide125.xml"/><Relationship Id="rId136" Type="http://schemas.openxmlformats.org/officeDocument/2006/relationships/slide" Target="slides/slide130.xml"/><Relationship Id="rId61" Type="http://schemas.openxmlformats.org/officeDocument/2006/relationships/slide" Target="slides/slide55.xml"/><Relationship Id="rId82" Type="http://schemas.openxmlformats.org/officeDocument/2006/relationships/slide" Target="slides/slide76.xml"/><Relationship Id="rId152" Type="http://schemas.openxmlformats.org/officeDocument/2006/relationships/theme" Target="theme/theme1.xml"/><Relationship Id="rId19" Type="http://schemas.openxmlformats.org/officeDocument/2006/relationships/slide" Target="slides/slide13.xml"/><Relationship Id="rId14" Type="http://schemas.openxmlformats.org/officeDocument/2006/relationships/slide" Target="slides/slide8.xml"/><Relationship Id="rId30" Type="http://schemas.openxmlformats.org/officeDocument/2006/relationships/slide" Target="slides/slide24.xml"/><Relationship Id="rId35" Type="http://schemas.openxmlformats.org/officeDocument/2006/relationships/slide" Target="slides/slide29.xml"/><Relationship Id="rId56" Type="http://schemas.openxmlformats.org/officeDocument/2006/relationships/slide" Target="slides/slide50.xml"/><Relationship Id="rId77" Type="http://schemas.openxmlformats.org/officeDocument/2006/relationships/slide" Target="slides/slide71.xml"/><Relationship Id="rId100" Type="http://schemas.openxmlformats.org/officeDocument/2006/relationships/slide" Target="slides/slide94.xml"/><Relationship Id="rId105" Type="http://schemas.openxmlformats.org/officeDocument/2006/relationships/slide" Target="slides/slide99.xml"/><Relationship Id="rId126" Type="http://schemas.openxmlformats.org/officeDocument/2006/relationships/slide" Target="slides/slide120.xml"/><Relationship Id="rId147" Type="http://schemas.openxmlformats.org/officeDocument/2006/relationships/slide" Target="slides/slide141.xml"/><Relationship Id="rId8" Type="http://schemas.openxmlformats.org/officeDocument/2006/relationships/slide" Target="slides/slide2.xml"/><Relationship Id="rId51" Type="http://schemas.openxmlformats.org/officeDocument/2006/relationships/slide" Target="slides/slide45.xml"/><Relationship Id="rId72" Type="http://schemas.openxmlformats.org/officeDocument/2006/relationships/slide" Target="slides/slide66.xml"/><Relationship Id="rId93" Type="http://schemas.openxmlformats.org/officeDocument/2006/relationships/slide" Target="slides/slide87.xml"/><Relationship Id="rId98" Type="http://schemas.openxmlformats.org/officeDocument/2006/relationships/slide" Target="slides/slide92.xml"/><Relationship Id="rId121" Type="http://schemas.openxmlformats.org/officeDocument/2006/relationships/slide" Target="slides/slide115.xml"/><Relationship Id="rId142" Type="http://schemas.openxmlformats.org/officeDocument/2006/relationships/slide" Target="slides/slide136.xml"/><Relationship Id="rId3" Type="http://schemas.openxmlformats.org/officeDocument/2006/relationships/slideMaster" Target="slideMasters/slideMaster3.xml"/><Relationship Id="rId25" Type="http://schemas.openxmlformats.org/officeDocument/2006/relationships/slide" Target="slides/slide19.xml"/><Relationship Id="rId46" Type="http://schemas.openxmlformats.org/officeDocument/2006/relationships/slide" Target="slides/slide40.xml"/><Relationship Id="rId67" Type="http://schemas.openxmlformats.org/officeDocument/2006/relationships/slide" Target="slides/slide61.xml"/><Relationship Id="rId116" Type="http://schemas.openxmlformats.org/officeDocument/2006/relationships/slide" Target="slides/slide110.xml"/><Relationship Id="rId137" Type="http://schemas.openxmlformats.org/officeDocument/2006/relationships/slide" Target="slides/slide131.xml"/><Relationship Id="rId20" Type="http://schemas.openxmlformats.org/officeDocument/2006/relationships/slide" Target="slides/slide14.xml"/><Relationship Id="rId41" Type="http://schemas.openxmlformats.org/officeDocument/2006/relationships/slide" Target="slides/slide35.xml"/><Relationship Id="rId62" Type="http://schemas.openxmlformats.org/officeDocument/2006/relationships/slide" Target="slides/slide56.xml"/><Relationship Id="rId83" Type="http://schemas.openxmlformats.org/officeDocument/2006/relationships/slide" Target="slides/slide77.xml"/><Relationship Id="rId88" Type="http://schemas.openxmlformats.org/officeDocument/2006/relationships/slide" Target="slides/slide82.xml"/><Relationship Id="rId111" Type="http://schemas.openxmlformats.org/officeDocument/2006/relationships/slide" Target="slides/slide105.xml"/><Relationship Id="rId132" Type="http://schemas.openxmlformats.org/officeDocument/2006/relationships/slide" Target="slides/slide126.xml"/><Relationship Id="rId153" Type="http://schemas.openxmlformats.org/officeDocument/2006/relationships/tableStyles" Target="tableStyles.xml"/><Relationship Id="rId15" Type="http://schemas.openxmlformats.org/officeDocument/2006/relationships/slide" Target="slides/slide9.xml"/><Relationship Id="rId36" Type="http://schemas.openxmlformats.org/officeDocument/2006/relationships/slide" Target="slides/slide30.xml"/><Relationship Id="rId57" Type="http://schemas.openxmlformats.org/officeDocument/2006/relationships/slide" Target="slides/slide51.xml"/><Relationship Id="rId106" Type="http://schemas.openxmlformats.org/officeDocument/2006/relationships/slide" Target="slides/slide100.xml"/><Relationship Id="rId127" Type="http://schemas.openxmlformats.org/officeDocument/2006/relationships/slide" Target="slides/slide121.xml"/><Relationship Id="rId10" Type="http://schemas.openxmlformats.org/officeDocument/2006/relationships/slide" Target="slides/slide4.xml"/><Relationship Id="rId31" Type="http://schemas.openxmlformats.org/officeDocument/2006/relationships/slide" Target="slides/slide25.xml"/><Relationship Id="rId52" Type="http://schemas.openxmlformats.org/officeDocument/2006/relationships/slide" Target="slides/slide46.xml"/><Relationship Id="rId73" Type="http://schemas.openxmlformats.org/officeDocument/2006/relationships/slide" Target="slides/slide67.xml"/><Relationship Id="rId78" Type="http://schemas.openxmlformats.org/officeDocument/2006/relationships/slide" Target="slides/slide72.xml"/><Relationship Id="rId94" Type="http://schemas.openxmlformats.org/officeDocument/2006/relationships/slide" Target="slides/slide88.xml"/><Relationship Id="rId99" Type="http://schemas.openxmlformats.org/officeDocument/2006/relationships/slide" Target="slides/slide93.xml"/><Relationship Id="rId101" Type="http://schemas.openxmlformats.org/officeDocument/2006/relationships/slide" Target="slides/slide95.xml"/><Relationship Id="rId122" Type="http://schemas.openxmlformats.org/officeDocument/2006/relationships/slide" Target="slides/slide116.xml"/><Relationship Id="rId143" Type="http://schemas.openxmlformats.org/officeDocument/2006/relationships/slide" Target="slides/slide137.xml"/><Relationship Id="rId148" Type="http://schemas.openxmlformats.org/officeDocument/2006/relationships/notesMaster" Target="notesMasters/notesMaster1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47" Type="http://schemas.openxmlformats.org/officeDocument/2006/relationships/slide" Target="slides/slide41.xml"/><Relationship Id="rId68" Type="http://schemas.openxmlformats.org/officeDocument/2006/relationships/slide" Target="slides/slide62.xml"/><Relationship Id="rId89" Type="http://schemas.openxmlformats.org/officeDocument/2006/relationships/slide" Target="slides/slide83.xml"/><Relationship Id="rId112" Type="http://schemas.openxmlformats.org/officeDocument/2006/relationships/slide" Target="slides/slide106.xml"/><Relationship Id="rId133" Type="http://schemas.openxmlformats.org/officeDocument/2006/relationships/slide" Target="slides/slide127.xml"/><Relationship Id="rId16" Type="http://schemas.openxmlformats.org/officeDocument/2006/relationships/slide" Target="slides/slide10.xml"/><Relationship Id="rId37" Type="http://schemas.openxmlformats.org/officeDocument/2006/relationships/slide" Target="slides/slide31.xml"/><Relationship Id="rId58" Type="http://schemas.openxmlformats.org/officeDocument/2006/relationships/slide" Target="slides/slide52.xml"/><Relationship Id="rId79" Type="http://schemas.openxmlformats.org/officeDocument/2006/relationships/slide" Target="slides/slide73.xml"/><Relationship Id="rId102" Type="http://schemas.openxmlformats.org/officeDocument/2006/relationships/slide" Target="slides/slide96.xml"/><Relationship Id="rId123" Type="http://schemas.openxmlformats.org/officeDocument/2006/relationships/slide" Target="slides/slide117.xml"/><Relationship Id="rId144" Type="http://schemas.openxmlformats.org/officeDocument/2006/relationships/slide" Target="slides/slide138.xml"/><Relationship Id="rId90" Type="http://schemas.openxmlformats.org/officeDocument/2006/relationships/slide" Target="slides/slide84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8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>
            <a:extLst>
              <a:ext uri="{FF2B5EF4-FFF2-40B4-BE49-F238E27FC236}">
                <a16:creationId xmlns:a16="http://schemas.microsoft.com/office/drawing/2014/main" id="{3A6EA332-5380-4D7E-A68C-E4462ED9624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6575" cy="511175"/>
          </a:xfrm>
          <a:prstGeom prst="rect">
            <a:avLst/>
          </a:prstGeom>
        </p:spPr>
        <p:txBody>
          <a:bodyPr vert="horz" wrap="square" lIns="91421" tIns="45711" rIns="91421" bIns="45711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cs typeface="楷体_GB2312" charset="0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53ADCD5E-6114-4254-8E67-C5D2105E581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1138" y="0"/>
            <a:ext cx="3076575" cy="511175"/>
          </a:xfrm>
          <a:prstGeom prst="rect">
            <a:avLst/>
          </a:prstGeom>
        </p:spPr>
        <p:txBody>
          <a:bodyPr vert="horz" wrap="square" lIns="91421" tIns="45711" rIns="91421" bIns="45711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 smtClean="0">
                <a:cs typeface="楷体_GB2312" charset="0"/>
              </a:defRPr>
            </a:lvl1pPr>
          </a:lstStyle>
          <a:p>
            <a:pPr>
              <a:defRPr/>
            </a:pPr>
            <a:fld id="{D329C2B4-8100-46E9-9CDC-CFE85F37198C}" type="datetimeFigureOut">
              <a:rPr lang="zh-CN" altLang="en-US"/>
              <a:pPr>
                <a:defRPr/>
              </a:pPr>
              <a:t>2026/5/22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9E0CBF77-A0C2-431A-9F5A-5575C43A30D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721850"/>
            <a:ext cx="3076575" cy="511175"/>
          </a:xfrm>
          <a:prstGeom prst="rect">
            <a:avLst/>
          </a:prstGeom>
        </p:spPr>
        <p:txBody>
          <a:bodyPr vert="horz" wrap="square" lIns="91421" tIns="45711" rIns="91421" bIns="45711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cs typeface="楷体_GB2312" charset="0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1B7BE178-F478-4917-8B89-83D34105E3E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1138" y="9721850"/>
            <a:ext cx="3076575" cy="511175"/>
          </a:xfrm>
          <a:prstGeom prst="rect">
            <a:avLst/>
          </a:prstGeom>
        </p:spPr>
        <p:txBody>
          <a:bodyPr vert="horz" wrap="square" lIns="91421" tIns="45711" rIns="91421" bIns="45711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 smtClean="0">
                <a:cs typeface="楷体_GB2312" charset="0"/>
              </a:defRPr>
            </a:lvl1pPr>
          </a:lstStyle>
          <a:p>
            <a:pPr>
              <a:defRPr/>
            </a:pPr>
            <a:fld id="{F3268D03-BB54-4A91-9BCB-DC3D32CCD66E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7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62" name="Rectangle 2">
            <a:extLst>
              <a:ext uri="{FF2B5EF4-FFF2-40B4-BE49-F238E27FC236}">
                <a16:creationId xmlns:a16="http://schemas.microsoft.com/office/drawing/2014/main" id="{06AD4F0A-0756-4DE6-AB45-C5452556A7AE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6575" cy="51117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19" tIns="45710" rIns="91419" bIns="4571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 b="0">
                <a:latin typeface="Arial" charset="0"/>
                <a:ea typeface="宋体" charset="-122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450563" name="Rectangle 3">
            <a:extLst>
              <a:ext uri="{FF2B5EF4-FFF2-40B4-BE49-F238E27FC236}">
                <a16:creationId xmlns:a16="http://schemas.microsoft.com/office/drawing/2014/main" id="{148E3E2F-8D24-44D4-A30F-A8A34972E225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4021138" y="0"/>
            <a:ext cx="3076575" cy="51117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19" tIns="45710" rIns="91419" bIns="4571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 b="0">
                <a:latin typeface="Arial" charset="0"/>
                <a:ea typeface="宋体" charset="-122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8436" name="Rectangle 4">
            <a:extLst>
              <a:ext uri="{FF2B5EF4-FFF2-40B4-BE49-F238E27FC236}">
                <a16:creationId xmlns:a16="http://schemas.microsoft.com/office/drawing/2014/main" id="{2A69D926-DBBB-4A50-81A6-449C07BEA250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39700" y="768350"/>
            <a:ext cx="6819900" cy="3836988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450565" name="Rectangle 5">
            <a:extLst>
              <a:ext uri="{FF2B5EF4-FFF2-40B4-BE49-F238E27FC236}">
                <a16:creationId xmlns:a16="http://schemas.microsoft.com/office/drawing/2014/main" id="{D3388E8E-2323-4D16-A9CC-458C58C3D9F1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709613" y="4860925"/>
            <a:ext cx="5680075" cy="460533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19" tIns="45710" rIns="91419" bIns="4571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 noProof="0"/>
              <a:t>单击此处编辑母版文本样式</a:t>
            </a:r>
          </a:p>
          <a:p>
            <a:pPr lvl="1"/>
            <a:r>
              <a:rPr lang="zh-CN" altLang="en-US" noProof="0"/>
              <a:t>第二级</a:t>
            </a:r>
          </a:p>
          <a:p>
            <a:pPr lvl="2"/>
            <a:r>
              <a:rPr lang="zh-CN" altLang="en-US" noProof="0"/>
              <a:t>第三级</a:t>
            </a:r>
          </a:p>
          <a:p>
            <a:pPr lvl="3"/>
            <a:r>
              <a:rPr lang="zh-CN" altLang="en-US" noProof="0"/>
              <a:t>第四级</a:t>
            </a:r>
          </a:p>
          <a:p>
            <a:pPr lvl="4"/>
            <a:r>
              <a:rPr lang="zh-CN" altLang="en-US" noProof="0"/>
              <a:t>第五级</a:t>
            </a:r>
          </a:p>
        </p:txBody>
      </p:sp>
      <p:sp>
        <p:nvSpPr>
          <p:cNvPr id="450566" name="Rectangle 6">
            <a:extLst>
              <a:ext uri="{FF2B5EF4-FFF2-40B4-BE49-F238E27FC236}">
                <a16:creationId xmlns:a16="http://schemas.microsoft.com/office/drawing/2014/main" id="{A84728A6-BFB3-432B-B1C6-DC6177354A55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721850"/>
            <a:ext cx="3076575" cy="51117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19" tIns="45710" rIns="91419" bIns="4571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 b="0">
                <a:latin typeface="Arial" charset="0"/>
                <a:ea typeface="宋体" charset="-122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450567" name="Rectangle 7">
            <a:extLst>
              <a:ext uri="{FF2B5EF4-FFF2-40B4-BE49-F238E27FC236}">
                <a16:creationId xmlns:a16="http://schemas.microsoft.com/office/drawing/2014/main" id="{E59D5EBD-1D2B-438F-9DB5-E465FA61975C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021138" y="9721850"/>
            <a:ext cx="3076575" cy="51117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19" tIns="45710" rIns="91419" bIns="4571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 b="0" smtClean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fld id="{FBBBFDAA-9115-49BE-BC52-BE11F9C34F4F}" type="slidenum">
              <a:rPr lang="zh-CN" altLang="en-US"/>
              <a:pPr>
                <a:defRPr/>
              </a:pPr>
              <a:t>‹#›</a:t>
            </a:fld>
            <a:endParaRPr lang="en-US" alt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900" kern="1200">
        <a:solidFill>
          <a:schemeClr val="tx1"/>
        </a:solidFill>
        <a:latin typeface="Arial" charset="0"/>
        <a:ea typeface="宋体" charset="-122"/>
        <a:cs typeface="+mn-cs"/>
      </a:defRPr>
    </a:lvl1pPr>
    <a:lvl2pPr marL="342900" algn="l" rtl="0" eaLnBrk="0" fontAlgn="base" hangingPunct="0">
      <a:spcBef>
        <a:spcPct val="30000"/>
      </a:spcBef>
      <a:spcAft>
        <a:spcPct val="0"/>
      </a:spcAft>
      <a:defRPr sz="900" kern="1200">
        <a:solidFill>
          <a:schemeClr val="tx1"/>
        </a:solidFill>
        <a:latin typeface="Arial" charset="0"/>
        <a:ea typeface="宋体" charset="-122"/>
        <a:cs typeface="+mn-cs"/>
      </a:defRPr>
    </a:lvl2pPr>
    <a:lvl3pPr marL="685800" algn="l" rtl="0" eaLnBrk="0" fontAlgn="base" hangingPunct="0">
      <a:spcBef>
        <a:spcPct val="30000"/>
      </a:spcBef>
      <a:spcAft>
        <a:spcPct val="0"/>
      </a:spcAft>
      <a:defRPr sz="900" kern="1200">
        <a:solidFill>
          <a:schemeClr val="tx1"/>
        </a:solidFill>
        <a:latin typeface="Arial" charset="0"/>
        <a:ea typeface="宋体" charset="-122"/>
        <a:cs typeface="+mn-cs"/>
      </a:defRPr>
    </a:lvl3pPr>
    <a:lvl4pPr marL="1028700" algn="l" rtl="0" eaLnBrk="0" fontAlgn="base" hangingPunct="0">
      <a:spcBef>
        <a:spcPct val="30000"/>
      </a:spcBef>
      <a:spcAft>
        <a:spcPct val="0"/>
      </a:spcAft>
      <a:defRPr sz="900" kern="1200">
        <a:solidFill>
          <a:schemeClr val="tx1"/>
        </a:solidFill>
        <a:latin typeface="Arial" charset="0"/>
        <a:ea typeface="宋体" charset="-122"/>
        <a:cs typeface="+mn-cs"/>
      </a:defRPr>
    </a:lvl4pPr>
    <a:lvl5pPr marL="1371600" algn="l" rtl="0" eaLnBrk="0" fontAlgn="base" hangingPunct="0">
      <a:spcBef>
        <a:spcPct val="30000"/>
      </a:spcBef>
      <a:spcAft>
        <a:spcPct val="0"/>
      </a:spcAft>
      <a:defRPr sz="900" kern="1200">
        <a:solidFill>
          <a:schemeClr val="tx1"/>
        </a:solidFill>
        <a:latin typeface="Arial" charset="0"/>
        <a:ea typeface="宋体" charset="-122"/>
        <a:cs typeface="+mn-cs"/>
      </a:defRPr>
    </a:lvl5pPr>
    <a:lvl6pPr marL="17145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1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3.xml"/><Relationship Id="rId1" Type="http://schemas.openxmlformats.org/officeDocument/2006/relationships/notesMaster" Target="../notesMasters/notesMaster1.xml"/></Relationships>
</file>

<file path=ppt/notesSlides/_rels/notesSlide1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4.xml"/><Relationship Id="rId1" Type="http://schemas.openxmlformats.org/officeDocument/2006/relationships/notesMaster" Target="../notesMasters/notesMaster1.xml"/></Relationships>
</file>

<file path=ppt/notesSlides/_rels/notesSlide1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1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6.xml"/><Relationship Id="rId1" Type="http://schemas.openxmlformats.org/officeDocument/2006/relationships/notesMaster" Target="../notesMasters/notesMaster1.xml"/></Relationships>
</file>

<file path=ppt/notesSlides/_rels/notesSlide1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1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1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1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幻灯片图像占位符 1">
            <a:extLst>
              <a:ext uri="{FF2B5EF4-FFF2-40B4-BE49-F238E27FC236}">
                <a16:creationId xmlns:a16="http://schemas.microsoft.com/office/drawing/2014/main" id="{4D34F2D7-9F87-4430-99D2-3C01F0C6F313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1507" name="备注占位符 2">
            <a:extLst>
              <a:ext uri="{FF2B5EF4-FFF2-40B4-BE49-F238E27FC236}">
                <a16:creationId xmlns:a16="http://schemas.microsoft.com/office/drawing/2014/main" id="{02AE52A7-E7EA-491F-B2A7-46C722B452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CN" altLang="en-US" dirty="0"/>
          </a:p>
        </p:txBody>
      </p:sp>
      <p:sp>
        <p:nvSpPr>
          <p:cNvPr id="21508" name="灯片编号占位符 3">
            <a:extLst>
              <a:ext uri="{FF2B5EF4-FFF2-40B4-BE49-F238E27FC236}">
                <a16:creationId xmlns:a16="http://schemas.microsoft.com/office/drawing/2014/main" id="{D86254E7-F266-4877-9820-829C6F774C0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1100138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857250" indent="-328613" defTabSz="1100138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323975" indent="-260350" defTabSz="1100138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851025" indent="-260350" defTabSz="1100138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381250" indent="-260350" defTabSz="1100138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838450" indent="-260350" defTabSz="1100138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3295650" indent="-260350" defTabSz="1100138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752850" indent="-260350" defTabSz="1100138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4210050" indent="-260350" defTabSz="1100138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fld id="{BCF42CB1-8FA1-4E65-94B0-2FF4C341EE28}" type="slidenum">
              <a:rPr lang="zh-CN" altLang="en-US" b="0">
                <a:solidFill>
                  <a:srgbClr val="000000"/>
                </a:solidFill>
                <a:latin typeface="Arial" panose="020B0604020202020204" pitchFamily="34" charset="0"/>
                <a:cs typeface="楷体_GB2312" charset="0"/>
              </a:rPr>
              <a:pPr/>
              <a:t>1</a:t>
            </a:fld>
            <a:endParaRPr lang="zh-CN" altLang="en-US" b="0">
              <a:solidFill>
                <a:srgbClr val="000000"/>
              </a:solidFill>
              <a:latin typeface="Arial" panose="020B0604020202020204" pitchFamily="34" charset="0"/>
              <a:cs typeface="楷体_GB2312" charset="0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幻灯片图像占位符 1">
            <a:extLst>
              <a:ext uri="{FF2B5EF4-FFF2-40B4-BE49-F238E27FC236}">
                <a16:creationId xmlns:a16="http://schemas.microsoft.com/office/drawing/2014/main" id="{D84AD6CA-C48C-4C44-A83F-8FBBB39C0B29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3555" name="备注占位符 2">
            <a:extLst>
              <a:ext uri="{FF2B5EF4-FFF2-40B4-BE49-F238E27FC236}">
                <a16:creationId xmlns:a16="http://schemas.microsoft.com/office/drawing/2014/main" id="{3E817611-E0A9-4EF3-9DF5-268CA7DE3D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CN" altLang="en-US" dirty="0"/>
          </a:p>
        </p:txBody>
      </p:sp>
      <p:sp>
        <p:nvSpPr>
          <p:cNvPr id="23556" name="灯片编号占位符 3">
            <a:extLst>
              <a:ext uri="{FF2B5EF4-FFF2-40B4-BE49-F238E27FC236}">
                <a16:creationId xmlns:a16="http://schemas.microsoft.com/office/drawing/2014/main" id="{B805AC56-DCD4-497B-B81A-A6E913B065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98513" indent="-306388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230313" indent="-244475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722438" indent="-244475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212975" indent="-244475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670175" indent="-244475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3127375" indent="-244475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584575" indent="-244475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4041775" indent="-244475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fld id="{14665BE2-CB49-4915-8F81-AEBE6E8CE2A9}" type="slidenum">
              <a:rPr lang="zh-CN" altLang="en-US" b="0">
                <a:solidFill>
                  <a:srgbClr val="000000"/>
                </a:solidFill>
                <a:latin typeface="Arial" panose="020B0604020202020204" pitchFamily="34" charset="0"/>
                <a:cs typeface="楷体_GB2312" charset="0"/>
              </a:rPr>
              <a:pPr/>
              <a:t>3</a:t>
            </a:fld>
            <a:endParaRPr lang="en-US" altLang="zh-CN" b="0">
              <a:solidFill>
                <a:srgbClr val="000000"/>
              </a:solidFill>
              <a:latin typeface="Arial" panose="020B0604020202020204" pitchFamily="34" charset="0"/>
              <a:cs typeface="楷体_GB2312" charset="0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7">
            <a:extLst>
              <a:ext uri="{FF2B5EF4-FFF2-40B4-BE49-F238E27FC236}">
                <a16:creationId xmlns:a16="http://schemas.microsoft.com/office/drawing/2014/main" id="{AED7B784-04CA-4A3E-8486-AA01D4504F7B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69938" indent="-295275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85863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60525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133600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908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0480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5052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9624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0"/>
              </a:spcBef>
            </a:pPr>
            <a:fld id="{10C565FA-147F-4CA6-90BA-7A164393EB86}" type="slidenum">
              <a:rPr lang="zh-CN" altLang="en-US" sz="1200"/>
              <a:pPr>
                <a:spcBef>
                  <a:spcPct val="0"/>
                </a:spcBef>
              </a:pPr>
              <a:t>4</a:t>
            </a:fld>
            <a:endParaRPr lang="en-US" altLang="zh-CN" sz="1200"/>
          </a:p>
        </p:txBody>
      </p:sp>
      <p:sp>
        <p:nvSpPr>
          <p:cNvPr id="25603" name="Rectangle 2">
            <a:extLst>
              <a:ext uri="{FF2B5EF4-FFF2-40B4-BE49-F238E27FC236}">
                <a16:creationId xmlns:a16="http://schemas.microsoft.com/office/drawing/2014/main" id="{E469776B-4D73-440F-B453-B7E9CD532A3B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5604" name="Rectangle 3">
            <a:extLst>
              <a:ext uri="{FF2B5EF4-FFF2-40B4-BE49-F238E27FC236}">
                <a16:creationId xmlns:a16="http://schemas.microsoft.com/office/drawing/2014/main" id="{FC756CA3-8D01-45E6-85B7-054581FCF27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zh-CN" altLang="zh-CN"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Rectangle 7">
            <a:extLst>
              <a:ext uri="{FF2B5EF4-FFF2-40B4-BE49-F238E27FC236}">
                <a16:creationId xmlns:a16="http://schemas.microsoft.com/office/drawing/2014/main" id="{C03993A3-AEDB-49E4-A651-2BD12B11E439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69938" indent="-295275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85863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60525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133600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908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0480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5052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9624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0"/>
              </a:spcBef>
            </a:pPr>
            <a:fld id="{5EB6809B-7606-488A-AD1E-86626351F08C}" type="slidenum">
              <a:rPr lang="zh-CN" altLang="en-US" sz="1200"/>
              <a:pPr>
                <a:spcBef>
                  <a:spcPct val="0"/>
                </a:spcBef>
              </a:pPr>
              <a:t>5</a:t>
            </a:fld>
            <a:endParaRPr lang="en-US" altLang="zh-CN" sz="1200"/>
          </a:p>
        </p:txBody>
      </p:sp>
      <p:sp>
        <p:nvSpPr>
          <p:cNvPr id="27651" name="Rectangle 2">
            <a:extLst>
              <a:ext uri="{FF2B5EF4-FFF2-40B4-BE49-F238E27FC236}">
                <a16:creationId xmlns:a16="http://schemas.microsoft.com/office/drawing/2014/main" id="{10C8EC96-E9F8-4E71-8D1F-645107E0C5AB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7652" name="Rectangle 3">
            <a:extLst>
              <a:ext uri="{FF2B5EF4-FFF2-40B4-BE49-F238E27FC236}">
                <a16:creationId xmlns:a16="http://schemas.microsoft.com/office/drawing/2014/main" id="{8617F931-4AFF-4B85-904D-508E734BC41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946150" y="4860925"/>
            <a:ext cx="5207000" cy="4605338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algn="just" eaLnBrk="1" hangingPunct="1"/>
            <a:endParaRPr lang="zh-CN" altLang="en-US"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7">
            <a:extLst>
              <a:ext uri="{FF2B5EF4-FFF2-40B4-BE49-F238E27FC236}">
                <a16:creationId xmlns:a16="http://schemas.microsoft.com/office/drawing/2014/main" id="{DE9C7B3D-F4E2-4E58-BE9A-FB58708DA782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69938" indent="-295275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85863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60525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133600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908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0480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5052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9624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0"/>
              </a:spcBef>
            </a:pPr>
            <a:fld id="{847720C2-9A33-416D-8343-438C9991626A}" type="slidenum">
              <a:rPr lang="zh-CN" altLang="en-US" sz="1200"/>
              <a:pPr>
                <a:spcBef>
                  <a:spcPct val="0"/>
                </a:spcBef>
              </a:pPr>
              <a:t>6</a:t>
            </a:fld>
            <a:endParaRPr lang="en-US" altLang="zh-CN" sz="1200"/>
          </a:p>
        </p:txBody>
      </p:sp>
      <p:sp>
        <p:nvSpPr>
          <p:cNvPr id="29699" name="Rectangle 2">
            <a:extLst>
              <a:ext uri="{FF2B5EF4-FFF2-40B4-BE49-F238E27FC236}">
                <a16:creationId xmlns:a16="http://schemas.microsoft.com/office/drawing/2014/main" id="{D865589D-1CBF-45A1-81D3-50D0351486E2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9700" name="Rectangle 3">
            <a:extLst>
              <a:ext uri="{FF2B5EF4-FFF2-40B4-BE49-F238E27FC236}">
                <a16:creationId xmlns:a16="http://schemas.microsoft.com/office/drawing/2014/main" id="{1249B72C-296D-4174-AA8D-D2D4C09BFEA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946150" y="4860925"/>
            <a:ext cx="5207000" cy="4605338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algn="just" eaLnBrk="1" hangingPunct="1"/>
            <a:endParaRPr lang="zh-CN" altLang="en-US"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幻灯片图像占位符 1">
            <a:extLst>
              <a:ext uri="{FF2B5EF4-FFF2-40B4-BE49-F238E27FC236}">
                <a16:creationId xmlns:a16="http://schemas.microsoft.com/office/drawing/2014/main" id="{392FA305-04B7-4B87-8BD7-900E3A747EE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1747" name="备注占位符 2">
            <a:extLst>
              <a:ext uri="{FF2B5EF4-FFF2-40B4-BE49-F238E27FC236}">
                <a16:creationId xmlns:a16="http://schemas.microsoft.com/office/drawing/2014/main" id="{8FD84600-7FA2-432D-BA9B-D0C399B592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zh-CN" altLang="en-US" dirty="0"/>
          </a:p>
        </p:txBody>
      </p:sp>
      <p:sp>
        <p:nvSpPr>
          <p:cNvPr id="31748" name="灯片编号占位符 3">
            <a:extLst>
              <a:ext uri="{FF2B5EF4-FFF2-40B4-BE49-F238E27FC236}">
                <a16:creationId xmlns:a16="http://schemas.microsoft.com/office/drawing/2014/main" id="{FBDA9C2C-7E6C-4032-B2E6-11EE938E37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69938" indent="-295275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85863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60525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133600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908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0480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5052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9624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0"/>
              </a:spcBef>
            </a:pPr>
            <a:fld id="{0838AD40-DB79-4E46-B8C5-CD47CE20F708}" type="slidenum">
              <a:rPr lang="zh-CN" altLang="en-US" sz="1200"/>
              <a:pPr>
                <a:spcBef>
                  <a:spcPct val="0"/>
                </a:spcBef>
              </a:pPr>
              <a:t>7</a:t>
            </a:fld>
            <a:endParaRPr lang="en-US" altLang="zh-CN" sz="120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幻灯片图像占位符 1">
            <a:extLst>
              <a:ext uri="{FF2B5EF4-FFF2-40B4-BE49-F238E27FC236}">
                <a16:creationId xmlns:a16="http://schemas.microsoft.com/office/drawing/2014/main" id="{48F52E4E-0E85-4CFE-9429-1D7AF3B10B8F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795" name="备注占位符 2">
            <a:extLst>
              <a:ext uri="{FF2B5EF4-FFF2-40B4-BE49-F238E27FC236}">
                <a16:creationId xmlns:a16="http://schemas.microsoft.com/office/drawing/2014/main" id="{D57BBBB8-C695-4515-8B0F-D2A07E5EF5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zh-CN" altLang="en-US">
              <a:latin typeface="Arial" panose="020B0604020202020204" pitchFamily="34" charset="0"/>
              <a:ea typeface="宋体" panose="02010600030101010101" pitchFamily="2" charset="-122"/>
            </a:endParaRPr>
          </a:p>
        </p:txBody>
      </p:sp>
      <p:sp>
        <p:nvSpPr>
          <p:cNvPr id="33796" name="灯片编号占位符 3">
            <a:extLst>
              <a:ext uri="{FF2B5EF4-FFF2-40B4-BE49-F238E27FC236}">
                <a16:creationId xmlns:a16="http://schemas.microsoft.com/office/drawing/2014/main" id="{903AFE58-425B-4BC1-BDF5-8B288707AA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69938" indent="-295275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85863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60525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133600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908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0480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5052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9624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0"/>
              </a:spcBef>
            </a:pPr>
            <a:fld id="{F88AF0A3-87D1-4229-9198-68EF106180A5}" type="slidenum">
              <a:rPr lang="zh-CN" altLang="en-US" sz="1200">
                <a:solidFill>
                  <a:srgbClr val="000000"/>
                </a:solidFill>
              </a:rPr>
              <a:pPr>
                <a:spcBef>
                  <a:spcPct val="0"/>
                </a:spcBef>
              </a:pPr>
              <a:t>8</a:t>
            </a:fld>
            <a:endParaRPr lang="en-US" altLang="zh-CN" sz="1200">
              <a:solidFill>
                <a:srgbClr val="000000"/>
              </a:solidFill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Rectangle 7">
            <a:extLst>
              <a:ext uri="{FF2B5EF4-FFF2-40B4-BE49-F238E27FC236}">
                <a16:creationId xmlns:a16="http://schemas.microsoft.com/office/drawing/2014/main" id="{7CC591A9-639B-4256-A8E9-16B855655A2F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69938" indent="-295275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85863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60525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133600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908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0480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5052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9624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0"/>
              </a:spcBef>
            </a:pPr>
            <a:fld id="{F2083DBB-7FCB-44B7-B577-1D58C5FF960D}" type="slidenum">
              <a:rPr lang="zh-CN" altLang="en-US" sz="1200"/>
              <a:pPr>
                <a:spcBef>
                  <a:spcPct val="0"/>
                </a:spcBef>
              </a:pPr>
              <a:t>9</a:t>
            </a:fld>
            <a:endParaRPr lang="en-US" altLang="zh-CN" sz="1200"/>
          </a:p>
        </p:txBody>
      </p:sp>
      <p:sp>
        <p:nvSpPr>
          <p:cNvPr id="35843" name="Rectangle 2">
            <a:extLst>
              <a:ext uri="{FF2B5EF4-FFF2-40B4-BE49-F238E27FC236}">
                <a16:creationId xmlns:a16="http://schemas.microsoft.com/office/drawing/2014/main" id="{2CBE17B4-33A7-45A9-A9A7-4F0532724EE1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5844" name="Rectangle 3">
            <a:extLst>
              <a:ext uri="{FF2B5EF4-FFF2-40B4-BE49-F238E27FC236}">
                <a16:creationId xmlns:a16="http://schemas.microsoft.com/office/drawing/2014/main" id="{A7E62451-CCA5-4E94-BBC8-ACEC77FF794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946150" y="4860925"/>
            <a:ext cx="5207000" cy="4605338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algn="just" eaLnBrk="1" hangingPunct="1"/>
            <a:endParaRPr lang="zh-CN" altLang="en-US" dirty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Rectangle 7">
            <a:extLst>
              <a:ext uri="{FF2B5EF4-FFF2-40B4-BE49-F238E27FC236}">
                <a16:creationId xmlns:a16="http://schemas.microsoft.com/office/drawing/2014/main" id="{FFAD1A44-92BB-4950-A90D-488EC70D387D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69938" indent="-295275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85863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60525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133600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908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0480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5052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9624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0"/>
              </a:spcBef>
            </a:pPr>
            <a:fld id="{E4166A5B-6216-43B6-9C47-D4D6AB2B2C2F}" type="slidenum">
              <a:rPr lang="zh-CN" altLang="en-US" sz="1200"/>
              <a:pPr>
                <a:spcBef>
                  <a:spcPct val="0"/>
                </a:spcBef>
              </a:pPr>
              <a:t>10</a:t>
            </a:fld>
            <a:endParaRPr lang="en-US" altLang="zh-CN" sz="1200"/>
          </a:p>
        </p:txBody>
      </p:sp>
      <p:sp>
        <p:nvSpPr>
          <p:cNvPr id="37891" name="Rectangle 2">
            <a:extLst>
              <a:ext uri="{FF2B5EF4-FFF2-40B4-BE49-F238E27FC236}">
                <a16:creationId xmlns:a16="http://schemas.microsoft.com/office/drawing/2014/main" id="{398CE9F5-2CE0-4067-8B25-C5F84ADC3C39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7892" name="Rectangle 3">
            <a:extLst>
              <a:ext uri="{FF2B5EF4-FFF2-40B4-BE49-F238E27FC236}">
                <a16:creationId xmlns:a16="http://schemas.microsoft.com/office/drawing/2014/main" id="{94B713FA-139C-4D3A-A269-762FA09D062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946150" y="4860925"/>
            <a:ext cx="5207000" cy="4605338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algn="just" eaLnBrk="1" hangingPunct="1"/>
            <a:endParaRPr lang="zh-CN" altLang="en-US" dirty="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幻灯片图像占位符 1">
            <a:extLst>
              <a:ext uri="{FF2B5EF4-FFF2-40B4-BE49-F238E27FC236}">
                <a16:creationId xmlns:a16="http://schemas.microsoft.com/office/drawing/2014/main" id="{74D693CF-D97F-4462-9375-88CF03F633C7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9939" name="备注占位符 2">
            <a:extLst>
              <a:ext uri="{FF2B5EF4-FFF2-40B4-BE49-F238E27FC236}">
                <a16:creationId xmlns:a16="http://schemas.microsoft.com/office/drawing/2014/main" id="{CC4643D1-D882-46D3-BE99-D897315B73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CN" altLang="en-US" dirty="0"/>
          </a:p>
        </p:txBody>
      </p:sp>
      <p:sp>
        <p:nvSpPr>
          <p:cNvPr id="39940" name="灯片编号占位符 3">
            <a:extLst>
              <a:ext uri="{FF2B5EF4-FFF2-40B4-BE49-F238E27FC236}">
                <a16:creationId xmlns:a16="http://schemas.microsoft.com/office/drawing/2014/main" id="{D61C2D33-D7DC-46FF-8F4F-4B99981CC7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858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69938" indent="-295275" defTabSz="9858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85863" indent="-236538" defTabSz="9858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60525" indent="-236538" defTabSz="9858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133600" indent="-236538" defTabSz="9858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90800" indent="-236538" defTabSz="9858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048000" indent="-236538" defTabSz="9858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505200" indent="-236538" defTabSz="9858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962400" indent="-236538" defTabSz="9858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0"/>
              </a:spcBef>
            </a:pPr>
            <a:fld id="{42942914-0A38-4D64-BF11-F1CEB881DEC9}" type="slidenum">
              <a:rPr lang="zh-CN" altLang="en-US" sz="1200">
                <a:solidFill>
                  <a:srgbClr val="000000"/>
                </a:solidFill>
              </a:rPr>
              <a:pPr>
                <a:spcBef>
                  <a:spcPct val="0"/>
                </a:spcBef>
              </a:pPr>
              <a:t>11</a:t>
            </a:fld>
            <a:endParaRPr lang="en-US" altLang="zh-CN" sz="1200">
              <a:solidFill>
                <a:srgbClr val="000000"/>
              </a:solidFill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Rectangle 7">
            <a:extLst>
              <a:ext uri="{FF2B5EF4-FFF2-40B4-BE49-F238E27FC236}">
                <a16:creationId xmlns:a16="http://schemas.microsoft.com/office/drawing/2014/main" id="{A1EBB3AE-23EB-4442-B1E6-1829A7198896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69938" indent="-295275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85863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60525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133600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908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0480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5052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9624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0"/>
              </a:spcBef>
            </a:pPr>
            <a:fld id="{DA17E0A7-479D-44B4-8EA6-05B6DCDD5284}" type="slidenum">
              <a:rPr lang="zh-CN" altLang="en-US" sz="1200"/>
              <a:pPr>
                <a:spcBef>
                  <a:spcPct val="0"/>
                </a:spcBef>
              </a:pPr>
              <a:t>12</a:t>
            </a:fld>
            <a:endParaRPr lang="en-US" altLang="zh-CN" sz="1200"/>
          </a:p>
        </p:txBody>
      </p:sp>
      <p:sp>
        <p:nvSpPr>
          <p:cNvPr id="41987" name="Rectangle 2">
            <a:extLst>
              <a:ext uri="{FF2B5EF4-FFF2-40B4-BE49-F238E27FC236}">
                <a16:creationId xmlns:a16="http://schemas.microsoft.com/office/drawing/2014/main" id="{49581275-1ADB-487B-AEA2-30D7699CCFDF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1988" name="Rectangle 3">
            <a:extLst>
              <a:ext uri="{FF2B5EF4-FFF2-40B4-BE49-F238E27FC236}">
                <a16:creationId xmlns:a16="http://schemas.microsoft.com/office/drawing/2014/main" id="{6F906949-7CAE-42C8-ACE9-9DFABB3CA5E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zh-CN" altLang="en-US" dirty="0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幻灯片图像占位符 1">
            <a:extLst>
              <a:ext uri="{FF2B5EF4-FFF2-40B4-BE49-F238E27FC236}">
                <a16:creationId xmlns:a16="http://schemas.microsoft.com/office/drawing/2014/main" id="{6F275ED7-BBE6-41D4-8AB6-67AFD98A4076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4035" name="备注占位符 2">
            <a:extLst>
              <a:ext uri="{FF2B5EF4-FFF2-40B4-BE49-F238E27FC236}">
                <a16:creationId xmlns:a16="http://schemas.microsoft.com/office/drawing/2014/main" id="{D96DB2CB-BBCA-4F4D-83D1-49AD844AFF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zh-CN" altLang="en-US" dirty="0"/>
          </a:p>
        </p:txBody>
      </p:sp>
      <p:sp>
        <p:nvSpPr>
          <p:cNvPr id="44036" name="灯片编号占位符 3">
            <a:extLst>
              <a:ext uri="{FF2B5EF4-FFF2-40B4-BE49-F238E27FC236}">
                <a16:creationId xmlns:a16="http://schemas.microsoft.com/office/drawing/2014/main" id="{A5A63168-547D-4420-A40F-29F3154949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69938" indent="-295275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85863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60525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133600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908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0480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5052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9624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0"/>
              </a:spcBef>
            </a:pPr>
            <a:fld id="{0247889E-5EF8-47F2-9E57-B8518B3ACE6D}" type="slidenum">
              <a:rPr lang="zh-CN" altLang="en-US" sz="1200"/>
              <a:pPr>
                <a:spcBef>
                  <a:spcPct val="0"/>
                </a:spcBef>
              </a:pPr>
              <a:t>13</a:t>
            </a:fld>
            <a:endParaRPr lang="en-US" altLang="zh-CN" sz="120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2" name="Rectangle 7">
            <a:extLst>
              <a:ext uri="{FF2B5EF4-FFF2-40B4-BE49-F238E27FC236}">
                <a16:creationId xmlns:a16="http://schemas.microsoft.com/office/drawing/2014/main" id="{E081F6F3-7A39-4331-9522-5675166FB3E7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69938" indent="-295275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85863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60525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133600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908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0480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5052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9624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0"/>
              </a:spcBef>
            </a:pPr>
            <a:fld id="{70278E60-48D9-4931-AAF4-EAB54AAAC129}" type="slidenum">
              <a:rPr lang="zh-CN" altLang="en-US" sz="1200"/>
              <a:pPr>
                <a:spcBef>
                  <a:spcPct val="0"/>
                </a:spcBef>
              </a:pPr>
              <a:t>14</a:t>
            </a:fld>
            <a:endParaRPr lang="en-US" altLang="zh-CN" sz="1200"/>
          </a:p>
        </p:txBody>
      </p:sp>
      <p:sp>
        <p:nvSpPr>
          <p:cNvPr id="46083" name="Rectangle 2">
            <a:extLst>
              <a:ext uri="{FF2B5EF4-FFF2-40B4-BE49-F238E27FC236}">
                <a16:creationId xmlns:a16="http://schemas.microsoft.com/office/drawing/2014/main" id="{754B4DAC-421D-427B-BC0D-FB3687D726F0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6084" name="Rectangle 3">
            <a:extLst>
              <a:ext uri="{FF2B5EF4-FFF2-40B4-BE49-F238E27FC236}">
                <a16:creationId xmlns:a16="http://schemas.microsoft.com/office/drawing/2014/main" id="{73FCC8E6-809F-4998-A50D-B8C83D9CEBB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zh-CN" altLang="en-US" dirty="0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0" name="Rectangle 7">
            <a:extLst>
              <a:ext uri="{FF2B5EF4-FFF2-40B4-BE49-F238E27FC236}">
                <a16:creationId xmlns:a16="http://schemas.microsoft.com/office/drawing/2014/main" id="{6D0DAE9B-6AA8-4172-960E-027F5D418850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69938" indent="-295275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85863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60525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133600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908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0480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5052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9624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0"/>
              </a:spcBef>
            </a:pPr>
            <a:fld id="{B0C06250-03DA-4317-86A2-E28E3831C415}" type="slidenum">
              <a:rPr lang="zh-CN" altLang="en-US" sz="1200"/>
              <a:pPr>
                <a:spcBef>
                  <a:spcPct val="0"/>
                </a:spcBef>
              </a:pPr>
              <a:t>15</a:t>
            </a:fld>
            <a:endParaRPr lang="en-US" altLang="zh-CN" sz="1200"/>
          </a:p>
        </p:txBody>
      </p:sp>
      <p:sp>
        <p:nvSpPr>
          <p:cNvPr id="48131" name="Rectangle 2">
            <a:extLst>
              <a:ext uri="{FF2B5EF4-FFF2-40B4-BE49-F238E27FC236}">
                <a16:creationId xmlns:a16="http://schemas.microsoft.com/office/drawing/2014/main" id="{75744043-6562-4DF2-8242-77A6795CDA63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8132" name="Rectangle 3">
            <a:extLst>
              <a:ext uri="{FF2B5EF4-FFF2-40B4-BE49-F238E27FC236}">
                <a16:creationId xmlns:a16="http://schemas.microsoft.com/office/drawing/2014/main" id="{6F8201BA-929D-4FFC-8C3A-A0EFF37294F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946150" y="4860925"/>
            <a:ext cx="5207000" cy="4605338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zh-CN" dirty="0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8" name="Rectangle 7">
            <a:extLst>
              <a:ext uri="{FF2B5EF4-FFF2-40B4-BE49-F238E27FC236}">
                <a16:creationId xmlns:a16="http://schemas.microsoft.com/office/drawing/2014/main" id="{77145A59-C967-470A-9577-2D471C87D8D9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69938" indent="-295275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85863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60525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133600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908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0480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5052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9624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0"/>
              </a:spcBef>
            </a:pPr>
            <a:fld id="{62B52B6C-DD2C-4087-B9EF-43AEB1CE1586}" type="slidenum">
              <a:rPr lang="zh-CN" altLang="en-US" sz="1200"/>
              <a:pPr>
                <a:spcBef>
                  <a:spcPct val="0"/>
                </a:spcBef>
              </a:pPr>
              <a:t>16</a:t>
            </a:fld>
            <a:endParaRPr lang="en-US" altLang="zh-CN" sz="1200"/>
          </a:p>
        </p:txBody>
      </p:sp>
      <p:sp>
        <p:nvSpPr>
          <p:cNvPr id="50179" name="Rectangle 2">
            <a:extLst>
              <a:ext uri="{FF2B5EF4-FFF2-40B4-BE49-F238E27FC236}">
                <a16:creationId xmlns:a16="http://schemas.microsoft.com/office/drawing/2014/main" id="{66559807-1C12-403E-AF7B-E8A649499A8F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0180" name="Rectangle 3">
            <a:extLst>
              <a:ext uri="{FF2B5EF4-FFF2-40B4-BE49-F238E27FC236}">
                <a16:creationId xmlns:a16="http://schemas.microsoft.com/office/drawing/2014/main" id="{902B62EA-89B0-46ED-8B6B-A519B302B98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946150" y="4860925"/>
            <a:ext cx="5207000" cy="4605338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algn="just" eaLnBrk="1" hangingPunct="1"/>
            <a:endParaRPr lang="zh-CN" alt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6" name="Rectangle 7">
            <a:extLst>
              <a:ext uri="{FF2B5EF4-FFF2-40B4-BE49-F238E27FC236}">
                <a16:creationId xmlns:a16="http://schemas.microsoft.com/office/drawing/2014/main" id="{F2B2745D-AAE0-4764-BF70-4ED8C1E86BFC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69938" indent="-295275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85863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60525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133600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908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0480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5052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9624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0"/>
              </a:spcBef>
            </a:pPr>
            <a:fld id="{24E11AE8-F1D3-4BB5-B9C3-76C3C874B17F}" type="slidenum">
              <a:rPr lang="zh-CN" altLang="en-US" sz="1200"/>
              <a:pPr>
                <a:spcBef>
                  <a:spcPct val="0"/>
                </a:spcBef>
              </a:pPr>
              <a:t>17</a:t>
            </a:fld>
            <a:endParaRPr lang="en-US" altLang="zh-CN" sz="1200"/>
          </a:p>
        </p:txBody>
      </p:sp>
      <p:sp>
        <p:nvSpPr>
          <p:cNvPr id="52227" name="Rectangle 2">
            <a:extLst>
              <a:ext uri="{FF2B5EF4-FFF2-40B4-BE49-F238E27FC236}">
                <a16:creationId xmlns:a16="http://schemas.microsoft.com/office/drawing/2014/main" id="{EE0C79AD-6A9F-4436-AD23-0E4F116A861A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2228" name="Rectangle 3">
            <a:extLst>
              <a:ext uri="{FF2B5EF4-FFF2-40B4-BE49-F238E27FC236}">
                <a16:creationId xmlns:a16="http://schemas.microsoft.com/office/drawing/2014/main" id="{FF92359A-FB7D-4F2B-BD62-41B2737F45D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946150" y="4860925"/>
            <a:ext cx="5207000" cy="4605338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algn="just" eaLnBrk="1" hangingPunct="1"/>
            <a:endParaRPr lang="zh-CN" altLang="en-US" dirty="0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4" name="Rectangle 7">
            <a:extLst>
              <a:ext uri="{FF2B5EF4-FFF2-40B4-BE49-F238E27FC236}">
                <a16:creationId xmlns:a16="http://schemas.microsoft.com/office/drawing/2014/main" id="{F33FB6AD-8E0C-47C6-B390-26185C32283F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69938" indent="-295275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85863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60525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133600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908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0480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5052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9624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0"/>
              </a:spcBef>
            </a:pPr>
            <a:fld id="{366E26E0-1F62-4731-8F88-63068C9CF3C2}" type="slidenum">
              <a:rPr lang="zh-CN" altLang="en-US" sz="1200"/>
              <a:pPr>
                <a:spcBef>
                  <a:spcPct val="0"/>
                </a:spcBef>
              </a:pPr>
              <a:t>18</a:t>
            </a:fld>
            <a:endParaRPr lang="en-US" altLang="zh-CN" sz="1200"/>
          </a:p>
        </p:txBody>
      </p:sp>
      <p:sp>
        <p:nvSpPr>
          <p:cNvPr id="54275" name="Rectangle 2">
            <a:extLst>
              <a:ext uri="{FF2B5EF4-FFF2-40B4-BE49-F238E27FC236}">
                <a16:creationId xmlns:a16="http://schemas.microsoft.com/office/drawing/2014/main" id="{FECF3102-13DC-4BE9-B887-DFC6A7855981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4276" name="Rectangle 3">
            <a:extLst>
              <a:ext uri="{FF2B5EF4-FFF2-40B4-BE49-F238E27FC236}">
                <a16:creationId xmlns:a16="http://schemas.microsoft.com/office/drawing/2014/main" id="{2EEBDB7F-D018-4168-A673-C6808C6511C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946150" y="4860925"/>
            <a:ext cx="5207000" cy="4605338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algn="just" eaLnBrk="1" hangingPunct="1"/>
            <a:endParaRPr lang="zh-CN" altLang="en-US" dirty="0">
              <a:latin typeface="Arial" panose="020B0604020202020204" pitchFamily="34" charset="0"/>
              <a:ea typeface="宋体" panose="02010600030101010101" pitchFamily="2" charset="-122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2" name="Rectangle 7">
            <a:extLst>
              <a:ext uri="{FF2B5EF4-FFF2-40B4-BE49-F238E27FC236}">
                <a16:creationId xmlns:a16="http://schemas.microsoft.com/office/drawing/2014/main" id="{4E7C4A52-A154-48A9-9550-DD8AFFCCFB3E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69938" indent="-295275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85863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60525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133600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908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0480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5052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9624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0"/>
              </a:spcBef>
            </a:pPr>
            <a:fld id="{5FB9E7BA-7FDC-4383-A1BE-E75064C90A7C}" type="slidenum">
              <a:rPr lang="zh-CN" altLang="en-US" sz="1200"/>
              <a:pPr>
                <a:spcBef>
                  <a:spcPct val="0"/>
                </a:spcBef>
              </a:pPr>
              <a:t>19</a:t>
            </a:fld>
            <a:endParaRPr lang="en-US" altLang="zh-CN" sz="1200"/>
          </a:p>
        </p:txBody>
      </p:sp>
      <p:sp>
        <p:nvSpPr>
          <p:cNvPr id="56323" name="Rectangle 2">
            <a:extLst>
              <a:ext uri="{FF2B5EF4-FFF2-40B4-BE49-F238E27FC236}">
                <a16:creationId xmlns:a16="http://schemas.microsoft.com/office/drawing/2014/main" id="{3CB8DC68-3B45-4B81-9F4E-3C4B635DFD30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6324" name="Rectangle 3">
            <a:extLst>
              <a:ext uri="{FF2B5EF4-FFF2-40B4-BE49-F238E27FC236}">
                <a16:creationId xmlns:a16="http://schemas.microsoft.com/office/drawing/2014/main" id="{F0FED689-337A-4C98-8548-097675B1AC1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946150" y="4860925"/>
            <a:ext cx="5207000" cy="4605338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algn="just" eaLnBrk="1" hangingPunct="1"/>
            <a:endParaRPr lang="zh-CN" altLang="en-US" dirty="0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70" name="Rectangle 7">
            <a:extLst>
              <a:ext uri="{FF2B5EF4-FFF2-40B4-BE49-F238E27FC236}">
                <a16:creationId xmlns:a16="http://schemas.microsoft.com/office/drawing/2014/main" id="{321B43A5-A9E1-43DC-9530-30CA71DE4EF8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69938" indent="-295275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85863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60525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133600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908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0480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5052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9624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0"/>
              </a:spcBef>
            </a:pPr>
            <a:fld id="{7F62E7AF-99F2-40B2-BECE-5C4C57C5FA3E}" type="slidenum">
              <a:rPr lang="zh-CN" altLang="en-US" sz="1200"/>
              <a:pPr>
                <a:spcBef>
                  <a:spcPct val="0"/>
                </a:spcBef>
              </a:pPr>
              <a:t>20</a:t>
            </a:fld>
            <a:endParaRPr lang="en-US" altLang="zh-CN" sz="1200"/>
          </a:p>
        </p:txBody>
      </p:sp>
      <p:sp>
        <p:nvSpPr>
          <p:cNvPr id="58371" name="Rectangle 2">
            <a:extLst>
              <a:ext uri="{FF2B5EF4-FFF2-40B4-BE49-F238E27FC236}">
                <a16:creationId xmlns:a16="http://schemas.microsoft.com/office/drawing/2014/main" id="{734A3552-D36B-4767-9511-37F355789B7C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8372" name="Rectangle 3">
            <a:extLst>
              <a:ext uri="{FF2B5EF4-FFF2-40B4-BE49-F238E27FC236}">
                <a16:creationId xmlns:a16="http://schemas.microsoft.com/office/drawing/2014/main" id="{327566E1-631F-44F0-AF5E-876CF8A1238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946150" y="4860925"/>
            <a:ext cx="5207000" cy="4605338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algn="just" eaLnBrk="1" hangingPunct="1"/>
            <a:endParaRPr lang="zh-CN" alt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18" name="Rectangle 7">
            <a:extLst>
              <a:ext uri="{FF2B5EF4-FFF2-40B4-BE49-F238E27FC236}">
                <a16:creationId xmlns:a16="http://schemas.microsoft.com/office/drawing/2014/main" id="{3D8DBBAF-1200-4647-B2B2-8EF1A326227D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69938" indent="-295275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85863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60525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133600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908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0480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5052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9624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0"/>
              </a:spcBef>
            </a:pPr>
            <a:fld id="{BEA77893-649D-4B0F-BF07-5255FF78AB2B}" type="slidenum">
              <a:rPr lang="zh-CN" altLang="en-US" sz="1200">
                <a:solidFill>
                  <a:srgbClr val="000000"/>
                </a:solidFill>
              </a:rPr>
              <a:pPr>
                <a:spcBef>
                  <a:spcPct val="0"/>
                </a:spcBef>
              </a:pPr>
              <a:t>21</a:t>
            </a:fld>
            <a:endParaRPr lang="en-US" altLang="zh-CN" sz="1200">
              <a:solidFill>
                <a:srgbClr val="000000"/>
              </a:solidFill>
            </a:endParaRPr>
          </a:p>
        </p:txBody>
      </p:sp>
      <p:sp>
        <p:nvSpPr>
          <p:cNvPr id="60419" name="Rectangle 2">
            <a:extLst>
              <a:ext uri="{FF2B5EF4-FFF2-40B4-BE49-F238E27FC236}">
                <a16:creationId xmlns:a16="http://schemas.microsoft.com/office/drawing/2014/main" id="{8E89B20C-3B8E-4A66-9190-94A7BFA18920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0420" name="Rectangle 3">
            <a:extLst>
              <a:ext uri="{FF2B5EF4-FFF2-40B4-BE49-F238E27FC236}">
                <a16:creationId xmlns:a16="http://schemas.microsoft.com/office/drawing/2014/main" id="{7954F1B5-EF1C-4954-94CB-DA3066DA780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946150" y="4860925"/>
            <a:ext cx="5207000" cy="4605338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algn="just" eaLnBrk="1" hangingPunct="1"/>
            <a:endParaRPr lang="zh-CN" alt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66" name="Rectangle 7">
            <a:extLst>
              <a:ext uri="{FF2B5EF4-FFF2-40B4-BE49-F238E27FC236}">
                <a16:creationId xmlns:a16="http://schemas.microsoft.com/office/drawing/2014/main" id="{0D37DDE7-D61D-42DF-BA31-BC267D4DA3F1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69938" indent="-295275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85863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60525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133600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908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0480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5052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9624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0"/>
              </a:spcBef>
            </a:pPr>
            <a:fld id="{EDD1B202-74E5-4163-ADA4-8BC3A8057867}" type="slidenum">
              <a:rPr lang="zh-CN" altLang="en-US" sz="1200">
                <a:solidFill>
                  <a:srgbClr val="000000"/>
                </a:solidFill>
              </a:rPr>
              <a:pPr>
                <a:spcBef>
                  <a:spcPct val="0"/>
                </a:spcBef>
              </a:pPr>
              <a:t>22</a:t>
            </a:fld>
            <a:endParaRPr lang="en-US" altLang="zh-CN" sz="1200">
              <a:solidFill>
                <a:srgbClr val="000000"/>
              </a:solidFill>
            </a:endParaRPr>
          </a:p>
        </p:txBody>
      </p:sp>
      <p:sp>
        <p:nvSpPr>
          <p:cNvPr id="62467" name="Rectangle 2">
            <a:extLst>
              <a:ext uri="{FF2B5EF4-FFF2-40B4-BE49-F238E27FC236}">
                <a16:creationId xmlns:a16="http://schemas.microsoft.com/office/drawing/2014/main" id="{EEE04119-7C24-4B78-9268-E13D6D23DFC0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2468" name="Rectangle 3">
            <a:extLst>
              <a:ext uri="{FF2B5EF4-FFF2-40B4-BE49-F238E27FC236}">
                <a16:creationId xmlns:a16="http://schemas.microsoft.com/office/drawing/2014/main" id="{AAAEBB0C-2A6C-4A16-8928-6BBC5C4EB8A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946150" y="4860925"/>
            <a:ext cx="5207000" cy="4605338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algn="just" eaLnBrk="1" hangingPunct="1"/>
            <a:endParaRPr lang="zh-CN" altLang="en-US">
              <a:latin typeface="Arial" panose="020B0604020202020204" pitchFamily="34" charset="0"/>
              <a:ea typeface="宋体" panose="02010600030101010101" pitchFamily="2" charset="-122"/>
            </a:endParaRP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7">
            <a:extLst>
              <a:ext uri="{FF2B5EF4-FFF2-40B4-BE49-F238E27FC236}">
                <a16:creationId xmlns:a16="http://schemas.microsoft.com/office/drawing/2014/main" id="{9A9EE679-0546-48ED-9F65-D23FD5C64CC3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69938" indent="-295275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85863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60525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133600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908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0480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5052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9624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0"/>
              </a:spcBef>
            </a:pPr>
            <a:fld id="{1D5BCE1A-DCB4-4C75-98FA-345365FDFDE0}" type="slidenum">
              <a:rPr lang="zh-CN" altLang="en-US" sz="1200"/>
              <a:pPr>
                <a:spcBef>
                  <a:spcPct val="0"/>
                </a:spcBef>
              </a:pPr>
              <a:t>23</a:t>
            </a:fld>
            <a:endParaRPr lang="en-US" altLang="zh-CN" sz="1200"/>
          </a:p>
        </p:txBody>
      </p:sp>
      <p:sp>
        <p:nvSpPr>
          <p:cNvPr id="64515" name="Rectangle 2">
            <a:extLst>
              <a:ext uri="{FF2B5EF4-FFF2-40B4-BE49-F238E27FC236}">
                <a16:creationId xmlns:a16="http://schemas.microsoft.com/office/drawing/2014/main" id="{832A8196-B3BF-4E7C-A459-620C39E74763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4516" name="Rectangle 3">
            <a:extLst>
              <a:ext uri="{FF2B5EF4-FFF2-40B4-BE49-F238E27FC236}">
                <a16:creationId xmlns:a16="http://schemas.microsoft.com/office/drawing/2014/main" id="{077A2F79-AC24-4C61-887E-6A6B5E3692F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946150" y="4860925"/>
            <a:ext cx="5207000" cy="4605338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algn="just" eaLnBrk="1" hangingPunct="1"/>
            <a:endParaRPr lang="zh-CN" altLang="en-US" dirty="0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62" name="Rectangle 7">
            <a:extLst>
              <a:ext uri="{FF2B5EF4-FFF2-40B4-BE49-F238E27FC236}">
                <a16:creationId xmlns:a16="http://schemas.microsoft.com/office/drawing/2014/main" id="{A37AC28C-F34E-4686-AA93-AEFBA4326FD1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69938" indent="-295275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85863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60525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133600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908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0480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5052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9624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0"/>
              </a:spcBef>
            </a:pPr>
            <a:fld id="{8021F60C-97CA-4BE2-A9FD-5DF93ECA4930}" type="slidenum">
              <a:rPr lang="zh-CN" altLang="en-US" sz="1200">
                <a:solidFill>
                  <a:srgbClr val="000000"/>
                </a:solidFill>
              </a:rPr>
              <a:pPr>
                <a:spcBef>
                  <a:spcPct val="0"/>
                </a:spcBef>
              </a:pPr>
              <a:t>24</a:t>
            </a:fld>
            <a:endParaRPr lang="en-US" altLang="zh-CN" sz="1200">
              <a:solidFill>
                <a:srgbClr val="000000"/>
              </a:solidFill>
            </a:endParaRPr>
          </a:p>
        </p:txBody>
      </p:sp>
      <p:sp>
        <p:nvSpPr>
          <p:cNvPr id="66563" name="Rectangle 2">
            <a:extLst>
              <a:ext uri="{FF2B5EF4-FFF2-40B4-BE49-F238E27FC236}">
                <a16:creationId xmlns:a16="http://schemas.microsoft.com/office/drawing/2014/main" id="{00F0B890-09B2-4052-A47D-CB9B7DA0580E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6564" name="Rectangle 3">
            <a:extLst>
              <a:ext uri="{FF2B5EF4-FFF2-40B4-BE49-F238E27FC236}">
                <a16:creationId xmlns:a16="http://schemas.microsoft.com/office/drawing/2014/main" id="{58B31F89-7916-4249-BC1C-A10C49F6DB5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946150" y="4860925"/>
            <a:ext cx="5207000" cy="4605338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algn="just" eaLnBrk="1" hangingPunct="1"/>
            <a:endParaRPr lang="zh-CN" altLang="en-US" dirty="0">
              <a:latin typeface="Arial" panose="020B0604020202020204" pitchFamily="34" charset="0"/>
              <a:ea typeface="宋体" panose="02010600030101010101" pitchFamily="2" charset="-122"/>
            </a:endParaRP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10" name="Rectangle 7">
            <a:extLst>
              <a:ext uri="{FF2B5EF4-FFF2-40B4-BE49-F238E27FC236}">
                <a16:creationId xmlns:a16="http://schemas.microsoft.com/office/drawing/2014/main" id="{E15387E6-D534-4354-BC6C-542FD9AC9AA7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69938" indent="-295275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85863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60525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133600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908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0480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5052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9624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0"/>
              </a:spcBef>
            </a:pPr>
            <a:fld id="{2AF24C8C-EB83-4049-AEB7-5089BD3A0AFA}" type="slidenum">
              <a:rPr lang="zh-CN" altLang="en-US" sz="1200">
                <a:solidFill>
                  <a:srgbClr val="000000"/>
                </a:solidFill>
              </a:rPr>
              <a:pPr>
                <a:spcBef>
                  <a:spcPct val="0"/>
                </a:spcBef>
              </a:pPr>
              <a:t>25</a:t>
            </a:fld>
            <a:endParaRPr lang="en-US" altLang="zh-CN" sz="1200">
              <a:solidFill>
                <a:srgbClr val="000000"/>
              </a:solidFill>
            </a:endParaRPr>
          </a:p>
        </p:txBody>
      </p:sp>
      <p:sp>
        <p:nvSpPr>
          <p:cNvPr id="68611" name="Rectangle 2">
            <a:extLst>
              <a:ext uri="{FF2B5EF4-FFF2-40B4-BE49-F238E27FC236}">
                <a16:creationId xmlns:a16="http://schemas.microsoft.com/office/drawing/2014/main" id="{04F3D41A-CBA0-4E7E-B145-D353D7E5AD02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8612" name="Rectangle 3">
            <a:extLst>
              <a:ext uri="{FF2B5EF4-FFF2-40B4-BE49-F238E27FC236}">
                <a16:creationId xmlns:a16="http://schemas.microsoft.com/office/drawing/2014/main" id="{C08DC1F8-1A76-4AC8-A6B8-20BB60EF8D8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946150" y="4860925"/>
            <a:ext cx="5207000" cy="4605338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algn="just" eaLnBrk="1" hangingPunct="1"/>
            <a:endParaRPr lang="zh-CN" altLang="en-US" dirty="0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58" name="Rectangle 7">
            <a:extLst>
              <a:ext uri="{FF2B5EF4-FFF2-40B4-BE49-F238E27FC236}">
                <a16:creationId xmlns:a16="http://schemas.microsoft.com/office/drawing/2014/main" id="{46C87A35-CA55-43DE-BFEE-CB9BAB6BDCA8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69938" indent="-295275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85863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60525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133600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908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0480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5052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9624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0"/>
              </a:spcBef>
            </a:pPr>
            <a:fld id="{4B7B181A-547D-4079-BF47-B9910B08A334}" type="slidenum">
              <a:rPr lang="zh-CN" altLang="en-US" sz="1200">
                <a:solidFill>
                  <a:srgbClr val="000000"/>
                </a:solidFill>
              </a:rPr>
              <a:pPr>
                <a:spcBef>
                  <a:spcPct val="0"/>
                </a:spcBef>
              </a:pPr>
              <a:t>26</a:t>
            </a:fld>
            <a:endParaRPr lang="en-US" altLang="zh-CN" sz="1200">
              <a:solidFill>
                <a:srgbClr val="000000"/>
              </a:solidFill>
            </a:endParaRPr>
          </a:p>
        </p:txBody>
      </p:sp>
      <p:sp>
        <p:nvSpPr>
          <p:cNvPr id="70659" name="Rectangle 2">
            <a:extLst>
              <a:ext uri="{FF2B5EF4-FFF2-40B4-BE49-F238E27FC236}">
                <a16:creationId xmlns:a16="http://schemas.microsoft.com/office/drawing/2014/main" id="{4215BC05-80A7-41AB-8D06-5A1E726EBCF3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0660" name="Rectangle 3">
            <a:extLst>
              <a:ext uri="{FF2B5EF4-FFF2-40B4-BE49-F238E27FC236}">
                <a16:creationId xmlns:a16="http://schemas.microsoft.com/office/drawing/2014/main" id="{7327E8D5-3C42-45FF-AD0D-1AD7ABA3873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946150" y="4860925"/>
            <a:ext cx="5207000" cy="4605338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algn="just" eaLnBrk="1" hangingPunct="1"/>
            <a:endParaRPr lang="zh-CN" altLang="en-US" dirty="0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06" name="Rectangle 7">
            <a:extLst>
              <a:ext uri="{FF2B5EF4-FFF2-40B4-BE49-F238E27FC236}">
                <a16:creationId xmlns:a16="http://schemas.microsoft.com/office/drawing/2014/main" id="{F154BF46-A9AB-4126-9CB9-53E73EB87748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69938" indent="-295275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85863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60525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133600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908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0480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5052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9624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0"/>
              </a:spcBef>
            </a:pPr>
            <a:fld id="{3310CE1D-8758-489C-8FED-7CDA100D7754}" type="slidenum">
              <a:rPr lang="zh-CN" altLang="en-US" sz="1200"/>
              <a:pPr>
                <a:spcBef>
                  <a:spcPct val="0"/>
                </a:spcBef>
              </a:pPr>
              <a:t>27</a:t>
            </a:fld>
            <a:endParaRPr lang="en-US" altLang="zh-CN" sz="1200"/>
          </a:p>
        </p:txBody>
      </p:sp>
      <p:sp>
        <p:nvSpPr>
          <p:cNvPr id="72707" name="Rectangle 2">
            <a:extLst>
              <a:ext uri="{FF2B5EF4-FFF2-40B4-BE49-F238E27FC236}">
                <a16:creationId xmlns:a16="http://schemas.microsoft.com/office/drawing/2014/main" id="{835B2E48-C155-4345-8296-3AD38D0BD32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2708" name="Rectangle 3">
            <a:extLst>
              <a:ext uri="{FF2B5EF4-FFF2-40B4-BE49-F238E27FC236}">
                <a16:creationId xmlns:a16="http://schemas.microsoft.com/office/drawing/2014/main" id="{AB9A73EE-6169-490B-AE8B-6FF96F49B35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946150" y="4860925"/>
            <a:ext cx="5207000" cy="4605338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algn="ctr">
              <a:spcBef>
                <a:spcPct val="0"/>
              </a:spcBef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754" name="Rectangle 7">
            <a:extLst>
              <a:ext uri="{FF2B5EF4-FFF2-40B4-BE49-F238E27FC236}">
                <a16:creationId xmlns:a16="http://schemas.microsoft.com/office/drawing/2014/main" id="{8A19C36F-39B1-4854-A131-C622E04E91AA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69938" indent="-295275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85863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60525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133600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908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0480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5052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9624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0"/>
              </a:spcBef>
            </a:pPr>
            <a:fld id="{8F70EFBE-BC60-4C40-9650-7B5A837C5B22}" type="slidenum">
              <a:rPr lang="zh-CN" altLang="en-US" sz="1200"/>
              <a:pPr>
                <a:spcBef>
                  <a:spcPct val="0"/>
                </a:spcBef>
              </a:pPr>
              <a:t>28</a:t>
            </a:fld>
            <a:endParaRPr lang="en-US" altLang="zh-CN" sz="1200"/>
          </a:p>
        </p:txBody>
      </p:sp>
      <p:sp>
        <p:nvSpPr>
          <p:cNvPr id="74755" name="Rectangle 2">
            <a:extLst>
              <a:ext uri="{FF2B5EF4-FFF2-40B4-BE49-F238E27FC236}">
                <a16:creationId xmlns:a16="http://schemas.microsoft.com/office/drawing/2014/main" id="{30CA53D2-7192-4BC8-8F09-E477E4793509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4756" name="Rectangle 3">
            <a:extLst>
              <a:ext uri="{FF2B5EF4-FFF2-40B4-BE49-F238E27FC236}">
                <a16:creationId xmlns:a16="http://schemas.microsoft.com/office/drawing/2014/main" id="{E97E3D8E-C663-4B60-8AF1-DA209248602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946150" y="4860925"/>
            <a:ext cx="5207000" cy="4605338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algn="just" eaLnBrk="1" hangingPunct="1"/>
            <a:endParaRPr lang="zh-CN" altLang="en-US" dirty="0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802" name="Rectangle 7">
            <a:extLst>
              <a:ext uri="{FF2B5EF4-FFF2-40B4-BE49-F238E27FC236}">
                <a16:creationId xmlns:a16="http://schemas.microsoft.com/office/drawing/2014/main" id="{E95FE747-204F-4E47-AE22-E0EA7D766C07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69938" indent="-295275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85863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60525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133600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908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0480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5052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9624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0"/>
              </a:spcBef>
            </a:pPr>
            <a:fld id="{E89FC448-EC65-4565-851C-641F949C2835}" type="slidenum">
              <a:rPr lang="zh-CN" altLang="en-US" sz="1200">
                <a:solidFill>
                  <a:srgbClr val="000000"/>
                </a:solidFill>
              </a:rPr>
              <a:pPr>
                <a:spcBef>
                  <a:spcPct val="0"/>
                </a:spcBef>
              </a:pPr>
              <a:t>29</a:t>
            </a:fld>
            <a:endParaRPr lang="en-US" altLang="zh-CN" sz="1200">
              <a:solidFill>
                <a:srgbClr val="000000"/>
              </a:solidFill>
            </a:endParaRPr>
          </a:p>
        </p:txBody>
      </p:sp>
      <p:sp>
        <p:nvSpPr>
          <p:cNvPr id="76803" name="Rectangle 2">
            <a:extLst>
              <a:ext uri="{FF2B5EF4-FFF2-40B4-BE49-F238E27FC236}">
                <a16:creationId xmlns:a16="http://schemas.microsoft.com/office/drawing/2014/main" id="{D089E81A-548D-480C-9F55-65DB6059DC4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6804" name="Rectangle 3">
            <a:extLst>
              <a:ext uri="{FF2B5EF4-FFF2-40B4-BE49-F238E27FC236}">
                <a16:creationId xmlns:a16="http://schemas.microsoft.com/office/drawing/2014/main" id="{DDED4C25-4A27-4355-B68F-8014784D3BC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946150" y="4860925"/>
            <a:ext cx="5207000" cy="4605338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defTabSz="944563" eaLnBrk="1" hangingPunct="1"/>
            <a:endParaRPr lang="zh-CN" altLang="en-US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50" name="Rectangle 7">
            <a:extLst>
              <a:ext uri="{FF2B5EF4-FFF2-40B4-BE49-F238E27FC236}">
                <a16:creationId xmlns:a16="http://schemas.microsoft.com/office/drawing/2014/main" id="{883B85C8-62D0-4F2D-A9BE-C8496DA03DC9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69938" indent="-295275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85863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60525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133600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908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0480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5052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9624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0"/>
              </a:spcBef>
            </a:pPr>
            <a:fld id="{62A5D0F3-1C79-4003-863D-CA45027760CA}" type="slidenum">
              <a:rPr lang="zh-CN" altLang="en-US" sz="1200">
                <a:solidFill>
                  <a:srgbClr val="000000"/>
                </a:solidFill>
              </a:rPr>
              <a:pPr>
                <a:spcBef>
                  <a:spcPct val="0"/>
                </a:spcBef>
              </a:pPr>
              <a:t>30</a:t>
            </a:fld>
            <a:endParaRPr lang="en-US" altLang="zh-CN" sz="1200">
              <a:solidFill>
                <a:srgbClr val="000000"/>
              </a:solidFill>
            </a:endParaRPr>
          </a:p>
        </p:txBody>
      </p:sp>
      <p:sp>
        <p:nvSpPr>
          <p:cNvPr id="78851" name="Rectangle 2">
            <a:extLst>
              <a:ext uri="{FF2B5EF4-FFF2-40B4-BE49-F238E27FC236}">
                <a16:creationId xmlns:a16="http://schemas.microsoft.com/office/drawing/2014/main" id="{6236843F-4343-43B6-816F-04C4CC876E22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8852" name="Rectangle 3">
            <a:extLst>
              <a:ext uri="{FF2B5EF4-FFF2-40B4-BE49-F238E27FC236}">
                <a16:creationId xmlns:a16="http://schemas.microsoft.com/office/drawing/2014/main" id="{C7CC3D1B-3ACD-4E67-900E-0DE5FCAEE71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946150" y="4860925"/>
            <a:ext cx="5207000" cy="4605338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algn="just" defTabSz="944563" eaLnBrk="1" hangingPunct="1"/>
            <a:endParaRPr lang="zh-CN" altLang="en-US" dirty="0"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898" name="Rectangle 7">
            <a:extLst>
              <a:ext uri="{FF2B5EF4-FFF2-40B4-BE49-F238E27FC236}">
                <a16:creationId xmlns:a16="http://schemas.microsoft.com/office/drawing/2014/main" id="{26122BAD-6668-47E4-827A-653369C6CD2E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69938" indent="-295275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85863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60525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133600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908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0480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5052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9624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0"/>
              </a:spcBef>
            </a:pPr>
            <a:fld id="{B1DDFFD6-A316-4E96-A6A6-BDFAF33D5736}" type="slidenum">
              <a:rPr lang="zh-CN" altLang="en-US" sz="1200">
                <a:solidFill>
                  <a:srgbClr val="000000"/>
                </a:solidFill>
              </a:rPr>
              <a:pPr>
                <a:spcBef>
                  <a:spcPct val="0"/>
                </a:spcBef>
              </a:pPr>
              <a:t>31</a:t>
            </a:fld>
            <a:endParaRPr lang="en-US" altLang="zh-CN" sz="1200">
              <a:solidFill>
                <a:srgbClr val="000000"/>
              </a:solidFill>
            </a:endParaRPr>
          </a:p>
        </p:txBody>
      </p:sp>
      <p:sp>
        <p:nvSpPr>
          <p:cNvPr id="80899" name="Rectangle 2">
            <a:extLst>
              <a:ext uri="{FF2B5EF4-FFF2-40B4-BE49-F238E27FC236}">
                <a16:creationId xmlns:a16="http://schemas.microsoft.com/office/drawing/2014/main" id="{8AF11D5C-0055-4905-808A-5109A16D85A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80900" name="Rectangle 3">
            <a:extLst>
              <a:ext uri="{FF2B5EF4-FFF2-40B4-BE49-F238E27FC236}">
                <a16:creationId xmlns:a16="http://schemas.microsoft.com/office/drawing/2014/main" id="{DF29847F-3A59-4558-BC91-B5179716CB9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946150" y="4860925"/>
            <a:ext cx="5207000" cy="4605338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zh-CN"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946" name="幻灯片图像占位符 1">
            <a:extLst>
              <a:ext uri="{FF2B5EF4-FFF2-40B4-BE49-F238E27FC236}">
                <a16:creationId xmlns:a16="http://schemas.microsoft.com/office/drawing/2014/main" id="{F7D961C8-4799-4A92-B9F0-6D95A76D8F3C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82947" name="备注占位符 2">
            <a:extLst>
              <a:ext uri="{FF2B5EF4-FFF2-40B4-BE49-F238E27FC236}">
                <a16:creationId xmlns:a16="http://schemas.microsoft.com/office/drawing/2014/main" id="{E660B746-CB23-417C-8CA2-C32C063A87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defTabSz="944563" eaLnBrk="1" hangingPunct="1"/>
            <a:endParaRPr lang="zh-CN" altLang="en-US" dirty="0"/>
          </a:p>
        </p:txBody>
      </p:sp>
      <p:sp>
        <p:nvSpPr>
          <p:cNvPr id="82948" name="灯片编号占位符 3">
            <a:extLst>
              <a:ext uri="{FF2B5EF4-FFF2-40B4-BE49-F238E27FC236}">
                <a16:creationId xmlns:a16="http://schemas.microsoft.com/office/drawing/2014/main" id="{B98ACBB0-2A09-4B5C-897F-7F43518C415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69938" indent="-295275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85863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60525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133600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908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0480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5052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9624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0"/>
              </a:spcBef>
            </a:pPr>
            <a:fld id="{AE15D051-1B80-4053-B1D6-A5D91886A644}" type="slidenum">
              <a:rPr lang="zh-CN" altLang="en-US" sz="1200"/>
              <a:pPr>
                <a:spcBef>
                  <a:spcPct val="0"/>
                </a:spcBef>
              </a:pPr>
              <a:t>32</a:t>
            </a:fld>
            <a:endParaRPr lang="en-US" altLang="zh-CN" sz="1200"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94" name="幻灯片图像占位符 1">
            <a:extLst>
              <a:ext uri="{FF2B5EF4-FFF2-40B4-BE49-F238E27FC236}">
                <a16:creationId xmlns:a16="http://schemas.microsoft.com/office/drawing/2014/main" id="{B30931D3-1A35-4083-B34E-64D6D97E6926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84995" name="备注占位符 2">
            <a:extLst>
              <a:ext uri="{FF2B5EF4-FFF2-40B4-BE49-F238E27FC236}">
                <a16:creationId xmlns:a16="http://schemas.microsoft.com/office/drawing/2014/main" id="{114E40D7-A8BD-4C4A-9CEE-E79DC436F6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zh-CN" altLang="en-US" dirty="0"/>
          </a:p>
        </p:txBody>
      </p:sp>
      <p:sp>
        <p:nvSpPr>
          <p:cNvPr id="84996" name="灯片编号占位符 3">
            <a:extLst>
              <a:ext uri="{FF2B5EF4-FFF2-40B4-BE49-F238E27FC236}">
                <a16:creationId xmlns:a16="http://schemas.microsoft.com/office/drawing/2014/main" id="{221B6ED7-0B6F-4502-A254-DA00A1A8C8C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69938" indent="-295275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85863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60525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133600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908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0480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5052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9624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0"/>
              </a:spcBef>
            </a:pPr>
            <a:fld id="{61F44CBD-E084-46E1-9464-ED7940E02371}" type="slidenum">
              <a:rPr lang="zh-CN" altLang="en-US" sz="1200"/>
              <a:pPr>
                <a:spcBef>
                  <a:spcPct val="0"/>
                </a:spcBef>
              </a:pPr>
              <a:t>33</a:t>
            </a:fld>
            <a:endParaRPr lang="en-US" altLang="zh-CN" sz="1200"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042" name="Rectangle 7">
            <a:extLst>
              <a:ext uri="{FF2B5EF4-FFF2-40B4-BE49-F238E27FC236}">
                <a16:creationId xmlns:a16="http://schemas.microsoft.com/office/drawing/2014/main" id="{A4D4285B-6DD9-4E02-914A-EA6D2EF84DE4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69938" indent="-295275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85863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60525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133600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908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0480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5052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9624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0"/>
              </a:spcBef>
            </a:pPr>
            <a:fld id="{9F1EFCB2-64E7-4EC1-A5BE-CA78BC5B0BD2}" type="slidenum">
              <a:rPr lang="zh-CN" altLang="en-US" sz="1200"/>
              <a:pPr>
                <a:spcBef>
                  <a:spcPct val="0"/>
                </a:spcBef>
              </a:pPr>
              <a:t>34</a:t>
            </a:fld>
            <a:endParaRPr lang="en-US" altLang="zh-CN" sz="1200"/>
          </a:p>
        </p:txBody>
      </p:sp>
      <p:sp>
        <p:nvSpPr>
          <p:cNvPr id="87043" name="Rectangle 2">
            <a:extLst>
              <a:ext uri="{FF2B5EF4-FFF2-40B4-BE49-F238E27FC236}">
                <a16:creationId xmlns:a16="http://schemas.microsoft.com/office/drawing/2014/main" id="{2AE1B86B-13BF-47C1-854C-D9F740A478D3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87044" name="Rectangle 3">
            <a:extLst>
              <a:ext uri="{FF2B5EF4-FFF2-40B4-BE49-F238E27FC236}">
                <a16:creationId xmlns:a16="http://schemas.microsoft.com/office/drawing/2014/main" id="{889D261E-E733-4DA1-912E-89EA7324B88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defTabSz="944563" eaLnBrk="1" hangingPunct="1"/>
            <a:endParaRPr lang="zh-CN" altLang="en-US" dirty="0"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090" name="幻灯片图像占位符 1">
            <a:extLst>
              <a:ext uri="{FF2B5EF4-FFF2-40B4-BE49-F238E27FC236}">
                <a16:creationId xmlns:a16="http://schemas.microsoft.com/office/drawing/2014/main" id="{D0866148-12F9-49D4-B83D-355BD93AB997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89091" name="备注占位符 2">
            <a:extLst>
              <a:ext uri="{FF2B5EF4-FFF2-40B4-BE49-F238E27FC236}">
                <a16:creationId xmlns:a16="http://schemas.microsoft.com/office/drawing/2014/main" id="{2A559D5F-3D21-4EFA-A5BF-78B1D5893E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CN" altLang="en-US" dirty="0"/>
          </a:p>
        </p:txBody>
      </p:sp>
      <p:sp>
        <p:nvSpPr>
          <p:cNvPr id="89092" name="灯片编号占位符 3">
            <a:extLst>
              <a:ext uri="{FF2B5EF4-FFF2-40B4-BE49-F238E27FC236}">
                <a16:creationId xmlns:a16="http://schemas.microsoft.com/office/drawing/2014/main" id="{B18EB40A-7A6E-4937-8C96-654A4EDEE4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69938" indent="-295275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85863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60525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133600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908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0480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5052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9624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0"/>
              </a:spcBef>
            </a:pPr>
            <a:fld id="{484AE855-D9B4-4DF2-A32A-CB529394DEFA}" type="slidenum">
              <a:rPr lang="zh-CN" altLang="en-US" sz="1200"/>
              <a:pPr>
                <a:spcBef>
                  <a:spcPct val="0"/>
                </a:spcBef>
              </a:pPr>
              <a:t>35</a:t>
            </a:fld>
            <a:endParaRPr lang="en-US" altLang="zh-CN" sz="1200"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138" name="幻灯片图像占位符 1">
            <a:extLst>
              <a:ext uri="{FF2B5EF4-FFF2-40B4-BE49-F238E27FC236}">
                <a16:creationId xmlns:a16="http://schemas.microsoft.com/office/drawing/2014/main" id="{C7D28FB8-2E77-44EB-83E7-0D0E6F3CFEAB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1139" name="备注占位符 2">
            <a:extLst>
              <a:ext uri="{FF2B5EF4-FFF2-40B4-BE49-F238E27FC236}">
                <a16:creationId xmlns:a16="http://schemas.microsoft.com/office/drawing/2014/main" id="{B98D4D7A-28A8-459C-B628-24652E3244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zh-CN" altLang="en-US"/>
          </a:p>
        </p:txBody>
      </p:sp>
      <p:sp>
        <p:nvSpPr>
          <p:cNvPr id="91140" name="灯片编号占位符 3">
            <a:extLst>
              <a:ext uri="{FF2B5EF4-FFF2-40B4-BE49-F238E27FC236}">
                <a16:creationId xmlns:a16="http://schemas.microsoft.com/office/drawing/2014/main" id="{D1E894B9-74D3-4BA8-B94E-E6291F95B2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69938" indent="-295275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85863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60525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133600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908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0480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5052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9624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0"/>
              </a:spcBef>
            </a:pPr>
            <a:fld id="{4817B6D0-8B54-4BA6-A0A1-936656873255}" type="slidenum">
              <a:rPr lang="zh-CN" altLang="en-US" sz="1200"/>
              <a:pPr>
                <a:spcBef>
                  <a:spcPct val="0"/>
                </a:spcBef>
              </a:pPr>
              <a:t>36</a:t>
            </a:fld>
            <a:endParaRPr lang="en-US" altLang="zh-CN" sz="1200"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86" name="Rectangle 7">
            <a:extLst>
              <a:ext uri="{FF2B5EF4-FFF2-40B4-BE49-F238E27FC236}">
                <a16:creationId xmlns:a16="http://schemas.microsoft.com/office/drawing/2014/main" id="{A2A36C5A-B48C-415F-9B5B-B3B11C4F2BCF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69938" indent="-295275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85863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60525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133600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908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0480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5052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9624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0"/>
              </a:spcBef>
            </a:pPr>
            <a:fld id="{613CF1CA-D68A-474E-B53A-9C9654519DFD}" type="slidenum">
              <a:rPr lang="zh-CN" altLang="en-US" sz="1200"/>
              <a:pPr>
                <a:spcBef>
                  <a:spcPct val="0"/>
                </a:spcBef>
              </a:pPr>
              <a:t>37</a:t>
            </a:fld>
            <a:endParaRPr lang="en-US" altLang="zh-CN" sz="1200"/>
          </a:p>
        </p:txBody>
      </p:sp>
      <p:sp>
        <p:nvSpPr>
          <p:cNvPr id="93187" name="Rectangle 2">
            <a:extLst>
              <a:ext uri="{FF2B5EF4-FFF2-40B4-BE49-F238E27FC236}">
                <a16:creationId xmlns:a16="http://schemas.microsoft.com/office/drawing/2014/main" id="{E4626876-0088-41A2-A3FB-1F902031340D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3188" name="Rectangle 3">
            <a:extLst>
              <a:ext uri="{FF2B5EF4-FFF2-40B4-BE49-F238E27FC236}">
                <a16:creationId xmlns:a16="http://schemas.microsoft.com/office/drawing/2014/main" id="{566A5077-88CA-4C36-B27C-F90A0D52CEE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zh-CN"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34" name="Rectangle 7">
            <a:extLst>
              <a:ext uri="{FF2B5EF4-FFF2-40B4-BE49-F238E27FC236}">
                <a16:creationId xmlns:a16="http://schemas.microsoft.com/office/drawing/2014/main" id="{A32A3A03-A153-4750-8C98-D369710AF7EB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69938" indent="-295275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85863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60525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133600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908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0480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5052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9624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0"/>
              </a:spcBef>
            </a:pPr>
            <a:fld id="{00D54BDA-68F0-4A61-B611-7805EE76DD63}" type="slidenum">
              <a:rPr lang="zh-CN" altLang="en-US" sz="1200">
                <a:solidFill>
                  <a:srgbClr val="000000"/>
                </a:solidFill>
              </a:rPr>
              <a:pPr>
                <a:spcBef>
                  <a:spcPct val="0"/>
                </a:spcBef>
              </a:pPr>
              <a:t>38</a:t>
            </a:fld>
            <a:endParaRPr lang="en-US" altLang="zh-CN" sz="1200">
              <a:solidFill>
                <a:srgbClr val="000000"/>
              </a:solidFill>
            </a:endParaRPr>
          </a:p>
        </p:txBody>
      </p:sp>
      <p:sp>
        <p:nvSpPr>
          <p:cNvPr id="95235" name="Rectangle 2">
            <a:extLst>
              <a:ext uri="{FF2B5EF4-FFF2-40B4-BE49-F238E27FC236}">
                <a16:creationId xmlns:a16="http://schemas.microsoft.com/office/drawing/2014/main" id="{4B90EA0B-606E-4E11-8D60-C645C198639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5236" name="Rectangle 3">
            <a:extLst>
              <a:ext uri="{FF2B5EF4-FFF2-40B4-BE49-F238E27FC236}">
                <a16:creationId xmlns:a16="http://schemas.microsoft.com/office/drawing/2014/main" id="{1F3E36CA-8FFE-4049-8EED-E939E0DDA79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946150" y="4860925"/>
            <a:ext cx="5207000" cy="4605338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algn="just" eaLnBrk="1" hangingPunct="1"/>
            <a:endParaRPr lang="zh-CN" altLang="en-US" dirty="0"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282" name="Rectangle 7">
            <a:extLst>
              <a:ext uri="{FF2B5EF4-FFF2-40B4-BE49-F238E27FC236}">
                <a16:creationId xmlns:a16="http://schemas.microsoft.com/office/drawing/2014/main" id="{F9F1E9DE-D4D5-4041-A7D5-5046DB8D9543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69938" indent="-295275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85863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60525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133600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908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0480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5052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9624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0"/>
              </a:spcBef>
            </a:pPr>
            <a:fld id="{E94EB17A-F6DB-421E-B35E-421389EE2FD7}" type="slidenum">
              <a:rPr lang="zh-CN" altLang="en-US" sz="1200">
                <a:solidFill>
                  <a:srgbClr val="000000"/>
                </a:solidFill>
              </a:rPr>
              <a:pPr>
                <a:spcBef>
                  <a:spcPct val="0"/>
                </a:spcBef>
              </a:pPr>
              <a:t>39</a:t>
            </a:fld>
            <a:endParaRPr lang="en-US" altLang="zh-CN" sz="1200">
              <a:solidFill>
                <a:srgbClr val="000000"/>
              </a:solidFill>
            </a:endParaRPr>
          </a:p>
        </p:txBody>
      </p:sp>
      <p:sp>
        <p:nvSpPr>
          <p:cNvPr id="97283" name="Rectangle 2">
            <a:extLst>
              <a:ext uri="{FF2B5EF4-FFF2-40B4-BE49-F238E27FC236}">
                <a16:creationId xmlns:a16="http://schemas.microsoft.com/office/drawing/2014/main" id="{BF84FBB1-CE86-4BBB-AD68-D21567DC78D7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7284" name="Rectangle 3">
            <a:extLst>
              <a:ext uri="{FF2B5EF4-FFF2-40B4-BE49-F238E27FC236}">
                <a16:creationId xmlns:a16="http://schemas.microsoft.com/office/drawing/2014/main" id="{722B334B-2FA6-4F9F-BBE5-C8081648A56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946150" y="4860925"/>
            <a:ext cx="5207000" cy="4605338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algn="just" eaLnBrk="1" hangingPunct="1"/>
            <a:endParaRPr lang="zh-CN" altLang="en-US" dirty="0"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幻灯片图像占位符 1">
            <a:extLst>
              <a:ext uri="{FF2B5EF4-FFF2-40B4-BE49-F238E27FC236}">
                <a16:creationId xmlns:a16="http://schemas.microsoft.com/office/drawing/2014/main" id="{3F7C87EE-6177-430B-A57B-94496231CF3E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9331" name="备注占位符 2">
            <a:extLst>
              <a:ext uri="{FF2B5EF4-FFF2-40B4-BE49-F238E27FC236}">
                <a16:creationId xmlns:a16="http://schemas.microsoft.com/office/drawing/2014/main" id="{D66E6209-E421-49FC-B054-E14B45DD7D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zh-CN" dirty="0"/>
          </a:p>
        </p:txBody>
      </p:sp>
      <p:sp>
        <p:nvSpPr>
          <p:cNvPr id="99332" name="灯片编号占位符 3">
            <a:extLst>
              <a:ext uri="{FF2B5EF4-FFF2-40B4-BE49-F238E27FC236}">
                <a16:creationId xmlns:a16="http://schemas.microsoft.com/office/drawing/2014/main" id="{959388A0-88F2-460D-928A-54C94ACDE54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69938" indent="-295275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85863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60525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133600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908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0480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5052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9624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0"/>
              </a:spcBef>
            </a:pPr>
            <a:fld id="{44D3B0F3-6F97-407F-AFD2-84FCD8BB56F6}" type="slidenum">
              <a:rPr lang="zh-CN" altLang="en-US" sz="1200">
                <a:solidFill>
                  <a:srgbClr val="000000"/>
                </a:solidFill>
              </a:rPr>
              <a:pPr>
                <a:spcBef>
                  <a:spcPct val="0"/>
                </a:spcBef>
              </a:pPr>
              <a:t>40</a:t>
            </a:fld>
            <a:endParaRPr lang="en-US" altLang="zh-CN" sz="1200">
              <a:solidFill>
                <a:srgbClr val="000000"/>
              </a:solidFill>
            </a:endParaRP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378" name="幻灯片图像占位符 1">
            <a:extLst>
              <a:ext uri="{FF2B5EF4-FFF2-40B4-BE49-F238E27FC236}">
                <a16:creationId xmlns:a16="http://schemas.microsoft.com/office/drawing/2014/main" id="{68A344C7-48A0-433C-A6EF-4898399A62C2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01379" name="备注占位符 2">
            <a:extLst>
              <a:ext uri="{FF2B5EF4-FFF2-40B4-BE49-F238E27FC236}">
                <a16:creationId xmlns:a16="http://schemas.microsoft.com/office/drawing/2014/main" id="{4BE6B71E-BBCA-4261-A7C8-EC61A986BB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defTabSz="944563" eaLnBrk="1" hangingPunct="1"/>
            <a:endParaRPr lang="zh-CN" altLang="en-US" dirty="0"/>
          </a:p>
        </p:txBody>
      </p:sp>
      <p:sp>
        <p:nvSpPr>
          <p:cNvPr id="101380" name="灯片编号占位符 3">
            <a:extLst>
              <a:ext uri="{FF2B5EF4-FFF2-40B4-BE49-F238E27FC236}">
                <a16:creationId xmlns:a16="http://schemas.microsoft.com/office/drawing/2014/main" id="{69EE1FC4-BE50-4C79-9EF1-D968482E00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69938" indent="-295275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85863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60525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133600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908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0480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5052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9624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0"/>
              </a:spcBef>
            </a:pPr>
            <a:fld id="{0513849F-DD68-401D-92DF-021E9006EBB4}" type="slidenum">
              <a:rPr lang="zh-CN" altLang="en-US" sz="1200">
                <a:solidFill>
                  <a:srgbClr val="000000"/>
                </a:solidFill>
              </a:rPr>
              <a:pPr>
                <a:spcBef>
                  <a:spcPct val="0"/>
                </a:spcBef>
              </a:pPr>
              <a:t>41</a:t>
            </a:fld>
            <a:endParaRPr lang="en-US" altLang="zh-CN" sz="1200">
              <a:solidFill>
                <a:srgbClr val="000000"/>
              </a:solidFill>
            </a:endParaRP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26" name="幻灯片图像占位符 1">
            <a:extLst>
              <a:ext uri="{FF2B5EF4-FFF2-40B4-BE49-F238E27FC236}">
                <a16:creationId xmlns:a16="http://schemas.microsoft.com/office/drawing/2014/main" id="{DE464DDE-F764-430B-912A-07A9A19939F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03427" name="备注占位符 2">
            <a:extLst>
              <a:ext uri="{FF2B5EF4-FFF2-40B4-BE49-F238E27FC236}">
                <a16:creationId xmlns:a16="http://schemas.microsoft.com/office/drawing/2014/main" id="{752A4043-8AAE-483A-9FE4-D1E4E95BC6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CN" altLang="en-US" dirty="0"/>
          </a:p>
        </p:txBody>
      </p:sp>
      <p:sp>
        <p:nvSpPr>
          <p:cNvPr id="103428" name="灯片编号占位符 3">
            <a:extLst>
              <a:ext uri="{FF2B5EF4-FFF2-40B4-BE49-F238E27FC236}">
                <a16:creationId xmlns:a16="http://schemas.microsoft.com/office/drawing/2014/main" id="{3DA46E5A-3A8B-470D-9D93-C0E9D76927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858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69938" indent="-295275" defTabSz="9858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85863" indent="-236538" defTabSz="9858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60525" indent="-236538" defTabSz="9858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133600" indent="-236538" defTabSz="9858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90800" indent="-236538" defTabSz="9858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048000" indent="-236538" defTabSz="9858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505200" indent="-236538" defTabSz="9858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962400" indent="-236538" defTabSz="9858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0"/>
              </a:spcBef>
            </a:pPr>
            <a:fld id="{6FE21F90-59BC-4FCB-91E8-5E229167E8ED}" type="slidenum">
              <a:rPr lang="zh-CN" altLang="en-US" sz="1200">
                <a:solidFill>
                  <a:srgbClr val="000000"/>
                </a:solidFill>
              </a:rPr>
              <a:pPr>
                <a:spcBef>
                  <a:spcPct val="0"/>
                </a:spcBef>
              </a:pPr>
              <a:t>42</a:t>
            </a:fld>
            <a:endParaRPr lang="en-US" altLang="zh-CN" sz="1200">
              <a:solidFill>
                <a:srgbClr val="000000"/>
              </a:solidFill>
            </a:endParaRP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474" name="幻灯片图像占位符 1">
            <a:extLst>
              <a:ext uri="{FF2B5EF4-FFF2-40B4-BE49-F238E27FC236}">
                <a16:creationId xmlns:a16="http://schemas.microsoft.com/office/drawing/2014/main" id="{08D90DC1-1537-4505-8E38-DA01D3203752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05475" name="备注占位符 2">
            <a:extLst>
              <a:ext uri="{FF2B5EF4-FFF2-40B4-BE49-F238E27FC236}">
                <a16:creationId xmlns:a16="http://schemas.microsoft.com/office/drawing/2014/main" id="{63291FB5-4783-4A5B-86C2-5BDC5F1FE9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CN" altLang="en-US" dirty="0"/>
          </a:p>
        </p:txBody>
      </p:sp>
      <p:sp>
        <p:nvSpPr>
          <p:cNvPr id="105476" name="灯片编号占位符 3">
            <a:extLst>
              <a:ext uri="{FF2B5EF4-FFF2-40B4-BE49-F238E27FC236}">
                <a16:creationId xmlns:a16="http://schemas.microsoft.com/office/drawing/2014/main" id="{C50B1DF8-CEA0-4F47-8938-9FD4EA378A6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69938" indent="-295275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85863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60525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133600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908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0480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5052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9624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0"/>
              </a:spcBef>
            </a:pPr>
            <a:fld id="{20F51DD2-F13D-469C-A5BF-80464405AC42}" type="slidenum">
              <a:rPr lang="zh-CN" altLang="en-US" sz="1200"/>
              <a:pPr>
                <a:spcBef>
                  <a:spcPct val="0"/>
                </a:spcBef>
              </a:pPr>
              <a:t>43</a:t>
            </a:fld>
            <a:endParaRPr lang="en-US" altLang="zh-CN" sz="1200"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522" name="Rectangle 7">
            <a:extLst>
              <a:ext uri="{FF2B5EF4-FFF2-40B4-BE49-F238E27FC236}">
                <a16:creationId xmlns:a16="http://schemas.microsoft.com/office/drawing/2014/main" id="{3F8CD983-133B-4498-A597-8FF609F07E93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69938" indent="-295275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85863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60525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133600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908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0480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5052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9624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0"/>
              </a:spcBef>
            </a:pPr>
            <a:fld id="{A4B39BE9-9A23-4F99-90FF-E912B7117A32}" type="slidenum">
              <a:rPr lang="zh-CN" altLang="en-US" sz="1200"/>
              <a:pPr>
                <a:spcBef>
                  <a:spcPct val="0"/>
                </a:spcBef>
              </a:pPr>
              <a:t>44</a:t>
            </a:fld>
            <a:endParaRPr lang="en-US" altLang="zh-CN" sz="1200"/>
          </a:p>
        </p:txBody>
      </p:sp>
      <p:sp>
        <p:nvSpPr>
          <p:cNvPr id="107523" name="Rectangle 2">
            <a:extLst>
              <a:ext uri="{FF2B5EF4-FFF2-40B4-BE49-F238E27FC236}">
                <a16:creationId xmlns:a16="http://schemas.microsoft.com/office/drawing/2014/main" id="{C3C2A6D2-8DF6-446F-9092-98C9DEFFC98A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07524" name="Rectangle 3">
            <a:extLst>
              <a:ext uri="{FF2B5EF4-FFF2-40B4-BE49-F238E27FC236}">
                <a16:creationId xmlns:a16="http://schemas.microsoft.com/office/drawing/2014/main" id="{C03C63C2-DBBC-4A3C-BFB1-D6C33D28083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598363006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FBBBFDAA-9115-49BE-BC52-BE11F9C34F4F}" type="slidenum">
              <a:rPr lang="zh-CN" altLang="en-US" smtClean="0"/>
              <a:pPr>
                <a:defRPr/>
              </a:pPr>
              <a:t>45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2456619333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570" name="Rectangle 7">
            <a:extLst>
              <a:ext uri="{FF2B5EF4-FFF2-40B4-BE49-F238E27FC236}">
                <a16:creationId xmlns:a16="http://schemas.microsoft.com/office/drawing/2014/main" id="{92DE04AD-79EB-4B77-965C-9ABB6893DE76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69938" indent="-295275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85863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60525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133600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908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0480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5052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9624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0"/>
              </a:spcBef>
            </a:pPr>
            <a:fld id="{5B4EDF2C-D6F8-4C2F-A21B-86A4EFB92DEB}" type="slidenum">
              <a:rPr lang="zh-CN" altLang="en-US" sz="1200"/>
              <a:pPr>
                <a:spcBef>
                  <a:spcPct val="0"/>
                </a:spcBef>
              </a:pPr>
              <a:t>46</a:t>
            </a:fld>
            <a:endParaRPr lang="en-US" altLang="zh-CN" sz="1200"/>
          </a:p>
        </p:txBody>
      </p:sp>
      <p:sp>
        <p:nvSpPr>
          <p:cNvPr id="109571" name="Rectangle 2">
            <a:extLst>
              <a:ext uri="{FF2B5EF4-FFF2-40B4-BE49-F238E27FC236}">
                <a16:creationId xmlns:a16="http://schemas.microsoft.com/office/drawing/2014/main" id="{7F5A4EF1-4701-4985-A9D9-B2B51624301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09572" name="Rectangle 3">
            <a:extLst>
              <a:ext uri="{FF2B5EF4-FFF2-40B4-BE49-F238E27FC236}">
                <a16:creationId xmlns:a16="http://schemas.microsoft.com/office/drawing/2014/main" id="{8697C9BA-148B-4E84-89AE-D24A38F5F49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defTabSz="944563" eaLnBrk="1" hangingPunct="1"/>
            <a:endParaRPr lang="zh-CN" altLang="en-US" dirty="0"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618" name="Rectangle 7">
            <a:extLst>
              <a:ext uri="{FF2B5EF4-FFF2-40B4-BE49-F238E27FC236}">
                <a16:creationId xmlns:a16="http://schemas.microsoft.com/office/drawing/2014/main" id="{529FA177-1EE7-4051-8D41-BBC94A1BFF26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69938" indent="-295275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85863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60525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133600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908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0480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5052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9624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0"/>
              </a:spcBef>
            </a:pPr>
            <a:fld id="{FB234ACD-0847-446C-A315-A9DFD484B15C}" type="slidenum">
              <a:rPr lang="zh-CN" altLang="en-US" sz="1200"/>
              <a:pPr>
                <a:spcBef>
                  <a:spcPct val="0"/>
                </a:spcBef>
              </a:pPr>
              <a:t>47</a:t>
            </a:fld>
            <a:endParaRPr lang="en-US" altLang="zh-CN" sz="1200"/>
          </a:p>
        </p:txBody>
      </p:sp>
      <p:sp>
        <p:nvSpPr>
          <p:cNvPr id="111619" name="Rectangle 2">
            <a:extLst>
              <a:ext uri="{FF2B5EF4-FFF2-40B4-BE49-F238E27FC236}">
                <a16:creationId xmlns:a16="http://schemas.microsoft.com/office/drawing/2014/main" id="{DF2BD76A-5434-4076-B55A-1D5B9B705F8D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11620" name="Rectangle 3">
            <a:extLst>
              <a:ext uri="{FF2B5EF4-FFF2-40B4-BE49-F238E27FC236}">
                <a16:creationId xmlns:a16="http://schemas.microsoft.com/office/drawing/2014/main" id="{90893D02-E657-4E28-9573-71C1ED527C1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zh-CN" dirty="0"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714" name="幻灯片图像占位符 1">
            <a:extLst>
              <a:ext uri="{FF2B5EF4-FFF2-40B4-BE49-F238E27FC236}">
                <a16:creationId xmlns:a16="http://schemas.microsoft.com/office/drawing/2014/main" id="{B908D73C-BB51-4132-89B1-076E6C9C5346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15715" name="备注占位符 2">
            <a:extLst>
              <a:ext uri="{FF2B5EF4-FFF2-40B4-BE49-F238E27FC236}">
                <a16:creationId xmlns:a16="http://schemas.microsoft.com/office/drawing/2014/main" id="{A7115245-FEF5-45F6-BB7E-CFAC9CCE67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zh-CN" altLang="en-US" dirty="0"/>
          </a:p>
        </p:txBody>
      </p:sp>
      <p:sp>
        <p:nvSpPr>
          <p:cNvPr id="115716" name="灯片编号占位符 3">
            <a:extLst>
              <a:ext uri="{FF2B5EF4-FFF2-40B4-BE49-F238E27FC236}">
                <a16:creationId xmlns:a16="http://schemas.microsoft.com/office/drawing/2014/main" id="{870866B8-20D1-422A-B210-C5BFB667A19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69938" indent="-295275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85863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60525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133600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908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0480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5052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9624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0"/>
              </a:spcBef>
            </a:pPr>
            <a:fld id="{E0FD4701-FB35-4FD4-9C0B-15B41359EB51}" type="slidenum">
              <a:rPr lang="zh-CN" altLang="en-US" sz="1200"/>
              <a:pPr>
                <a:spcBef>
                  <a:spcPct val="0"/>
                </a:spcBef>
              </a:pPr>
              <a:t>48</a:t>
            </a:fld>
            <a:endParaRPr lang="en-US" altLang="zh-CN" sz="1200"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762" name="Rectangle 7">
            <a:extLst>
              <a:ext uri="{FF2B5EF4-FFF2-40B4-BE49-F238E27FC236}">
                <a16:creationId xmlns:a16="http://schemas.microsoft.com/office/drawing/2014/main" id="{C99E8DB7-0E03-4D5F-9D22-5E39BCE8CF81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69938" indent="-295275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85863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60525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133600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908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0480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5052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9624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0"/>
              </a:spcBef>
            </a:pPr>
            <a:fld id="{960B9CAE-2930-405A-8121-D2C601416AF3}" type="slidenum">
              <a:rPr lang="zh-CN" altLang="en-US" sz="1200">
                <a:solidFill>
                  <a:srgbClr val="000000"/>
                </a:solidFill>
              </a:rPr>
              <a:pPr>
                <a:spcBef>
                  <a:spcPct val="0"/>
                </a:spcBef>
              </a:pPr>
              <a:t>49</a:t>
            </a:fld>
            <a:endParaRPr lang="en-US" altLang="zh-CN" sz="1200">
              <a:solidFill>
                <a:srgbClr val="000000"/>
              </a:solidFill>
            </a:endParaRPr>
          </a:p>
        </p:txBody>
      </p:sp>
      <p:sp>
        <p:nvSpPr>
          <p:cNvPr id="117763" name="Rectangle 2">
            <a:extLst>
              <a:ext uri="{FF2B5EF4-FFF2-40B4-BE49-F238E27FC236}">
                <a16:creationId xmlns:a16="http://schemas.microsoft.com/office/drawing/2014/main" id="{A847FA93-18B0-4477-BA7D-0DB293F09CFB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17764" name="Rectangle 3">
            <a:extLst>
              <a:ext uri="{FF2B5EF4-FFF2-40B4-BE49-F238E27FC236}">
                <a16:creationId xmlns:a16="http://schemas.microsoft.com/office/drawing/2014/main" id="{CC1863E0-EB9D-4130-BE5C-48917A78C9E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zh-CN" altLang="en-US" dirty="0"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810" name="Rectangle 7">
            <a:extLst>
              <a:ext uri="{FF2B5EF4-FFF2-40B4-BE49-F238E27FC236}">
                <a16:creationId xmlns:a16="http://schemas.microsoft.com/office/drawing/2014/main" id="{5ACF494D-E3AD-4751-8958-125E8B1A48D8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69938" indent="-295275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85863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60525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133600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908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0480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5052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9624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0"/>
              </a:spcBef>
            </a:pPr>
            <a:fld id="{8317A459-53F4-42B5-B4AA-CB43E26EFCE4}" type="slidenum">
              <a:rPr lang="zh-CN" altLang="en-US" sz="1200">
                <a:solidFill>
                  <a:srgbClr val="000000"/>
                </a:solidFill>
              </a:rPr>
              <a:pPr>
                <a:spcBef>
                  <a:spcPct val="0"/>
                </a:spcBef>
              </a:pPr>
              <a:t>50</a:t>
            </a:fld>
            <a:endParaRPr lang="en-US" altLang="zh-CN" sz="1200">
              <a:solidFill>
                <a:srgbClr val="000000"/>
              </a:solidFill>
            </a:endParaRPr>
          </a:p>
        </p:txBody>
      </p:sp>
      <p:sp>
        <p:nvSpPr>
          <p:cNvPr id="119811" name="Rectangle 2">
            <a:extLst>
              <a:ext uri="{FF2B5EF4-FFF2-40B4-BE49-F238E27FC236}">
                <a16:creationId xmlns:a16="http://schemas.microsoft.com/office/drawing/2014/main" id="{C6718E0E-C238-46B4-B1EC-AA2086BC9807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19812" name="Rectangle 3">
            <a:extLst>
              <a:ext uri="{FF2B5EF4-FFF2-40B4-BE49-F238E27FC236}">
                <a16:creationId xmlns:a16="http://schemas.microsoft.com/office/drawing/2014/main" id="{76AB668F-B8CD-4BA7-B243-7E37E019F60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zh-CN" altLang="en-US" dirty="0"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858" name="幻灯片图像占位符 1">
            <a:extLst>
              <a:ext uri="{FF2B5EF4-FFF2-40B4-BE49-F238E27FC236}">
                <a16:creationId xmlns:a16="http://schemas.microsoft.com/office/drawing/2014/main" id="{19340E80-F819-43F2-AEFB-4014E105A38D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1859" name="备注占位符 2">
            <a:extLst>
              <a:ext uri="{FF2B5EF4-FFF2-40B4-BE49-F238E27FC236}">
                <a16:creationId xmlns:a16="http://schemas.microsoft.com/office/drawing/2014/main" id="{7BCC4ECC-87B6-4884-986D-AA1A7FC139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CN" altLang="en-US" dirty="0"/>
          </a:p>
        </p:txBody>
      </p:sp>
      <p:sp>
        <p:nvSpPr>
          <p:cNvPr id="121860" name="灯片编号占位符 3">
            <a:extLst>
              <a:ext uri="{FF2B5EF4-FFF2-40B4-BE49-F238E27FC236}">
                <a16:creationId xmlns:a16="http://schemas.microsoft.com/office/drawing/2014/main" id="{850D8287-04DF-4634-9A0D-1997120DD6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858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69938" indent="-295275" defTabSz="9858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85863" indent="-236538" defTabSz="9858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60525" indent="-236538" defTabSz="9858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133600" indent="-236538" defTabSz="9858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90800" indent="-236538" defTabSz="9858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048000" indent="-236538" defTabSz="9858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505200" indent="-236538" defTabSz="9858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962400" indent="-236538" defTabSz="9858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0"/>
              </a:spcBef>
            </a:pPr>
            <a:fld id="{8DF3ABB4-0398-4787-B696-31CBB8B19BA1}" type="slidenum">
              <a:rPr lang="zh-CN" altLang="en-US" sz="1200">
                <a:solidFill>
                  <a:srgbClr val="000000"/>
                </a:solidFill>
              </a:rPr>
              <a:pPr>
                <a:spcBef>
                  <a:spcPct val="0"/>
                </a:spcBef>
              </a:pPr>
              <a:t>52</a:t>
            </a:fld>
            <a:endParaRPr lang="en-US" altLang="zh-CN" sz="1200">
              <a:solidFill>
                <a:srgbClr val="000000"/>
              </a:solidFill>
            </a:endParaRPr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FBBBFDAA-9115-49BE-BC52-BE11F9C34F4F}" type="slidenum">
              <a:rPr lang="zh-CN" altLang="en-US" smtClean="0"/>
              <a:pPr>
                <a:defRPr/>
              </a:pPr>
              <a:t>53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3091713956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906" name="幻灯片图像占位符 1">
            <a:extLst>
              <a:ext uri="{FF2B5EF4-FFF2-40B4-BE49-F238E27FC236}">
                <a16:creationId xmlns:a16="http://schemas.microsoft.com/office/drawing/2014/main" id="{204B42A5-774D-4F81-BDF1-CCDC3BAB9D38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3907" name="备注占位符 2">
            <a:extLst>
              <a:ext uri="{FF2B5EF4-FFF2-40B4-BE49-F238E27FC236}">
                <a16:creationId xmlns:a16="http://schemas.microsoft.com/office/drawing/2014/main" id="{07322314-61BA-4C2C-98AE-346D7BEC13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44563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zh-CN" altLang="en-US" dirty="0"/>
          </a:p>
        </p:txBody>
      </p:sp>
      <p:sp>
        <p:nvSpPr>
          <p:cNvPr id="123908" name="灯片编号占位符 3">
            <a:extLst>
              <a:ext uri="{FF2B5EF4-FFF2-40B4-BE49-F238E27FC236}">
                <a16:creationId xmlns:a16="http://schemas.microsoft.com/office/drawing/2014/main" id="{FC682C0F-159A-48B3-8071-915D8C21B5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69938" indent="-295275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85863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60525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133600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908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0480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5052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9624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0"/>
              </a:spcBef>
            </a:pPr>
            <a:fld id="{A8E08C5F-81DE-49F0-8C60-FEFF41589990}" type="slidenum">
              <a:rPr lang="zh-CN" altLang="en-US" sz="1200"/>
              <a:pPr>
                <a:spcBef>
                  <a:spcPct val="0"/>
                </a:spcBef>
              </a:pPr>
              <a:t>54</a:t>
            </a:fld>
            <a:endParaRPr lang="en-US" altLang="zh-CN" sz="1200"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002" name="Rectangle 7">
            <a:extLst>
              <a:ext uri="{FF2B5EF4-FFF2-40B4-BE49-F238E27FC236}">
                <a16:creationId xmlns:a16="http://schemas.microsoft.com/office/drawing/2014/main" id="{A489112A-F10C-4D5C-B0C3-C97303053D78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69938" indent="-295275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85863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60525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133600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908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0480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5052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9624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0"/>
              </a:spcBef>
            </a:pPr>
            <a:fld id="{8BC4D01C-F89B-4127-BDEA-7FB3F93755C9}" type="slidenum">
              <a:rPr lang="zh-CN" altLang="en-US" sz="1200">
                <a:solidFill>
                  <a:srgbClr val="000000"/>
                </a:solidFill>
              </a:rPr>
              <a:pPr>
                <a:spcBef>
                  <a:spcPct val="0"/>
                </a:spcBef>
              </a:pPr>
              <a:t>55</a:t>
            </a:fld>
            <a:endParaRPr lang="en-US" altLang="zh-CN" sz="1200">
              <a:solidFill>
                <a:srgbClr val="000000"/>
              </a:solidFill>
            </a:endParaRPr>
          </a:p>
        </p:txBody>
      </p:sp>
      <p:sp>
        <p:nvSpPr>
          <p:cNvPr id="128003" name="Rectangle 2">
            <a:extLst>
              <a:ext uri="{FF2B5EF4-FFF2-40B4-BE49-F238E27FC236}">
                <a16:creationId xmlns:a16="http://schemas.microsoft.com/office/drawing/2014/main" id="{02897FDB-B5E1-48D4-9466-B3C0FC477D61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8004" name="Rectangle 3">
            <a:extLst>
              <a:ext uri="{FF2B5EF4-FFF2-40B4-BE49-F238E27FC236}">
                <a16:creationId xmlns:a16="http://schemas.microsoft.com/office/drawing/2014/main" id="{83CC72FF-272E-491E-85BE-DD42E3CB57E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342785893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954" name="Rectangle 7">
            <a:extLst>
              <a:ext uri="{FF2B5EF4-FFF2-40B4-BE49-F238E27FC236}">
                <a16:creationId xmlns:a16="http://schemas.microsoft.com/office/drawing/2014/main" id="{1C1ABC8D-CE46-421D-8626-E57DD3927B89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69938" indent="-295275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85863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60525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133600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908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0480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5052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9624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0"/>
              </a:spcBef>
            </a:pPr>
            <a:fld id="{EE6FBB51-17C9-4E7F-95F5-C95FED534267}" type="slidenum">
              <a:rPr lang="zh-CN" altLang="en-US" sz="1200"/>
              <a:pPr>
                <a:spcBef>
                  <a:spcPct val="0"/>
                </a:spcBef>
              </a:pPr>
              <a:t>56</a:t>
            </a:fld>
            <a:endParaRPr lang="en-US" altLang="zh-CN" sz="1200"/>
          </a:p>
        </p:txBody>
      </p:sp>
      <p:sp>
        <p:nvSpPr>
          <p:cNvPr id="125955" name="Rectangle 2">
            <a:extLst>
              <a:ext uri="{FF2B5EF4-FFF2-40B4-BE49-F238E27FC236}">
                <a16:creationId xmlns:a16="http://schemas.microsoft.com/office/drawing/2014/main" id="{3FDFC9E2-5707-439F-84C4-303BD0279B7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5956" name="Rectangle 3">
            <a:extLst>
              <a:ext uri="{FF2B5EF4-FFF2-40B4-BE49-F238E27FC236}">
                <a16:creationId xmlns:a16="http://schemas.microsoft.com/office/drawing/2014/main" id="{B1299C8D-036A-44AF-9324-9572AE3DDB4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zh-CN" altLang="en-US" dirty="0"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002" name="Rectangle 7">
            <a:extLst>
              <a:ext uri="{FF2B5EF4-FFF2-40B4-BE49-F238E27FC236}">
                <a16:creationId xmlns:a16="http://schemas.microsoft.com/office/drawing/2014/main" id="{A489112A-F10C-4D5C-B0C3-C97303053D78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69938" indent="-295275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85863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60525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133600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908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0480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5052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9624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0"/>
              </a:spcBef>
            </a:pPr>
            <a:fld id="{8BC4D01C-F89B-4127-BDEA-7FB3F93755C9}" type="slidenum">
              <a:rPr lang="zh-CN" altLang="en-US" sz="1200">
                <a:solidFill>
                  <a:srgbClr val="000000"/>
                </a:solidFill>
              </a:rPr>
              <a:pPr>
                <a:spcBef>
                  <a:spcPct val="0"/>
                </a:spcBef>
              </a:pPr>
              <a:t>57</a:t>
            </a:fld>
            <a:endParaRPr lang="en-US" altLang="zh-CN" sz="1200">
              <a:solidFill>
                <a:srgbClr val="000000"/>
              </a:solidFill>
            </a:endParaRPr>
          </a:p>
        </p:txBody>
      </p:sp>
      <p:sp>
        <p:nvSpPr>
          <p:cNvPr id="128003" name="Rectangle 2">
            <a:extLst>
              <a:ext uri="{FF2B5EF4-FFF2-40B4-BE49-F238E27FC236}">
                <a16:creationId xmlns:a16="http://schemas.microsoft.com/office/drawing/2014/main" id="{02897FDB-B5E1-48D4-9466-B3C0FC477D61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8004" name="Rectangle 3">
            <a:extLst>
              <a:ext uri="{FF2B5EF4-FFF2-40B4-BE49-F238E27FC236}">
                <a16:creationId xmlns:a16="http://schemas.microsoft.com/office/drawing/2014/main" id="{83CC72FF-272E-491E-85BE-DD42E3CB57E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zh-CN" altLang="en-US"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050" name="Rectangle 7">
            <a:extLst>
              <a:ext uri="{FF2B5EF4-FFF2-40B4-BE49-F238E27FC236}">
                <a16:creationId xmlns:a16="http://schemas.microsoft.com/office/drawing/2014/main" id="{62A3E427-3A0E-4346-AC84-96A5DF511CB4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69938" indent="-295275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85863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60525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133600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908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0480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5052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9624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0"/>
              </a:spcBef>
            </a:pPr>
            <a:fld id="{41BCAB7F-0D69-4FC9-B6D5-802CD1AC2968}" type="slidenum">
              <a:rPr lang="zh-CN" altLang="en-US" sz="1200">
                <a:solidFill>
                  <a:srgbClr val="000000"/>
                </a:solidFill>
              </a:rPr>
              <a:pPr>
                <a:spcBef>
                  <a:spcPct val="0"/>
                </a:spcBef>
              </a:pPr>
              <a:t>58</a:t>
            </a:fld>
            <a:endParaRPr lang="en-US" altLang="zh-CN" sz="1200">
              <a:solidFill>
                <a:srgbClr val="000000"/>
              </a:solidFill>
            </a:endParaRPr>
          </a:p>
        </p:txBody>
      </p:sp>
      <p:sp>
        <p:nvSpPr>
          <p:cNvPr id="130051" name="Rectangle 2">
            <a:extLst>
              <a:ext uri="{FF2B5EF4-FFF2-40B4-BE49-F238E27FC236}">
                <a16:creationId xmlns:a16="http://schemas.microsoft.com/office/drawing/2014/main" id="{CE50187C-7216-4111-BD99-064BB184AFE2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0052" name="Rectangle 3">
            <a:extLst>
              <a:ext uri="{FF2B5EF4-FFF2-40B4-BE49-F238E27FC236}">
                <a16:creationId xmlns:a16="http://schemas.microsoft.com/office/drawing/2014/main" id="{D903B3D4-70EC-4BB8-A55A-1B42F171379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zh-CN" altLang="en-US" dirty="0"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050" name="Rectangle 7">
            <a:extLst>
              <a:ext uri="{FF2B5EF4-FFF2-40B4-BE49-F238E27FC236}">
                <a16:creationId xmlns:a16="http://schemas.microsoft.com/office/drawing/2014/main" id="{62A3E427-3A0E-4346-AC84-96A5DF511CB4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69938" indent="-295275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85863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60525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133600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908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0480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5052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9624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0"/>
              </a:spcBef>
            </a:pPr>
            <a:fld id="{41BCAB7F-0D69-4FC9-B6D5-802CD1AC2968}" type="slidenum">
              <a:rPr lang="zh-CN" altLang="en-US" sz="1200">
                <a:solidFill>
                  <a:srgbClr val="000000"/>
                </a:solidFill>
              </a:rPr>
              <a:pPr>
                <a:spcBef>
                  <a:spcPct val="0"/>
                </a:spcBef>
              </a:pPr>
              <a:t>59</a:t>
            </a:fld>
            <a:endParaRPr lang="en-US" altLang="zh-CN" sz="1200">
              <a:solidFill>
                <a:srgbClr val="000000"/>
              </a:solidFill>
            </a:endParaRPr>
          </a:p>
        </p:txBody>
      </p:sp>
      <p:sp>
        <p:nvSpPr>
          <p:cNvPr id="130051" name="Rectangle 2">
            <a:extLst>
              <a:ext uri="{FF2B5EF4-FFF2-40B4-BE49-F238E27FC236}">
                <a16:creationId xmlns:a16="http://schemas.microsoft.com/office/drawing/2014/main" id="{CE50187C-7216-4111-BD99-064BB184AFE2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0052" name="Rectangle 3">
            <a:extLst>
              <a:ext uri="{FF2B5EF4-FFF2-40B4-BE49-F238E27FC236}">
                <a16:creationId xmlns:a16="http://schemas.microsoft.com/office/drawing/2014/main" id="{D903B3D4-70EC-4BB8-A55A-1B42F171379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987733886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098" name="Rectangle 7">
            <a:extLst>
              <a:ext uri="{FF2B5EF4-FFF2-40B4-BE49-F238E27FC236}">
                <a16:creationId xmlns:a16="http://schemas.microsoft.com/office/drawing/2014/main" id="{B84AC504-8D1A-4BEA-9419-EE64D1DF0C8B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69938" indent="-295275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85863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60525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133600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908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0480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5052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9624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0"/>
              </a:spcBef>
            </a:pPr>
            <a:fld id="{9C1F2D18-AF40-4F3E-92CA-1590944AB803}" type="slidenum">
              <a:rPr lang="zh-CN" altLang="en-US" sz="1200"/>
              <a:pPr>
                <a:spcBef>
                  <a:spcPct val="0"/>
                </a:spcBef>
              </a:pPr>
              <a:t>60</a:t>
            </a:fld>
            <a:endParaRPr lang="en-US" altLang="zh-CN" sz="1200"/>
          </a:p>
        </p:txBody>
      </p:sp>
      <p:sp>
        <p:nvSpPr>
          <p:cNvPr id="132099" name="Rectangle 2">
            <a:extLst>
              <a:ext uri="{FF2B5EF4-FFF2-40B4-BE49-F238E27FC236}">
                <a16:creationId xmlns:a16="http://schemas.microsoft.com/office/drawing/2014/main" id="{D25DEC5D-592C-4307-B7F4-A07B2C403C88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2100" name="Rectangle 3">
            <a:extLst>
              <a:ext uri="{FF2B5EF4-FFF2-40B4-BE49-F238E27FC236}">
                <a16:creationId xmlns:a16="http://schemas.microsoft.com/office/drawing/2014/main" id="{67489F5B-F319-489A-8052-6F05B34C745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zh-CN" dirty="0"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146" name="Rectangle 7">
            <a:extLst>
              <a:ext uri="{FF2B5EF4-FFF2-40B4-BE49-F238E27FC236}">
                <a16:creationId xmlns:a16="http://schemas.microsoft.com/office/drawing/2014/main" id="{3707A836-5769-421E-AEDA-97E4383CDB28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69938" indent="-295275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85863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60525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133600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908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0480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5052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9624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0"/>
              </a:spcBef>
            </a:pPr>
            <a:fld id="{84E75E4B-EAB8-489D-B19D-29E70781AE66}" type="slidenum">
              <a:rPr lang="zh-CN" altLang="en-US" sz="1200"/>
              <a:pPr>
                <a:spcBef>
                  <a:spcPct val="0"/>
                </a:spcBef>
              </a:pPr>
              <a:t>61</a:t>
            </a:fld>
            <a:endParaRPr lang="en-US" altLang="zh-CN" sz="1200"/>
          </a:p>
        </p:txBody>
      </p:sp>
      <p:sp>
        <p:nvSpPr>
          <p:cNvPr id="134147" name="Rectangle 2">
            <a:extLst>
              <a:ext uri="{FF2B5EF4-FFF2-40B4-BE49-F238E27FC236}">
                <a16:creationId xmlns:a16="http://schemas.microsoft.com/office/drawing/2014/main" id="{7CD596A1-1137-48F5-BFF5-502051ED772E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4148" name="Rectangle 3">
            <a:extLst>
              <a:ext uri="{FF2B5EF4-FFF2-40B4-BE49-F238E27FC236}">
                <a16:creationId xmlns:a16="http://schemas.microsoft.com/office/drawing/2014/main" id="{09EE06F3-AB34-40FC-8E25-769A0B67785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zh-CN" dirty="0"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194" name="Rectangle 7">
            <a:extLst>
              <a:ext uri="{FF2B5EF4-FFF2-40B4-BE49-F238E27FC236}">
                <a16:creationId xmlns:a16="http://schemas.microsoft.com/office/drawing/2014/main" id="{7CEA350D-CFBF-4D46-A00F-B8D4A9B781E5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69938" indent="-295275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85863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60525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133600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908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0480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5052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9624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0"/>
              </a:spcBef>
            </a:pPr>
            <a:fld id="{A9E846D4-0E8F-4952-8AA7-4D7A22B9B5F2}" type="slidenum">
              <a:rPr lang="zh-CN" altLang="en-US" sz="1200"/>
              <a:pPr>
                <a:spcBef>
                  <a:spcPct val="0"/>
                </a:spcBef>
              </a:pPr>
              <a:t>62</a:t>
            </a:fld>
            <a:endParaRPr lang="en-US" altLang="zh-CN" sz="1200"/>
          </a:p>
        </p:txBody>
      </p:sp>
      <p:sp>
        <p:nvSpPr>
          <p:cNvPr id="136195" name="Rectangle 2">
            <a:extLst>
              <a:ext uri="{FF2B5EF4-FFF2-40B4-BE49-F238E27FC236}">
                <a16:creationId xmlns:a16="http://schemas.microsoft.com/office/drawing/2014/main" id="{578D48C4-E9EF-4FD8-B1D3-57A1335772E3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6196" name="Rectangle 3">
            <a:extLst>
              <a:ext uri="{FF2B5EF4-FFF2-40B4-BE49-F238E27FC236}">
                <a16:creationId xmlns:a16="http://schemas.microsoft.com/office/drawing/2014/main" id="{EFAC6A44-2EE7-4AD0-A176-6F9EC661422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lvl="1" eaLnBrk="1" hangingPunct="1"/>
            <a:endParaRPr lang="zh-CN" altLang="en-US"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242" name="Rectangle 7">
            <a:extLst>
              <a:ext uri="{FF2B5EF4-FFF2-40B4-BE49-F238E27FC236}">
                <a16:creationId xmlns:a16="http://schemas.microsoft.com/office/drawing/2014/main" id="{A8F67B5B-DFE6-42DA-9218-ACD293B99093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69938" indent="-295275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85863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60525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133600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908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0480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5052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9624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0"/>
              </a:spcBef>
            </a:pPr>
            <a:fld id="{F9146FB3-C293-4F86-92D1-6BD5F7E331FC}" type="slidenum">
              <a:rPr lang="zh-CN" altLang="en-US" sz="1200"/>
              <a:pPr>
                <a:spcBef>
                  <a:spcPct val="0"/>
                </a:spcBef>
              </a:pPr>
              <a:t>63</a:t>
            </a:fld>
            <a:endParaRPr lang="en-US" altLang="zh-CN" sz="1200"/>
          </a:p>
        </p:txBody>
      </p:sp>
      <p:sp>
        <p:nvSpPr>
          <p:cNvPr id="138243" name="Rectangle 2">
            <a:extLst>
              <a:ext uri="{FF2B5EF4-FFF2-40B4-BE49-F238E27FC236}">
                <a16:creationId xmlns:a16="http://schemas.microsoft.com/office/drawing/2014/main" id="{BB9B42E2-0B7A-4423-A1D3-721B0177ED47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8244" name="Rectangle 3">
            <a:extLst>
              <a:ext uri="{FF2B5EF4-FFF2-40B4-BE49-F238E27FC236}">
                <a16:creationId xmlns:a16="http://schemas.microsoft.com/office/drawing/2014/main" id="{BAE65881-E963-405D-9B47-0D41EB823AA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zh-CN" altLang="en-US"/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290" name="Rectangle 7">
            <a:extLst>
              <a:ext uri="{FF2B5EF4-FFF2-40B4-BE49-F238E27FC236}">
                <a16:creationId xmlns:a16="http://schemas.microsoft.com/office/drawing/2014/main" id="{582983A6-273E-4B77-BFB6-7112E1ABD8F9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69938" indent="-295275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85863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60525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133600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908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0480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5052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9624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0"/>
              </a:spcBef>
            </a:pPr>
            <a:fld id="{B8ADFF38-4633-4CEC-B284-B7EA226FE6B4}" type="slidenum">
              <a:rPr lang="zh-CN" altLang="en-US" sz="1200"/>
              <a:pPr>
                <a:spcBef>
                  <a:spcPct val="0"/>
                </a:spcBef>
              </a:pPr>
              <a:t>64</a:t>
            </a:fld>
            <a:endParaRPr lang="en-US" altLang="zh-CN" sz="1200"/>
          </a:p>
        </p:txBody>
      </p:sp>
      <p:sp>
        <p:nvSpPr>
          <p:cNvPr id="140291" name="Rectangle 2">
            <a:extLst>
              <a:ext uri="{FF2B5EF4-FFF2-40B4-BE49-F238E27FC236}">
                <a16:creationId xmlns:a16="http://schemas.microsoft.com/office/drawing/2014/main" id="{F87F0D7D-48BA-40E0-A5BA-DB28AAF13A2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0292" name="Rectangle 3">
            <a:extLst>
              <a:ext uri="{FF2B5EF4-FFF2-40B4-BE49-F238E27FC236}">
                <a16:creationId xmlns:a16="http://schemas.microsoft.com/office/drawing/2014/main" id="{B5147C8F-813F-4526-9F19-39CA46D6AF4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lvl="1" eaLnBrk="1" hangingPunct="1"/>
            <a:endParaRPr lang="zh-CN" altLang="en-US"/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338" name="Rectangle 7">
            <a:extLst>
              <a:ext uri="{FF2B5EF4-FFF2-40B4-BE49-F238E27FC236}">
                <a16:creationId xmlns:a16="http://schemas.microsoft.com/office/drawing/2014/main" id="{3AB11AE4-37D2-45FD-9119-2909580C32B4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69938" indent="-295275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85863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60525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133600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908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0480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5052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9624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0"/>
              </a:spcBef>
            </a:pPr>
            <a:fld id="{612A1784-A7A2-43A6-A8B7-3A7C3D0E0BF4}" type="slidenum">
              <a:rPr lang="zh-CN" altLang="en-US" sz="1200"/>
              <a:pPr>
                <a:spcBef>
                  <a:spcPct val="0"/>
                </a:spcBef>
              </a:pPr>
              <a:t>65</a:t>
            </a:fld>
            <a:endParaRPr lang="en-US" altLang="zh-CN" sz="1200"/>
          </a:p>
        </p:txBody>
      </p:sp>
      <p:sp>
        <p:nvSpPr>
          <p:cNvPr id="142339" name="Rectangle 2">
            <a:extLst>
              <a:ext uri="{FF2B5EF4-FFF2-40B4-BE49-F238E27FC236}">
                <a16:creationId xmlns:a16="http://schemas.microsoft.com/office/drawing/2014/main" id="{A3E6AF9B-2F49-4037-BCEC-7332D829F430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2340" name="Rectangle 3">
            <a:extLst>
              <a:ext uri="{FF2B5EF4-FFF2-40B4-BE49-F238E27FC236}">
                <a16:creationId xmlns:a16="http://schemas.microsoft.com/office/drawing/2014/main" id="{BFF0D6AA-3966-4D8E-9D4A-56300C3493B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zh-CN" altLang="en-US" dirty="0"/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386" name="Rectangle 7">
            <a:extLst>
              <a:ext uri="{FF2B5EF4-FFF2-40B4-BE49-F238E27FC236}">
                <a16:creationId xmlns:a16="http://schemas.microsoft.com/office/drawing/2014/main" id="{6698AEE2-6B0F-4357-B07E-FF89160371F4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69938" indent="-295275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85863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60525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133600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908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0480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5052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9624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0"/>
              </a:spcBef>
            </a:pPr>
            <a:fld id="{23407674-9864-4C6D-A163-FB9EEF802204}" type="slidenum">
              <a:rPr lang="zh-CN" altLang="en-US" sz="1200">
                <a:solidFill>
                  <a:srgbClr val="000000"/>
                </a:solidFill>
              </a:rPr>
              <a:pPr>
                <a:spcBef>
                  <a:spcPct val="0"/>
                </a:spcBef>
              </a:pPr>
              <a:t>66</a:t>
            </a:fld>
            <a:endParaRPr lang="en-US" altLang="zh-CN" sz="1200">
              <a:solidFill>
                <a:srgbClr val="000000"/>
              </a:solidFill>
            </a:endParaRPr>
          </a:p>
        </p:txBody>
      </p:sp>
      <p:sp>
        <p:nvSpPr>
          <p:cNvPr id="144387" name="Rectangle 2">
            <a:extLst>
              <a:ext uri="{FF2B5EF4-FFF2-40B4-BE49-F238E27FC236}">
                <a16:creationId xmlns:a16="http://schemas.microsoft.com/office/drawing/2014/main" id="{27BF91B5-1A32-489B-B72C-2B628CACED2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4388" name="Rectangle 3">
            <a:extLst>
              <a:ext uri="{FF2B5EF4-FFF2-40B4-BE49-F238E27FC236}">
                <a16:creationId xmlns:a16="http://schemas.microsoft.com/office/drawing/2014/main" id="{CC58BD78-99A2-4A36-9BCF-41902A51DCD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060151847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434" name="Rectangle 7">
            <a:extLst>
              <a:ext uri="{FF2B5EF4-FFF2-40B4-BE49-F238E27FC236}">
                <a16:creationId xmlns:a16="http://schemas.microsoft.com/office/drawing/2014/main" id="{8C95831C-551D-4220-B538-C3BD45BCC4CF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69938" indent="-295275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85863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60525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133600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908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0480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5052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9624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0"/>
              </a:spcBef>
            </a:pPr>
            <a:fld id="{D572358D-A1D0-4668-9ADE-A8B231C6189D}" type="slidenum">
              <a:rPr lang="zh-CN" altLang="en-US" sz="1200"/>
              <a:pPr>
                <a:spcBef>
                  <a:spcPct val="0"/>
                </a:spcBef>
              </a:pPr>
              <a:t>67</a:t>
            </a:fld>
            <a:endParaRPr lang="en-US" altLang="zh-CN" sz="1200"/>
          </a:p>
        </p:txBody>
      </p:sp>
      <p:sp>
        <p:nvSpPr>
          <p:cNvPr id="146435" name="Rectangle 2">
            <a:extLst>
              <a:ext uri="{FF2B5EF4-FFF2-40B4-BE49-F238E27FC236}">
                <a16:creationId xmlns:a16="http://schemas.microsoft.com/office/drawing/2014/main" id="{57B9B509-21EA-4F51-B46D-91AEDD05FC80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6436" name="Rectangle 3">
            <a:extLst>
              <a:ext uri="{FF2B5EF4-FFF2-40B4-BE49-F238E27FC236}">
                <a16:creationId xmlns:a16="http://schemas.microsoft.com/office/drawing/2014/main" id="{D7CE53B0-5AC8-43FF-A32A-5582D1072E3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6323648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482" name="幻灯片图像占位符 1">
            <a:extLst>
              <a:ext uri="{FF2B5EF4-FFF2-40B4-BE49-F238E27FC236}">
                <a16:creationId xmlns:a16="http://schemas.microsoft.com/office/drawing/2014/main" id="{ECFEBB17-67F0-4C7F-8960-EDB68787C3A0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8483" name="备注占位符 2">
            <a:extLst>
              <a:ext uri="{FF2B5EF4-FFF2-40B4-BE49-F238E27FC236}">
                <a16:creationId xmlns:a16="http://schemas.microsoft.com/office/drawing/2014/main" id="{9C637E7F-779F-42EA-A874-4202A362C8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CN" altLang="en-US">
              <a:latin typeface="Arial" panose="020B0604020202020204" pitchFamily="34" charset="0"/>
              <a:ea typeface="宋体" panose="02010600030101010101" pitchFamily="2" charset="-122"/>
            </a:endParaRPr>
          </a:p>
        </p:txBody>
      </p:sp>
      <p:sp>
        <p:nvSpPr>
          <p:cNvPr id="148484" name="灯片编号占位符 3">
            <a:extLst>
              <a:ext uri="{FF2B5EF4-FFF2-40B4-BE49-F238E27FC236}">
                <a16:creationId xmlns:a16="http://schemas.microsoft.com/office/drawing/2014/main" id="{EE30F962-397F-4011-A301-D92F3C81D3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69938" indent="-295275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85863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60525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133600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908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0480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5052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9624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0"/>
              </a:spcBef>
            </a:pPr>
            <a:fld id="{30DB2D2A-3FD8-4497-9F1A-D36D728390F3}" type="slidenum">
              <a:rPr lang="zh-CN" altLang="en-US" sz="1200"/>
              <a:pPr>
                <a:spcBef>
                  <a:spcPct val="0"/>
                </a:spcBef>
              </a:pPr>
              <a:t>68</a:t>
            </a:fld>
            <a:endParaRPr lang="en-US" altLang="zh-CN" sz="1200"/>
          </a:p>
        </p:txBody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530" name="Rectangle 7">
            <a:extLst>
              <a:ext uri="{FF2B5EF4-FFF2-40B4-BE49-F238E27FC236}">
                <a16:creationId xmlns:a16="http://schemas.microsoft.com/office/drawing/2014/main" id="{FB0D5A3D-B960-4DFF-AF43-91CBB05B1C62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69938" indent="-295275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85863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60525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133600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908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0480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5052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9624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0"/>
              </a:spcBef>
            </a:pPr>
            <a:fld id="{7FB87D51-791D-46B9-9A0F-D6E780F28D30}" type="slidenum">
              <a:rPr lang="zh-CN" altLang="en-US" sz="1200"/>
              <a:pPr>
                <a:spcBef>
                  <a:spcPct val="0"/>
                </a:spcBef>
              </a:pPr>
              <a:t>69</a:t>
            </a:fld>
            <a:endParaRPr lang="en-US" altLang="zh-CN" sz="1200"/>
          </a:p>
        </p:txBody>
      </p:sp>
      <p:sp>
        <p:nvSpPr>
          <p:cNvPr id="150531" name="Rectangle 2">
            <a:extLst>
              <a:ext uri="{FF2B5EF4-FFF2-40B4-BE49-F238E27FC236}">
                <a16:creationId xmlns:a16="http://schemas.microsoft.com/office/drawing/2014/main" id="{87C30F00-C230-420A-B3F5-A51492A89670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50532" name="Rectangle 3">
            <a:extLst>
              <a:ext uri="{FF2B5EF4-FFF2-40B4-BE49-F238E27FC236}">
                <a16:creationId xmlns:a16="http://schemas.microsoft.com/office/drawing/2014/main" id="{0AB63640-C374-4A5E-B4E2-FAC1416CC5C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0" lvl="2" eaLnBrk="1" hangingPunct="1"/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117110268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578" name="幻灯片图像占位符 1">
            <a:extLst>
              <a:ext uri="{FF2B5EF4-FFF2-40B4-BE49-F238E27FC236}">
                <a16:creationId xmlns:a16="http://schemas.microsoft.com/office/drawing/2014/main" id="{82838FD6-F27B-49CD-BFA1-2EE9FDCA324D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52579" name="备注占位符 2">
            <a:extLst>
              <a:ext uri="{FF2B5EF4-FFF2-40B4-BE49-F238E27FC236}">
                <a16:creationId xmlns:a16="http://schemas.microsoft.com/office/drawing/2014/main" id="{437B5868-672E-4E3E-92CE-85B19A7DBF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CN" altLang="en-US" dirty="0"/>
          </a:p>
        </p:txBody>
      </p:sp>
      <p:sp>
        <p:nvSpPr>
          <p:cNvPr id="152580" name="灯片编号占位符 3">
            <a:extLst>
              <a:ext uri="{FF2B5EF4-FFF2-40B4-BE49-F238E27FC236}">
                <a16:creationId xmlns:a16="http://schemas.microsoft.com/office/drawing/2014/main" id="{CCEC3173-AD78-4927-88BE-230CE3220A3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69938" indent="-295275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85863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60525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133600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908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0480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5052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9624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0"/>
              </a:spcBef>
            </a:pPr>
            <a:fld id="{1E0AEF00-E48A-4D93-A077-223EFB5B0B1B}" type="slidenum">
              <a:rPr lang="zh-CN" altLang="en-US" sz="1200"/>
              <a:pPr>
                <a:spcBef>
                  <a:spcPct val="0"/>
                </a:spcBef>
              </a:pPr>
              <a:t>70</a:t>
            </a:fld>
            <a:endParaRPr lang="en-US" altLang="zh-CN" sz="1200"/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626" name="幻灯片图像占位符 1">
            <a:extLst>
              <a:ext uri="{FF2B5EF4-FFF2-40B4-BE49-F238E27FC236}">
                <a16:creationId xmlns:a16="http://schemas.microsoft.com/office/drawing/2014/main" id="{219B3137-E1D0-40C2-A4A3-89622443FCCE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54627" name="备注占位符 2">
            <a:extLst>
              <a:ext uri="{FF2B5EF4-FFF2-40B4-BE49-F238E27FC236}">
                <a16:creationId xmlns:a16="http://schemas.microsoft.com/office/drawing/2014/main" id="{0B5E5EBF-F338-442B-A637-DEA3779760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CN" altLang="en-US" dirty="0"/>
          </a:p>
        </p:txBody>
      </p:sp>
      <p:sp>
        <p:nvSpPr>
          <p:cNvPr id="154628" name="灯片编号占位符 3">
            <a:extLst>
              <a:ext uri="{FF2B5EF4-FFF2-40B4-BE49-F238E27FC236}">
                <a16:creationId xmlns:a16="http://schemas.microsoft.com/office/drawing/2014/main" id="{B5CF6AF0-49AB-425D-8976-6F50FD05215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69938" indent="-295275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85863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60525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133600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908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0480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5052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9624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0"/>
              </a:spcBef>
            </a:pPr>
            <a:fld id="{746E160B-AB22-4382-998A-C49CD8B5A57F}" type="slidenum">
              <a:rPr lang="zh-CN" altLang="en-US" sz="1200"/>
              <a:pPr>
                <a:spcBef>
                  <a:spcPct val="0"/>
                </a:spcBef>
              </a:pPr>
              <a:t>71</a:t>
            </a:fld>
            <a:endParaRPr lang="en-US" altLang="zh-CN" sz="1200"/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674" name="幻灯片图像占位符 1">
            <a:extLst>
              <a:ext uri="{FF2B5EF4-FFF2-40B4-BE49-F238E27FC236}">
                <a16:creationId xmlns:a16="http://schemas.microsoft.com/office/drawing/2014/main" id="{E9F1AA7F-0C70-474E-A123-A78E7DFFEC2F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56675" name="备注占位符 2">
            <a:extLst>
              <a:ext uri="{FF2B5EF4-FFF2-40B4-BE49-F238E27FC236}">
                <a16:creationId xmlns:a16="http://schemas.microsoft.com/office/drawing/2014/main" id="{B71C4E21-DAAA-4D32-8DAC-7489EE3894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CN" altLang="en-US" dirty="0"/>
          </a:p>
        </p:txBody>
      </p:sp>
      <p:sp>
        <p:nvSpPr>
          <p:cNvPr id="156676" name="灯片编号占位符 3">
            <a:extLst>
              <a:ext uri="{FF2B5EF4-FFF2-40B4-BE49-F238E27FC236}">
                <a16:creationId xmlns:a16="http://schemas.microsoft.com/office/drawing/2014/main" id="{C4142C47-3C08-4335-ABE1-B9FF713D10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69938" indent="-295275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85863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60525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133600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908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0480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5052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9624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0"/>
              </a:spcBef>
            </a:pPr>
            <a:fld id="{34F5B538-65AA-4A73-BD0A-ED1F3695AF1D}" type="slidenum">
              <a:rPr lang="zh-CN" altLang="en-US" sz="1200">
                <a:solidFill>
                  <a:srgbClr val="000000"/>
                </a:solidFill>
              </a:rPr>
              <a:pPr>
                <a:spcBef>
                  <a:spcPct val="0"/>
                </a:spcBef>
              </a:pPr>
              <a:t>72</a:t>
            </a:fld>
            <a:endParaRPr lang="en-US" altLang="zh-CN" sz="1200">
              <a:solidFill>
                <a:srgbClr val="000000"/>
              </a:solidFill>
            </a:endParaRPr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722" name="Rectangle 7">
            <a:extLst>
              <a:ext uri="{FF2B5EF4-FFF2-40B4-BE49-F238E27FC236}">
                <a16:creationId xmlns:a16="http://schemas.microsoft.com/office/drawing/2014/main" id="{3105EE57-A31F-4BB9-B1A1-2DBEFCEB27FC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69938" indent="-295275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85863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60525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133600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908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0480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5052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9624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0"/>
              </a:spcBef>
            </a:pPr>
            <a:fld id="{7902ACB7-0488-4F5C-A522-497880959400}" type="slidenum">
              <a:rPr lang="zh-CN" altLang="en-US" sz="1200">
                <a:solidFill>
                  <a:srgbClr val="000000"/>
                </a:solidFill>
              </a:rPr>
              <a:pPr>
                <a:spcBef>
                  <a:spcPct val="0"/>
                </a:spcBef>
              </a:pPr>
              <a:t>73</a:t>
            </a:fld>
            <a:endParaRPr lang="en-US" altLang="zh-CN" sz="1200">
              <a:solidFill>
                <a:srgbClr val="000000"/>
              </a:solidFill>
            </a:endParaRPr>
          </a:p>
        </p:txBody>
      </p:sp>
      <p:sp>
        <p:nvSpPr>
          <p:cNvPr id="158723" name="Rectangle 2">
            <a:extLst>
              <a:ext uri="{FF2B5EF4-FFF2-40B4-BE49-F238E27FC236}">
                <a16:creationId xmlns:a16="http://schemas.microsoft.com/office/drawing/2014/main" id="{8160C3C3-6EF5-4BC4-9FA3-27E6E9A46589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58724" name="Rectangle 3">
            <a:extLst>
              <a:ext uri="{FF2B5EF4-FFF2-40B4-BE49-F238E27FC236}">
                <a16:creationId xmlns:a16="http://schemas.microsoft.com/office/drawing/2014/main" id="{6CAAA8EF-BE21-4322-8179-19652CB076A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defTabSz="944563" eaLnBrk="1" hangingPunct="1"/>
            <a:endParaRPr lang="zh-CN" altLang="en-US" dirty="0"/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FBBBFDAA-9115-49BE-BC52-BE11F9C34F4F}" type="slidenum">
              <a:rPr lang="zh-CN" altLang="en-US" smtClean="0"/>
              <a:pPr>
                <a:defRPr/>
              </a:pPr>
              <a:t>74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4087678270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770" name="Rectangle 7">
            <a:extLst>
              <a:ext uri="{FF2B5EF4-FFF2-40B4-BE49-F238E27FC236}">
                <a16:creationId xmlns:a16="http://schemas.microsoft.com/office/drawing/2014/main" id="{3AA60176-218D-411D-A19E-CA94AD3EA78D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69938" indent="-295275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85863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60525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133600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908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0480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5052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9624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0"/>
              </a:spcBef>
            </a:pPr>
            <a:fld id="{41210D73-1BEF-49C7-A02A-D4696CE2B9A3}" type="slidenum">
              <a:rPr lang="zh-CN" altLang="en-US" sz="1200"/>
              <a:pPr>
                <a:spcBef>
                  <a:spcPct val="0"/>
                </a:spcBef>
              </a:pPr>
              <a:t>75</a:t>
            </a:fld>
            <a:endParaRPr lang="en-US" altLang="zh-CN" sz="1200"/>
          </a:p>
        </p:txBody>
      </p:sp>
      <p:sp>
        <p:nvSpPr>
          <p:cNvPr id="160771" name="Rectangle 2">
            <a:extLst>
              <a:ext uri="{FF2B5EF4-FFF2-40B4-BE49-F238E27FC236}">
                <a16:creationId xmlns:a16="http://schemas.microsoft.com/office/drawing/2014/main" id="{39A6CDF4-57A3-4871-A6E5-86E57F7C1BC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60772" name="Rectangle 3">
            <a:extLst>
              <a:ext uri="{FF2B5EF4-FFF2-40B4-BE49-F238E27FC236}">
                <a16:creationId xmlns:a16="http://schemas.microsoft.com/office/drawing/2014/main" id="{EFD341DA-41A2-4577-BA72-66BED807136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zh-CN" altLang="en-US" dirty="0"/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818" name="Rectangle 7">
            <a:extLst>
              <a:ext uri="{FF2B5EF4-FFF2-40B4-BE49-F238E27FC236}">
                <a16:creationId xmlns:a16="http://schemas.microsoft.com/office/drawing/2014/main" id="{314CF52B-60F7-493A-838B-6927E7EB26DD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69938" indent="-295275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85863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60525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133600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908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0480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5052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9624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0"/>
              </a:spcBef>
            </a:pPr>
            <a:fld id="{8B8A5CFA-44E4-4A88-9AFE-526ACCFFD143}" type="slidenum">
              <a:rPr lang="zh-CN" altLang="en-US" sz="1200"/>
              <a:pPr>
                <a:spcBef>
                  <a:spcPct val="0"/>
                </a:spcBef>
              </a:pPr>
              <a:t>76</a:t>
            </a:fld>
            <a:endParaRPr lang="en-US" altLang="zh-CN" sz="1200"/>
          </a:p>
        </p:txBody>
      </p:sp>
      <p:sp>
        <p:nvSpPr>
          <p:cNvPr id="162819" name="Rectangle 2">
            <a:extLst>
              <a:ext uri="{FF2B5EF4-FFF2-40B4-BE49-F238E27FC236}">
                <a16:creationId xmlns:a16="http://schemas.microsoft.com/office/drawing/2014/main" id="{32AE8E43-9125-45EE-819D-3C48B16B244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62820" name="Rectangle 3">
            <a:extLst>
              <a:ext uri="{FF2B5EF4-FFF2-40B4-BE49-F238E27FC236}">
                <a16:creationId xmlns:a16="http://schemas.microsoft.com/office/drawing/2014/main" id="{A2A6EE6A-6507-48D1-84A6-F89524607C9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zh-CN" altLang="en-US" dirty="0"/>
          </a:p>
        </p:txBody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866" name="Rectangle 7">
            <a:extLst>
              <a:ext uri="{FF2B5EF4-FFF2-40B4-BE49-F238E27FC236}">
                <a16:creationId xmlns:a16="http://schemas.microsoft.com/office/drawing/2014/main" id="{2375CEF5-F82A-4C2D-AD7E-1B5F2B98D424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69938" indent="-295275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85863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60525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133600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908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0480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5052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9624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0"/>
              </a:spcBef>
            </a:pPr>
            <a:fld id="{6AE62E3D-0EA7-414B-ADD2-11BC82C64481}" type="slidenum">
              <a:rPr lang="zh-CN" altLang="en-US" sz="1200"/>
              <a:pPr>
                <a:spcBef>
                  <a:spcPct val="0"/>
                </a:spcBef>
              </a:pPr>
              <a:t>77</a:t>
            </a:fld>
            <a:endParaRPr lang="en-US" altLang="zh-CN" sz="1200"/>
          </a:p>
        </p:txBody>
      </p:sp>
      <p:sp>
        <p:nvSpPr>
          <p:cNvPr id="164867" name="Rectangle 2">
            <a:extLst>
              <a:ext uri="{FF2B5EF4-FFF2-40B4-BE49-F238E27FC236}">
                <a16:creationId xmlns:a16="http://schemas.microsoft.com/office/drawing/2014/main" id="{C99B78CA-05C8-4211-A55A-BA49E8B20938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64868" name="Rectangle 3">
            <a:extLst>
              <a:ext uri="{FF2B5EF4-FFF2-40B4-BE49-F238E27FC236}">
                <a16:creationId xmlns:a16="http://schemas.microsoft.com/office/drawing/2014/main" id="{8977ECF7-B067-4AEC-8C58-12A09A53418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zh-CN" altLang="en-US" dirty="0"/>
          </a:p>
        </p:txBody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914" name="Rectangle 7">
            <a:extLst>
              <a:ext uri="{FF2B5EF4-FFF2-40B4-BE49-F238E27FC236}">
                <a16:creationId xmlns:a16="http://schemas.microsoft.com/office/drawing/2014/main" id="{7BD38B4B-4453-41AF-98F3-0C803E439EFC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69938" indent="-295275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85863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60525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133600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908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0480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5052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9624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0"/>
              </a:spcBef>
            </a:pPr>
            <a:fld id="{58B7D8BA-E530-41E0-B6DC-D56B4E8BEBF2}" type="slidenum">
              <a:rPr lang="zh-CN" altLang="en-US" sz="1200">
                <a:solidFill>
                  <a:srgbClr val="000000"/>
                </a:solidFill>
              </a:rPr>
              <a:pPr>
                <a:spcBef>
                  <a:spcPct val="0"/>
                </a:spcBef>
              </a:pPr>
              <a:t>78</a:t>
            </a:fld>
            <a:endParaRPr lang="en-US" altLang="zh-CN" sz="1200">
              <a:solidFill>
                <a:srgbClr val="000000"/>
              </a:solidFill>
            </a:endParaRPr>
          </a:p>
        </p:txBody>
      </p:sp>
      <p:sp>
        <p:nvSpPr>
          <p:cNvPr id="166915" name="Rectangle 2">
            <a:extLst>
              <a:ext uri="{FF2B5EF4-FFF2-40B4-BE49-F238E27FC236}">
                <a16:creationId xmlns:a16="http://schemas.microsoft.com/office/drawing/2014/main" id="{5494C85A-6C12-4FF0-AC23-4E8EA8AF3EA8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66916" name="Rectangle 3">
            <a:extLst>
              <a:ext uri="{FF2B5EF4-FFF2-40B4-BE49-F238E27FC236}">
                <a16:creationId xmlns:a16="http://schemas.microsoft.com/office/drawing/2014/main" id="{6A76B26D-17B1-4B66-BF1A-51283BE15DD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lvl="1" eaLnBrk="1" hangingPunct="1"/>
            <a:endParaRPr lang="zh-CN" altLang="en-US" dirty="0"/>
          </a:p>
        </p:txBody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FBBBFDAA-9115-49BE-BC52-BE11F9C34F4F}" type="slidenum">
              <a:rPr lang="zh-CN" altLang="en-US" smtClean="0"/>
              <a:pPr>
                <a:defRPr/>
              </a:pPr>
              <a:t>79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943551578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986" name="Rectangle 7">
            <a:extLst>
              <a:ext uri="{FF2B5EF4-FFF2-40B4-BE49-F238E27FC236}">
                <a16:creationId xmlns:a16="http://schemas.microsoft.com/office/drawing/2014/main" id="{63A3D1D3-51B7-4B22-B2BA-3D0B9BC09315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69938" indent="-295275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85863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60525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133600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908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0480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5052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9624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0"/>
              </a:spcBef>
            </a:pPr>
            <a:fld id="{9F404A9F-692C-4899-97BC-F0A8257F3D4F}" type="slidenum">
              <a:rPr lang="zh-CN" altLang="en-US" sz="1200"/>
              <a:pPr>
                <a:spcBef>
                  <a:spcPct val="0"/>
                </a:spcBef>
              </a:pPr>
              <a:t>80</a:t>
            </a:fld>
            <a:endParaRPr lang="en-US" altLang="zh-CN" sz="1200"/>
          </a:p>
        </p:txBody>
      </p:sp>
      <p:sp>
        <p:nvSpPr>
          <p:cNvPr id="169987" name="Rectangle 2">
            <a:extLst>
              <a:ext uri="{FF2B5EF4-FFF2-40B4-BE49-F238E27FC236}">
                <a16:creationId xmlns:a16="http://schemas.microsoft.com/office/drawing/2014/main" id="{514B1AEA-96B6-4464-A738-615E1837FFC9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69988" name="Rectangle 3">
            <a:extLst>
              <a:ext uri="{FF2B5EF4-FFF2-40B4-BE49-F238E27FC236}">
                <a16:creationId xmlns:a16="http://schemas.microsoft.com/office/drawing/2014/main" id="{EC3D56B9-DFD4-48E4-900D-EB3C1C20B0D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zh-CN" dirty="0"/>
          </a:p>
        </p:txBody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034" name="幻灯片图像占位符 1">
            <a:extLst>
              <a:ext uri="{FF2B5EF4-FFF2-40B4-BE49-F238E27FC236}">
                <a16:creationId xmlns:a16="http://schemas.microsoft.com/office/drawing/2014/main" id="{12920944-6BCF-42C1-99B4-48A8EF085F3F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72035" name="备注占位符 2">
            <a:extLst>
              <a:ext uri="{FF2B5EF4-FFF2-40B4-BE49-F238E27FC236}">
                <a16:creationId xmlns:a16="http://schemas.microsoft.com/office/drawing/2014/main" id="{6FC61421-5B53-4574-B129-BFEC25413F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zh-CN" altLang="en-US" dirty="0"/>
          </a:p>
        </p:txBody>
      </p:sp>
      <p:sp>
        <p:nvSpPr>
          <p:cNvPr id="172036" name="灯片编号占位符 3">
            <a:extLst>
              <a:ext uri="{FF2B5EF4-FFF2-40B4-BE49-F238E27FC236}">
                <a16:creationId xmlns:a16="http://schemas.microsoft.com/office/drawing/2014/main" id="{F0D96B59-0EEA-4C9D-B8A6-797B24BAEEC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69938" indent="-295275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85863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60525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133600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908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0480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5052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9624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0"/>
              </a:spcBef>
            </a:pPr>
            <a:fld id="{F32A118E-ADFA-458F-98E9-44403E1ACA10}" type="slidenum">
              <a:rPr lang="zh-CN" altLang="en-US" sz="1200"/>
              <a:pPr>
                <a:spcBef>
                  <a:spcPct val="0"/>
                </a:spcBef>
              </a:pPr>
              <a:t>81</a:t>
            </a:fld>
            <a:endParaRPr lang="en-US" altLang="zh-CN" sz="1200"/>
          </a:p>
        </p:txBody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82" name="幻灯片图像占位符 1">
            <a:extLst>
              <a:ext uri="{FF2B5EF4-FFF2-40B4-BE49-F238E27FC236}">
                <a16:creationId xmlns:a16="http://schemas.microsoft.com/office/drawing/2014/main" id="{8570FA2A-A4A4-4EF3-A2E5-2D8E57C47D11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74083" name="备注占位符 2">
            <a:extLst>
              <a:ext uri="{FF2B5EF4-FFF2-40B4-BE49-F238E27FC236}">
                <a16:creationId xmlns:a16="http://schemas.microsoft.com/office/drawing/2014/main" id="{5960A267-2DBE-49F0-8113-FF17C0A408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CN" altLang="en-US" dirty="0"/>
          </a:p>
        </p:txBody>
      </p:sp>
      <p:sp>
        <p:nvSpPr>
          <p:cNvPr id="174084" name="灯片编号占位符 3">
            <a:extLst>
              <a:ext uri="{FF2B5EF4-FFF2-40B4-BE49-F238E27FC236}">
                <a16:creationId xmlns:a16="http://schemas.microsoft.com/office/drawing/2014/main" id="{16FDBFD5-129F-4B0A-923E-B17A8A12BE4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69938" indent="-295275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85863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60525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133600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908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0480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5052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9624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0"/>
              </a:spcBef>
            </a:pPr>
            <a:fld id="{D074CAD7-911E-46FB-A9B0-F1E461C1CAC9}" type="slidenum">
              <a:rPr lang="zh-CN" altLang="en-US" sz="1200">
                <a:solidFill>
                  <a:srgbClr val="000000"/>
                </a:solidFill>
              </a:rPr>
              <a:pPr>
                <a:spcBef>
                  <a:spcPct val="0"/>
                </a:spcBef>
              </a:pPr>
              <a:t>82</a:t>
            </a:fld>
            <a:endParaRPr lang="en-US" altLang="zh-CN" sz="1200">
              <a:solidFill>
                <a:srgbClr val="000000"/>
              </a:solidFill>
            </a:endParaRPr>
          </a:p>
        </p:txBody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130" name="幻灯片图像占位符 1">
            <a:extLst>
              <a:ext uri="{FF2B5EF4-FFF2-40B4-BE49-F238E27FC236}">
                <a16:creationId xmlns:a16="http://schemas.microsoft.com/office/drawing/2014/main" id="{4183FA13-DD2E-4C6D-9C24-797A37D85E1E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76131" name="备注占位符 2">
            <a:extLst>
              <a:ext uri="{FF2B5EF4-FFF2-40B4-BE49-F238E27FC236}">
                <a16:creationId xmlns:a16="http://schemas.microsoft.com/office/drawing/2014/main" id="{C8F1834C-1A1F-4950-B35D-9494308993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CN" altLang="en-US" dirty="0"/>
          </a:p>
        </p:txBody>
      </p:sp>
      <p:sp>
        <p:nvSpPr>
          <p:cNvPr id="176132" name="灯片编号占位符 3">
            <a:extLst>
              <a:ext uri="{FF2B5EF4-FFF2-40B4-BE49-F238E27FC236}">
                <a16:creationId xmlns:a16="http://schemas.microsoft.com/office/drawing/2014/main" id="{76ED0B9B-E805-4501-ACE9-5109962F344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69938" indent="-295275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85863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60525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133600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908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0480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5052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9624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0"/>
              </a:spcBef>
            </a:pPr>
            <a:fld id="{F489A468-1EB4-4986-A4CA-6D50E0949F06}" type="slidenum">
              <a:rPr lang="zh-CN" altLang="en-US" sz="1200">
                <a:solidFill>
                  <a:srgbClr val="000000"/>
                </a:solidFill>
              </a:rPr>
              <a:pPr>
                <a:spcBef>
                  <a:spcPct val="0"/>
                </a:spcBef>
              </a:pPr>
              <a:t>83</a:t>
            </a:fld>
            <a:endParaRPr lang="en-US" altLang="zh-CN" sz="1200">
              <a:solidFill>
                <a:srgbClr val="000000"/>
              </a:solidFill>
            </a:endParaRPr>
          </a:p>
        </p:txBody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178" name="Rectangle 7">
            <a:extLst>
              <a:ext uri="{FF2B5EF4-FFF2-40B4-BE49-F238E27FC236}">
                <a16:creationId xmlns:a16="http://schemas.microsoft.com/office/drawing/2014/main" id="{8CD9F916-610A-4F65-BAAB-F28C860136D1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69938" indent="-295275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85863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60525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133600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908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0480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5052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9624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0"/>
              </a:spcBef>
            </a:pPr>
            <a:fld id="{88B87306-F775-4593-A68A-18EC9553CB4A}" type="slidenum">
              <a:rPr lang="zh-CN" altLang="en-US" sz="1200"/>
              <a:pPr>
                <a:spcBef>
                  <a:spcPct val="0"/>
                </a:spcBef>
              </a:pPr>
              <a:t>84</a:t>
            </a:fld>
            <a:endParaRPr lang="en-US" altLang="zh-CN" sz="1200"/>
          </a:p>
        </p:txBody>
      </p:sp>
      <p:sp>
        <p:nvSpPr>
          <p:cNvPr id="178179" name="Rectangle 2">
            <a:extLst>
              <a:ext uri="{FF2B5EF4-FFF2-40B4-BE49-F238E27FC236}">
                <a16:creationId xmlns:a16="http://schemas.microsoft.com/office/drawing/2014/main" id="{F11211C5-E1B1-4112-AB4A-8A7E07589F18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78180" name="Rectangle 3">
            <a:extLst>
              <a:ext uri="{FF2B5EF4-FFF2-40B4-BE49-F238E27FC236}">
                <a16:creationId xmlns:a16="http://schemas.microsoft.com/office/drawing/2014/main" id="{774DB8DC-BAC1-4E2B-9D4F-F2399B922DA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zh-CN" altLang="en-US" dirty="0"/>
          </a:p>
        </p:txBody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226" name="Rectangle 7">
            <a:extLst>
              <a:ext uri="{FF2B5EF4-FFF2-40B4-BE49-F238E27FC236}">
                <a16:creationId xmlns:a16="http://schemas.microsoft.com/office/drawing/2014/main" id="{4CD97D7D-1FDA-472C-A695-C6EEAE9ACEB9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69938" indent="-295275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85863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60525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133600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908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0480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5052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9624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0"/>
              </a:spcBef>
            </a:pPr>
            <a:fld id="{EB281259-3BED-4340-B25C-3B18DE6597F2}" type="slidenum">
              <a:rPr lang="zh-CN" altLang="en-US" sz="1200">
                <a:solidFill>
                  <a:srgbClr val="000000"/>
                </a:solidFill>
              </a:rPr>
              <a:pPr>
                <a:spcBef>
                  <a:spcPct val="0"/>
                </a:spcBef>
              </a:pPr>
              <a:t>85</a:t>
            </a:fld>
            <a:endParaRPr lang="en-US" altLang="zh-CN" sz="1200">
              <a:solidFill>
                <a:srgbClr val="000000"/>
              </a:solidFill>
            </a:endParaRPr>
          </a:p>
        </p:txBody>
      </p:sp>
      <p:sp>
        <p:nvSpPr>
          <p:cNvPr id="180227" name="Rectangle 2">
            <a:extLst>
              <a:ext uri="{FF2B5EF4-FFF2-40B4-BE49-F238E27FC236}">
                <a16:creationId xmlns:a16="http://schemas.microsoft.com/office/drawing/2014/main" id="{38B404DA-E5A2-4500-ABD2-71462965B34A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0228" name="Rectangle 3">
            <a:extLst>
              <a:ext uri="{FF2B5EF4-FFF2-40B4-BE49-F238E27FC236}">
                <a16:creationId xmlns:a16="http://schemas.microsoft.com/office/drawing/2014/main" id="{DF8568AE-807B-4195-89D9-1065A493752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zh-CN" altLang="en-US" dirty="0"/>
          </a:p>
        </p:txBody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FBBBFDAA-9115-49BE-BC52-BE11F9C34F4F}" type="slidenum">
              <a:rPr lang="zh-CN" altLang="en-US" smtClean="0"/>
              <a:pPr>
                <a:defRPr/>
              </a:pPr>
              <a:t>86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2515319248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274" name="Rectangle 7">
            <a:extLst>
              <a:ext uri="{FF2B5EF4-FFF2-40B4-BE49-F238E27FC236}">
                <a16:creationId xmlns:a16="http://schemas.microsoft.com/office/drawing/2014/main" id="{B9CDF0B0-1EBC-4ED2-A1FA-231ED43837F4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69938" indent="-295275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85863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60525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133600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908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0480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5052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9624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0"/>
              </a:spcBef>
            </a:pPr>
            <a:fld id="{7A12282B-0873-42F6-84F5-B4453920DF6C}" type="slidenum">
              <a:rPr lang="zh-CN" altLang="en-US" sz="1200"/>
              <a:pPr>
                <a:spcBef>
                  <a:spcPct val="0"/>
                </a:spcBef>
              </a:pPr>
              <a:t>87</a:t>
            </a:fld>
            <a:endParaRPr lang="en-US" altLang="zh-CN" sz="1200"/>
          </a:p>
        </p:txBody>
      </p:sp>
      <p:sp>
        <p:nvSpPr>
          <p:cNvPr id="182275" name="Rectangle 2">
            <a:extLst>
              <a:ext uri="{FF2B5EF4-FFF2-40B4-BE49-F238E27FC236}">
                <a16:creationId xmlns:a16="http://schemas.microsoft.com/office/drawing/2014/main" id="{4F9623D6-2476-4B33-82ED-A5295A82107D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2276" name="Rectangle 3">
            <a:extLst>
              <a:ext uri="{FF2B5EF4-FFF2-40B4-BE49-F238E27FC236}">
                <a16:creationId xmlns:a16="http://schemas.microsoft.com/office/drawing/2014/main" id="{D3777EF4-5B9D-48C9-AF8D-9BECE5A6867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defTabSz="944563" eaLnBrk="1" hangingPunct="1"/>
            <a:endParaRPr lang="zh-CN" altLang="en-US" dirty="0"/>
          </a:p>
        </p:txBody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22" name="Rectangle 7">
            <a:extLst>
              <a:ext uri="{FF2B5EF4-FFF2-40B4-BE49-F238E27FC236}">
                <a16:creationId xmlns:a16="http://schemas.microsoft.com/office/drawing/2014/main" id="{4D3FD19E-2F3D-4434-A5BC-A4AEA9247F9B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69938" indent="-295275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85863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60525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133600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908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0480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5052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9624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0"/>
              </a:spcBef>
            </a:pPr>
            <a:fld id="{82284570-DF7B-4C04-B058-C42EA3EFEEBF}" type="slidenum">
              <a:rPr lang="zh-CN" altLang="en-US" sz="1200">
                <a:solidFill>
                  <a:srgbClr val="000000"/>
                </a:solidFill>
              </a:rPr>
              <a:pPr>
                <a:spcBef>
                  <a:spcPct val="0"/>
                </a:spcBef>
              </a:pPr>
              <a:t>88</a:t>
            </a:fld>
            <a:endParaRPr lang="en-US" altLang="zh-CN" sz="1200">
              <a:solidFill>
                <a:srgbClr val="000000"/>
              </a:solidFill>
            </a:endParaRPr>
          </a:p>
        </p:txBody>
      </p:sp>
      <p:sp>
        <p:nvSpPr>
          <p:cNvPr id="184323" name="Rectangle 2">
            <a:extLst>
              <a:ext uri="{FF2B5EF4-FFF2-40B4-BE49-F238E27FC236}">
                <a16:creationId xmlns:a16="http://schemas.microsoft.com/office/drawing/2014/main" id="{730F65E0-FBE0-4A3D-90D1-B34D67EBC592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4324" name="Rectangle 3">
            <a:extLst>
              <a:ext uri="{FF2B5EF4-FFF2-40B4-BE49-F238E27FC236}">
                <a16:creationId xmlns:a16="http://schemas.microsoft.com/office/drawing/2014/main" id="{3A2F6EC7-4851-4FB3-ABF5-5435E5A1BC3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0" lvl="1" eaLnBrk="1" hangingPunct="1"/>
            <a:endParaRPr lang="en-US" altLang="zh-CN" dirty="0"/>
          </a:p>
        </p:txBody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370" name="Rectangle 7">
            <a:extLst>
              <a:ext uri="{FF2B5EF4-FFF2-40B4-BE49-F238E27FC236}">
                <a16:creationId xmlns:a16="http://schemas.microsoft.com/office/drawing/2014/main" id="{8939D885-FEAA-4BB3-AE7C-6DAB4FD579B0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69938" indent="-295275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85863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60525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133600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908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0480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5052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9624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0"/>
              </a:spcBef>
            </a:pPr>
            <a:fld id="{C7FBD6F1-2C0C-4429-B6D9-232D646F362A}" type="slidenum">
              <a:rPr lang="zh-CN" altLang="en-US" sz="1200">
                <a:solidFill>
                  <a:srgbClr val="000000"/>
                </a:solidFill>
              </a:rPr>
              <a:pPr>
                <a:spcBef>
                  <a:spcPct val="0"/>
                </a:spcBef>
              </a:pPr>
              <a:t>89</a:t>
            </a:fld>
            <a:endParaRPr lang="en-US" altLang="zh-CN" sz="1200">
              <a:solidFill>
                <a:srgbClr val="000000"/>
              </a:solidFill>
            </a:endParaRPr>
          </a:p>
        </p:txBody>
      </p:sp>
      <p:sp>
        <p:nvSpPr>
          <p:cNvPr id="186371" name="Rectangle 2">
            <a:extLst>
              <a:ext uri="{FF2B5EF4-FFF2-40B4-BE49-F238E27FC236}">
                <a16:creationId xmlns:a16="http://schemas.microsoft.com/office/drawing/2014/main" id="{896776F4-95BF-4540-B3DA-0C52F24BC711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6372" name="Rectangle 3">
            <a:extLst>
              <a:ext uri="{FF2B5EF4-FFF2-40B4-BE49-F238E27FC236}">
                <a16:creationId xmlns:a16="http://schemas.microsoft.com/office/drawing/2014/main" id="{21553F14-AC86-4C56-8A43-D8A2CF53235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zh-CN" altLang="en-US" dirty="0"/>
          </a:p>
        </p:txBody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466" name="幻灯片图像占位符 1">
            <a:extLst>
              <a:ext uri="{FF2B5EF4-FFF2-40B4-BE49-F238E27FC236}">
                <a16:creationId xmlns:a16="http://schemas.microsoft.com/office/drawing/2014/main" id="{98C380E8-9B76-4E47-8D1F-5E5A6EE95A6A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90467" name="备注占位符 2">
            <a:extLst>
              <a:ext uri="{FF2B5EF4-FFF2-40B4-BE49-F238E27FC236}">
                <a16:creationId xmlns:a16="http://schemas.microsoft.com/office/drawing/2014/main" id="{0B710F64-2A72-41E4-B7D6-2EE92395E8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zh-CN" altLang="en-US" dirty="0"/>
          </a:p>
        </p:txBody>
      </p:sp>
      <p:sp>
        <p:nvSpPr>
          <p:cNvPr id="190468" name="灯片编号占位符 3">
            <a:extLst>
              <a:ext uri="{FF2B5EF4-FFF2-40B4-BE49-F238E27FC236}">
                <a16:creationId xmlns:a16="http://schemas.microsoft.com/office/drawing/2014/main" id="{62C7B60D-2A4F-43FD-82B7-A61FAF24F16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69938" indent="-295275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85863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60525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133600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908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0480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5052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9624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0"/>
              </a:spcBef>
            </a:pPr>
            <a:fld id="{37AD50B4-09D8-4BCB-9FC1-4C34EED49F65}" type="slidenum">
              <a:rPr lang="zh-CN" altLang="en-US" sz="1200"/>
              <a:pPr>
                <a:spcBef>
                  <a:spcPct val="0"/>
                </a:spcBef>
              </a:pPr>
              <a:t>90</a:t>
            </a:fld>
            <a:endParaRPr lang="en-US" altLang="zh-CN" sz="1200"/>
          </a:p>
        </p:txBody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514" name="Rectangle 7">
            <a:extLst>
              <a:ext uri="{FF2B5EF4-FFF2-40B4-BE49-F238E27FC236}">
                <a16:creationId xmlns:a16="http://schemas.microsoft.com/office/drawing/2014/main" id="{885D3667-171D-4644-A894-6BC6330CCCEC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69938" indent="-295275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85863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60525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133600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908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0480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5052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9624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0"/>
              </a:spcBef>
            </a:pPr>
            <a:fld id="{6F5A27B8-735C-44B9-B11E-56E9BE53A4FD}" type="slidenum">
              <a:rPr lang="zh-CN" altLang="en-US" sz="1200"/>
              <a:pPr>
                <a:spcBef>
                  <a:spcPct val="0"/>
                </a:spcBef>
              </a:pPr>
              <a:t>91</a:t>
            </a:fld>
            <a:endParaRPr lang="en-US" altLang="zh-CN" sz="1200"/>
          </a:p>
        </p:txBody>
      </p:sp>
      <p:sp>
        <p:nvSpPr>
          <p:cNvPr id="192515" name="Rectangle 2">
            <a:extLst>
              <a:ext uri="{FF2B5EF4-FFF2-40B4-BE49-F238E27FC236}">
                <a16:creationId xmlns:a16="http://schemas.microsoft.com/office/drawing/2014/main" id="{2B00A1BB-2A5A-422B-A34F-53AD66211DA0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92516" name="Rectangle 3">
            <a:extLst>
              <a:ext uri="{FF2B5EF4-FFF2-40B4-BE49-F238E27FC236}">
                <a16:creationId xmlns:a16="http://schemas.microsoft.com/office/drawing/2014/main" id="{5CA80E92-5E21-42C7-AB71-03B668ED511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zh-CN" dirty="0"/>
          </a:p>
        </p:txBody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62" name="幻灯片图像占位符 1">
            <a:extLst>
              <a:ext uri="{FF2B5EF4-FFF2-40B4-BE49-F238E27FC236}">
                <a16:creationId xmlns:a16="http://schemas.microsoft.com/office/drawing/2014/main" id="{6811C657-A77D-4681-80A5-5CED87FF1628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94563" name="备注占位符 2">
            <a:extLst>
              <a:ext uri="{FF2B5EF4-FFF2-40B4-BE49-F238E27FC236}">
                <a16:creationId xmlns:a16="http://schemas.microsoft.com/office/drawing/2014/main" id="{1EE08271-8FFE-40B6-A575-CB6167E188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0" lvl="1" defTabSz="944563" eaLnBrk="1" hangingPunct="1"/>
            <a:endParaRPr lang="zh-CN" altLang="en-US" dirty="0"/>
          </a:p>
        </p:txBody>
      </p:sp>
      <p:sp>
        <p:nvSpPr>
          <p:cNvPr id="194564" name="灯片编号占位符 3">
            <a:extLst>
              <a:ext uri="{FF2B5EF4-FFF2-40B4-BE49-F238E27FC236}">
                <a16:creationId xmlns:a16="http://schemas.microsoft.com/office/drawing/2014/main" id="{DC514EA4-B5EC-4A74-A45A-6C58C9BD0E2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69938" indent="-295275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85863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60525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133600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908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0480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5052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9624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0"/>
              </a:spcBef>
            </a:pPr>
            <a:fld id="{EF04C3A5-9C32-4724-99E6-43F80B55F37E}" type="slidenum">
              <a:rPr lang="zh-CN" altLang="en-US" sz="1200"/>
              <a:pPr>
                <a:spcBef>
                  <a:spcPct val="0"/>
                </a:spcBef>
              </a:pPr>
              <a:t>92</a:t>
            </a:fld>
            <a:endParaRPr lang="en-US" altLang="zh-CN" sz="1200"/>
          </a:p>
        </p:txBody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610" name="幻灯片图像占位符 1">
            <a:extLst>
              <a:ext uri="{FF2B5EF4-FFF2-40B4-BE49-F238E27FC236}">
                <a16:creationId xmlns:a16="http://schemas.microsoft.com/office/drawing/2014/main" id="{40B6D3C7-5D99-4184-A9D0-E9C8DC732951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96611" name="备注占位符 2">
            <a:extLst>
              <a:ext uri="{FF2B5EF4-FFF2-40B4-BE49-F238E27FC236}">
                <a16:creationId xmlns:a16="http://schemas.microsoft.com/office/drawing/2014/main" id="{6B62402F-9882-4234-86E4-32114994C0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zh-CN" dirty="0"/>
          </a:p>
        </p:txBody>
      </p:sp>
      <p:sp>
        <p:nvSpPr>
          <p:cNvPr id="196612" name="灯片编号占位符 3">
            <a:extLst>
              <a:ext uri="{FF2B5EF4-FFF2-40B4-BE49-F238E27FC236}">
                <a16:creationId xmlns:a16="http://schemas.microsoft.com/office/drawing/2014/main" id="{F9D8D14C-7078-4E55-AD88-5B3A43C6F0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69938" indent="-295275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85863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60525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133600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908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0480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5052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9624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0"/>
              </a:spcBef>
            </a:pPr>
            <a:fld id="{65FB7315-4718-4FE6-8C7B-85A8FC491D9D}" type="slidenum">
              <a:rPr lang="zh-CN" altLang="en-US" sz="1200"/>
              <a:pPr>
                <a:spcBef>
                  <a:spcPct val="0"/>
                </a:spcBef>
              </a:pPr>
              <a:t>93</a:t>
            </a:fld>
            <a:endParaRPr lang="en-US" altLang="zh-CN" sz="1200"/>
          </a:p>
        </p:txBody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658" name="幻灯片图像占位符 1">
            <a:extLst>
              <a:ext uri="{FF2B5EF4-FFF2-40B4-BE49-F238E27FC236}">
                <a16:creationId xmlns:a16="http://schemas.microsoft.com/office/drawing/2014/main" id="{6E1771F1-6BBC-4B06-A0A2-E3CBF61ACB8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98659" name="备注占位符 2">
            <a:extLst>
              <a:ext uri="{FF2B5EF4-FFF2-40B4-BE49-F238E27FC236}">
                <a16:creationId xmlns:a16="http://schemas.microsoft.com/office/drawing/2014/main" id="{AE0F59E9-8672-43B6-92D3-E348BD02CD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CN" altLang="en-US">
              <a:latin typeface="Arial" panose="020B0604020202020204" pitchFamily="34" charset="0"/>
              <a:ea typeface="宋体" panose="02010600030101010101" pitchFamily="2" charset="-122"/>
            </a:endParaRPr>
          </a:p>
        </p:txBody>
      </p:sp>
      <p:sp>
        <p:nvSpPr>
          <p:cNvPr id="198660" name="灯片编号占位符 3">
            <a:extLst>
              <a:ext uri="{FF2B5EF4-FFF2-40B4-BE49-F238E27FC236}">
                <a16:creationId xmlns:a16="http://schemas.microsoft.com/office/drawing/2014/main" id="{92CC24A2-BBAB-4654-97F2-15A1C27815E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69938" indent="-295275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85863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60525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133600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908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0480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5052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9624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0"/>
              </a:spcBef>
            </a:pPr>
            <a:fld id="{541BDEE9-09EA-4CF3-98FE-6E9CF459096F}" type="slidenum">
              <a:rPr lang="zh-CN" altLang="en-US" sz="1200"/>
              <a:pPr>
                <a:spcBef>
                  <a:spcPct val="0"/>
                </a:spcBef>
              </a:pPr>
              <a:t>94</a:t>
            </a:fld>
            <a:endParaRPr lang="en-US" altLang="zh-CN" sz="1200"/>
          </a:p>
        </p:txBody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706" name="幻灯片图像占位符 1">
            <a:extLst>
              <a:ext uri="{FF2B5EF4-FFF2-40B4-BE49-F238E27FC236}">
                <a16:creationId xmlns:a16="http://schemas.microsoft.com/office/drawing/2014/main" id="{0B2BA9D2-F3C5-4302-AB0E-32B07021653E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00707" name="备注占位符 2">
            <a:extLst>
              <a:ext uri="{FF2B5EF4-FFF2-40B4-BE49-F238E27FC236}">
                <a16:creationId xmlns:a16="http://schemas.microsoft.com/office/drawing/2014/main" id="{55D709AF-AC81-49C3-AE70-DD7F9C0678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CN" altLang="en-US" dirty="0"/>
          </a:p>
        </p:txBody>
      </p:sp>
      <p:sp>
        <p:nvSpPr>
          <p:cNvPr id="200708" name="灯片编号占位符 3">
            <a:extLst>
              <a:ext uri="{FF2B5EF4-FFF2-40B4-BE49-F238E27FC236}">
                <a16:creationId xmlns:a16="http://schemas.microsoft.com/office/drawing/2014/main" id="{B0D96B19-A30C-45FB-98B0-EC2FDE78D03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69938" indent="-295275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85863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60525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133600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908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0480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5052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9624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0"/>
              </a:spcBef>
            </a:pPr>
            <a:fld id="{4E62B297-4642-48D8-B866-78A4637F7A01}" type="slidenum">
              <a:rPr lang="zh-CN" altLang="en-US" sz="1200"/>
              <a:pPr>
                <a:spcBef>
                  <a:spcPct val="0"/>
                </a:spcBef>
              </a:pPr>
              <a:t>95</a:t>
            </a:fld>
            <a:endParaRPr lang="en-US" altLang="zh-CN" sz="1200"/>
          </a:p>
        </p:txBody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754" name="幻灯片图像占位符 1">
            <a:extLst>
              <a:ext uri="{FF2B5EF4-FFF2-40B4-BE49-F238E27FC236}">
                <a16:creationId xmlns:a16="http://schemas.microsoft.com/office/drawing/2014/main" id="{2907D069-BFE5-4F36-9FE6-EC932E1D2917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02755" name="备注占位符 2">
            <a:extLst>
              <a:ext uri="{FF2B5EF4-FFF2-40B4-BE49-F238E27FC236}">
                <a16:creationId xmlns:a16="http://schemas.microsoft.com/office/drawing/2014/main" id="{677CF2EF-5C48-4954-B5D0-71C8B959EE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CN" altLang="en-US" dirty="0">
              <a:latin typeface="Arial" panose="020B0604020202020204" pitchFamily="34" charset="0"/>
              <a:ea typeface="宋体" panose="02010600030101010101" pitchFamily="2" charset="-122"/>
            </a:endParaRPr>
          </a:p>
        </p:txBody>
      </p:sp>
      <p:sp>
        <p:nvSpPr>
          <p:cNvPr id="202756" name="灯片编号占位符 3">
            <a:extLst>
              <a:ext uri="{FF2B5EF4-FFF2-40B4-BE49-F238E27FC236}">
                <a16:creationId xmlns:a16="http://schemas.microsoft.com/office/drawing/2014/main" id="{F7C9AC59-FE49-4D56-A3AD-85144CC7259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858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69938" indent="-295275" defTabSz="9858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85863" indent="-236538" defTabSz="9858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60525" indent="-236538" defTabSz="9858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133600" indent="-236538" defTabSz="9858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90800" indent="-236538" defTabSz="9858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048000" indent="-236538" defTabSz="9858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505200" indent="-236538" defTabSz="9858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962400" indent="-236538" defTabSz="9858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0"/>
              </a:spcBef>
            </a:pPr>
            <a:fld id="{4FCB1C30-5C46-4EE6-B16E-0B1A8A54D629}" type="slidenum">
              <a:rPr lang="zh-CN" altLang="en-US" sz="1200">
                <a:solidFill>
                  <a:srgbClr val="000000"/>
                </a:solidFill>
              </a:rPr>
              <a:pPr>
                <a:spcBef>
                  <a:spcPct val="0"/>
                </a:spcBef>
              </a:pPr>
              <a:t>98</a:t>
            </a:fld>
            <a:endParaRPr lang="en-US" altLang="zh-CN" sz="1200">
              <a:solidFill>
                <a:srgbClr val="000000"/>
              </a:solidFill>
            </a:endParaRPr>
          </a:p>
        </p:txBody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02" name="Rectangle 7">
            <a:extLst>
              <a:ext uri="{FF2B5EF4-FFF2-40B4-BE49-F238E27FC236}">
                <a16:creationId xmlns:a16="http://schemas.microsoft.com/office/drawing/2014/main" id="{C4FAB9C1-8A9F-4B6F-BD8A-50A1C5815E04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69938" indent="-295275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85863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60525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133600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908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0480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5052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9624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0"/>
              </a:spcBef>
            </a:pPr>
            <a:fld id="{72E3AEE2-1E4E-4FBE-98E1-F846A2D9EFAB}" type="slidenum">
              <a:rPr lang="zh-CN" altLang="en-US" sz="1200"/>
              <a:pPr>
                <a:spcBef>
                  <a:spcPct val="0"/>
                </a:spcBef>
              </a:pPr>
              <a:t>99</a:t>
            </a:fld>
            <a:endParaRPr lang="en-US" altLang="zh-CN" sz="1200"/>
          </a:p>
        </p:txBody>
      </p:sp>
      <p:sp>
        <p:nvSpPr>
          <p:cNvPr id="204803" name="Rectangle 2">
            <a:extLst>
              <a:ext uri="{FF2B5EF4-FFF2-40B4-BE49-F238E27FC236}">
                <a16:creationId xmlns:a16="http://schemas.microsoft.com/office/drawing/2014/main" id="{54157E5C-851A-4B2A-B64F-E03A318C7590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04804" name="Rectangle 3">
            <a:extLst>
              <a:ext uri="{FF2B5EF4-FFF2-40B4-BE49-F238E27FC236}">
                <a16:creationId xmlns:a16="http://schemas.microsoft.com/office/drawing/2014/main" id="{034DED93-B69E-4206-A23D-8B414A5B21A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CN" altLang="en-US" dirty="0"/>
          </a:p>
        </p:txBody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850" name="Rectangle 7">
            <a:extLst>
              <a:ext uri="{FF2B5EF4-FFF2-40B4-BE49-F238E27FC236}">
                <a16:creationId xmlns:a16="http://schemas.microsoft.com/office/drawing/2014/main" id="{0ED72F70-E9A8-4F61-B932-4A075B087AD1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69938" indent="-295275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85863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60525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133600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908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0480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5052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9624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0"/>
              </a:spcBef>
            </a:pPr>
            <a:fld id="{ADF80375-C748-472E-9972-B5513BB3A117}" type="slidenum">
              <a:rPr lang="zh-CN" altLang="en-US" sz="1200"/>
              <a:pPr>
                <a:spcBef>
                  <a:spcPct val="0"/>
                </a:spcBef>
              </a:pPr>
              <a:t>100</a:t>
            </a:fld>
            <a:endParaRPr lang="en-US" altLang="zh-CN" sz="1200"/>
          </a:p>
        </p:txBody>
      </p:sp>
      <p:sp>
        <p:nvSpPr>
          <p:cNvPr id="206851" name="Rectangle 2">
            <a:extLst>
              <a:ext uri="{FF2B5EF4-FFF2-40B4-BE49-F238E27FC236}">
                <a16:creationId xmlns:a16="http://schemas.microsoft.com/office/drawing/2014/main" id="{81BDAC4F-3F53-4619-B9EC-4B4E6B923D12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06852" name="Rectangle 3">
            <a:extLst>
              <a:ext uri="{FF2B5EF4-FFF2-40B4-BE49-F238E27FC236}">
                <a16:creationId xmlns:a16="http://schemas.microsoft.com/office/drawing/2014/main" id="{C97C5949-5C7C-401E-A500-831CF3CDA7C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zh-CN" dirty="0"/>
          </a:p>
        </p:txBody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898" name="幻灯片图像占位符 1">
            <a:extLst>
              <a:ext uri="{FF2B5EF4-FFF2-40B4-BE49-F238E27FC236}">
                <a16:creationId xmlns:a16="http://schemas.microsoft.com/office/drawing/2014/main" id="{53947C11-6EA6-4AE4-9541-F8684C4FCCB1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08899" name="备注占位符 2">
            <a:extLst>
              <a:ext uri="{FF2B5EF4-FFF2-40B4-BE49-F238E27FC236}">
                <a16:creationId xmlns:a16="http://schemas.microsoft.com/office/drawing/2014/main" id="{CD240BB7-2287-4BDE-A3FE-28758FB502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zh-CN" altLang="en-US" dirty="0"/>
          </a:p>
        </p:txBody>
      </p:sp>
      <p:sp>
        <p:nvSpPr>
          <p:cNvPr id="208900" name="灯片编号占位符 3">
            <a:extLst>
              <a:ext uri="{FF2B5EF4-FFF2-40B4-BE49-F238E27FC236}">
                <a16:creationId xmlns:a16="http://schemas.microsoft.com/office/drawing/2014/main" id="{480DF23D-6BE9-40E7-9254-F153F93D21E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69938" indent="-295275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85863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60525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133600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908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0480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5052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9624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0"/>
              </a:spcBef>
            </a:pPr>
            <a:fld id="{7EBB2A5E-B811-4F5F-89BE-4653CEE5C338}" type="slidenum">
              <a:rPr lang="zh-CN" altLang="en-US" sz="1200"/>
              <a:pPr>
                <a:spcBef>
                  <a:spcPct val="0"/>
                </a:spcBef>
              </a:pPr>
              <a:t>101</a:t>
            </a:fld>
            <a:endParaRPr lang="en-US" altLang="zh-CN" sz="1200"/>
          </a:p>
        </p:txBody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946" name="幻灯片图像占位符 1">
            <a:extLst>
              <a:ext uri="{FF2B5EF4-FFF2-40B4-BE49-F238E27FC236}">
                <a16:creationId xmlns:a16="http://schemas.microsoft.com/office/drawing/2014/main" id="{945AAC6A-67CB-4C2C-957A-53EC07387708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10947" name="备注占位符 2">
            <a:extLst>
              <a:ext uri="{FF2B5EF4-FFF2-40B4-BE49-F238E27FC236}">
                <a16:creationId xmlns:a16="http://schemas.microsoft.com/office/drawing/2014/main" id="{C1FB0728-4ECB-4C7F-B693-B1F843FC15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zh-CN" altLang="en-US" dirty="0"/>
          </a:p>
        </p:txBody>
      </p:sp>
      <p:sp>
        <p:nvSpPr>
          <p:cNvPr id="210948" name="灯片编号占位符 3">
            <a:extLst>
              <a:ext uri="{FF2B5EF4-FFF2-40B4-BE49-F238E27FC236}">
                <a16:creationId xmlns:a16="http://schemas.microsoft.com/office/drawing/2014/main" id="{C9568BFC-65AC-4233-AC91-F81E842AEF3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69938" indent="-295275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85863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60525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133600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908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0480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5052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9624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0"/>
              </a:spcBef>
            </a:pPr>
            <a:fld id="{69228A32-093E-451A-8979-D4766AADCB22}" type="slidenum">
              <a:rPr lang="zh-CN" altLang="en-US" sz="1200"/>
              <a:pPr>
                <a:spcBef>
                  <a:spcPct val="0"/>
                </a:spcBef>
              </a:pPr>
              <a:t>102</a:t>
            </a:fld>
            <a:endParaRPr lang="en-US" altLang="zh-CN" sz="1200"/>
          </a:p>
        </p:txBody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994" name="幻灯片图像占位符 1">
            <a:extLst>
              <a:ext uri="{FF2B5EF4-FFF2-40B4-BE49-F238E27FC236}">
                <a16:creationId xmlns:a16="http://schemas.microsoft.com/office/drawing/2014/main" id="{ADCC2E80-DE8E-4E85-A7FD-5AA8236447BF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12995" name="备注占位符 2">
            <a:extLst>
              <a:ext uri="{FF2B5EF4-FFF2-40B4-BE49-F238E27FC236}">
                <a16:creationId xmlns:a16="http://schemas.microsoft.com/office/drawing/2014/main" id="{3B27CB0C-5B95-4529-AB3A-35C8C58BE1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zh-CN" dirty="0"/>
          </a:p>
        </p:txBody>
      </p:sp>
      <p:sp>
        <p:nvSpPr>
          <p:cNvPr id="212996" name="灯片编号占位符 3">
            <a:extLst>
              <a:ext uri="{FF2B5EF4-FFF2-40B4-BE49-F238E27FC236}">
                <a16:creationId xmlns:a16="http://schemas.microsoft.com/office/drawing/2014/main" id="{7097D889-DFF8-4A61-BC87-DF95D1E58E6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69938" indent="-295275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85863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60525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133600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908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0480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5052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9624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0"/>
              </a:spcBef>
            </a:pPr>
            <a:fld id="{920D248E-CA42-4D9E-95D1-BA4A76D83F65}" type="slidenum">
              <a:rPr lang="zh-CN" altLang="en-US" sz="1200"/>
              <a:pPr>
                <a:spcBef>
                  <a:spcPct val="0"/>
                </a:spcBef>
              </a:pPr>
              <a:t>103</a:t>
            </a:fld>
            <a:endParaRPr lang="en-US" altLang="zh-CN" sz="1200"/>
          </a:p>
        </p:txBody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42" name="Rectangle 7">
            <a:extLst>
              <a:ext uri="{FF2B5EF4-FFF2-40B4-BE49-F238E27FC236}">
                <a16:creationId xmlns:a16="http://schemas.microsoft.com/office/drawing/2014/main" id="{7B2CE7C4-E7D9-484B-B3F3-CABF49E15B33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69938" indent="-295275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85863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60525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133600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908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0480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5052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9624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0"/>
              </a:spcBef>
            </a:pPr>
            <a:fld id="{639F70DD-85A5-4D49-9C38-9C27321164CC}" type="slidenum">
              <a:rPr lang="zh-CN" altLang="en-US" sz="1200"/>
              <a:pPr>
                <a:spcBef>
                  <a:spcPct val="0"/>
                </a:spcBef>
              </a:pPr>
              <a:t>104</a:t>
            </a:fld>
            <a:endParaRPr lang="en-US" altLang="zh-CN" sz="1200"/>
          </a:p>
        </p:txBody>
      </p:sp>
      <p:sp>
        <p:nvSpPr>
          <p:cNvPr id="215043" name="Rectangle 2">
            <a:extLst>
              <a:ext uri="{FF2B5EF4-FFF2-40B4-BE49-F238E27FC236}">
                <a16:creationId xmlns:a16="http://schemas.microsoft.com/office/drawing/2014/main" id="{569871E7-056A-4936-B04E-535E18450D3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15044" name="Rectangle 3">
            <a:extLst>
              <a:ext uri="{FF2B5EF4-FFF2-40B4-BE49-F238E27FC236}">
                <a16:creationId xmlns:a16="http://schemas.microsoft.com/office/drawing/2014/main" id="{04F37442-21E1-4562-ACBA-0E726B6B76B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zh-CN" altLang="en-US">
              <a:latin typeface="Arial" panose="020B0604020202020204" pitchFamily="34" charset="0"/>
              <a:ea typeface="宋体" panose="02010600030101010101" pitchFamily="2" charset="-122"/>
            </a:endParaRPr>
          </a:p>
        </p:txBody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090" name="Rectangle 7">
            <a:extLst>
              <a:ext uri="{FF2B5EF4-FFF2-40B4-BE49-F238E27FC236}">
                <a16:creationId xmlns:a16="http://schemas.microsoft.com/office/drawing/2014/main" id="{F19EB4AE-87F8-42A5-8EDE-242087993516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69938" indent="-295275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85863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60525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133600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908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0480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5052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9624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0"/>
              </a:spcBef>
            </a:pPr>
            <a:fld id="{35949D4D-D3DA-46AF-8FAE-150BF76CD285}" type="slidenum">
              <a:rPr lang="zh-CN" altLang="en-US" sz="1200"/>
              <a:pPr>
                <a:spcBef>
                  <a:spcPct val="0"/>
                </a:spcBef>
              </a:pPr>
              <a:t>105</a:t>
            </a:fld>
            <a:endParaRPr lang="en-US" altLang="zh-CN" sz="1200"/>
          </a:p>
        </p:txBody>
      </p:sp>
      <p:sp>
        <p:nvSpPr>
          <p:cNvPr id="217091" name="Rectangle 2">
            <a:extLst>
              <a:ext uri="{FF2B5EF4-FFF2-40B4-BE49-F238E27FC236}">
                <a16:creationId xmlns:a16="http://schemas.microsoft.com/office/drawing/2014/main" id="{2AD71BB0-01CF-4F42-8E3B-7A22DDB2697E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17092" name="Rectangle 3">
            <a:extLst>
              <a:ext uri="{FF2B5EF4-FFF2-40B4-BE49-F238E27FC236}">
                <a16:creationId xmlns:a16="http://schemas.microsoft.com/office/drawing/2014/main" id="{3C3D7B6E-4252-418F-BDE1-AA36FC47D17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zh-CN" altLang="en-US" dirty="0"/>
          </a:p>
        </p:txBody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138" name="Rectangle 7">
            <a:extLst>
              <a:ext uri="{FF2B5EF4-FFF2-40B4-BE49-F238E27FC236}">
                <a16:creationId xmlns:a16="http://schemas.microsoft.com/office/drawing/2014/main" id="{17A9926A-80A7-40C9-84B7-75289DCCBE0A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69938" indent="-295275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85863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60525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133600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908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0480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5052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9624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0"/>
              </a:spcBef>
            </a:pPr>
            <a:fld id="{768A3B9F-68BD-4C1E-B771-EBF6A187A822}" type="slidenum">
              <a:rPr lang="zh-CN" altLang="en-US" sz="1200"/>
              <a:pPr>
                <a:spcBef>
                  <a:spcPct val="0"/>
                </a:spcBef>
              </a:pPr>
              <a:t>106</a:t>
            </a:fld>
            <a:endParaRPr lang="en-US" altLang="zh-CN" sz="1200"/>
          </a:p>
        </p:txBody>
      </p:sp>
      <p:sp>
        <p:nvSpPr>
          <p:cNvPr id="219139" name="Rectangle 2">
            <a:extLst>
              <a:ext uri="{FF2B5EF4-FFF2-40B4-BE49-F238E27FC236}">
                <a16:creationId xmlns:a16="http://schemas.microsoft.com/office/drawing/2014/main" id="{44D922BA-7F8A-4FF1-8800-3FA4918EAB0C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21188" name="Rectangle 3">
            <a:extLst>
              <a:ext uri="{FF2B5EF4-FFF2-40B4-BE49-F238E27FC236}">
                <a16:creationId xmlns:a16="http://schemas.microsoft.com/office/drawing/2014/main" id="{BBDC9DF4-2D34-43EF-B4FB-74792170602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defRPr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186" name="Rectangle 7">
            <a:extLst>
              <a:ext uri="{FF2B5EF4-FFF2-40B4-BE49-F238E27FC236}">
                <a16:creationId xmlns:a16="http://schemas.microsoft.com/office/drawing/2014/main" id="{A7EC8E83-8624-48FA-AA2E-37CC859E0F7B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69938" indent="-295275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85863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60525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133600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908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0480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5052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9624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0"/>
              </a:spcBef>
            </a:pPr>
            <a:fld id="{DAF48ABA-1668-4320-B89E-26411C1C7159}" type="slidenum">
              <a:rPr lang="zh-CN" altLang="en-US" sz="1200"/>
              <a:pPr>
                <a:spcBef>
                  <a:spcPct val="0"/>
                </a:spcBef>
              </a:pPr>
              <a:t>107</a:t>
            </a:fld>
            <a:endParaRPr lang="en-US" altLang="zh-CN" sz="1200"/>
          </a:p>
        </p:txBody>
      </p:sp>
      <p:sp>
        <p:nvSpPr>
          <p:cNvPr id="221187" name="Rectangle 2">
            <a:extLst>
              <a:ext uri="{FF2B5EF4-FFF2-40B4-BE49-F238E27FC236}">
                <a16:creationId xmlns:a16="http://schemas.microsoft.com/office/drawing/2014/main" id="{23120007-8ECD-41C3-B066-7B0E6C2E8C5A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21188" name="Rectangle 3">
            <a:extLst>
              <a:ext uri="{FF2B5EF4-FFF2-40B4-BE49-F238E27FC236}">
                <a16:creationId xmlns:a16="http://schemas.microsoft.com/office/drawing/2014/main" id="{D6607AC0-41F2-44ED-82D3-F2AE7C09EBB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defTabSz="944563" eaLnBrk="1" hangingPunct="1"/>
            <a:endParaRPr lang="en-US" altLang="zh-CN" dirty="0"/>
          </a:p>
        </p:txBody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234" name="Rectangle 7">
            <a:extLst>
              <a:ext uri="{FF2B5EF4-FFF2-40B4-BE49-F238E27FC236}">
                <a16:creationId xmlns:a16="http://schemas.microsoft.com/office/drawing/2014/main" id="{B75C14FD-09BF-46CA-875E-F4BC0119B5C8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69938" indent="-295275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85863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60525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133600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908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0480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5052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9624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0"/>
              </a:spcBef>
            </a:pPr>
            <a:fld id="{C0A2E4F3-9A66-42EB-B4C9-6BA00D1FE095}" type="slidenum">
              <a:rPr lang="zh-CN" altLang="en-US" sz="1200"/>
              <a:pPr>
                <a:spcBef>
                  <a:spcPct val="0"/>
                </a:spcBef>
              </a:pPr>
              <a:t>108</a:t>
            </a:fld>
            <a:endParaRPr lang="en-US" altLang="zh-CN" sz="1200"/>
          </a:p>
        </p:txBody>
      </p:sp>
      <p:sp>
        <p:nvSpPr>
          <p:cNvPr id="223235" name="Rectangle 2">
            <a:extLst>
              <a:ext uri="{FF2B5EF4-FFF2-40B4-BE49-F238E27FC236}">
                <a16:creationId xmlns:a16="http://schemas.microsoft.com/office/drawing/2014/main" id="{A1CC6874-CE03-4737-A16D-F6AA111BE1C3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23236" name="Rectangle 3">
            <a:extLst>
              <a:ext uri="{FF2B5EF4-FFF2-40B4-BE49-F238E27FC236}">
                <a16:creationId xmlns:a16="http://schemas.microsoft.com/office/drawing/2014/main" id="{D63787AA-A0BE-440D-B3EF-574C9EF48AD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zh-CN" altLang="en-US"/>
          </a:p>
        </p:txBody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282" name="Rectangle 7">
            <a:extLst>
              <a:ext uri="{FF2B5EF4-FFF2-40B4-BE49-F238E27FC236}">
                <a16:creationId xmlns:a16="http://schemas.microsoft.com/office/drawing/2014/main" id="{47D72D89-5CB8-4D04-B591-18EF7B695178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69938" indent="-295275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85863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60525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133600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908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0480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5052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9624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0"/>
              </a:spcBef>
            </a:pPr>
            <a:fld id="{B30FF1BD-C726-44FF-9773-93ABD73A09FA}" type="slidenum">
              <a:rPr lang="zh-CN" altLang="en-US" sz="1200"/>
              <a:pPr>
                <a:spcBef>
                  <a:spcPct val="0"/>
                </a:spcBef>
              </a:pPr>
              <a:t>109</a:t>
            </a:fld>
            <a:endParaRPr lang="en-US" altLang="zh-CN" sz="1200"/>
          </a:p>
        </p:txBody>
      </p:sp>
      <p:sp>
        <p:nvSpPr>
          <p:cNvPr id="225283" name="Rectangle 2">
            <a:extLst>
              <a:ext uri="{FF2B5EF4-FFF2-40B4-BE49-F238E27FC236}">
                <a16:creationId xmlns:a16="http://schemas.microsoft.com/office/drawing/2014/main" id="{3DD4396B-7531-4884-A044-FABE292215A8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25284" name="Rectangle 3">
            <a:extLst>
              <a:ext uri="{FF2B5EF4-FFF2-40B4-BE49-F238E27FC236}">
                <a16:creationId xmlns:a16="http://schemas.microsoft.com/office/drawing/2014/main" id="{2937B59C-1CA1-4BA6-BD5B-270CDAEA360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zh-CN" altLang="en-US"/>
          </a:p>
        </p:txBody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330" name="幻灯片图像占位符 1">
            <a:extLst>
              <a:ext uri="{FF2B5EF4-FFF2-40B4-BE49-F238E27FC236}">
                <a16:creationId xmlns:a16="http://schemas.microsoft.com/office/drawing/2014/main" id="{49655056-CE38-4CB7-A7E1-5AFF794751CF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27331" name="备注占位符 2">
            <a:extLst>
              <a:ext uri="{FF2B5EF4-FFF2-40B4-BE49-F238E27FC236}">
                <a16:creationId xmlns:a16="http://schemas.microsoft.com/office/drawing/2014/main" id="{9786AE60-E263-4CD1-99AA-681DBF770A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227332" name="灯片编号占位符 3">
            <a:extLst>
              <a:ext uri="{FF2B5EF4-FFF2-40B4-BE49-F238E27FC236}">
                <a16:creationId xmlns:a16="http://schemas.microsoft.com/office/drawing/2014/main" id="{278B0CAF-1F8D-4616-9C22-A303A1CFDF4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858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69938" indent="-295275" defTabSz="9858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85863" indent="-236538" defTabSz="9858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60525" indent="-236538" defTabSz="9858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133600" indent="-236538" defTabSz="9858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90800" indent="-236538" defTabSz="9858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048000" indent="-236538" defTabSz="9858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505200" indent="-236538" defTabSz="9858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962400" indent="-236538" defTabSz="9858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0"/>
              </a:spcBef>
            </a:pPr>
            <a:fld id="{AE3157C5-A4B5-487A-890B-CEE86DC26D4F}" type="slidenum">
              <a:rPr lang="zh-CN" altLang="en-US" sz="1200">
                <a:solidFill>
                  <a:srgbClr val="000000"/>
                </a:solidFill>
              </a:rPr>
              <a:pPr>
                <a:spcBef>
                  <a:spcPct val="0"/>
                </a:spcBef>
              </a:pPr>
              <a:t>110</a:t>
            </a:fld>
            <a:endParaRPr lang="en-US" altLang="zh-CN" sz="1200">
              <a:solidFill>
                <a:srgbClr val="000000"/>
              </a:solidFill>
            </a:endParaRPr>
          </a:p>
        </p:txBody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378" name="Rectangle 7">
            <a:extLst>
              <a:ext uri="{FF2B5EF4-FFF2-40B4-BE49-F238E27FC236}">
                <a16:creationId xmlns:a16="http://schemas.microsoft.com/office/drawing/2014/main" id="{383003B3-14F7-4DAB-8848-5014DC088602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69938" indent="-295275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85863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60525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133600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908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0480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5052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9624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0"/>
              </a:spcBef>
            </a:pPr>
            <a:fld id="{FAEE77FB-F263-4D73-B380-E01FC7C7C7DB}" type="slidenum">
              <a:rPr lang="zh-CN" altLang="en-US" sz="1200">
                <a:solidFill>
                  <a:srgbClr val="000000"/>
                </a:solidFill>
              </a:rPr>
              <a:pPr>
                <a:spcBef>
                  <a:spcPct val="0"/>
                </a:spcBef>
              </a:pPr>
              <a:t>111</a:t>
            </a:fld>
            <a:endParaRPr lang="en-US" altLang="zh-CN" sz="1200">
              <a:solidFill>
                <a:srgbClr val="000000"/>
              </a:solidFill>
            </a:endParaRPr>
          </a:p>
        </p:txBody>
      </p:sp>
      <p:sp>
        <p:nvSpPr>
          <p:cNvPr id="229379" name="Rectangle 2">
            <a:extLst>
              <a:ext uri="{FF2B5EF4-FFF2-40B4-BE49-F238E27FC236}">
                <a16:creationId xmlns:a16="http://schemas.microsoft.com/office/drawing/2014/main" id="{4ACAE970-0E4D-4065-8710-6E38D441E322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29380" name="Rectangle 3">
            <a:extLst>
              <a:ext uri="{FF2B5EF4-FFF2-40B4-BE49-F238E27FC236}">
                <a16:creationId xmlns:a16="http://schemas.microsoft.com/office/drawing/2014/main" id="{6BF3A867-31E6-436C-8B98-F5CD14A035A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zh-CN" dirty="0"/>
          </a:p>
        </p:txBody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426" name="Rectangle 7">
            <a:extLst>
              <a:ext uri="{FF2B5EF4-FFF2-40B4-BE49-F238E27FC236}">
                <a16:creationId xmlns:a16="http://schemas.microsoft.com/office/drawing/2014/main" id="{6398BAE9-4C29-4942-8FEA-322D649C8E91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69938" indent="-295275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85863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60525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133600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908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0480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5052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9624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0"/>
              </a:spcBef>
            </a:pPr>
            <a:fld id="{D93AF3C7-08F9-4FEE-A917-FAC389251075}" type="slidenum">
              <a:rPr lang="zh-CN" altLang="en-US" sz="1200">
                <a:solidFill>
                  <a:srgbClr val="000000"/>
                </a:solidFill>
              </a:rPr>
              <a:pPr>
                <a:spcBef>
                  <a:spcPct val="0"/>
                </a:spcBef>
              </a:pPr>
              <a:t>112</a:t>
            </a:fld>
            <a:endParaRPr lang="en-US" altLang="zh-CN" sz="1200">
              <a:solidFill>
                <a:srgbClr val="000000"/>
              </a:solidFill>
            </a:endParaRPr>
          </a:p>
        </p:txBody>
      </p:sp>
      <p:sp>
        <p:nvSpPr>
          <p:cNvPr id="231427" name="Rectangle 2">
            <a:extLst>
              <a:ext uri="{FF2B5EF4-FFF2-40B4-BE49-F238E27FC236}">
                <a16:creationId xmlns:a16="http://schemas.microsoft.com/office/drawing/2014/main" id="{CFD0CE13-7281-4079-88A3-7535E58D38CD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31428" name="Rectangle 3">
            <a:extLst>
              <a:ext uri="{FF2B5EF4-FFF2-40B4-BE49-F238E27FC236}">
                <a16:creationId xmlns:a16="http://schemas.microsoft.com/office/drawing/2014/main" id="{FCD25C18-BD8E-4477-9540-5BD66141A11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zh-CN" dirty="0"/>
          </a:p>
        </p:txBody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474" name="幻灯片图像占位符 1">
            <a:extLst>
              <a:ext uri="{FF2B5EF4-FFF2-40B4-BE49-F238E27FC236}">
                <a16:creationId xmlns:a16="http://schemas.microsoft.com/office/drawing/2014/main" id="{91E31192-5536-4F4C-97D6-0E03CFCA863C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33475" name="备注占位符 2">
            <a:extLst>
              <a:ext uri="{FF2B5EF4-FFF2-40B4-BE49-F238E27FC236}">
                <a16:creationId xmlns:a16="http://schemas.microsoft.com/office/drawing/2014/main" id="{668F65AD-0411-4F3D-A7B7-BCAFE6288D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CN" altLang="en-US">
              <a:latin typeface="Arial" panose="020B0604020202020204" pitchFamily="34" charset="0"/>
              <a:ea typeface="宋体" panose="02010600030101010101" pitchFamily="2" charset="-122"/>
            </a:endParaRPr>
          </a:p>
        </p:txBody>
      </p:sp>
      <p:sp>
        <p:nvSpPr>
          <p:cNvPr id="233476" name="灯片编号占位符 3">
            <a:extLst>
              <a:ext uri="{FF2B5EF4-FFF2-40B4-BE49-F238E27FC236}">
                <a16:creationId xmlns:a16="http://schemas.microsoft.com/office/drawing/2014/main" id="{453C2EC6-D367-40AB-96E6-B6447AD85E0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69938" indent="-295275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85863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60525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133600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908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0480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5052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9624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0"/>
              </a:spcBef>
            </a:pPr>
            <a:fld id="{C2BAE5C8-EF4B-444A-A66F-3452D0A84D5A}" type="slidenum">
              <a:rPr lang="zh-CN" altLang="en-US" sz="1200"/>
              <a:pPr>
                <a:spcBef>
                  <a:spcPct val="0"/>
                </a:spcBef>
              </a:pPr>
              <a:t>113</a:t>
            </a:fld>
            <a:endParaRPr lang="en-US" altLang="zh-CN" sz="1200"/>
          </a:p>
        </p:txBody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22" name="Rectangle 7">
            <a:extLst>
              <a:ext uri="{FF2B5EF4-FFF2-40B4-BE49-F238E27FC236}">
                <a16:creationId xmlns:a16="http://schemas.microsoft.com/office/drawing/2014/main" id="{3BE198F7-D577-4A7A-970D-4AA597662F1B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69938" indent="-295275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85863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60525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133600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908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0480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5052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9624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0"/>
              </a:spcBef>
            </a:pPr>
            <a:fld id="{D0482199-5D5D-4EF2-AE90-2F79653372A8}" type="slidenum">
              <a:rPr lang="zh-CN" altLang="en-US" sz="1200">
                <a:solidFill>
                  <a:srgbClr val="000000"/>
                </a:solidFill>
              </a:rPr>
              <a:pPr>
                <a:spcBef>
                  <a:spcPct val="0"/>
                </a:spcBef>
              </a:pPr>
              <a:t>114</a:t>
            </a:fld>
            <a:endParaRPr lang="en-US" altLang="zh-CN" sz="1200">
              <a:solidFill>
                <a:srgbClr val="000000"/>
              </a:solidFill>
            </a:endParaRPr>
          </a:p>
        </p:txBody>
      </p:sp>
      <p:sp>
        <p:nvSpPr>
          <p:cNvPr id="235523" name="Rectangle 2">
            <a:extLst>
              <a:ext uri="{FF2B5EF4-FFF2-40B4-BE49-F238E27FC236}">
                <a16:creationId xmlns:a16="http://schemas.microsoft.com/office/drawing/2014/main" id="{986B666D-52DF-46E3-90A2-FC9AAAFF7996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35524" name="Rectangle 3">
            <a:extLst>
              <a:ext uri="{FF2B5EF4-FFF2-40B4-BE49-F238E27FC236}">
                <a16:creationId xmlns:a16="http://schemas.microsoft.com/office/drawing/2014/main" id="{3C10835E-046B-4995-B6AD-FE18CA0657C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zh-CN" altLang="en-US" dirty="0"/>
          </a:p>
        </p:txBody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22" name="Rectangle 7">
            <a:extLst>
              <a:ext uri="{FF2B5EF4-FFF2-40B4-BE49-F238E27FC236}">
                <a16:creationId xmlns:a16="http://schemas.microsoft.com/office/drawing/2014/main" id="{3BE198F7-D577-4A7A-970D-4AA597662F1B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69938" indent="-295275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85863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60525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133600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908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0480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5052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9624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0"/>
              </a:spcBef>
            </a:pPr>
            <a:fld id="{D0482199-5D5D-4EF2-AE90-2F79653372A8}" type="slidenum">
              <a:rPr lang="zh-CN" altLang="en-US" sz="1200">
                <a:solidFill>
                  <a:srgbClr val="000000"/>
                </a:solidFill>
              </a:rPr>
              <a:pPr>
                <a:spcBef>
                  <a:spcPct val="0"/>
                </a:spcBef>
              </a:pPr>
              <a:t>115</a:t>
            </a:fld>
            <a:endParaRPr lang="en-US" altLang="zh-CN" sz="1200">
              <a:solidFill>
                <a:srgbClr val="000000"/>
              </a:solidFill>
            </a:endParaRPr>
          </a:p>
        </p:txBody>
      </p:sp>
      <p:sp>
        <p:nvSpPr>
          <p:cNvPr id="235523" name="Rectangle 2">
            <a:extLst>
              <a:ext uri="{FF2B5EF4-FFF2-40B4-BE49-F238E27FC236}">
                <a16:creationId xmlns:a16="http://schemas.microsoft.com/office/drawing/2014/main" id="{986B666D-52DF-46E3-90A2-FC9AAAFF7996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35524" name="Rectangle 3">
            <a:extLst>
              <a:ext uri="{FF2B5EF4-FFF2-40B4-BE49-F238E27FC236}">
                <a16:creationId xmlns:a16="http://schemas.microsoft.com/office/drawing/2014/main" id="{3C10835E-046B-4995-B6AD-FE18CA0657C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256522137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22" name="Rectangle 7">
            <a:extLst>
              <a:ext uri="{FF2B5EF4-FFF2-40B4-BE49-F238E27FC236}">
                <a16:creationId xmlns:a16="http://schemas.microsoft.com/office/drawing/2014/main" id="{3BE198F7-D577-4A7A-970D-4AA597662F1B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69938" indent="-295275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85863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60525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133600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908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0480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5052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9624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0"/>
              </a:spcBef>
            </a:pPr>
            <a:fld id="{D0482199-5D5D-4EF2-AE90-2F79653372A8}" type="slidenum">
              <a:rPr lang="zh-CN" altLang="en-US" sz="1200">
                <a:solidFill>
                  <a:srgbClr val="000000"/>
                </a:solidFill>
              </a:rPr>
              <a:pPr>
                <a:spcBef>
                  <a:spcPct val="0"/>
                </a:spcBef>
              </a:pPr>
              <a:t>116</a:t>
            </a:fld>
            <a:endParaRPr lang="en-US" altLang="zh-CN" sz="1200">
              <a:solidFill>
                <a:srgbClr val="000000"/>
              </a:solidFill>
            </a:endParaRPr>
          </a:p>
        </p:txBody>
      </p:sp>
      <p:sp>
        <p:nvSpPr>
          <p:cNvPr id="235523" name="Rectangle 2">
            <a:extLst>
              <a:ext uri="{FF2B5EF4-FFF2-40B4-BE49-F238E27FC236}">
                <a16:creationId xmlns:a16="http://schemas.microsoft.com/office/drawing/2014/main" id="{986B666D-52DF-46E3-90A2-FC9AAAFF7996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35524" name="Rectangle 3">
            <a:extLst>
              <a:ext uri="{FF2B5EF4-FFF2-40B4-BE49-F238E27FC236}">
                <a16:creationId xmlns:a16="http://schemas.microsoft.com/office/drawing/2014/main" id="{3C10835E-046B-4995-B6AD-FE18CA0657C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073889869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570" name="幻灯片图像占位符 1">
            <a:extLst>
              <a:ext uri="{FF2B5EF4-FFF2-40B4-BE49-F238E27FC236}">
                <a16:creationId xmlns:a16="http://schemas.microsoft.com/office/drawing/2014/main" id="{02880767-F987-428E-A735-07A7148760D8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37571" name="备注占位符 2">
            <a:extLst>
              <a:ext uri="{FF2B5EF4-FFF2-40B4-BE49-F238E27FC236}">
                <a16:creationId xmlns:a16="http://schemas.microsoft.com/office/drawing/2014/main" id="{31CBAD9A-19F8-4BD5-8985-801B2BF176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zh-CN" altLang="en-US"/>
          </a:p>
        </p:txBody>
      </p:sp>
      <p:sp>
        <p:nvSpPr>
          <p:cNvPr id="237572" name="灯片编号占位符 3">
            <a:extLst>
              <a:ext uri="{FF2B5EF4-FFF2-40B4-BE49-F238E27FC236}">
                <a16:creationId xmlns:a16="http://schemas.microsoft.com/office/drawing/2014/main" id="{DFA39158-5F60-427C-96AA-0CD9BA6D26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69938" indent="-295275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85863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60525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133600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908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0480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5052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9624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0"/>
              </a:spcBef>
            </a:pPr>
            <a:fld id="{8ECE46B9-45ED-4BFD-BA6A-5F309EDD9631}" type="slidenum">
              <a:rPr lang="zh-CN" altLang="en-US" sz="1200">
                <a:solidFill>
                  <a:srgbClr val="000000"/>
                </a:solidFill>
              </a:rPr>
              <a:pPr>
                <a:spcBef>
                  <a:spcPct val="0"/>
                </a:spcBef>
              </a:pPr>
              <a:t>117</a:t>
            </a:fld>
            <a:endParaRPr lang="en-US" altLang="zh-CN" sz="1200">
              <a:solidFill>
                <a:srgbClr val="000000"/>
              </a:solidFill>
            </a:endParaRPr>
          </a:p>
        </p:txBody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618" name="Rectangle 7">
            <a:extLst>
              <a:ext uri="{FF2B5EF4-FFF2-40B4-BE49-F238E27FC236}">
                <a16:creationId xmlns:a16="http://schemas.microsoft.com/office/drawing/2014/main" id="{B4A2A436-D97D-4761-8481-016F65FA4B23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69938" indent="-295275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85863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60525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133600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908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0480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5052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9624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0"/>
              </a:spcBef>
            </a:pPr>
            <a:fld id="{608F8F1A-84B6-43CF-9569-645D0639C2B4}" type="slidenum">
              <a:rPr lang="zh-CN" altLang="en-US" sz="1200">
                <a:solidFill>
                  <a:srgbClr val="000000"/>
                </a:solidFill>
              </a:rPr>
              <a:pPr>
                <a:spcBef>
                  <a:spcPct val="0"/>
                </a:spcBef>
              </a:pPr>
              <a:t>118</a:t>
            </a:fld>
            <a:endParaRPr lang="en-US" altLang="zh-CN" sz="1200">
              <a:solidFill>
                <a:srgbClr val="000000"/>
              </a:solidFill>
            </a:endParaRPr>
          </a:p>
        </p:txBody>
      </p:sp>
      <p:sp>
        <p:nvSpPr>
          <p:cNvPr id="239619" name="Rectangle 2">
            <a:extLst>
              <a:ext uri="{FF2B5EF4-FFF2-40B4-BE49-F238E27FC236}">
                <a16:creationId xmlns:a16="http://schemas.microsoft.com/office/drawing/2014/main" id="{2EC8833C-04D2-4040-ABFE-D06BCE07489E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39620" name="Rectangle 3">
            <a:extLst>
              <a:ext uri="{FF2B5EF4-FFF2-40B4-BE49-F238E27FC236}">
                <a16:creationId xmlns:a16="http://schemas.microsoft.com/office/drawing/2014/main" id="{27FE84F0-34CD-47F5-9DD3-7D6D41B4593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zh-CN" altLang="en-US"/>
          </a:p>
        </p:txBody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666" name="Rectangle 7">
            <a:extLst>
              <a:ext uri="{FF2B5EF4-FFF2-40B4-BE49-F238E27FC236}">
                <a16:creationId xmlns:a16="http://schemas.microsoft.com/office/drawing/2014/main" id="{50FDDC1D-0C25-4A15-8736-D7BC7F5E1471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69938" indent="-295275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85863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60525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133600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908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0480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5052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9624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0"/>
              </a:spcBef>
            </a:pPr>
            <a:fld id="{E88C614F-3AED-4E22-B594-3600A34A1F42}" type="slidenum">
              <a:rPr lang="zh-CN" altLang="en-US" sz="1200">
                <a:solidFill>
                  <a:srgbClr val="000000"/>
                </a:solidFill>
              </a:rPr>
              <a:pPr>
                <a:spcBef>
                  <a:spcPct val="0"/>
                </a:spcBef>
              </a:pPr>
              <a:t>119</a:t>
            </a:fld>
            <a:endParaRPr lang="en-US" altLang="zh-CN" sz="1200">
              <a:solidFill>
                <a:srgbClr val="000000"/>
              </a:solidFill>
            </a:endParaRPr>
          </a:p>
        </p:txBody>
      </p:sp>
      <p:sp>
        <p:nvSpPr>
          <p:cNvPr id="241667" name="Rectangle 2">
            <a:extLst>
              <a:ext uri="{FF2B5EF4-FFF2-40B4-BE49-F238E27FC236}">
                <a16:creationId xmlns:a16="http://schemas.microsoft.com/office/drawing/2014/main" id="{6485DAE5-F1DF-4BE3-ACCC-F579B0D1453B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41668" name="Rectangle 3">
            <a:extLst>
              <a:ext uri="{FF2B5EF4-FFF2-40B4-BE49-F238E27FC236}">
                <a16:creationId xmlns:a16="http://schemas.microsoft.com/office/drawing/2014/main" id="{D56A14AB-C39B-4648-9E7B-B73D5661CD0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zh-CN" altLang="en-US" dirty="0"/>
          </a:p>
        </p:txBody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714" name="幻灯片图像占位符 1">
            <a:extLst>
              <a:ext uri="{FF2B5EF4-FFF2-40B4-BE49-F238E27FC236}">
                <a16:creationId xmlns:a16="http://schemas.microsoft.com/office/drawing/2014/main" id="{58F2E2A6-A99D-4625-9F63-1A20976EBE09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43715" name="备注占位符 2">
            <a:extLst>
              <a:ext uri="{FF2B5EF4-FFF2-40B4-BE49-F238E27FC236}">
                <a16:creationId xmlns:a16="http://schemas.microsoft.com/office/drawing/2014/main" id="{1BD94952-A406-4B43-B595-C6A815E4CF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zh-CN" altLang="en-US" dirty="0"/>
          </a:p>
        </p:txBody>
      </p:sp>
      <p:sp>
        <p:nvSpPr>
          <p:cNvPr id="243716" name="灯片编号占位符 3">
            <a:extLst>
              <a:ext uri="{FF2B5EF4-FFF2-40B4-BE49-F238E27FC236}">
                <a16:creationId xmlns:a16="http://schemas.microsoft.com/office/drawing/2014/main" id="{0A2A4AB5-A248-4526-A385-66E9E43C6E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69938" indent="-295275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85863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60525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133600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908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0480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5052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9624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0"/>
              </a:spcBef>
            </a:pPr>
            <a:fld id="{EB3F2044-1645-44B0-9188-048AED821B49}" type="slidenum">
              <a:rPr lang="zh-CN" altLang="en-US" sz="1200">
                <a:solidFill>
                  <a:srgbClr val="000000"/>
                </a:solidFill>
              </a:rPr>
              <a:pPr>
                <a:spcBef>
                  <a:spcPct val="0"/>
                </a:spcBef>
              </a:pPr>
              <a:t>120</a:t>
            </a:fld>
            <a:endParaRPr lang="en-US" altLang="zh-CN" sz="1200">
              <a:solidFill>
                <a:srgbClr val="000000"/>
              </a:solidFill>
            </a:endParaRPr>
          </a:p>
        </p:txBody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62" name="Rectangle 7">
            <a:extLst>
              <a:ext uri="{FF2B5EF4-FFF2-40B4-BE49-F238E27FC236}">
                <a16:creationId xmlns:a16="http://schemas.microsoft.com/office/drawing/2014/main" id="{0FE373DA-AE2B-4D66-8E0D-FB5202501CBD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69938" indent="-295275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85863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60525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133600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908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0480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5052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9624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0"/>
              </a:spcBef>
            </a:pPr>
            <a:fld id="{60B65D93-9D43-4054-9E70-7F2D6DD7EA9A}" type="slidenum">
              <a:rPr lang="zh-CN" altLang="en-US" sz="1200">
                <a:solidFill>
                  <a:srgbClr val="000000"/>
                </a:solidFill>
              </a:rPr>
              <a:pPr>
                <a:spcBef>
                  <a:spcPct val="0"/>
                </a:spcBef>
              </a:pPr>
              <a:t>121</a:t>
            </a:fld>
            <a:endParaRPr lang="en-US" altLang="zh-CN" sz="1200">
              <a:solidFill>
                <a:srgbClr val="000000"/>
              </a:solidFill>
            </a:endParaRPr>
          </a:p>
        </p:txBody>
      </p:sp>
      <p:sp>
        <p:nvSpPr>
          <p:cNvPr id="245763" name="Rectangle 2">
            <a:extLst>
              <a:ext uri="{FF2B5EF4-FFF2-40B4-BE49-F238E27FC236}">
                <a16:creationId xmlns:a16="http://schemas.microsoft.com/office/drawing/2014/main" id="{A02FEA8B-562E-42C0-B788-8747485FC122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45764" name="Rectangle 3">
            <a:extLst>
              <a:ext uri="{FF2B5EF4-FFF2-40B4-BE49-F238E27FC236}">
                <a16:creationId xmlns:a16="http://schemas.microsoft.com/office/drawing/2014/main" id="{145793F7-5189-4C7C-9FB0-E8C05F7868C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zh-CN" dirty="0"/>
          </a:p>
        </p:txBody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810" name="Rectangle 7">
            <a:extLst>
              <a:ext uri="{FF2B5EF4-FFF2-40B4-BE49-F238E27FC236}">
                <a16:creationId xmlns:a16="http://schemas.microsoft.com/office/drawing/2014/main" id="{D2FFA45B-F9AF-4D13-BA6C-52595CABE10A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69938" indent="-295275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85863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60525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133600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908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0480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5052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9624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0"/>
              </a:spcBef>
            </a:pPr>
            <a:fld id="{03D7270F-FB5D-4D3A-B8F5-193D7411DDB3}" type="slidenum">
              <a:rPr lang="zh-CN" altLang="en-US" sz="1200">
                <a:solidFill>
                  <a:srgbClr val="000000"/>
                </a:solidFill>
              </a:rPr>
              <a:pPr>
                <a:spcBef>
                  <a:spcPct val="0"/>
                </a:spcBef>
              </a:pPr>
              <a:t>122</a:t>
            </a:fld>
            <a:endParaRPr lang="en-US" altLang="zh-CN" sz="1200">
              <a:solidFill>
                <a:srgbClr val="000000"/>
              </a:solidFill>
            </a:endParaRPr>
          </a:p>
        </p:txBody>
      </p:sp>
      <p:sp>
        <p:nvSpPr>
          <p:cNvPr id="247811" name="Rectangle 2">
            <a:extLst>
              <a:ext uri="{FF2B5EF4-FFF2-40B4-BE49-F238E27FC236}">
                <a16:creationId xmlns:a16="http://schemas.microsoft.com/office/drawing/2014/main" id="{C45FD5CD-BA2A-462C-BCD1-DB69BBF1628F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47812" name="Rectangle 3">
            <a:extLst>
              <a:ext uri="{FF2B5EF4-FFF2-40B4-BE49-F238E27FC236}">
                <a16:creationId xmlns:a16="http://schemas.microsoft.com/office/drawing/2014/main" id="{B48525D9-67CB-4F6B-B8BB-580B513C978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zh-CN" altLang="en-US" dirty="0"/>
          </a:p>
        </p:txBody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858" name="Rectangle 7">
            <a:extLst>
              <a:ext uri="{FF2B5EF4-FFF2-40B4-BE49-F238E27FC236}">
                <a16:creationId xmlns:a16="http://schemas.microsoft.com/office/drawing/2014/main" id="{30EF374A-6688-4215-854E-90499A3A157D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69938" indent="-295275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85863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60525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133600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908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0480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5052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9624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0"/>
              </a:spcBef>
            </a:pPr>
            <a:fld id="{8AEAE1E6-A80C-46DE-A406-0B8DE9F84053}" type="slidenum">
              <a:rPr lang="zh-CN" altLang="en-US" sz="1200">
                <a:solidFill>
                  <a:srgbClr val="000000"/>
                </a:solidFill>
              </a:rPr>
              <a:pPr>
                <a:spcBef>
                  <a:spcPct val="0"/>
                </a:spcBef>
              </a:pPr>
              <a:t>123</a:t>
            </a:fld>
            <a:endParaRPr lang="en-US" altLang="zh-CN" sz="1200">
              <a:solidFill>
                <a:srgbClr val="000000"/>
              </a:solidFill>
            </a:endParaRPr>
          </a:p>
        </p:txBody>
      </p:sp>
      <p:sp>
        <p:nvSpPr>
          <p:cNvPr id="249859" name="Rectangle 2">
            <a:extLst>
              <a:ext uri="{FF2B5EF4-FFF2-40B4-BE49-F238E27FC236}">
                <a16:creationId xmlns:a16="http://schemas.microsoft.com/office/drawing/2014/main" id="{A4F02282-2D1C-4DF6-B8CB-98A0878D7B7C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49860" name="Rectangle 3">
            <a:extLst>
              <a:ext uri="{FF2B5EF4-FFF2-40B4-BE49-F238E27FC236}">
                <a16:creationId xmlns:a16="http://schemas.microsoft.com/office/drawing/2014/main" id="{CB0C5D86-940C-4716-A56C-669148B7B13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zh-CN" altLang="en-US" dirty="0"/>
          </a:p>
        </p:txBody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954" name="幻灯片图像占位符 1">
            <a:extLst>
              <a:ext uri="{FF2B5EF4-FFF2-40B4-BE49-F238E27FC236}">
                <a16:creationId xmlns:a16="http://schemas.microsoft.com/office/drawing/2014/main" id="{12BFF831-DA63-41CF-99EE-507B4A2159CC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53955" name="备注占位符 2">
            <a:extLst>
              <a:ext uri="{FF2B5EF4-FFF2-40B4-BE49-F238E27FC236}">
                <a16:creationId xmlns:a16="http://schemas.microsoft.com/office/drawing/2014/main" id="{9FCD239C-3F90-4B6A-AC56-9C9A9F55D2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CN" altLang="en-US">
              <a:latin typeface="Arial" panose="020B0604020202020204" pitchFamily="34" charset="0"/>
              <a:ea typeface="宋体" panose="02010600030101010101" pitchFamily="2" charset="-122"/>
            </a:endParaRPr>
          </a:p>
        </p:txBody>
      </p:sp>
      <p:sp>
        <p:nvSpPr>
          <p:cNvPr id="253956" name="灯片编号占位符 3">
            <a:extLst>
              <a:ext uri="{FF2B5EF4-FFF2-40B4-BE49-F238E27FC236}">
                <a16:creationId xmlns:a16="http://schemas.microsoft.com/office/drawing/2014/main" id="{43AA0653-7BB7-4A4F-B90B-F08181FEEB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69938" indent="-295275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85863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60525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133600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908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0480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5052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9624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0"/>
              </a:spcBef>
            </a:pPr>
            <a:fld id="{F2FC3D5C-D4F3-4D54-A1B4-339298D058E9}" type="slidenum">
              <a:rPr lang="zh-CN" altLang="en-US" sz="1200"/>
              <a:pPr>
                <a:spcBef>
                  <a:spcPct val="0"/>
                </a:spcBef>
              </a:pPr>
              <a:t>124</a:t>
            </a:fld>
            <a:endParaRPr lang="en-US" altLang="zh-CN" sz="1200"/>
          </a:p>
        </p:txBody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906" name="幻灯片图像占位符 1">
            <a:extLst>
              <a:ext uri="{FF2B5EF4-FFF2-40B4-BE49-F238E27FC236}">
                <a16:creationId xmlns:a16="http://schemas.microsoft.com/office/drawing/2014/main" id="{198CC6FA-0FAA-4A8F-8A42-679B2765647C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51907" name="备注占位符 2">
            <a:extLst>
              <a:ext uri="{FF2B5EF4-FFF2-40B4-BE49-F238E27FC236}">
                <a16:creationId xmlns:a16="http://schemas.microsoft.com/office/drawing/2014/main" id="{9E03D0BF-28A4-411F-90B2-FC254475B4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zh-CN" altLang="en-US" dirty="0"/>
          </a:p>
        </p:txBody>
      </p:sp>
      <p:sp>
        <p:nvSpPr>
          <p:cNvPr id="251908" name="灯片编号占位符 3">
            <a:extLst>
              <a:ext uri="{FF2B5EF4-FFF2-40B4-BE49-F238E27FC236}">
                <a16:creationId xmlns:a16="http://schemas.microsoft.com/office/drawing/2014/main" id="{CAEBC090-B1A8-42CC-BD04-42D1620890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69938" indent="-295275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85863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60525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133600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908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0480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5052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9624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0"/>
              </a:spcBef>
            </a:pPr>
            <a:fld id="{4F39D38C-16C2-403E-87E0-15F8D2919944}" type="slidenum">
              <a:rPr lang="zh-CN" altLang="en-US" sz="1200">
                <a:solidFill>
                  <a:srgbClr val="000000"/>
                </a:solidFill>
              </a:rPr>
              <a:pPr>
                <a:spcBef>
                  <a:spcPct val="0"/>
                </a:spcBef>
              </a:pPr>
              <a:t>125</a:t>
            </a:fld>
            <a:endParaRPr lang="en-US" altLang="zh-CN" sz="1200">
              <a:solidFill>
                <a:srgbClr val="000000"/>
              </a:solidFill>
            </a:endParaRPr>
          </a:p>
        </p:txBody>
      </p:sp>
    </p:spTree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02" name="幻灯片图像占位符 1">
            <a:extLst>
              <a:ext uri="{FF2B5EF4-FFF2-40B4-BE49-F238E27FC236}">
                <a16:creationId xmlns:a16="http://schemas.microsoft.com/office/drawing/2014/main" id="{7B910F32-1217-4D5D-B49C-571E9B3959EB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56003" name="备注占位符 2">
            <a:extLst>
              <a:ext uri="{FF2B5EF4-FFF2-40B4-BE49-F238E27FC236}">
                <a16:creationId xmlns:a16="http://schemas.microsoft.com/office/drawing/2014/main" id="{6162EB52-F748-4355-B735-07A2DAB58B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CN" altLang="en-US" dirty="0"/>
          </a:p>
        </p:txBody>
      </p:sp>
      <p:sp>
        <p:nvSpPr>
          <p:cNvPr id="256004" name="灯片编号占位符 3">
            <a:extLst>
              <a:ext uri="{FF2B5EF4-FFF2-40B4-BE49-F238E27FC236}">
                <a16:creationId xmlns:a16="http://schemas.microsoft.com/office/drawing/2014/main" id="{F9D9DD43-3CED-43ED-867F-05C70BCD1A5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69938" indent="-295275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85863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60525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133600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908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0480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5052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9624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0"/>
              </a:spcBef>
            </a:pPr>
            <a:fld id="{CEEEFA21-08D4-49DF-96B3-B592AE8C0C60}" type="slidenum">
              <a:rPr lang="zh-CN" altLang="en-US" sz="1200">
                <a:solidFill>
                  <a:srgbClr val="000000"/>
                </a:solidFill>
              </a:rPr>
              <a:pPr>
                <a:spcBef>
                  <a:spcPct val="0"/>
                </a:spcBef>
              </a:pPr>
              <a:t>126</a:t>
            </a:fld>
            <a:endParaRPr lang="en-US" altLang="zh-CN" sz="1200">
              <a:solidFill>
                <a:srgbClr val="000000"/>
              </a:solidFill>
            </a:endParaRPr>
          </a:p>
        </p:txBody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098" name="Rectangle 7">
            <a:extLst>
              <a:ext uri="{FF2B5EF4-FFF2-40B4-BE49-F238E27FC236}">
                <a16:creationId xmlns:a16="http://schemas.microsoft.com/office/drawing/2014/main" id="{485AD786-DEC2-455F-9EF9-0F01CC024801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69938" indent="-295275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85863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60525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133600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908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0480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5052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9624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0"/>
              </a:spcBef>
            </a:pPr>
            <a:fld id="{24012423-D4FE-427B-AFAF-7422B36124BD}" type="slidenum">
              <a:rPr lang="zh-CN" altLang="en-US" sz="1200">
                <a:solidFill>
                  <a:srgbClr val="000000"/>
                </a:solidFill>
              </a:rPr>
              <a:pPr>
                <a:spcBef>
                  <a:spcPct val="0"/>
                </a:spcBef>
              </a:pPr>
              <a:t>127</a:t>
            </a:fld>
            <a:endParaRPr lang="en-US" altLang="zh-CN" sz="1200">
              <a:solidFill>
                <a:srgbClr val="000000"/>
              </a:solidFill>
            </a:endParaRPr>
          </a:p>
        </p:txBody>
      </p:sp>
      <p:sp>
        <p:nvSpPr>
          <p:cNvPr id="260099" name="Rectangle 2">
            <a:extLst>
              <a:ext uri="{FF2B5EF4-FFF2-40B4-BE49-F238E27FC236}">
                <a16:creationId xmlns:a16="http://schemas.microsoft.com/office/drawing/2014/main" id="{042BF56C-03C1-45AC-AF50-A15B709E9016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60100" name="Rectangle 3">
            <a:extLst>
              <a:ext uri="{FF2B5EF4-FFF2-40B4-BE49-F238E27FC236}">
                <a16:creationId xmlns:a16="http://schemas.microsoft.com/office/drawing/2014/main" id="{BE17EFBC-2FBF-4A39-8531-1583BF63AF1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946150" y="4860925"/>
            <a:ext cx="5207000" cy="4605338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just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altLang="zh-CN" dirty="0"/>
          </a:p>
        </p:txBody>
      </p:sp>
    </p:spTree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146" name="Rectangle 7">
            <a:extLst>
              <a:ext uri="{FF2B5EF4-FFF2-40B4-BE49-F238E27FC236}">
                <a16:creationId xmlns:a16="http://schemas.microsoft.com/office/drawing/2014/main" id="{8C38EF2D-057E-434A-95D8-37F3E32C103F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69938" indent="-295275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85863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60525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133600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908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0480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5052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9624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0"/>
              </a:spcBef>
            </a:pPr>
            <a:fld id="{4720B0D6-64D6-424E-89FD-7DE61919CFE8}" type="slidenum">
              <a:rPr lang="zh-CN" altLang="en-US" sz="1200"/>
              <a:pPr>
                <a:spcBef>
                  <a:spcPct val="0"/>
                </a:spcBef>
              </a:pPr>
              <a:t>128</a:t>
            </a:fld>
            <a:endParaRPr lang="en-US" altLang="zh-CN" sz="1200"/>
          </a:p>
        </p:txBody>
      </p:sp>
      <p:sp>
        <p:nvSpPr>
          <p:cNvPr id="262147" name="Rectangle 2">
            <a:extLst>
              <a:ext uri="{FF2B5EF4-FFF2-40B4-BE49-F238E27FC236}">
                <a16:creationId xmlns:a16="http://schemas.microsoft.com/office/drawing/2014/main" id="{D7C48D17-6D84-42C8-9E37-45A9080DDD3F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62148" name="Rectangle 3">
            <a:extLst>
              <a:ext uri="{FF2B5EF4-FFF2-40B4-BE49-F238E27FC236}">
                <a16:creationId xmlns:a16="http://schemas.microsoft.com/office/drawing/2014/main" id="{2EB216B4-A9D1-4648-A201-B12C5F8FBA0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zh-CN" altLang="en-US" dirty="0"/>
          </a:p>
        </p:txBody>
      </p:sp>
    </p:spTree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194" name="Rectangle 7">
            <a:extLst>
              <a:ext uri="{FF2B5EF4-FFF2-40B4-BE49-F238E27FC236}">
                <a16:creationId xmlns:a16="http://schemas.microsoft.com/office/drawing/2014/main" id="{F356D9E8-EA85-4368-806B-A32A82AF205C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69938" indent="-295275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85863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60525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133600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908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0480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5052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9624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0"/>
              </a:spcBef>
            </a:pPr>
            <a:fld id="{A13C2E80-EA12-4F8F-930E-642BD29BD3C1}" type="slidenum">
              <a:rPr lang="zh-CN" altLang="en-US" sz="1200"/>
              <a:pPr>
                <a:spcBef>
                  <a:spcPct val="0"/>
                </a:spcBef>
              </a:pPr>
              <a:t>129</a:t>
            </a:fld>
            <a:endParaRPr lang="en-US" altLang="zh-CN" sz="1200"/>
          </a:p>
        </p:txBody>
      </p:sp>
      <p:sp>
        <p:nvSpPr>
          <p:cNvPr id="264195" name="Rectangle 2">
            <a:extLst>
              <a:ext uri="{FF2B5EF4-FFF2-40B4-BE49-F238E27FC236}">
                <a16:creationId xmlns:a16="http://schemas.microsoft.com/office/drawing/2014/main" id="{D7F2F725-6B88-461D-A227-2DC69EA4A672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64196" name="Rectangle 3">
            <a:extLst>
              <a:ext uri="{FF2B5EF4-FFF2-40B4-BE49-F238E27FC236}">
                <a16:creationId xmlns:a16="http://schemas.microsoft.com/office/drawing/2014/main" id="{25475503-F79A-45A8-9A9A-826A1E95E57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zh-CN" altLang="en-US" dirty="0"/>
          </a:p>
        </p:txBody>
      </p:sp>
    </p:spTree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290" name="Rectangle 7">
            <a:extLst>
              <a:ext uri="{FF2B5EF4-FFF2-40B4-BE49-F238E27FC236}">
                <a16:creationId xmlns:a16="http://schemas.microsoft.com/office/drawing/2014/main" id="{9D089A69-EDAD-4881-A113-34C06B024AD5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69938" indent="-295275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85863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60525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133600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908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0480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5052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9624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0"/>
              </a:spcBef>
            </a:pPr>
            <a:fld id="{7E48F11A-16E5-4A34-BB6F-AF9FFC6F71C5}" type="slidenum">
              <a:rPr lang="zh-CN" altLang="en-US" sz="1200">
                <a:solidFill>
                  <a:srgbClr val="000000"/>
                </a:solidFill>
              </a:rPr>
              <a:pPr>
                <a:spcBef>
                  <a:spcPct val="0"/>
                </a:spcBef>
              </a:pPr>
              <a:t>130</a:t>
            </a:fld>
            <a:endParaRPr lang="en-US" altLang="zh-CN" sz="1200">
              <a:solidFill>
                <a:srgbClr val="000000"/>
              </a:solidFill>
            </a:endParaRPr>
          </a:p>
        </p:txBody>
      </p:sp>
      <p:sp>
        <p:nvSpPr>
          <p:cNvPr id="268291" name="Rectangle 2">
            <a:extLst>
              <a:ext uri="{FF2B5EF4-FFF2-40B4-BE49-F238E27FC236}">
                <a16:creationId xmlns:a16="http://schemas.microsoft.com/office/drawing/2014/main" id="{3E1164DE-07B8-4E7E-B9C9-16CB9FFFC09C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68292" name="Rectangle 3">
            <a:extLst>
              <a:ext uri="{FF2B5EF4-FFF2-40B4-BE49-F238E27FC236}">
                <a16:creationId xmlns:a16="http://schemas.microsoft.com/office/drawing/2014/main" id="{D7DA4202-F38F-4386-818E-67C4C9B2538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946150" y="4860925"/>
            <a:ext cx="5207000" cy="4605338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algn="just" eaLnBrk="1" hangingPunct="1"/>
            <a:endParaRPr lang="en-US" altLang="zh-CN" dirty="0"/>
          </a:p>
        </p:txBody>
      </p:sp>
    </p:spTree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42" name="幻灯片图像占位符 1">
            <a:extLst>
              <a:ext uri="{FF2B5EF4-FFF2-40B4-BE49-F238E27FC236}">
                <a16:creationId xmlns:a16="http://schemas.microsoft.com/office/drawing/2014/main" id="{3F38AD7C-CE51-4E89-9DFA-51689B71A9DA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66243" name="备注占位符 2">
            <a:extLst>
              <a:ext uri="{FF2B5EF4-FFF2-40B4-BE49-F238E27FC236}">
                <a16:creationId xmlns:a16="http://schemas.microsoft.com/office/drawing/2014/main" id="{7FA82E8E-BE63-4C30-BFEC-765CCD6E6CB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zh-CN" altLang="en-US" dirty="0"/>
          </a:p>
        </p:txBody>
      </p:sp>
      <p:sp>
        <p:nvSpPr>
          <p:cNvPr id="266244" name="灯片编号占位符 3">
            <a:extLst>
              <a:ext uri="{FF2B5EF4-FFF2-40B4-BE49-F238E27FC236}">
                <a16:creationId xmlns:a16="http://schemas.microsoft.com/office/drawing/2014/main" id="{38483C8E-18C5-4FAB-8E52-858B3CB7F1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69938" indent="-295275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85863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60525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133600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908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0480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5052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9624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0"/>
              </a:spcBef>
            </a:pPr>
            <a:fld id="{9D82373B-72FC-4860-A643-C2BE131C2331}" type="slidenum">
              <a:rPr lang="zh-CN" altLang="en-US" sz="1200"/>
              <a:pPr>
                <a:spcBef>
                  <a:spcPct val="0"/>
                </a:spcBef>
              </a:pPr>
              <a:t>131</a:t>
            </a:fld>
            <a:endParaRPr lang="en-US" altLang="zh-CN" sz="1200"/>
          </a:p>
        </p:txBody>
      </p:sp>
    </p:spTree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338" name="幻灯片图像占位符 1">
            <a:extLst>
              <a:ext uri="{FF2B5EF4-FFF2-40B4-BE49-F238E27FC236}">
                <a16:creationId xmlns:a16="http://schemas.microsoft.com/office/drawing/2014/main" id="{7A572288-8502-4E9B-A741-C5DA4029FDEC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C2DA7592-2D0D-454A-A9A0-AA6621C90B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defRPr/>
            </a:pPr>
            <a:endParaRPr lang="zh-CN" altLang="en-US" dirty="0"/>
          </a:p>
        </p:txBody>
      </p:sp>
      <p:sp>
        <p:nvSpPr>
          <p:cNvPr id="270340" name="灯片编号占位符 3">
            <a:extLst>
              <a:ext uri="{FF2B5EF4-FFF2-40B4-BE49-F238E27FC236}">
                <a16:creationId xmlns:a16="http://schemas.microsoft.com/office/drawing/2014/main" id="{C4D1F983-BE0E-4E12-A03F-BC8D1C881BC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69938" indent="-295275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85863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60525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133600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908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0480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5052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9624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0"/>
              </a:spcBef>
            </a:pPr>
            <a:fld id="{1CD56B88-6BA0-401F-B6CB-F5721E0B48B2}" type="slidenum">
              <a:rPr lang="zh-CN" altLang="en-US" sz="1200"/>
              <a:pPr>
                <a:spcBef>
                  <a:spcPct val="0"/>
                </a:spcBef>
              </a:pPr>
              <a:t>132</a:t>
            </a:fld>
            <a:endParaRPr lang="en-US" altLang="zh-CN" sz="1200"/>
          </a:p>
        </p:txBody>
      </p:sp>
    </p:spTree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386" name="Rectangle 7">
            <a:extLst>
              <a:ext uri="{FF2B5EF4-FFF2-40B4-BE49-F238E27FC236}">
                <a16:creationId xmlns:a16="http://schemas.microsoft.com/office/drawing/2014/main" id="{58B17238-120A-4EEE-B26C-B56130EF5A05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69938" indent="-295275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85863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60525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133600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908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0480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5052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9624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0"/>
              </a:spcBef>
            </a:pPr>
            <a:fld id="{511F01C1-AD07-4C4E-9056-1BFBF8990B54}" type="slidenum">
              <a:rPr lang="zh-CN" altLang="en-US" sz="1200">
                <a:solidFill>
                  <a:srgbClr val="000000"/>
                </a:solidFill>
              </a:rPr>
              <a:pPr>
                <a:spcBef>
                  <a:spcPct val="0"/>
                </a:spcBef>
              </a:pPr>
              <a:t>133</a:t>
            </a:fld>
            <a:endParaRPr lang="en-US" altLang="zh-CN" sz="1200">
              <a:solidFill>
                <a:srgbClr val="000000"/>
              </a:solidFill>
            </a:endParaRPr>
          </a:p>
        </p:txBody>
      </p:sp>
      <p:sp>
        <p:nvSpPr>
          <p:cNvPr id="272387" name="Rectangle 2">
            <a:extLst>
              <a:ext uri="{FF2B5EF4-FFF2-40B4-BE49-F238E27FC236}">
                <a16:creationId xmlns:a16="http://schemas.microsoft.com/office/drawing/2014/main" id="{1D7E5526-3304-4B50-951B-7358F249BE83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72388" name="Rectangle 3">
            <a:extLst>
              <a:ext uri="{FF2B5EF4-FFF2-40B4-BE49-F238E27FC236}">
                <a16:creationId xmlns:a16="http://schemas.microsoft.com/office/drawing/2014/main" id="{7852FBD1-761C-4539-8BFF-AC70153FBE2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946150" y="4860925"/>
            <a:ext cx="5207000" cy="4605338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algn="just" eaLnBrk="1" hangingPunct="1"/>
            <a:endParaRPr lang="en-US" altLang="zh-CN" dirty="0"/>
          </a:p>
        </p:txBody>
      </p:sp>
    </p:spTree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434" name="幻灯片图像占位符 1">
            <a:extLst>
              <a:ext uri="{FF2B5EF4-FFF2-40B4-BE49-F238E27FC236}">
                <a16:creationId xmlns:a16="http://schemas.microsoft.com/office/drawing/2014/main" id="{99BF8253-4CC7-4D68-BADF-24D2BF155C20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846984FF-D284-4A5B-B41D-C07138DA88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defRPr/>
            </a:pPr>
            <a:endParaRPr lang="zh-CN" altLang="en-US" dirty="0"/>
          </a:p>
        </p:txBody>
      </p:sp>
      <p:sp>
        <p:nvSpPr>
          <p:cNvPr id="274436" name="灯片编号占位符 3">
            <a:extLst>
              <a:ext uri="{FF2B5EF4-FFF2-40B4-BE49-F238E27FC236}">
                <a16:creationId xmlns:a16="http://schemas.microsoft.com/office/drawing/2014/main" id="{67DB41DD-8457-4804-AE58-F0310E0D4B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69938" indent="-295275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85863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60525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133600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908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0480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5052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9624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0"/>
              </a:spcBef>
            </a:pPr>
            <a:fld id="{B54028C2-AB31-45E3-BCFB-91755B62B0E2}" type="slidenum">
              <a:rPr lang="zh-CN" altLang="en-US" sz="1200">
                <a:solidFill>
                  <a:srgbClr val="000000"/>
                </a:solidFill>
              </a:rPr>
              <a:pPr>
                <a:spcBef>
                  <a:spcPct val="0"/>
                </a:spcBef>
              </a:pPr>
              <a:t>134</a:t>
            </a:fld>
            <a:endParaRPr lang="en-US" altLang="zh-CN" sz="1200">
              <a:solidFill>
                <a:srgbClr val="000000"/>
              </a:solidFill>
            </a:endParaRPr>
          </a:p>
        </p:txBody>
      </p:sp>
    </p:spTree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482" name="Rectangle 7">
            <a:extLst>
              <a:ext uri="{FF2B5EF4-FFF2-40B4-BE49-F238E27FC236}">
                <a16:creationId xmlns:a16="http://schemas.microsoft.com/office/drawing/2014/main" id="{5548E4A7-7FFF-4E98-A4F3-B9084AE5E5CD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69938" indent="-295275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85863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60525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133600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908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0480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5052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9624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0"/>
              </a:spcBef>
            </a:pPr>
            <a:fld id="{BCADA5CD-3E75-456D-AFCE-7AA2EF6D5352}" type="slidenum">
              <a:rPr lang="zh-CN" altLang="en-US" sz="1200">
                <a:solidFill>
                  <a:srgbClr val="000000"/>
                </a:solidFill>
              </a:rPr>
              <a:pPr>
                <a:spcBef>
                  <a:spcPct val="0"/>
                </a:spcBef>
              </a:pPr>
              <a:t>135</a:t>
            </a:fld>
            <a:endParaRPr lang="en-US" altLang="zh-CN" sz="1200">
              <a:solidFill>
                <a:srgbClr val="000000"/>
              </a:solidFill>
            </a:endParaRPr>
          </a:p>
        </p:txBody>
      </p:sp>
      <p:sp>
        <p:nvSpPr>
          <p:cNvPr id="276483" name="Rectangle 2">
            <a:extLst>
              <a:ext uri="{FF2B5EF4-FFF2-40B4-BE49-F238E27FC236}">
                <a16:creationId xmlns:a16="http://schemas.microsoft.com/office/drawing/2014/main" id="{790CBE26-780B-4C4B-B2B8-58B25768B092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76484" name="Rectangle 3">
            <a:extLst>
              <a:ext uri="{FF2B5EF4-FFF2-40B4-BE49-F238E27FC236}">
                <a16:creationId xmlns:a16="http://schemas.microsoft.com/office/drawing/2014/main" id="{CD00CD46-00A5-4A1B-A221-B5874AEE466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946150" y="4860925"/>
            <a:ext cx="5207000" cy="4605338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algn="just" eaLnBrk="1" hangingPunct="1"/>
            <a:endParaRPr lang="en-US" altLang="zh-CN" dirty="0"/>
          </a:p>
        </p:txBody>
      </p:sp>
    </p:spTree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530" name="Rectangle 7">
            <a:extLst>
              <a:ext uri="{FF2B5EF4-FFF2-40B4-BE49-F238E27FC236}">
                <a16:creationId xmlns:a16="http://schemas.microsoft.com/office/drawing/2014/main" id="{D4DE7C5B-664F-40B1-9648-7B4B74D412F5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69938" indent="-295275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85863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60525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133600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908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0480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5052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9624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0"/>
              </a:spcBef>
            </a:pPr>
            <a:fld id="{4B48508F-77CB-48A1-8FF6-A8F3F92485D8}" type="slidenum">
              <a:rPr lang="zh-CN" altLang="en-US" sz="1200">
                <a:solidFill>
                  <a:srgbClr val="000000"/>
                </a:solidFill>
              </a:rPr>
              <a:pPr>
                <a:spcBef>
                  <a:spcPct val="0"/>
                </a:spcBef>
              </a:pPr>
              <a:t>136</a:t>
            </a:fld>
            <a:endParaRPr lang="en-US" altLang="zh-CN" sz="1200">
              <a:solidFill>
                <a:srgbClr val="000000"/>
              </a:solidFill>
            </a:endParaRPr>
          </a:p>
        </p:txBody>
      </p:sp>
      <p:sp>
        <p:nvSpPr>
          <p:cNvPr id="278531" name="Rectangle 2">
            <a:extLst>
              <a:ext uri="{FF2B5EF4-FFF2-40B4-BE49-F238E27FC236}">
                <a16:creationId xmlns:a16="http://schemas.microsoft.com/office/drawing/2014/main" id="{2FFA8FF4-905D-42AE-896A-29EA6B0926F8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78532" name="Rectangle 3">
            <a:extLst>
              <a:ext uri="{FF2B5EF4-FFF2-40B4-BE49-F238E27FC236}">
                <a16:creationId xmlns:a16="http://schemas.microsoft.com/office/drawing/2014/main" id="{8AB6D308-59C9-4179-8E52-AB314976BB7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zh-CN" dirty="0"/>
          </a:p>
        </p:txBody>
      </p:sp>
    </p:spTree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578" name="Rectangle 7">
            <a:extLst>
              <a:ext uri="{FF2B5EF4-FFF2-40B4-BE49-F238E27FC236}">
                <a16:creationId xmlns:a16="http://schemas.microsoft.com/office/drawing/2014/main" id="{072168EC-AD0C-4E2C-B436-DC8DE15A4A06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69938" indent="-295275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85863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60525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133600" indent="-236538">
              <a:spcBef>
                <a:spcPct val="30000"/>
              </a:spcBef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908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0480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5052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962400" indent="-236538" eaLnBrk="0" fontAlgn="base" hangingPunct="0">
              <a:spcBef>
                <a:spcPct val="30000"/>
              </a:spcBef>
              <a:spcAft>
                <a:spcPct val="0"/>
              </a:spcAft>
              <a:defRPr sz="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0"/>
              </a:spcBef>
            </a:pPr>
            <a:fld id="{29AADFE6-FCA9-48C0-A68D-74CF42848BF3}" type="slidenum">
              <a:rPr lang="zh-CN" altLang="en-US" sz="1200">
                <a:solidFill>
                  <a:srgbClr val="000000"/>
                </a:solidFill>
              </a:rPr>
              <a:pPr>
                <a:spcBef>
                  <a:spcPct val="0"/>
                </a:spcBef>
              </a:pPr>
              <a:t>137</a:t>
            </a:fld>
            <a:endParaRPr lang="en-US" altLang="zh-CN" sz="1200">
              <a:solidFill>
                <a:srgbClr val="000000"/>
              </a:solidFill>
            </a:endParaRPr>
          </a:p>
        </p:txBody>
      </p:sp>
      <p:sp>
        <p:nvSpPr>
          <p:cNvPr id="280579" name="Rectangle 2">
            <a:extLst>
              <a:ext uri="{FF2B5EF4-FFF2-40B4-BE49-F238E27FC236}">
                <a16:creationId xmlns:a16="http://schemas.microsoft.com/office/drawing/2014/main" id="{0BD34822-E2C7-47B3-BB5D-F917D4AD4F5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0580" name="Rectangle 3">
            <a:extLst>
              <a:ext uri="{FF2B5EF4-FFF2-40B4-BE49-F238E27FC236}">
                <a16:creationId xmlns:a16="http://schemas.microsoft.com/office/drawing/2014/main" id="{703C2FE9-B963-4295-9847-4F01DFD5E66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946150" y="4860925"/>
            <a:ext cx="5207000" cy="4605338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algn="just" eaLnBrk="1" hangingPunct="1"/>
            <a:endParaRPr lang="en-US" altLang="zh-CN" dirty="0"/>
          </a:p>
        </p:txBody>
      </p:sp>
    </p:spTree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626" name="幻灯片图像占位符 1">
            <a:extLst>
              <a:ext uri="{FF2B5EF4-FFF2-40B4-BE49-F238E27FC236}">
                <a16:creationId xmlns:a16="http://schemas.microsoft.com/office/drawing/2014/main" id="{5042A7D2-CE11-4AD9-AF32-765D81CF69E2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2627" name="备注占位符 2">
            <a:extLst>
              <a:ext uri="{FF2B5EF4-FFF2-40B4-BE49-F238E27FC236}">
                <a16:creationId xmlns:a16="http://schemas.microsoft.com/office/drawing/2014/main" id="{AF2DAD2F-8CB8-41A2-BAE8-4B8AD6FDC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zh-CN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82628" name="灯片编号占位符 3">
            <a:extLst>
              <a:ext uri="{FF2B5EF4-FFF2-40B4-BE49-F238E27FC236}">
                <a16:creationId xmlns:a16="http://schemas.microsoft.com/office/drawing/2014/main" id="{7BCD2655-2E3B-4ACC-B65B-9793D2F1BE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1100138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857250" indent="-328613" defTabSz="1100138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323975" indent="-260350" defTabSz="1100138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851025" indent="-260350" defTabSz="1100138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381250" indent="-260350" defTabSz="1100138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838450" indent="-260350" defTabSz="1100138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3295650" indent="-260350" defTabSz="1100138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752850" indent="-260350" defTabSz="1100138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4210050" indent="-260350" defTabSz="1100138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fld id="{A51DD1F0-B455-4F9C-96AB-3D2039ED8A99}" type="slidenum">
              <a:rPr lang="zh-CN" altLang="en-US" b="0">
                <a:solidFill>
                  <a:srgbClr val="000000"/>
                </a:solidFill>
                <a:latin typeface="Arial" panose="020B0604020202020204" pitchFamily="34" charset="0"/>
              </a:rPr>
              <a:pPr/>
              <a:t>139</a:t>
            </a:fld>
            <a:endParaRPr lang="en-US" altLang="zh-CN" b="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738" name="幻灯片图像占位符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139700" y="768350"/>
            <a:ext cx="6821488" cy="3836988"/>
          </a:xfrm>
        </p:spPr>
      </p:sp>
      <p:sp>
        <p:nvSpPr>
          <p:cNvPr id="116739" name="备注占位符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kumimoji="1" lang="zh-CN" altLang="en-US" dirty="0">
              <a:latin typeface="Arial" panose="020B0604020202020204" pitchFamily="34" charset="0"/>
            </a:endParaRPr>
          </a:p>
        </p:txBody>
      </p:sp>
      <p:sp>
        <p:nvSpPr>
          <p:cNvPr id="116740" name="灯片编号占位符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defTabSz="989965" eaLnBrk="0" hangingPunct="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70890" indent="-296545" defTabSz="989965" eaLnBrk="0" hangingPunct="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86180" indent="-237490" defTabSz="989965" eaLnBrk="0" hangingPunct="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60525" indent="-237490" defTabSz="989965" eaLnBrk="0" hangingPunct="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134870" indent="-237490" defTabSz="989965" eaLnBrk="0" hangingPunct="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609215" indent="-237490" defTabSz="98996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3083560" indent="-237490" defTabSz="98996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558540" indent="-237490" defTabSz="98996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4032885" indent="-237490" defTabSz="98996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fld id="{1CF6401E-EA17-4D07-B855-28725AEF3B1F}" type="slidenum">
              <a:rPr lang="zh-CN" altLang="en-US">
                <a:latin typeface="Arial" panose="020B0604020202020204" pitchFamily="34" charset="0"/>
              </a:rPr>
              <a:t>140</a:t>
            </a:fld>
            <a:endParaRPr lang="en-US" altLang="zh-CN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674" name="幻灯片图像占位符 1">
            <a:extLst>
              <a:ext uri="{FF2B5EF4-FFF2-40B4-BE49-F238E27FC236}">
                <a16:creationId xmlns:a16="http://schemas.microsoft.com/office/drawing/2014/main" id="{9EDD5C65-BB7A-4EFE-9493-FFA4C6361649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4675" name="备注占位符 2">
            <a:extLst>
              <a:ext uri="{FF2B5EF4-FFF2-40B4-BE49-F238E27FC236}">
                <a16:creationId xmlns:a16="http://schemas.microsoft.com/office/drawing/2014/main" id="{1A78308B-3322-4C41-870A-A69DDF8AEF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CN" altLang="en-US" dirty="0">
              <a:latin typeface="Arial" panose="020B0604020202020204" pitchFamily="34" charset="0"/>
              <a:ea typeface="宋体" panose="02010600030101010101" pitchFamily="2" charset="-122"/>
            </a:endParaRPr>
          </a:p>
        </p:txBody>
      </p:sp>
      <p:sp>
        <p:nvSpPr>
          <p:cNvPr id="284676" name="灯片编号占位符 3">
            <a:extLst>
              <a:ext uri="{FF2B5EF4-FFF2-40B4-BE49-F238E27FC236}">
                <a16:creationId xmlns:a16="http://schemas.microsoft.com/office/drawing/2014/main" id="{85AD8C6F-BBB1-413D-9388-F59358E511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1100138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857250" indent="-328613" defTabSz="1100138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323975" indent="-260350" defTabSz="1100138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851025" indent="-260350" defTabSz="1100138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381250" indent="-260350" defTabSz="1100138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838450" indent="-260350" defTabSz="1100138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3295650" indent="-260350" defTabSz="1100138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752850" indent="-260350" defTabSz="1100138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4210050" indent="-260350" defTabSz="1100138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fld id="{20FEBDE7-B6A4-44B9-923E-B807F9BEFF3B}" type="slidenum">
              <a:rPr lang="zh-CN" altLang="en-US" b="0">
                <a:solidFill>
                  <a:srgbClr val="000000"/>
                </a:solidFill>
                <a:latin typeface="Arial" panose="020B0604020202020204" pitchFamily="34" charset="0"/>
              </a:rPr>
              <a:pPr/>
              <a:t>141</a:t>
            </a:fld>
            <a:endParaRPr lang="zh-CN" altLang="en-US" b="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334720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5">
            <a:extLst>
              <a:ext uri="{FF2B5EF4-FFF2-40B4-BE49-F238E27FC236}">
                <a16:creationId xmlns:a16="http://schemas.microsoft.com/office/drawing/2014/main" id="{B77818A3-C83F-4F7D-9DFC-3FFC01840BB4}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0" y="195263"/>
            <a:ext cx="755650" cy="431800"/>
            <a:chOff x="-786" y="195486"/>
            <a:chExt cx="756363" cy="432048"/>
          </a:xfrm>
        </p:grpSpPr>
        <p:sp>
          <p:nvSpPr>
            <p:cNvPr id="5" name="五边形 6">
              <a:extLst>
                <a:ext uri="{FF2B5EF4-FFF2-40B4-BE49-F238E27FC236}">
                  <a16:creationId xmlns:a16="http://schemas.microsoft.com/office/drawing/2014/main" id="{600EE096-A7D8-4A94-BEE8-369EF34B22EE}"/>
                </a:ext>
              </a:extLst>
            </p:cNvPr>
            <p:cNvSpPr/>
            <p:nvPr/>
          </p:nvSpPr>
          <p:spPr>
            <a:xfrm>
              <a:off x="-786" y="195486"/>
              <a:ext cx="756363" cy="432048"/>
            </a:xfrm>
            <a:prstGeom prst="homePlate">
              <a:avLst/>
            </a:prstGeom>
            <a:solidFill>
              <a:schemeClr val="bg2">
                <a:lumMod val="50000"/>
              </a:schemeClr>
            </a:solidFill>
            <a:ln w="25400" cap="flat" cmpd="sng" algn="ctr">
              <a:noFill/>
              <a:prstDash val="solid"/>
            </a:ln>
            <a:effectLst/>
          </p:spPr>
          <p:txBody>
            <a:bodyPr anchor="ctr"/>
            <a:lstStyle/>
            <a:p>
              <a:pPr algn="ctr" eaLnBrk="1" hangingPunct="1">
                <a:defRPr/>
              </a:pPr>
              <a:endParaRPr lang="zh-CN" altLang="en-US" b="0">
                <a:solidFill>
                  <a:srgbClr val="FFFFFF"/>
                </a:solidFill>
                <a:latin typeface="Calibri" panose="020F0502020204030204" pitchFamily="34" charset="0"/>
                <a:cs typeface="楷体_GB2312" charset="0"/>
              </a:endParaRPr>
            </a:p>
          </p:txBody>
        </p:sp>
        <p:sp>
          <p:nvSpPr>
            <p:cNvPr id="6" name="五边形 8">
              <a:extLst>
                <a:ext uri="{FF2B5EF4-FFF2-40B4-BE49-F238E27FC236}">
                  <a16:creationId xmlns:a16="http://schemas.microsoft.com/office/drawing/2014/main" id="{DD87DD09-3E3B-4EE5-8A01-1FEA13210C8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-786" y="197074"/>
              <a:ext cx="756363" cy="88951"/>
            </a:xfrm>
            <a:prstGeom prst="homePlate">
              <a:avLst>
                <a:gd name="adj" fmla="val 49995"/>
              </a:avLst>
            </a:prstGeom>
            <a:solidFill>
              <a:schemeClr val="bg1">
                <a:alpha val="30196"/>
              </a:schemeClr>
            </a:solidFill>
            <a:ln>
              <a:noFill/>
            </a:ln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>
                <a:defRPr/>
              </a:pPr>
              <a:endParaRPr lang="zh-CN" altLang="en-US" b="0">
                <a:solidFill>
                  <a:srgbClr val="FFFFFF"/>
                </a:solidFill>
                <a:latin typeface="Calibri" panose="020F0502020204030204" pitchFamily="34" charset="0"/>
              </a:endParaRPr>
            </a:p>
          </p:txBody>
        </p:sp>
      </p:grp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7543" y="1044338"/>
            <a:ext cx="8219257" cy="3483531"/>
          </a:xfrm>
          <a:prstGeom prst="rect">
            <a:avLst/>
          </a:prstGeom>
        </p:spPr>
        <p:txBody>
          <a:bodyPr lIns="68580" tIns="34290" rIns="68580" bIns="34290"/>
          <a:lstStyle>
            <a:lvl1pPr marL="271463" indent="-271463">
              <a:buClrTx/>
              <a:buFont typeface="Wingdings" panose="05000000000000000000" pitchFamily="2" charset="2"/>
              <a:buChar char="Ø"/>
              <a:defRPr baseline="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574675" indent="-271463">
              <a:buClrTx/>
              <a:buFont typeface="Wingdings" panose="05000000000000000000" pitchFamily="2" charset="2"/>
              <a:buChar char="Ø"/>
              <a:defRPr baseline="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854075" indent="-227013">
              <a:buClrTx/>
              <a:buFont typeface="Wingdings" panose="05000000000000000000" pitchFamily="2" charset="2"/>
              <a:buChar char="Ø"/>
              <a:defRPr baseline="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141413" indent="-227013">
              <a:buClrTx/>
              <a:buFont typeface="Wingdings" panose="05000000000000000000" pitchFamily="2" charset="2"/>
              <a:buChar char="Ø"/>
              <a:defRPr baseline="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1460500" indent="-227013">
              <a:buClrTx/>
              <a:buFont typeface="Wingdings" panose="05000000000000000000" pitchFamily="2" charset="2"/>
              <a:buChar char="Ø"/>
              <a:defRPr baseline="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  <a:endParaRPr lang="en-US" dirty="0"/>
          </a:p>
        </p:txBody>
      </p:sp>
      <p:sp>
        <p:nvSpPr>
          <p:cNvPr id="7" name="Title 6"/>
          <p:cNvSpPr>
            <a:spLocks noGrp="1"/>
          </p:cNvSpPr>
          <p:nvPr>
            <p:ph type="title"/>
          </p:nvPr>
        </p:nvSpPr>
        <p:spPr>
          <a:xfrm>
            <a:off x="755577" y="267495"/>
            <a:ext cx="7931224" cy="360040"/>
          </a:xfrm>
        </p:spPr>
        <p:txBody>
          <a:bodyPr/>
          <a:lstStyle>
            <a:lvl1pPr algn="l">
              <a:defRPr b="1" baseline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en-US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3F5E0E1-37FD-41E3-BB5D-FAC838C60B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59442" y="4869655"/>
            <a:ext cx="584558" cy="273050"/>
          </a:xfrm>
          <a:prstGeom prst="rect">
            <a:avLst/>
          </a:prstGeom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 smtClean="0"/>
            </a:lvl1pPr>
          </a:lstStyle>
          <a:p>
            <a:pPr>
              <a:defRPr/>
            </a:pPr>
            <a:fld id="{F97E2E95-47C3-44F9-88EC-D907B8748747}" type="slidenum">
              <a:rPr lang="zh-CN" altLang="en-US" smtClean="0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5661839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15">
            <a:extLst>
              <a:ext uri="{FF2B5EF4-FFF2-40B4-BE49-F238E27FC236}">
                <a16:creationId xmlns:a16="http://schemas.microsoft.com/office/drawing/2014/main" id="{48692038-E959-4F0A-BDF3-FA1FBFBD8BC6}"/>
              </a:ext>
            </a:extLst>
          </p:cNvPr>
          <p:cNvSpPr/>
          <p:nvPr/>
        </p:nvSpPr>
        <p:spPr>
          <a:xfrm>
            <a:off x="228600" y="171450"/>
            <a:ext cx="8696325" cy="4527550"/>
          </a:xfrm>
          <a:prstGeom prst="roundRect">
            <a:avLst>
              <a:gd name="adj" fmla="val 1272"/>
            </a:avLst>
          </a:prstGeom>
          <a:gradFill>
            <a:gsLst>
              <a:gs pos="0">
                <a:schemeClr val="accent1">
                  <a:lumMod val="75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8580" tIns="34290" rIns="68580" bIns="34290" anchor="ctr"/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defRPr/>
            </a:pPr>
            <a:endParaRPr lang="en-US" altLang="zh-CN" b="0">
              <a:solidFill>
                <a:srgbClr val="FFFFFF"/>
              </a:solidFill>
              <a:latin typeface="Candara" panose="020E0502030303020204" pitchFamily="34" charset="0"/>
            </a:endParaRPr>
          </a:p>
        </p:txBody>
      </p:sp>
      <p:grpSp>
        <p:nvGrpSpPr>
          <p:cNvPr id="5" name="Group 9">
            <a:extLst>
              <a:ext uri="{FF2B5EF4-FFF2-40B4-BE49-F238E27FC236}">
                <a16:creationId xmlns:a16="http://schemas.microsoft.com/office/drawing/2014/main" id="{C0BBFCB3-859A-4F2B-B6C0-93A35C9758E4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211138" y="4016375"/>
            <a:ext cx="8723312" cy="996950"/>
            <a:chOff x="-3905250" y="4294188"/>
            <a:chExt cx="13011150" cy="1892300"/>
          </a:xfrm>
        </p:grpSpPr>
        <p:sp>
          <p:nvSpPr>
            <p:cNvPr id="6" name="Freeform 14">
              <a:extLst>
                <a:ext uri="{FF2B5EF4-FFF2-40B4-BE49-F238E27FC236}">
                  <a16:creationId xmlns:a16="http://schemas.microsoft.com/office/drawing/2014/main" id="{E6725A6C-40ED-4077-A5AD-28FCE79A886D}"/>
                </a:ext>
              </a:extLst>
            </p:cNvPr>
            <p:cNvSpPr>
              <a:spLocks/>
            </p:cNvSpPr>
            <p:nvPr/>
          </p:nvSpPr>
          <p:spPr bwMode="hidden">
            <a:xfrm>
              <a:off x="4810681" y="4499087"/>
              <a:ext cx="4295219" cy="1018467"/>
            </a:xfrm>
            <a:custGeom>
              <a:avLst/>
              <a:gdLst>
                <a:gd name="T0" fmla="*/ 2147483646 w 2706"/>
                <a:gd name="T1" fmla="*/ 0 h 640"/>
                <a:gd name="T2" fmla="*/ 2147483646 w 2706"/>
                <a:gd name="T3" fmla="*/ 0 h 640"/>
                <a:gd name="T4" fmla="*/ 2147483646 w 2706"/>
                <a:gd name="T5" fmla="*/ 2147483646 h 640"/>
                <a:gd name="T6" fmla="*/ 2147483646 w 2706"/>
                <a:gd name="T7" fmla="*/ 2147483646 h 640"/>
                <a:gd name="T8" fmla="*/ 2147483646 w 2706"/>
                <a:gd name="T9" fmla="*/ 2147483646 h 640"/>
                <a:gd name="T10" fmla="*/ 2147483646 w 2706"/>
                <a:gd name="T11" fmla="*/ 2147483646 h 640"/>
                <a:gd name="T12" fmla="*/ 2147483646 w 2706"/>
                <a:gd name="T13" fmla="*/ 2147483646 h 640"/>
                <a:gd name="T14" fmla="*/ 2147483646 w 2706"/>
                <a:gd name="T15" fmla="*/ 2147483646 h 640"/>
                <a:gd name="T16" fmla="*/ 2147483646 w 2706"/>
                <a:gd name="T17" fmla="*/ 2147483646 h 640"/>
                <a:gd name="T18" fmla="*/ 2147483646 w 2706"/>
                <a:gd name="T19" fmla="*/ 2147483646 h 640"/>
                <a:gd name="T20" fmla="*/ 2147483646 w 2706"/>
                <a:gd name="T21" fmla="*/ 2147483646 h 640"/>
                <a:gd name="T22" fmla="*/ 2147483646 w 2706"/>
                <a:gd name="T23" fmla="*/ 2147483646 h 640"/>
                <a:gd name="T24" fmla="*/ 2147483646 w 2706"/>
                <a:gd name="T25" fmla="*/ 2147483646 h 640"/>
                <a:gd name="T26" fmla="*/ 2147483646 w 2706"/>
                <a:gd name="T27" fmla="*/ 2147483646 h 640"/>
                <a:gd name="T28" fmla="*/ 2147483646 w 2706"/>
                <a:gd name="T29" fmla="*/ 2147483646 h 640"/>
                <a:gd name="T30" fmla="*/ 2147483646 w 2706"/>
                <a:gd name="T31" fmla="*/ 2147483646 h 640"/>
                <a:gd name="T32" fmla="*/ 2147483646 w 2706"/>
                <a:gd name="T33" fmla="*/ 2147483646 h 640"/>
                <a:gd name="T34" fmla="*/ 2147483646 w 2706"/>
                <a:gd name="T35" fmla="*/ 2147483646 h 640"/>
                <a:gd name="T36" fmla="*/ 0 w 2706"/>
                <a:gd name="T37" fmla="*/ 2147483646 h 640"/>
                <a:gd name="T38" fmla="*/ 0 w 2706"/>
                <a:gd name="T39" fmla="*/ 2147483646 h 640"/>
                <a:gd name="T40" fmla="*/ 2147483646 w 2706"/>
                <a:gd name="T41" fmla="*/ 2147483646 h 640"/>
                <a:gd name="T42" fmla="*/ 2147483646 w 2706"/>
                <a:gd name="T43" fmla="*/ 2147483646 h 640"/>
                <a:gd name="T44" fmla="*/ 2147483646 w 2706"/>
                <a:gd name="T45" fmla="*/ 2147483646 h 640"/>
                <a:gd name="T46" fmla="*/ 2147483646 w 2706"/>
                <a:gd name="T47" fmla="*/ 2147483646 h 640"/>
                <a:gd name="T48" fmla="*/ 2147483646 w 2706"/>
                <a:gd name="T49" fmla="*/ 2147483646 h 640"/>
                <a:gd name="T50" fmla="*/ 2147483646 w 2706"/>
                <a:gd name="T51" fmla="*/ 2147483646 h 640"/>
                <a:gd name="T52" fmla="*/ 2147483646 w 2706"/>
                <a:gd name="T53" fmla="*/ 2147483646 h 640"/>
                <a:gd name="T54" fmla="*/ 2147483646 w 2706"/>
                <a:gd name="T55" fmla="*/ 2147483646 h 640"/>
                <a:gd name="T56" fmla="*/ 2147483646 w 2706"/>
                <a:gd name="T57" fmla="*/ 2147483646 h 640"/>
                <a:gd name="T58" fmla="*/ 2147483646 w 2706"/>
                <a:gd name="T59" fmla="*/ 2147483646 h 640"/>
                <a:gd name="T60" fmla="*/ 2147483646 w 2706"/>
                <a:gd name="T61" fmla="*/ 2147483646 h 640"/>
                <a:gd name="T62" fmla="*/ 2147483646 w 2706"/>
                <a:gd name="T63" fmla="*/ 2147483646 h 640"/>
                <a:gd name="T64" fmla="*/ 2147483646 w 2706"/>
                <a:gd name="T65" fmla="*/ 2147483646 h 640"/>
                <a:gd name="T66" fmla="*/ 2147483646 w 2706"/>
                <a:gd name="T67" fmla="*/ 2147483646 h 640"/>
                <a:gd name="T68" fmla="*/ 2147483646 w 2706"/>
                <a:gd name="T69" fmla="*/ 2147483646 h 640"/>
                <a:gd name="T70" fmla="*/ 2147483646 w 2706"/>
                <a:gd name="T71" fmla="*/ 2147483646 h 640"/>
                <a:gd name="T72" fmla="*/ 2147483646 w 2706"/>
                <a:gd name="T73" fmla="*/ 2147483646 h 640"/>
                <a:gd name="T74" fmla="*/ 2147483646 w 2706"/>
                <a:gd name="T75" fmla="*/ 2147483646 h 640"/>
                <a:gd name="T76" fmla="*/ 2147483646 w 2706"/>
                <a:gd name="T77" fmla="*/ 2147483646 h 640"/>
                <a:gd name="T78" fmla="*/ 2147483646 w 2706"/>
                <a:gd name="T79" fmla="*/ 2147483646 h 640"/>
                <a:gd name="T80" fmla="*/ 2147483646 w 2706"/>
                <a:gd name="T81" fmla="*/ 2147483646 h 640"/>
                <a:gd name="T82" fmla="*/ 2147483646 w 2706"/>
                <a:gd name="T83" fmla="*/ 2147483646 h 640"/>
                <a:gd name="T84" fmla="*/ 2147483646 w 2706"/>
                <a:gd name="T85" fmla="*/ 2147483646 h 640"/>
                <a:gd name="T86" fmla="*/ 2147483646 w 2706"/>
                <a:gd name="T87" fmla="*/ 2147483646 h 640"/>
                <a:gd name="T88" fmla="*/ 2147483646 w 2706"/>
                <a:gd name="T89" fmla="*/ 2147483646 h 640"/>
                <a:gd name="T90" fmla="*/ 2147483646 w 2706"/>
                <a:gd name="T91" fmla="*/ 2147483646 h 640"/>
                <a:gd name="T92" fmla="*/ 2147483646 w 2706"/>
                <a:gd name="T93" fmla="*/ 2147483646 h 640"/>
                <a:gd name="T94" fmla="*/ 2147483646 w 2706"/>
                <a:gd name="T95" fmla="*/ 2147483646 h 640"/>
                <a:gd name="T96" fmla="*/ 2147483646 w 2706"/>
                <a:gd name="T97" fmla="*/ 2147483646 h 640"/>
                <a:gd name="T98" fmla="*/ 2147483646 w 2706"/>
                <a:gd name="T99" fmla="*/ 2147483646 h 640"/>
                <a:gd name="T100" fmla="*/ 2147483646 w 2706"/>
                <a:gd name="T101" fmla="*/ 2147483646 h 640"/>
                <a:gd name="T102" fmla="*/ 2147483646 w 2706"/>
                <a:gd name="T103" fmla="*/ 2147483646 h 640"/>
                <a:gd name="T104" fmla="*/ 2147483646 w 2706"/>
                <a:gd name="T105" fmla="*/ 2147483646 h 640"/>
                <a:gd name="T106" fmla="*/ 2147483646 w 2706"/>
                <a:gd name="T107" fmla="*/ 0 h 640"/>
                <a:gd name="T108" fmla="*/ 2147483646 w 2706"/>
                <a:gd name="T109" fmla="*/ 0 h 640"/>
                <a:gd name="T110" fmla="*/ 2147483646 w 2706"/>
                <a:gd name="T111" fmla="*/ 0 h 640"/>
                <a:gd name="T112" fmla="*/ 2147483646 w 2706"/>
                <a:gd name="T113" fmla="*/ 0 h 640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</a:gdLst>
              <a:ahLst/>
              <a:cxnLst>
                <a:cxn ang="T114">
                  <a:pos x="T0" y="T1"/>
                </a:cxn>
                <a:cxn ang="T115">
                  <a:pos x="T2" y="T3"/>
                </a:cxn>
                <a:cxn ang="T116">
                  <a:pos x="T4" y="T5"/>
                </a:cxn>
                <a:cxn ang="T117">
                  <a:pos x="T6" y="T7"/>
                </a:cxn>
                <a:cxn ang="T118">
                  <a:pos x="T8" y="T9"/>
                </a:cxn>
                <a:cxn ang="T119">
                  <a:pos x="T10" y="T11"/>
                </a:cxn>
                <a:cxn ang="T120">
                  <a:pos x="T12" y="T13"/>
                </a:cxn>
                <a:cxn ang="T121">
                  <a:pos x="T14" y="T15"/>
                </a:cxn>
                <a:cxn ang="T122">
                  <a:pos x="T16" y="T17"/>
                </a:cxn>
                <a:cxn ang="T123">
                  <a:pos x="T18" y="T19"/>
                </a:cxn>
                <a:cxn ang="T124">
                  <a:pos x="T20" y="T21"/>
                </a:cxn>
                <a:cxn ang="T125">
                  <a:pos x="T22" y="T23"/>
                </a:cxn>
                <a:cxn ang="T126">
                  <a:pos x="T24" y="T25"/>
                </a:cxn>
                <a:cxn ang="T127">
                  <a:pos x="T26" y="T27"/>
                </a:cxn>
                <a:cxn ang="T128">
                  <a:pos x="T28" y="T29"/>
                </a:cxn>
                <a:cxn ang="T129">
                  <a:pos x="T30" y="T31"/>
                </a:cxn>
                <a:cxn ang="T130">
                  <a:pos x="T32" y="T33"/>
                </a:cxn>
                <a:cxn ang="T131">
                  <a:pos x="T34" y="T35"/>
                </a:cxn>
                <a:cxn ang="T132">
                  <a:pos x="T36" y="T37"/>
                </a:cxn>
                <a:cxn ang="T133">
                  <a:pos x="T38" y="T39"/>
                </a:cxn>
                <a:cxn ang="T134">
                  <a:pos x="T40" y="T41"/>
                </a:cxn>
                <a:cxn ang="T135">
                  <a:pos x="T42" y="T43"/>
                </a:cxn>
                <a:cxn ang="T136">
                  <a:pos x="T44" y="T45"/>
                </a:cxn>
                <a:cxn ang="T137">
                  <a:pos x="T46" y="T47"/>
                </a:cxn>
                <a:cxn ang="T138">
                  <a:pos x="T48" y="T49"/>
                </a:cxn>
                <a:cxn ang="T139">
                  <a:pos x="T50" y="T51"/>
                </a:cxn>
                <a:cxn ang="T140">
                  <a:pos x="T52" y="T53"/>
                </a:cxn>
                <a:cxn ang="T141">
                  <a:pos x="T54" y="T55"/>
                </a:cxn>
                <a:cxn ang="T142">
                  <a:pos x="T56" y="T57"/>
                </a:cxn>
                <a:cxn ang="T143">
                  <a:pos x="T58" y="T59"/>
                </a:cxn>
                <a:cxn ang="T144">
                  <a:pos x="T60" y="T61"/>
                </a:cxn>
                <a:cxn ang="T145">
                  <a:pos x="T62" y="T63"/>
                </a:cxn>
                <a:cxn ang="T146">
                  <a:pos x="T64" y="T65"/>
                </a:cxn>
                <a:cxn ang="T147">
                  <a:pos x="T66" y="T67"/>
                </a:cxn>
                <a:cxn ang="T148">
                  <a:pos x="T68" y="T69"/>
                </a:cxn>
                <a:cxn ang="T149">
                  <a:pos x="T70" y="T71"/>
                </a:cxn>
                <a:cxn ang="T150">
                  <a:pos x="T72" y="T73"/>
                </a:cxn>
                <a:cxn ang="T151">
                  <a:pos x="T74" y="T75"/>
                </a:cxn>
                <a:cxn ang="T152">
                  <a:pos x="T76" y="T77"/>
                </a:cxn>
                <a:cxn ang="T153">
                  <a:pos x="T78" y="T79"/>
                </a:cxn>
                <a:cxn ang="T154">
                  <a:pos x="T80" y="T81"/>
                </a:cxn>
                <a:cxn ang="T155">
                  <a:pos x="T82" y="T83"/>
                </a:cxn>
                <a:cxn ang="T156">
                  <a:pos x="T84" y="T85"/>
                </a:cxn>
                <a:cxn ang="T157">
                  <a:pos x="T86" y="T87"/>
                </a:cxn>
                <a:cxn ang="T158">
                  <a:pos x="T88" y="T89"/>
                </a:cxn>
                <a:cxn ang="T159">
                  <a:pos x="T90" y="T91"/>
                </a:cxn>
                <a:cxn ang="T160">
                  <a:pos x="T92" y="T93"/>
                </a:cxn>
                <a:cxn ang="T161">
                  <a:pos x="T94" y="T95"/>
                </a:cxn>
                <a:cxn ang="T162">
                  <a:pos x="T96" y="T97"/>
                </a:cxn>
                <a:cxn ang="T163">
                  <a:pos x="T98" y="T99"/>
                </a:cxn>
                <a:cxn ang="T164">
                  <a:pos x="T100" y="T101"/>
                </a:cxn>
                <a:cxn ang="T165">
                  <a:pos x="T102" y="T103"/>
                </a:cxn>
                <a:cxn ang="T166">
                  <a:pos x="T104" y="T105"/>
                </a:cxn>
                <a:cxn ang="T167">
                  <a:pos x="T106" y="T107"/>
                </a:cxn>
                <a:cxn ang="T168">
                  <a:pos x="T108" y="T109"/>
                </a:cxn>
                <a:cxn ang="T169">
                  <a:pos x="T110" y="T111"/>
                </a:cxn>
                <a:cxn ang="T170">
                  <a:pos x="T112" y="T113"/>
                </a:cxn>
              </a:cxnLst>
              <a:rect l="0" t="0" r="r" b="b"/>
              <a:pathLst>
                <a:path w="2706" h="640">
                  <a:moveTo>
                    <a:pt x="2700" y="0"/>
                  </a:moveTo>
                  <a:lnTo>
                    <a:pt x="2700" y="0"/>
                  </a:lnTo>
                  <a:lnTo>
                    <a:pt x="2586" y="18"/>
                  </a:lnTo>
                  <a:lnTo>
                    <a:pt x="2470" y="38"/>
                  </a:lnTo>
                  <a:lnTo>
                    <a:pt x="2352" y="60"/>
                  </a:lnTo>
                  <a:lnTo>
                    <a:pt x="2230" y="82"/>
                  </a:lnTo>
                  <a:lnTo>
                    <a:pt x="2106" y="108"/>
                  </a:lnTo>
                  <a:lnTo>
                    <a:pt x="1978" y="134"/>
                  </a:lnTo>
                  <a:lnTo>
                    <a:pt x="1848" y="164"/>
                  </a:lnTo>
                  <a:lnTo>
                    <a:pt x="1714" y="194"/>
                  </a:lnTo>
                  <a:lnTo>
                    <a:pt x="1472" y="252"/>
                  </a:lnTo>
                  <a:lnTo>
                    <a:pt x="1236" y="304"/>
                  </a:lnTo>
                  <a:lnTo>
                    <a:pt x="1010" y="352"/>
                  </a:lnTo>
                  <a:lnTo>
                    <a:pt x="792" y="398"/>
                  </a:lnTo>
                  <a:lnTo>
                    <a:pt x="584" y="438"/>
                  </a:lnTo>
                  <a:lnTo>
                    <a:pt x="382" y="474"/>
                  </a:lnTo>
                  <a:lnTo>
                    <a:pt x="188" y="508"/>
                  </a:lnTo>
                  <a:lnTo>
                    <a:pt x="0" y="538"/>
                  </a:lnTo>
                  <a:lnTo>
                    <a:pt x="130" y="556"/>
                  </a:lnTo>
                  <a:lnTo>
                    <a:pt x="254" y="572"/>
                  </a:lnTo>
                  <a:lnTo>
                    <a:pt x="374" y="586"/>
                  </a:lnTo>
                  <a:lnTo>
                    <a:pt x="492" y="598"/>
                  </a:lnTo>
                  <a:lnTo>
                    <a:pt x="606" y="610"/>
                  </a:lnTo>
                  <a:lnTo>
                    <a:pt x="716" y="618"/>
                  </a:lnTo>
                  <a:lnTo>
                    <a:pt x="822" y="626"/>
                  </a:lnTo>
                  <a:lnTo>
                    <a:pt x="926" y="632"/>
                  </a:lnTo>
                  <a:lnTo>
                    <a:pt x="1028" y="636"/>
                  </a:lnTo>
                  <a:lnTo>
                    <a:pt x="1126" y="638"/>
                  </a:lnTo>
                  <a:lnTo>
                    <a:pt x="1220" y="640"/>
                  </a:lnTo>
                  <a:lnTo>
                    <a:pt x="1312" y="640"/>
                  </a:lnTo>
                  <a:lnTo>
                    <a:pt x="1402" y="638"/>
                  </a:lnTo>
                  <a:lnTo>
                    <a:pt x="1490" y="636"/>
                  </a:lnTo>
                  <a:lnTo>
                    <a:pt x="1574" y="632"/>
                  </a:lnTo>
                  <a:lnTo>
                    <a:pt x="1656" y="626"/>
                  </a:lnTo>
                  <a:lnTo>
                    <a:pt x="1734" y="620"/>
                  </a:lnTo>
                  <a:lnTo>
                    <a:pt x="1812" y="612"/>
                  </a:lnTo>
                  <a:lnTo>
                    <a:pt x="1886" y="602"/>
                  </a:lnTo>
                  <a:lnTo>
                    <a:pt x="1960" y="592"/>
                  </a:lnTo>
                  <a:lnTo>
                    <a:pt x="2030" y="580"/>
                  </a:lnTo>
                  <a:lnTo>
                    <a:pt x="2100" y="568"/>
                  </a:lnTo>
                  <a:lnTo>
                    <a:pt x="2166" y="554"/>
                  </a:lnTo>
                  <a:lnTo>
                    <a:pt x="2232" y="540"/>
                  </a:lnTo>
                  <a:lnTo>
                    <a:pt x="2296" y="524"/>
                  </a:lnTo>
                  <a:lnTo>
                    <a:pt x="2358" y="508"/>
                  </a:lnTo>
                  <a:lnTo>
                    <a:pt x="2418" y="490"/>
                  </a:lnTo>
                  <a:lnTo>
                    <a:pt x="2478" y="472"/>
                  </a:lnTo>
                  <a:lnTo>
                    <a:pt x="2592" y="432"/>
                  </a:lnTo>
                  <a:lnTo>
                    <a:pt x="2702" y="390"/>
                  </a:lnTo>
                  <a:lnTo>
                    <a:pt x="2706" y="388"/>
                  </a:lnTo>
                  <a:lnTo>
                    <a:pt x="2706" y="0"/>
                  </a:lnTo>
                  <a:lnTo>
                    <a:pt x="2700" y="0"/>
                  </a:lnTo>
                  <a:close/>
                </a:path>
              </a:pathLst>
            </a:custGeom>
            <a:solidFill>
              <a:schemeClr val="bg2">
                <a:alpha val="29019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7" name="Freeform 18">
              <a:extLst>
                <a:ext uri="{FF2B5EF4-FFF2-40B4-BE49-F238E27FC236}">
                  <a16:creationId xmlns:a16="http://schemas.microsoft.com/office/drawing/2014/main" id="{22BC6744-AAEF-430E-AACA-694B1F157937}"/>
                </a:ext>
              </a:extLst>
            </p:cNvPr>
            <p:cNvSpPr>
              <a:spLocks/>
            </p:cNvSpPr>
            <p:nvPr/>
          </p:nvSpPr>
          <p:spPr bwMode="hidden">
            <a:xfrm>
              <a:off x="-308538" y="4318294"/>
              <a:ext cx="8280254" cy="1208301"/>
            </a:xfrm>
            <a:custGeom>
              <a:avLst/>
              <a:gdLst>
                <a:gd name="T0" fmla="*/ 2147483646 w 5216"/>
                <a:gd name="T1" fmla="*/ 2147483646 h 762"/>
                <a:gd name="T2" fmla="*/ 2147483646 w 5216"/>
                <a:gd name="T3" fmla="*/ 2147483646 h 762"/>
                <a:gd name="T4" fmla="*/ 2147483646 w 5216"/>
                <a:gd name="T5" fmla="*/ 2147483646 h 762"/>
                <a:gd name="T6" fmla="*/ 2147483646 w 5216"/>
                <a:gd name="T7" fmla="*/ 2147483646 h 762"/>
                <a:gd name="T8" fmla="*/ 2147483646 w 5216"/>
                <a:gd name="T9" fmla="*/ 2147483646 h 762"/>
                <a:gd name="T10" fmla="*/ 2147483646 w 5216"/>
                <a:gd name="T11" fmla="*/ 2147483646 h 762"/>
                <a:gd name="T12" fmla="*/ 2147483646 w 5216"/>
                <a:gd name="T13" fmla="*/ 2147483646 h 762"/>
                <a:gd name="T14" fmla="*/ 2147483646 w 5216"/>
                <a:gd name="T15" fmla="*/ 2147483646 h 762"/>
                <a:gd name="T16" fmla="*/ 2147483646 w 5216"/>
                <a:gd name="T17" fmla="*/ 2147483646 h 762"/>
                <a:gd name="T18" fmla="*/ 2147483646 w 5216"/>
                <a:gd name="T19" fmla="*/ 2147483646 h 762"/>
                <a:gd name="T20" fmla="*/ 2147483646 w 5216"/>
                <a:gd name="T21" fmla="*/ 2147483646 h 762"/>
                <a:gd name="T22" fmla="*/ 2147483646 w 5216"/>
                <a:gd name="T23" fmla="*/ 2147483646 h 762"/>
                <a:gd name="T24" fmla="*/ 2147483646 w 5216"/>
                <a:gd name="T25" fmla="*/ 2147483646 h 762"/>
                <a:gd name="T26" fmla="*/ 2147483646 w 5216"/>
                <a:gd name="T27" fmla="*/ 0 h 762"/>
                <a:gd name="T28" fmla="*/ 2147483646 w 5216"/>
                <a:gd name="T29" fmla="*/ 2147483646 h 762"/>
                <a:gd name="T30" fmla="*/ 2147483646 w 5216"/>
                <a:gd name="T31" fmla="*/ 2147483646 h 762"/>
                <a:gd name="T32" fmla="*/ 0 w 5216"/>
                <a:gd name="T33" fmla="*/ 2147483646 h 762"/>
                <a:gd name="T34" fmla="*/ 2147483646 w 5216"/>
                <a:gd name="T35" fmla="*/ 2147483646 h 762"/>
                <a:gd name="T36" fmla="*/ 2147483646 w 5216"/>
                <a:gd name="T37" fmla="*/ 2147483646 h 762"/>
                <a:gd name="T38" fmla="*/ 2147483646 w 5216"/>
                <a:gd name="T39" fmla="*/ 2147483646 h 762"/>
                <a:gd name="T40" fmla="*/ 2147483646 w 5216"/>
                <a:gd name="T41" fmla="*/ 2147483646 h 762"/>
                <a:gd name="T42" fmla="*/ 2147483646 w 5216"/>
                <a:gd name="T43" fmla="*/ 2147483646 h 762"/>
                <a:gd name="T44" fmla="*/ 2147483646 w 5216"/>
                <a:gd name="T45" fmla="*/ 2147483646 h 762"/>
                <a:gd name="T46" fmla="*/ 2147483646 w 5216"/>
                <a:gd name="T47" fmla="*/ 2147483646 h 762"/>
                <a:gd name="T48" fmla="*/ 2147483646 w 5216"/>
                <a:gd name="T49" fmla="*/ 2147483646 h 762"/>
                <a:gd name="T50" fmla="*/ 2147483646 w 5216"/>
                <a:gd name="T51" fmla="*/ 2147483646 h 762"/>
                <a:gd name="T52" fmla="*/ 2147483646 w 5216"/>
                <a:gd name="T53" fmla="*/ 2147483646 h 762"/>
                <a:gd name="T54" fmla="*/ 2147483646 w 5216"/>
                <a:gd name="T55" fmla="*/ 2147483646 h 762"/>
                <a:gd name="T56" fmla="*/ 2147483646 w 5216"/>
                <a:gd name="T57" fmla="*/ 2147483646 h 762"/>
                <a:gd name="T58" fmla="*/ 2147483646 w 5216"/>
                <a:gd name="T59" fmla="*/ 2147483646 h 762"/>
                <a:gd name="T60" fmla="*/ 2147483646 w 5216"/>
                <a:gd name="T61" fmla="*/ 2147483646 h 762"/>
                <a:gd name="T62" fmla="*/ 2147483646 w 5216"/>
                <a:gd name="T63" fmla="*/ 2147483646 h 762"/>
                <a:gd name="T64" fmla="*/ 2147483646 w 5216"/>
                <a:gd name="T65" fmla="*/ 2147483646 h 762"/>
                <a:gd name="T66" fmla="*/ 2147483646 w 5216"/>
                <a:gd name="T67" fmla="*/ 2147483646 h 762"/>
                <a:gd name="T68" fmla="*/ 2147483646 w 5216"/>
                <a:gd name="T69" fmla="*/ 2147483646 h 762"/>
                <a:gd name="T70" fmla="*/ 2147483646 w 5216"/>
                <a:gd name="T71" fmla="*/ 2147483646 h 762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</a:gdLst>
              <a:ahLst/>
              <a:cxnLst>
                <a:cxn ang="T72">
                  <a:pos x="T0" y="T1"/>
                </a:cxn>
                <a:cxn ang="T73">
                  <a:pos x="T2" y="T3"/>
                </a:cxn>
                <a:cxn ang="T74">
                  <a:pos x="T4" y="T5"/>
                </a:cxn>
                <a:cxn ang="T75">
                  <a:pos x="T6" y="T7"/>
                </a:cxn>
                <a:cxn ang="T76">
                  <a:pos x="T8" y="T9"/>
                </a:cxn>
                <a:cxn ang="T77">
                  <a:pos x="T10" y="T11"/>
                </a:cxn>
                <a:cxn ang="T78">
                  <a:pos x="T12" y="T13"/>
                </a:cxn>
                <a:cxn ang="T79">
                  <a:pos x="T14" y="T15"/>
                </a:cxn>
                <a:cxn ang="T80">
                  <a:pos x="T16" y="T17"/>
                </a:cxn>
                <a:cxn ang="T81">
                  <a:pos x="T18" y="T19"/>
                </a:cxn>
                <a:cxn ang="T82">
                  <a:pos x="T20" y="T21"/>
                </a:cxn>
                <a:cxn ang="T83">
                  <a:pos x="T22" y="T23"/>
                </a:cxn>
                <a:cxn ang="T84">
                  <a:pos x="T24" y="T25"/>
                </a:cxn>
                <a:cxn ang="T85">
                  <a:pos x="T26" y="T27"/>
                </a:cxn>
                <a:cxn ang="T86">
                  <a:pos x="T28" y="T29"/>
                </a:cxn>
                <a:cxn ang="T87">
                  <a:pos x="T30" y="T31"/>
                </a:cxn>
                <a:cxn ang="T88">
                  <a:pos x="T32" y="T33"/>
                </a:cxn>
                <a:cxn ang="T89">
                  <a:pos x="T34" y="T35"/>
                </a:cxn>
                <a:cxn ang="T90">
                  <a:pos x="T36" y="T37"/>
                </a:cxn>
                <a:cxn ang="T91">
                  <a:pos x="T38" y="T39"/>
                </a:cxn>
                <a:cxn ang="T92">
                  <a:pos x="T40" y="T41"/>
                </a:cxn>
                <a:cxn ang="T93">
                  <a:pos x="T42" y="T43"/>
                </a:cxn>
                <a:cxn ang="T94">
                  <a:pos x="T44" y="T45"/>
                </a:cxn>
                <a:cxn ang="T95">
                  <a:pos x="T46" y="T47"/>
                </a:cxn>
                <a:cxn ang="T96">
                  <a:pos x="T48" y="T49"/>
                </a:cxn>
                <a:cxn ang="T97">
                  <a:pos x="T50" y="T51"/>
                </a:cxn>
                <a:cxn ang="T98">
                  <a:pos x="T52" y="T53"/>
                </a:cxn>
                <a:cxn ang="T99">
                  <a:pos x="T54" y="T55"/>
                </a:cxn>
                <a:cxn ang="T100">
                  <a:pos x="T56" y="T57"/>
                </a:cxn>
                <a:cxn ang="T101">
                  <a:pos x="T58" y="T59"/>
                </a:cxn>
                <a:cxn ang="T102">
                  <a:pos x="T60" y="T61"/>
                </a:cxn>
                <a:cxn ang="T103">
                  <a:pos x="T62" y="T63"/>
                </a:cxn>
                <a:cxn ang="T104">
                  <a:pos x="T64" y="T65"/>
                </a:cxn>
                <a:cxn ang="T105">
                  <a:pos x="T66" y="T67"/>
                </a:cxn>
                <a:cxn ang="T106">
                  <a:pos x="T68" y="T69"/>
                </a:cxn>
                <a:cxn ang="T107">
                  <a:pos x="T70" y="T71"/>
                </a:cxn>
              </a:cxnLst>
              <a:rect l="0" t="0" r="r" b="b"/>
              <a:pathLst>
                <a:path w="5216" h="762">
                  <a:moveTo>
                    <a:pt x="5216" y="714"/>
                  </a:moveTo>
                  <a:lnTo>
                    <a:pt x="5216" y="714"/>
                  </a:lnTo>
                  <a:lnTo>
                    <a:pt x="5102" y="700"/>
                  </a:lnTo>
                  <a:lnTo>
                    <a:pt x="4984" y="686"/>
                  </a:lnTo>
                  <a:lnTo>
                    <a:pt x="4738" y="652"/>
                  </a:lnTo>
                  <a:lnTo>
                    <a:pt x="4478" y="610"/>
                  </a:lnTo>
                  <a:lnTo>
                    <a:pt x="4204" y="564"/>
                  </a:lnTo>
                  <a:lnTo>
                    <a:pt x="3914" y="508"/>
                  </a:lnTo>
                  <a:lnTo>
                    <a:pt x="3608" y="446"/>
                  </a:lnTo>
                  <a:lnTo>
                    <a:pt x="3286" y="374"/>
                  </a:lnTo>
                  <a:lnTo>
                    <a:pt x="2946" y="296"/>
                  </a:lnTo>
                  <a:lnTo>
                    <a:pt x="2812" y="266"/>
                  </a:lnTo>
                  <a:lnTo>
                    <a:pt x="2682" y="236"/>
                  </a:lnTo>
                  <a:lnTo>
                    <a:pt x="2556" y="210"/>
                  </a:lnTo>
                  <a:lnTo>
                    <a:pt x="2430" y="184"/>
                  </a:lnTo>
                  <a:lnTo>
                    <a:pt x="2308" y="162"/>
                  </a:lnTo>
                  <a:lnTo>
                    <a:pt x="2190" y="140"/>
                  </a:lnTo>
                  <a:lnTo>
                    <a:pt x="2074" y="120"/>
                  </a:lnTo>
                  <a:lnTo>
                    <a:pt x="1960" y="102"/>
                  </a:lnTo>
                  <a:lnTo>
                    <a:pt x="1850" y="86"/>
                  </a:lnTo>
                  <a:lnTo>
                    <a:pt x="1740" y="72"/>
                  </a:lnTo>
                  <a:lnTo>
                    <a:pt x="1532" y="46"/>
                  </a:lnTo>
                  <a:lnTo>
                    <a:pt x="1334" y="28"/>
                  </a:lnTo>
                  <a:lnTo>
                    <a:pt x="1148" y="14"/>
                  </a:lnTo>
                  <a:lnTo>
                    <a:pt x="970" y="4"/>
                  </a:lnTo>
                  <a:lnTo>
                    <a:pt x="802" y="0"/>
                  </a:lnTo>
                  <a:lnTo>
                    <a:pt x="644" y="0"/>
                  </a:lnTo>
                  <a:lnTo>
                    <a:pt x="496" y="4"/>
                  </a:lnTo>
                  <a:lnTo>
                    <a:pt x="358" y="10"/>
                  </a:lnTo>
                  <a:lnTo>
                    <a:pt x="230" y="20"/>
                  </a:lnTo>
                  <a:lnTo>
                    <a:pt x="110" y="32"/>
                  </a:lnTo>
                  <a:lnTo>
                    <a:pt x="0" y="48"/>
                  </a:lnTo>
                  <a:lnTo>
                    <a:pt x="154" y="66"/>
                  </a:lnTo>
                  <a:lnTo>
                    <a:pt x="314" y="86"/>
                  </a:lnTo>
                  <a:lnTo>
                    <a:pt x="480" y="112"/>
                  </a:lnTo>
                  <a:lnTo>
                    <a:pt x="652" y="140"/>
                  </a:lnTo>
                  <a:lnTo>
                    <a:pt x="830" y="174"/>
                  </a:lnTo>
                  <a:lnTo>
                    <a:pt x="1014" y="210"/>
                  </a:lnTo>
                  <a:lnTo>
                    <a:pt x="1206" y="250"/>
                  </a:lnTo>
                  <a:lnTo>
                    <a:pt x="1402" y="296"/>
                  </a:lnTo>
                  <a:lnTo>
                    <a:pt x="1756" y="378"/>
                  </a:lnTo>
                  <a:lnTo>
                    <a:pt x="2092" y="450"/>
                  </a:lnTo>
                  <a:lnTo>
                    <a:pt x="2408" y="516"/>
                  </a:lnTo>
                  <a:lnTo>
                    <a:pt x="2562" y="544"/>
                  </a:lnTo>
                  <a:lnTo>
                    <a:pt x="2708" y="572"/>
                  </a:lnTo>
                  <a:lnTo>
                    <a:pt x="2852" y="598"/>
                  </a:lnTo>
                  <a:lnTo>
                    <a:pt x="2992" y="620"/>
                  </a:lnTo>
                  <a:lnTo>
                    <a:pt x="3128" y="642"/>
                  </a:lnTo>
                  <a:lnTo>
                    <a:pt x="3260" y="662"/>
                  </a:lnTo>
                  <a:lnTo>
                    <a:pt x="3388" y="678"/>
                  </a:lnTo>
                  <a:lnTo>
                    <a:pt x="3512" y="694"/>
                  </a:lnTo>
                  <a:lnTo>
                    <a:pt x="3632" y="708"/>
                  </a:lnTo>
                  <a:lnTo>
                    <a:pt x="3750" y="722"/>
                  </a:lnTo>
                  <a:lnTo>
                    <a:pt x="3864" y="732"/>
                  </a:lnTo>
                  <a:lnTo>
                    <a:pt x="3974" y="740"/>
                  </a:lnTo>
                  <a:lnTo>
                    <a:pt x="4080" y="748"/>
                  </a:lnTo>
                  <a:lnTo>
                    <a:pt x="4184" y="754"/>
                  </a:lnTo>
                  <a:lnTo>
                    <a:pt x="4286" y="758"/>
                  </a:lnTo>
                  <a:lnTo>
                    <a:pt x="4384" y="762"/>
                  </a:lnTo>
                  <a:lnTo>
                    <a:pt x="4478" y="762"/>
                  </a:lnTo>
                  <a:lnTo>
                    <a:pt x="4570" y="762"/>
                  </a:lnTo>
                  <a:lnTo>
                    <a:pt x="4660" y="760"/>
                  </a:lnTo>
                  <a:lnTo>
                    <a:pt x="4746" y="758"/>
                  </a:lnTo>
                  <a:lnTo>
                    <a:pt x="4830" y="754"/>
                  </a:lnTo>
                  <a:lnTo>
                    <a:pt x="4912" y="748"/>
                  </a:lnTo>
                  <a:lnTo>
                    <a:pt x="4992" y="740"/>
                  </a:lnTo>
                  <a:lnTo>
                    <a:pt x="5068" y="732"/>
                  </a:lnTo>
                  <a:lnTo>
                    <a:pt x="5144" y="724"/>
                  </a:lnTo>
                  <a:lnTo>
                    <a:pt x="5216" y="714"/>
                  </a:lnTo>
                  <a:close/>
                </a:path>
              </a:pathLst>
            </a:custGeom>
            <a:solidFill>
              <a:schemeClr val="bg2">
                <a:alpha val="39999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8" name="Freeform 22">
              <a:extLst>
                <a:ext uri="{FF2B5EF4-FFF2-40B4-BE49-F238E27FC236}">
                  <a16:creationId xmlns:a16="http://schemas.microsoft.com/office/drawing/2014/main" id="{A1EBF6D5-B55D-42AE-B627-4A0CEB1E4DAF}"/>
                </a:ext>
              </a:extLst>
            </p:cNvPr>
            <p:cNvSpPr>
              <a:spLocks/>
            </p:cNvSpPr>
            <p:nvPr/>
          </p:nvSpPr>
          <p:spPr bwMode="hidden">
            <a:xfrm>
              <a:off x="4014" y="4336373"/>
              <a:ext cx="8164231" cy="1099825"/>
            </a:xfrm>
            <a:custGeom>
              <a:avLst/>
              <a:gdLst>
                <a:gd name="T0" fmla="*/ 0 w 5144"/>
                <a:gd name="T1" fmla="*/ 2147483646 h 694"/>
                <a:gd name="T2" fmla="*/ 0 w 5144"/>
                <a:gd name="T3" fmla="*/ 2147483646 h 694"/>
                <a:gd name="T4" fmla="*/ 2147483646 w 5144"/>
                <a:gd name="T5" fmla="*/ 2147483646 h 694"/>
                <a:gd name="T6" fmla="*/ 2147483646 w 5144"/>
                <a:gd name="T7" fmla="*/ 2147483646 h 694"/>
                <a:gd name="T8" fmla="*/ 2147483646 w 5144"/>
                <a:gd name="T9" fmla="*/ 2147483646 h 694"/>
                <a:gd name="T10" fmla="*/ 2147483646 w 5144"/>
                <a:gd name="T11" fmla="*/ 2147483646 h 694"/>
                <a:gd name="T12" fmla="*/ 2147483646 w 5144"/>
                <a:gd name="T13" fmla="*/ 2147483646 h 694"/>
                <a:gd name="T14" fmla="*/ 2147483646 w 5144"/>
                <a:gd name="T15" fmla="*/ 2147483646 h 694"/>
                <a:gd name="T16" fmla="*/ 2147483646 w 5144"/>
                <a:gd name="T17" fmla="*/ 2147483646 h 694"/>
                <a:gd name="T18" fmla="*/ 2147483646 w 5144"/>
                <a:gd name="T19" fmla="*/ 2147483646 h 694"/>
                <a:gd name="T20" fmla="*/ 2147483646 w 5144"/>
                <a:gd name="T21" fmla="*/ 2147483646 h 694"/>
                <a:gd name="T22" fmla="*/ 2147483646 w 5144"/>
                <a:gd name="T23" fmla="*/ 2147483646 h 694"/>
                <a:gd name="T24" fmla="*/ 2147483646 w 5144"/>
                <a:gd name="T25" fmla="*/ 0 h 694"/>
                <a:gd name="T26" fmla="*/ 2147483646 w 5144"/>
                <a:gd name="T27" fmla="*/ 2147483646 h 694"/>
                <a:gd name="T28" fmla="*/ 2147483646 w 5144"/>
                <a:gd name="T29" fmla="*/ 2147483646 h 694"/>
                <a:gd name="T30" fmla="*/ 2147483646 w 5144"/>
                <a:gd name="T31" fmla="*/ 2147483646 h 694"/>
                <a:gd name="T32" fmla="*/ 2147483646 w 5144"/>
                <a:gd name="T33" fmla="*/ 2147483646 h 694"/>
                <a:gd name="T34" fmla="*/ 2147483646 w 5144"/>
                <a:gd name="T35" fmla="*/ 2147483646 h 694"/>
                <a:gd name="T36" fmla="*/ 2147483646 w 5144"/>
                <a:gd name="T37" fmla="*/ 2147483646 h 694"/>
                <a:gd name="T38" fmla="*/ 2147483646 w 5144"/>
                <a:gd name="T39" fmla="*/ 2147483646 h 694"/>
                <a:gd name="T40" fmla="*/ 2147483646 w 5144"/>
                <a:gd name="T41" fmla="*/ 2147483646 h 694"/>
                <a:gd name="T42" fmla="*/ 2147483646 w 5144"/>
                <a:gd name="T43" fmla="*/ 2147483646 h 694"/>
                <a:gd name="T44" fmla="*/ 2147483646 w 5144"/>
                <a:gd name="T45" fmla="*/ 2147483646 h 694"/>
                <a:gd name="T46" fmla="*/ 2147483646 w 5144"/>
                <a:gd name="T47" fmla="*/ 2147483646 h 694"/>
                <a:gd name="T48" fmla="*/ 2147483646 w 5144"/>
                <a:gd name="T49" fmla="*/ 2147483646 h 694"/>
                <a:gd name="T50" fmla="*/ 2147483646 w 5144"/>
                <a:gd name="T51" fmla="*/ 2147483646 h 694"/>
                <a:gd name="T52" fmla="*/ 2147483646 w 5144"/>
                <a:gd name="T53" fmla="*/ 2147483646 h 694"/>
                <a:gd name="T54" fmla="*/ 2147483646 w 5144"/>
                <a:gd name="T55" fmla="*/ 2147483646 h 694"/>
                <a:gd name="T56" fmla="*/ 2147483646 w 5144"/>
                <a:gd name="T57" fmla="*/ 2147483646 h 694"/>
                <a:gd name="T58" fmla="*/ 2147483646 w 5144"/>
                <a:gd name="T59" fmla="*/ 2147483646 h 694"/>
                <a:gd name="T60" fmla="*/ 2147483646 w 5144"/>
                <a:gd name="T61" fmla="*/ 2147483646 h 694"/>
                <a:gd name="T62" fmla="*/ 0 60000 65536"/>
                <a:gd name="T63" fmla="*/ 0 60000 65536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</a:gdLst>
              <a:ahLst/>
              <a:cxnLst>
                <a:cxn ang="T62">
                  <a:pos x="T0" y="T1"/>
                </a:cxn>
                <a:cxn ang="T63">
                  <a:pos x="T2" y="T3"/>
                </a:cxn>
                <a:cxn ang="T64">
                  <a:pos x="T4" y="T5"/>
                </a:cxn>
                <a:cxn ang="T65">
                  <a:pos x="T6" y="T7"/>
                </a:cxn>
                <a:cxn ang="T66">
                  <a:pos x="T8" y="T9"/>
                </a:cxn>
                <a:cxn ang="T67">
                  <a:pos x="T10" y="T11"/>
                </a:cxn>
                <a:cxn ang="T68">
                  <a:pos x="T12" y="T13"/>
                </a:cxn>
                <a:cxn ang="T69">
                  <a:pos x="T14" y="T15"/>
                </a:cxn>
                <a:cxn ang="T70">
                  <a:pos x="T16" y="T17"/>
                </a:cxn>
                <a:cxn ang="T71">
                  <a:pos x="T18" y="T19"/>
                </a:cxn>
                <a:cxn ang="T72">
                  <a:pos x="T20" y="T21"/>
                </a:cxn>
                <a:cxn ang="T73">
                  <a:pos x="T22" y="T23"/>
                </a:cxn>
                <a:cxn ang="T74">
                  <a:pos x="T24" y="T25"/>
                </a:cxn>
                <a:cxn ang="T75">
                  <a:pos x="T26" y="T27"/>
                </a:cxn>
                <a:cxn ang="T76">
                  <a:pos x="T28" y="T29"/>
                </a:cxn>
                <a:cxn ang="T77">
                  <a:pos x="T30" y="T31"/>
                </a:cxn>
                <a:cxn ang="T78">
                  <a:pos x="T32" y="T33"/>
                </a:cxn>
                <a:cxn ang="T79">
                  <a:pos x="T34" y="T35"/>
                </a:cxn>
                <a:cxn ang="T80">
                  <a:pos x="T36" y="T37"/>
                </a:cxn>
                <a:cxn ang="T81">
                  <a:pos x="T38" y="T39"/>
                </a:cxn>
                <a:cxn ang="T82">
                  <a:pos x="T40" y="T41"/>
                </a:cxn>
                <a:cxn ang="T83">
                  <a:pos x="T42" y="T43"/>
                </a:cxn>
                <a:cxn ang="T84">
                  <a:pos x="T44" y="T45"/>
                </a:cxn>
                <a:cxn ang="T85">
                  <a:pos x="T46" y="T47"/>
                </a:cxn>
                <a:cxn ang="T86">
                  <a:pos x="T48" y="T49"/>
                </a:cxn>
                <a:cxn ang="T87">
                  <a:pos x="T50" y="T51"/>
                </a:cxn>
                <a:cxn ang="T88">
                  <a:pos x="T52" y="T53"/>
                </a:cxn>
                <a:cxn ang="T89">
                  <a:pos x="T54" y="T55"/>
                </a:cxn>
                <a:cxn ang="T90">
                  <a:pos x="T56" y="T57"/>
                </a:cxn>
                <a:cxn ang="T91">
                  <a:pos x="T58" y="T59"/>
                </a:cxn>
                <a:cxn ang="T92">
                  <a:pos x="T60" y="T61"/>
                </a:cxn>
              </a:cxnLst>
              <a:rect l="0" t="0" r="r" b="b"/>
              <a:pathLst>
                <a:path w="5144" h="694">
                  <a:moveTo>
                    <a:pt x="0" y="70"/>
                  </a:moveTo>
                  <a:lnTo>
                    <a:pt x="0" y="70"/>
                  </a:lnTo>
                  <a:lnTo>
                    <a:pt x="18" y="66"/>
                  </a:lnTo>
                  <a:lnTo>
                    <a:pt x="72" y="56"/>
                  </a:lnTo>
                  <a:lnTo>
                    <a:pt x="164" y="42"/>
                  </a:lnTo>
                  <a:lnTo>
                    <a:pt x="224" y="34"/>
                  </a:lnTo>
                  <a:lnTo>
                    <a:pt x="294" y="26"/>
                  </a:lnTo>
                  <a:lnTo>
                    <a:pt x="372" y="20"/>
                  </a:lnTo>
                  <a:lnTo>
                    <a:pt x="462" y="14"/>
                  </a:lnTo>
                  <a:lnTo>
                    <a:pt x="560" y="8"/>
                  </a:lnTo>
                  <a:lnTo>
                    <a:pt x="670" y="4"/>
                  </a:lnTo>
                  <a:lnTo>
                    <a:pt x="790" y="2"/>
                  </a:lnTo>
                  <a:lnTo>
                    <a:pt x="920" y="0"/>
                  </a:lnTo>
                  <a:lnTo>
                    <a:pt x="1060" y="2"/>
                  </a:lnTo>
                  <a:lnTo>
                    <a:pt x="1210" y="6"/>
                  </a:lnTo>
                  <a:lnTo>
                    <a:pt x="1372" y="14"/>
                  </a:lnTo>
                  <a:lnTo>
                    <a:pt x="1544" y="24"/>
                  </a:lnTo>
                  <a:lnTo>
                    <a:pt x="1726" y="40"/>
                  </a:lnTo>
                  <a:lnTo>
                    <a:pt x="1920" y="58"/>
                  </a:lnTo>
                  <a:lnTo>
                    <a:pt x="2126" y="80"/>
                  </a:lnTo>
                  <a:lnTo>
                    <a:pt x="2342" y="106"/>
                  </a:lnTo>
                  <a:lnTo>
                    <a:pt x="2570" y="138"/>
                  </a:lnTo>
                  <a:lnTo>
                    <a:pt x="2808" y="174"/>
                  </a:lnTo>
                  <a:lnTo>
                    <a:pt x="3058" y="216"/>
                  </a:lnTo>
                  <a:lnTo>
                    <a:pt x="3320" y="266"/>
                  </a:lnTo>
                  <a:lnTo>
                    <a:pt x="3594" y="320"/>
                  </a:lnTo>
                  <a:lnTo>
                    <a:pt x="3880" y="380"/>
                  </a:lnTo>
                  <a:lnTo>
                    <a:pt x="4178" y="448"/>
                  </a:lnTo>
                  <a:lnTo>
                    <a:pt x="4488" y="522"/>
                  </a:lnTo>
                  <a:lnTo>
                    <a:pt x="4810" y="604"/>
                  </a:lnTo>
                  <a:lnTo>
                    <a:pt x="5144" y="694"/>
                  </a:lnTo>
                </a:path>
              </a:pathLst>
            </a:custGeom>
            <a:noFill/>
            <a:ln w="12">
              <a:solidFill>
                <a:srgbClr val="FFFFFF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9" name="Freeform 26">
              <a:extLst>
                <a:ext uri="{FF2B5EF4-FFF2-40B4-BE49-F238E27FC236}">
                  <a16:creationId xmlns:a16="http://schemas.microsoft.com/office/drawing/2014/main" id="{0C62EB06-AE11-4D1B-B5BE-0B80354E9994}"/>
                </a:ext>
              </a:extLst>
            </p:cNvPr>
            <p:cNvSpPr>
              <a:spLocks/>
            </p:cNvSpPr>
            <p:nvPr/>
          </p:nvSpPr>
          <p:spPr bwMode="hidden">
            <a:xfrm>
              <a:off x="4157164" y="4315281"/>
              <a:ext cx="4939265" cy="928071"/>
            </a:xfrm>
            <a:custGeom>
              <a:avLst/>
              <a:gdLst>
                <a:gd name="T0" fmla="*/ 0 w 3112"/>
                <a:gd name="T1" fmla="*/ 2147483646 h 584"/>
                <a:gd name="T2" fmla="*/ 0 w 3112"/>
                <a:gd name="T3" fmla="*/ 2147483646 h 584"/>
                <a:gd name="T4" fmla="*/ 2147483646 w 3112"/>
                <a:gd name="T5" fmla="*/ 2147483646 h 584"/>
                <a:gd name="T6" fmla="*/ 2147483646 w 3112"/>
                <a:gd name="T7" fmla="*/ 2147483646 h 584"/>
                <a:gd name="T8" fmla="*/ 2147483646 w 3112"/>
                <a:gd name="T9" fmla="*/ 2147483646 h 584"/>
                <a:gd name="T10" fmla="*/ 2147483646 w 3112"/>
                <a:gd name="T11" fmla="*/ 2147483646 h 584"/>
                <a:gd name="T12" fmla="*/ 2147483646 w 3112"/>
                <a:gd name="T13" fmla="*/ 2147483646 h 584"/>
                <a:gd name="T14" fmla="*/ 2147483646 w 3112"/>
                <a:gd name="T15" fmla="*/ 2147483646 h 584"/>
                <a:gd name="T16" fmla="*/ 2147483646 w 3112"/>
                <a:gd name="T17" fmla="*/ 2147483646 h 584"/>
                <a:gd name="T18" fmla="*/ 2147483646 w 3112"/>
                <a:gd name="T19" fmla="*/ 2147483646 h 584"/>
                <a:gd name="T20" fmla="*/ 2147483646 w 3112"/>
                <a:gd name="T21" fmla="*/ 2147483646 h 584"/>
                <a:gd name="T22" fmla="*/ 2147483646 w 3112"/>
                <a:gd name="T23" fmla="*/ 2147483646 h 584"/>
                <a:gd name="T24" fmla="*/ 2147483646 w 3112"/>
                <a:gd name="T25" fmla="*/ 2147483646 h 584"/>
                <a:gd name="T26" fmla="*/ 2147483646 w 3112"/>
                <a:gd name="T27" fmla="*/ 2147483646 h 584"/>
                <a:gd name="T28" fmla="*/ 2147483646 w 3112"/>
                <a:gd name="T29" fmla="*/ 2147483646 h 584"/>
                <a:gd name="T30" fmla="*/ 2147483646 w 3112"/>
                <a:gd name="T31" fmla="*/ 2147483646 h 584"/>
                <a:gd name="T32" fmla="*/ 2147483646 w 3112"/>
                <a:gd name="T33" fmla="*/ 2147483646 h 584"/>
                <a:gd name="T34" fmla="*/ 2147483646 w 3112"/>
                <a:gd name="T35" fmla="*/ 2147483646 h 584"/>
                <a:gd name="T36" fmla="*/ 2147483646 w 3112"/>
                <a:gd name="T37" fmla="*/ 2147483646 h 584"/>
                <a:gd name="T38" fmla="*/ 2147483646 w 3112"/>
                <a:gd name="T39" fmla="*/ 0 h 584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</a:gdLst>
              <a:ahLst/>
              <a:cxnLst>
                <a:cxn ang="T40">
                  <a:pos x="T0" y="T1"/>
                </a:cxn>
                <a:cxn ang="T41">
                  <a:pos x="T2" y="T3"/>
                </a:cxn>
                <a:cxn ang="T42">
                  <a:pos x="T4" y="T5"/>
                </a:cxn>
                <a:cxn ang="T43">
                  <a:pos x="T6" y="T7"/>
                </a:cxn>
                <a:cxn ang="T44">
                  <a:pos x="T8" y="T9"/>
                </a:cxn>
                <a:cxn ang="T45">
                  <a:pos x="T10" y="T11"/>
                </a:cxn>
                <a:cxn ang="T46">
                  <a:pos x="T12" y="T13"/>
                </a:cxn>
                <a:cxn ang="T47">
                  <a:pos x="T14" y="T15"/>
                </a:cxn>
                <a:cxn ang="T48">
                  <a:pos x="T16" y="T17"/>
                </a:cxn>
                <a:cxn ang="T49">
                  <a:pos x="T18" y="T19"/>
                </a:cxn>
                <a:cxn ang="T50">
                  <a:pos x="T20" y="T21"/>
                </a:cxn>
                <a:cxn ang="T51">
                  <a:pos x="T22" y="T23"/>
                </a:cxn>
                <a:cxn ang="T52">
                  <a:pos x="T24" y="T25"/>
                </a:cxn>
                <a:cxn ang="T53">
                  <a:pos x="T26" y="T27"/>
                </a:cxn>
                <a:cxn ang="T54">
                  <a:pos x="T28" y="T29"/>
                </a:cxn>
                <a:cxn ang="T55">
                  <a:pos x="T30" y="T31"/>
                </a:cxn>
                <a:cxn ang="T56">
                  <a:pos x="T32" y="T33"/>
                </a:cxn>
                <a:cxn ang="T57">
                  <a:pos x="T34" y="T35"/>
                </a:cxn>
                <a:cxn ang="T58">
                  <a:pos x="T36" y="T37"/>
                </a:cxn>
                <a:cxn ang="T59">
                  <a:pos x="T38" y="T39"/>
                </a:cxn>
              </a:cxnLst>
              <a:rect l="0" t="0" r="r" b="b"/>
              <a:pathLst>
                <a:path w="3112" h="584">
                  <a:moveTo>
                    <a:pt x="0" y="584"/>
                  </a:moveTo>
                  <a:lnTo>
                    <a:pt x="0" y="584"/>
                  </a:lnTo>
                  <a:lnTo>
                    <a:pt x="90" y="560"/>
                  </a:lnTo>
                  <a:lnTo>
                    <a:pt x="336" y="498"/>
                  </a:lnTo>
                  <a:lnTo>
                    <a:pt x="506" y="456"/>
                  </a:lnTo>
                  <a:lnTo>
                    <a:pt x="702" y="410"/>
                  </a:lnTo>
                  <a:lnTo>
                    <a:pt x="920" y="360"/>
                  </a:lnTo>
                  <a:lnTo>
                    <a:pt x="1154" y="306"/>
                  </a:lnTo>
                  <a:lnTo>
                    <a:pt x="1402" y="254"/>
                  </a:lnTo>
                  <a:lnTo>
                    <a:pt x="1656" y="202"/>
                  </a:lnTo>
                  <a:lnTo>
                    <a:pt x="1916" y="154"/>
                  </a:lnTo>
                  <a:lnTo>
                    <a:pt x="2174" y="108"/>
                  </a:lnTo>
                  <a:lnTo>
                    <a:pt x="2302" y="88"/>
                  </a:lnTo>
                  <a:lnTo>
                    <a:pt x="2426" y="68"/>
                  </a:lnTo>
                  <a:lnTo>
                    <a:pt x="2550" y="52"/>
                  </a:lnTo>
                  <a:lnTo>
                    <a:pt x="2670" y="36"/>
                  </a:lnTo>
                  <a:lnTo>
                    <a:pt x="2788" y="24"/>
                  </a:lnTo>
                  <a:lnTo>
                    <a:pt x="2900" y="14"/>
                  </a:lnTo>
                  <a:lnTo>
                    <a:pt x="3008" y="6"/>
                  </a:lnTo>
                  <a:lnTo>
                    <a:pt x="3112" y="0"/>
                  </a:lnTo>
                </a:path>
              </a:pathLst>
            </a:custGeom>
            <a:noFill/>
            <a:ln w="12">
              <a:solidFill>
                <a:srgbClr val="FFFFFF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 useBgFill="1">
          <p:nvSpPr>
            <p:cNvPr id="10" name="Freeform 10">
              <a:extLst>
                <a:ext uri="{FF2B5EF4-FFF2-40B4-BE49-F238E27FC236}">
                  <a16:creationId xmlns:a16="http://schemas.microsoft.com/office/drawing/2014/main" id="{8C71C991-5847-490F-870F-CB040074CFFE}"/>
                </a:ext>
              </a:extLst>
            </p:cNvPr>
            <p:cNvSpPr>
              <a:spLocks/>
            </p:cNvSpPr>
            <p:nvPr/>
          </p:nvSpPr>
          <p:spPr bwMode="hidden">
            <a:xfrm>
              <a:off x="-3905250" y="4294188"/>
              <a:ext cx="13011150" cy="1892300"/>
            </a:xfrm>
            <a:custGeom>
              <a:avLst/>
              <a:gdLst>
                <a:gd name="T0" fmla="*/ 2147483646 w 8196"/>
                <a:gd name="T1" fmla="*/ 2147483646 h 1192"/>
                <a:gd name="T2" fmla="*/ 2147483646 w 8196"/>
                <a:gd name="T3" fmla="*/ 2147483646 h 1192"/>
                <a:gd name="T4" fmla="*/ 2147483646 w 8196"/>
                <a:gd name="T5" fmla="*/ 2147483646 h 1192"/>
                <a:gd name="T6" fmla="*/ 2147483646 w 8196"/>
                <a:gd name="T7" fmla="*/ 2147483646 h 1192"/>
                <a:gd name="T8" fmla="*/ 2147483646 w 8196"/>
                <a:gd name="T9" fmla="*/ 2147483646 h 1192"/>
                <a:gd name="T10" fmla="*/ 2147483646 w 8196"/>
                <a:gd name="T11" fmla="*/ 2147483646 h 1192"/>
                <a:gd name="T12" fmla="*/ 2147483646 w 8196"/>
                <a:gd name="T13" fmla="*/ 2147483646 h 1192"/>
                <a:gd name="T14" fmla="*/ 2147483646 w 8196"/>
                <a:gd name="T15" fmla="*/ 2147483646 h 1192"/>
                <a:gd name="T16" fmla="*/ 2147483646 w 8196"/>
                <a:gd name="T17" fmla="*/ 2147483646 h 1192"/>
                <a:gd name="T18" fmla="*/ 2147483646 w 8196"/>
                <a:gd name="T19" fmla="*/ 2147483646 h 1192"/>
                <a:gd name="T20" fmla="*/ 2147483646 w 8196"/>
                <a:gd name="T21" fmla="*/ 2147483646 h 1192"/>
                <a:gd name="T22" fmla="*/ 2147483646 w 8196"/>
                <a:gd name="T23" fmla="*/ 2147483646 h 1192"/>
                <a:gd name="T24" fmla="*/ 2147483646 w 8196"/>
                <a:gd name="T25" fmla="*/ 2147483646 h 1192"/>
                <a:gd name="T26" fmla="*/ 2147483646 w 8196"/>
                <a:gd name="T27" fmla="*/ 2147483646 h 1192"/>
                <a:gd name="T28" fmla="*/ 2147483646 w 8196"/>
                <a:gd name="T29" fmla="*/ 2147483646 h 1192"/>
                <a:gd name="T30" fmla="*/ 2147483646 w 8196"/>
                <a:gd name="T31" fmla="*/ 2147483646 h 1192"/>
                <a:gd name="T32" fmla="*/ 2147483646 w 8196"/>
                <a:gd name="T33" fmla="*/ 2147483646 h 1192"/>
                <a:gd name="T34" fmla="*/ 2147483646 w 8196"/>
                <a:gd name="T35" fmla="*/ 2147483646 h 1192"/>
                <a:gd name="T36" fmla="*/ 2147483646 w 8196"/>
                <a:gd name="T37" fmla="*/ 2147483646 h 1192"/>
                <a:gd name="T38" fmla="*/ 2147483646 w 8196"/>
                <a:gd name="T39" fmla="*/ 2147483646 h 1192"/>
                <a:gd name="T40" fmla="*/ 2147483646 w 8196"/>
                <a:gd name="T41" fmla="*/ 2147483646 h 1192"/>
                <a:gd name="T42" fmla="*/ 2147483646 w 8196"/>
                <a:gd name="T43" fmla="*/ 2147483646 h 1192"/>
                <a:gd name="T44" fmla="*/ 2147483646 w 8196"/>
                <a:gd name="T45" fmla="*/ 0 h 1192"/>
                <a:gd name="T46" fmla="*/ 2147483646 w 8196"/>
                <a:gd name="T47" fmla="*/ 2147483646 h 1192"/>
                <a:gd name="T48" fmla="*/ 2147483646 w 8196"/>
                <a:gd name="T49" fmla="*/ 2147483646 h 1192"/>
                <a:gd name="T50" fmla="*/ 2147483646 w 8196"/>
                <a:gd name="T51" fmla="*/ 2147483646 h 1192"/>
                <a:gd name="T52" fmla="*/ 2147483646 w 8196"/>
                <a:gd name="T53" fmla="*/ 2147483646 h 1192"/>
                <a:gd name="T54" fmla="*/ 2147483646 w 8196"/>
                <a:gd name="T55" fmla="*/ 2147483646 h 1192"/>
                <a:gd name="T56" fmla="*/ 2147483646 w 8196"/>
                <a:gd name="T57" fmla="*/ 2147483646 h 1192"/>
                <a:gd name="T58" fmla="*/ 2147483646 w 8196"/>
                <a:gd name="T59" fmla="*/ 2147483646 h 1192"/>
                <a:gd name="T60" fmla="*/ 2147483646 w 8196"/>
                <a:gd name="T61" fmla="*/ 2147483646 h 1192"/>
                <a:gd name="T62" fmla="*/ 0 w 8196"/>
                <a:gd name="T63" fmla="*/ 2147483646 h 1192"/>
                <a:gd name="T64" fmla="*/ 2147483646 w 8196"/>
                <a:gd name="T65" fmla="*/ 2147483646 h 1192"/>
                <a:gd name="T66" fmla="*/ 2147483646 w 8196"/>
                <a:gd name="T67" fmla="*/ 2147483646 h 1192"/>
                <a:gd name="T68" fmla="*/ 2147483646 w 8196"/>
                <a:gd name="T69" fmla="*/ 2147483646 h 1192"/>
                <a:gd name="T70" fmla="*/ 2147483646 w 8196"/>
                <a:gd name="T71" fmla="*/ 2147483646 h 1192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</a:gdLst>
              <a:ahLst/>
              <a:cxnLst>
                <a:cxn ang="T72">
                  <a:pos x="T0" y="T1"/>
                </a:cxn>
                <a:cxn ang="T73">
                  <a:pos x="T2" y="T3"/>
                </a:cxn>
                <a:cxn ang="T74">
                  <a:pos x="T4" y="T5"/>
                </a:cxn>
                <a:cxn ang="T75">
                  <a:pos x="T6" y="T7"/>
                </a:cxn>
                <a:cxn ang="T76">
                  <a:pos x="T8" y="T9"/>
                </a:cxn>
                <a:cxn ang="T77">
                  <a:pos x="T10" y="T11"/>
                </a:cxn>
                <a:cxn ang="T78">
                  <a:pos x="T12" y="T13"/>
                </a:cxn>
                <a:cxn ang="T79">
                  <a:pos x="T14" y="T15"/>
                </a:cxn>
                <a:cxn ang="T80">
                  <a:pos x="T16" y="T17"/>
                </a:cxn>
                <a:cxn ang="T81">
                  <a:pos x="T18" y="T19"/>
                </a:cxn>
                <a:cxn ang="T82">
                  <a:pos x="T20" y="T21"/>
                </a:cxn>
                <a:cxn ang="T83">
                  <a:pos x="T22" y="T23"/>
                </a:cxn>
                <a:cxn ang="T84">
                  <a:pos x="T24" y="T25"/>
                </a:cxn>
                <a:cxn ang="T85">
                  <a:pos x="T26" y="T27"/>
                </a:cxn>
                <a:cxn ang="T86">
                  <a:pos x="T28" y="T29"/>
                </a:cxn>
                <a:cxn ang="T87">
                  <a:pos x="T30" y="T31"/>
                </a:cxn>
                <a:cxn ang="T88">
                  <a:pos x="T32" y="T33"/>
                </a:cxn>
                <a:cxn ang="T89">
                  <a:pos x="T34" y="T35"/>
                </a:cxn>
                <a:cxn ang="T90">
                  <a:pos x="T36" y="T37"/>
                </a:cxn>
                <a:cxn ang="T91">
                  <a:pos x="T38" y="T39"/>
                </a:cxn>
                <a:cxn ang="T92">
                  <a:pos x="T40" y="T41"/>
                </a:cxn>
                <a:cxn ang="T93">
                  <a:pos x="T42" y="T43"/>
                </a:cxn>
                <a:cxn ang="T94">
                  <a:pos x="T44" y="T45"/>
                </a:cxn>
                <a:cxn ang="T95">
                  <a:pos x="T46" y="T47"/>
                </a:cxn>
                <a:cxn ang="T96">
                  <a:pos x="T48" y="T49"/>
                </a:cxn>
                <a:cxn ang="T97">
                  <a:pos x="T50" y="T51"/>
                </a:cxn>
                <a:cxn ang="T98">
                  <a:pos x="T52" y="T53"/>
                </a:cxn>
                <a:cxn ang="T99">
                  <a:pos x="T54" y="T55"/>
                </a:cxn>
                <a:cxn ang="T100">
                  <a:pos x="T56" y="T57"/>
                </a:cxn>
                <a:cxn ang="T101">
                  <a:pos x="T58" y="T59"/>
                </a:cxn>
                <a:cxn ang="T102">
                  <a:pos x="T60" y="T61"/>
                </a:cxn>
                <a:cxn ang="T103">
                  <a:pos x="T62" y="T63"/>
                </a:cxn>
                <a:cxn ang="T104">
                  <a:pos x="T64" y="T65"/>
                </a:cxn>
                <a:cxn ang="T105">
                  <a:pos x="T66" y="T67"/>
                </a:cxn>
                <a:cxn ang="T106">
                  <a:pos x="T68" y="T69"/>
                </a:cxn>
                <a:cxn ang="T107">
                  <a:pos x="T70" y="T71"/>
                </a:cxn>
              </a:cxnLst>
              <a:rect l="0" t="0" r="r" b="b"/>
              <a:pathLst>
                <a:path w="8196" h="1192">
                  <a:moveTo>
                    <a:pt x="8192" y="512"/>
                  </a:moveTo>
                  <a:lnTo>
                    <a:pt x="8192" y="512"/>
                  </a:lnTo>
                  <a:lnTo>
                    <a:pt x="8116" y="542"/>
                  </a:lnTo>
                  <a:lnTo>
                    <a:pt x="8040" y="570"/>
                  </a:lnTo>
                  <a:lnTo>
                    <a:pt x="7960" y="596"/>
                  </a:lnTo>
                  <a:lnTo>
                    <a:pt x="7878" y="620"/>
                  </a:lnTo>
                  <a:lnTo>
                    <a:pt x="7794" y="644"/>
                  </a:lnTo>
                  <a:lnTo>
                    <a:pt x="7706" y="666"/>
                  </a:lnTo>
                  <a:lnTo>
                    <a:pt x="7616" y="684"/>
                  </a:lnTo>
                  <a:lnTo>
                    <a:pt x="7522" y="702"/>
                  </a:lnTo>
                  <a:lnTo>
                    <a:pt x="7424" y="718"/>
                  </a:lnTo>
                  <a:lnTo>
                    <a:pt x="7322" y="730"/>
                  </a:lnTo>
                  <a:lnTo>
                    <a:pt x="7216" y="742"/>
                  </a:lnTo>
                  <a:lnTo>
                    <a:pt x="7106" y="750"/>
                  </a:lnTo>
                  <a:lnTo>
                    <a:pt x="6992" y="758"/>
                  </a:lnTo>
                  <a:lnTo>
                    <a:pt x="6872" y="762"/>
                  </a:lnTo>
                  <a:lnTo>
                    <a:pt x="6748" y="762"/>
                  </a:lnTo>
                  <a:lnTo>
                    <a:pt x="6618" y="760"/>
                  </a:lnTo>
                  <a:lnTo>
                    <a:pt x="6482" y="756"/>
                  </a:lnTo>
                  <a:lnTo>
                    <a:pt x="6342" y="750"/>
                  </a:lnTo>
                  <a:lnTo>
                    <a:pt x="6196" y="740"/>
                  </a:lnTo>
                  <a:lnTo>
                    <a:pt x="6042" y="726"/>
                  </a:lnTo>
                  <a:lnTo>
                    <a:pt x="5882" y="710"/>
                  </a:lnTo>
                  <a:lnTo>
                    <a:pt x="5716" y="690"/>
                  </a:lnTo>
                  <a:lnTo>
                    <a:pt x="5544" y="668"/>
                  </a:lnTo>
                  <a:lnTo>
                    <a:pt x="5364" y="642"/>
                  </a:lnTo>
                  <a:lnTo>
                    <a:pt x="5176" y="612"/>
                  </a:lnTo>
                  <a:lnTo>
                    <a:pt x="4982" y="578"/>
                  </a:lnTo>
                  <a:lnTo>
                    <a:pt x="4778" y="540"/>
                  </a:lnTo>
                  <a:lnTo>
                    <a:pt x="4568" y="500"/>
                  </a:lnTo>
                  <a:lnTo>
                    <a:pt x="4348" y="454"/>
                  </a:lnTo>
                  <a:lnTo>
                    <a:pt x="4122" y="406"/>
                  </a:lnTo>
                  <a:lnTo>
                    <a:pt x="3886" y="354"/>
                  </a:lnTo>
                  <a:lnTo>
                    <a:pt x="3640" y="296"/>
                  </a:lnTo>
                  <a:lnTo>
                    <a:pt x="3396" y="240"/>
                  </a:lnTo>
                  <a:lnTo>
                    <a:pt x="3160" y="192"/>
                  </a:lnTo>
                  <a:lnTo>
                    <a:pt x="2934" y="148"/>
                  </a:lnTo>
                  <a:lnTo>
                    <a:pt x="2718" y="112"/>
                  </a:lnTo>
                  <a:lnTo>
                    <a:pt x="2512" y="82"/>
                  </a:lnTo>
                  <a:lnTo>
                    <a:pt x="2314" y="56"/>
                  </a:lnTo>
                  <a:lnTo>
                    <a:pt x="2126" y="36"/>
                  </a:lnTo>
                  <a:lnTo>
                    <a:pt x="1948" y="20"/>
                  </a:lnTo>
                  <a:lnTo>
                    <a:pt x="1776" y="10"/>
                  </a:lnTo>
                  <a:lnTo>
                    <a:pt x="1616" y="2"/>
                  </a:lnTo>
                  <a:lnTo>
                    <a:pt x="1462" y="0"/>
                  </a:lnTo>
                  <a:lnTo>
                    <a:pt x="1318" y="0"/>
                  </a:lnTo>
                  <a:lnTo>
                    <a:pt x="1182" y="4"/>
                  </a:lnTo>
                  <a:lnTo>
                    <a:pt x="1054" y="10"/>
                  </a:lnTo>
                  <a:lnTo>
                    <a:pt x="934" y="20"/>
                  </a:lnTo>
                  <a:lnTo>
                    <a:pt x="822" y="30"/>
                  </a:lnTo>
                  <a:lnTo>
                    <a:pt x="716" y="44"/>
                  </a:lnTo>
                  <a:lnTo>
                    <a:pt x="620" y="58"/>
                  </a:lnTo>
                  <a:lnTo>
                    <a:pt x="530" y="74"/>
                  </a:lnTo>
                  <a:lnTo>
                    <a:pt x="450" y="92"/>
                  </a:lnTo>
                  <a:lnTo>
                    <a:pt x="374" y="108"/>
                  </a:lnTo>
                  <a:lnTo>
                    <a:pt x="308" y="126"/>
                  </a:lnTo>
                  <a:lnTo>
                    <a:pt x="248" y="144"/>
                  </a:lnTo>
                  <a:lnTo>
                    <a:pt x="194" y="160"/>
                  </a:lnTo>
                  <a:lnTo>
                    <a:pt x="148" y="176"/>
                  </a:lnTo>
                  <a:lnTo>
                    <a:pt x="108" y="192"/>
                  </a:lnTo>
                  <a:lnTo>
                    <a:pt x="48" y="216"/>
                  </a:lnTo>
                  <a:lnTo>
                    <a:pt x="12" y="234"/>
                  </a:lnTo>
                  <a:lnTo>
                    <a:pt x="0" y="240"/>
                  </a:lnTo>
                  <a:lnTo>
                    <a:pt x="0" y="1192"/>
                  </a:lnTo>
                  <a:lnTo>
                    <a:pt x="8192" y="1192"/>
                  </a:lnTo>
                  <a:lnTo>
                    <a:pt x="8196" y="1186"/>
                  </a:lnTo>
                  <a:lnTo>
                    <a:pt x="8196" y="510"/>
                  </a:lnTo>
                  <a:lnTo>
                    <a:pt x="8192" y="512"/>
                  </a:lnTo>
                  <a:close/>
                </a:path>
              </a:pathLst>
            </a:custGeom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200152"/>
            <a:ext cx="7772400" cy="1335081"/>
          </a:xfrm>
        </p:spPr>
        <p:txBody>
          <a:bodyPr anchor="b">
            <a:normAutofit/>
          </a:bodyPr>
          <a:lstStyle>
            <a:lvl1pPr>
              <a:defRPr sz="4400">
                <a:solidFill>
                  <a:srgbClr val="FFFFFF"/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667001"/>
            <a:ext cx="6400800" cy="110490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rgbClr val="FFFFFF"/>
                </a:solidFill>
              </a:defRPr>
            </a:lvl1pPr>
            <a:lvl2pPr marL="45718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6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4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3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360501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10831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591566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15">
            <a:extLst>
              <a:ext uri="{FF2B5EF4-FFF2-40B4-BE49-F238E27FC236}">
                <a16:creationId xmlns:a16="http://schemas.microsoft.com/office/drawing/2014/main" id="{BE995403-7DC4-4FEB-8EF0-0B42EBD9809C}"/>
              </a:ext>
            </a:extLst>
          </p:cNvPr>
          <p:cNvSpPr/>
          <p:nvPr/>
        </p:nvSpPr>
        <p:spPr>
          <a:xfrm>
            <a:off x="228600" y="171450"/>
            <a:ext cx="8696325" cy="4525963"/>
          </a:xfrm>
          <a:prstGeom prst="roundRect">
            <a:avLst>
              <a:gd name="adj" fmla="val 1272"/>
            </a:avLst>
          </a:prstGeom>
          <a:gradFill>
            <a:gsLst>
              <a:gs pos="0">
                <a:schemeClr val="accent1">
                  <a:lumMod val="75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 b="0">
              <a:solidFill>
                <a:prstClr val="white"/>
              </a:solidFill>
            </a:endParaRPr>
          </a:p>
        </p:txBody>
      </p:sp>
      <p:grpSp>
        <p:nvGrpSpPr>
          <p:cNvPr id="5" name="Group 9">
            <a:extLst>
              <a:ext uri="{FF2B5EF4-FFF2-40B4-BE49-F238E27FC236}">
                <a16:creationId xmlns:a16="http://schemas.microsoft.com/office/drawing/2014/main" id="{2EEF9198-D933-4FE6-A2F9-B0AE69DC4F1C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211138" y="4014788"/>
            <a:ext cx="8723312" cy="1000125"/>
            <a:chOff x="-3905250" y="4294188"/>
            <a:chExt cx="13011150" cy="1892300"/>
          </a:xfrm>
        </p:grpSpPr>
        <p:sp>
          <p:nvSpPr>
            <p:cNvPr id="6" name="Freeform 14">
              <a:extLst>
                <a:ext uri="{FF2B5EF4-FFF2-40B4-BE49-F238E27FC236}">
                  <a16:creationId xmlns:a16="http://schemas.microsoft.com/office/drawing/2014/main" id="{B622DF9D-F836-49C2-982E-2E46D8BC52AD}"/>
                </a:ext>
              </a:extLst>
            </p:cNvPr>
            <p:cNvSpPr>
              <a:spLocks/>
            </p:cNvSpPr>
            <p:nvPr/>
          </p:nvSpPr>
          <p:spPr bwMode="hidden">
            <a:xfrm>
              <a:off x="4810125" y="4500563"/>
              <a:ext cx="4295775" cy="1016000"/>
            </a:xfrm>
            <a:custGeom>
              <a:avLst/>
              <a:gdLst>
                <a:gd name="T0" fmla="*/ 2147483646 w 2706"/>
                <a:gd name="T1" fmla="*/ 0 h 640"/>
                <a:gd name="T2" fmla="*/ 2147483646 w 2706"/>
                <a:gd name="T3" fmla="*/ 0 h 640"/>
                <a:gd name="T4" fmla="*/ 2147483646 w 2706"/>
                <a:gd name="T5" fmla="*/ 2147483646 h 640"/>
                <a:gd name="T6" fmla="*/ 2147483646 w 2706"/>
                <a:gd name="T7" fmla="*/ 2147483646 h 640"/>
                <a:gd name="T8" fmla="*/ 2147483646 w 2706"/>
                <a:gd name="T9" fmla="*/ 2147483646 h 640"/>
                <a:gd name="T10" fmla="*/ 2147483646 w 2706"/>
                <a:gd name="T11" fmla="*/ 2147483646 h 640"/>
                <a:gd name="T12" fmla="*/ 2147483646 w 2706"/>
                <a:gd name="T13" fmla="*/ 2147483646 h 640"/>
                <a:gd name="T14" fmla="*/ 2147483646 w 2706"/>
                <a:gd name="T15" fmla="*/ 2147483646 h 640"/>
                <a:gd name="T16" fmla="*/ 2147483646 w 2706"/>
                <a:gd name="T17" fmla="*/ 2147483646 h 640"/>
                <a:gd name="T18" fmla="*/ 2147483646 w 2706"/>
                <a:gd name="T19" fmla="*/ 2147483646 h 640"/>
                <a:gd name="T20" fmla="*/ 2147483646 w 2706"/>
                <a:gd name="T21" fmla="*/ 2147483646 h 640"/>
                <a:gd name="T22" fmla="*/ 2147483646 w 2706"/>
                <a:gd name="T23" fmla="*/ 2147483646 h 640"/>
                <a:gd name="T24" fmla="*/ 2147483646 w 2706"/>
                <a:gd name="T25" fmla="*/ 2147483646 h 640"/>
                <a:gd name="T26" fmla="*/ 2147483646 w 2706"/>
                <a:gd name="T27" fmla="*/ 2147483646 h 640"/>
                <a:gd name="T28" fmla="*/ 2147483646 w 2706"/>
                <a:gd name="T29" fmla="*/ 2147483646 h 640"/>
                <a:gd name="T30" fmla="*/ 2147483646 w 2706"/>
                <a:gd name="T31" fmla="*/ 2147483646 h 640"/>
                <a:gd name="T32" fmla="*/ 2147483646 w 2706"/>
                <a:gd name="T33" fmla="*/ 2147483646 h 640"/>
                <a:gd name="T34" fmla="*/ 2147483646 w 2706"/>
                <a:gd name="T35" fmla="*/ 2147483646 h 640"/>
                <a:gd name="T36" fmla="*/ 0 w 2706"/>
                <a:gd name="T37" fmla="*/ 2147483646 h 640"/>
                <a:gd name="T38" fmla="*/ 0 w 2706"/>
                <a:gd name="T39" fmla="*/ 2147483646 h 640"/>
                <a:gd name="T40" fmla="*/ 2147483646 w 2706"/>
                <a:gd name="T41" fmla="*/ 2147483646 h 640"/>
                <a:gd name="T42" fmla="*/ 2147483646 w 2706"/>
                <a:gd name="T43" fmla="*/ 2147483646 h 640"/>
                <a:gd name="T44" fmla="*/ 2147483646 w 2706"/>
                <a:gd name="T45" fmla="*/ 2147483646 h 640"/>
                <a:gd name="T46" fmla="*/ 2147483646 w 2706"/>
                <a:gd name="T47" fmla="*/ 2147483646 h 640"/>
                <a:gd name="T48" fmla="*/ 2147483646 w 2706"/>
                <a:gd name="T49" fmla="*/ 2147483646 h 640"/>
                <a:gd name="T50" fmla="*/ 2147483646 w 2706"/>
                <a:gd name="T51" fmla="*/ 2147483646 h 640"/>
                <a:gd name="T52" fmla="*/ 2147483646 w 2706"/>
                <a:gd name="T53" fmla="*/ 2147483646 h 640"/>
                <a:gd name="T54" fmla="*/ 2147483646 w 2706"/>
                <a:gd name="T55" fmla="*/ 2147483646 h 640"/>
                <a:gd name="T56" fmla="*/ 2147483646 w 2706"/>
                <a:gd name="T57" fmla="*/ 2147483646 h 640"/>
                <a:gd name="T58" fmla="*/ 2147483646 w 2706"/>
                <a:gd name="T59" fmla="*/ 2147483646 h 640"/>
                <a:gd name="T60" fmla="*/ 2147483646 w 2706"/>
                <a:gd name="T61" fmla="*/ 2147483646 h 640"/>
                <a:gd name="T62" fmla="*/ 2147483646 w 2706"/>
                <a:gd name="T63" fmla="*/ 2147483646 h 640"/>
                <a:gd name="T64" fmla="*/ 2147483646 w 2706"/>
                <a:gd name="T65" fmla="*/ 2147483646 h 640"/>
                <a:gd name="T66" fmla="*/ 2147483646 w 2706"/>
                <a:gd name="T67" fmla="*/ 2147483646 h 640"/>
                <a:gd name="T68" fmla="*/ 2147483646 w 2706"/>
                <a:gd name="T69" fmla="*/ 2147483646 h 640"/>
                <a:gd name="T70" fmla="*/ 2147483646 w 2706"/>
                <a:gd name="T71" fmla="*/ 2147483646 h 640"/>
                <a:gd name="T72" fmla="*/ 2147483646 w 2706"/>
                <a:gd name="T73" fmla="*/ 2147483646 h 640"/>
                <a:gd name="T74" fmla="*/ 2147483646 w 2706"/>
                <a:gd name="T75" fmla="*/ 2147483646 h 640"/>
                <a:gd name="T76" fmla="*/ 2147483646 w 2706"/>
                <a:gd name="T77" fmla="*/ 2147483646 h 640"/>
                <a:gd name="T78" fmla="*/ 2147483646 w 2706"/>
                <a:gd name="T79" fmla="*/ 2147483646 h 640"/>
                <a:gd name="T80" fmla="*/ 2147483646 w 2706"/>
                <a:gd name="T81" fmla="*/ 2147483646 h 640"/>
                <a:gd name="T82" fmla="*/ 2147483646 w 2706"/>
                <a:gd name="T83" fmla="*/ 2147483646 h 640"/>
                <a:gd name="T84" fmla="*/ 2147483646 w 2706"/>
                <a:gd name="T85" fmla="*/ 2147483646 h 640"/>
                <a:gd name="T86" fmla="*/ 2147483646 w 2706"/>
                <a:gd name="T87" fmla="*/ 2147483646 h 640"/>
                <a:gd name="T88" fmla="*/ 2147483646 w 2706"/>
                <a:gd name="T89" fmla="*/ 2147483646 h 640"/>
                <a:gd name="T90" fmla="*/ 2147483646 w 2706"/>
                <a:gd name="T91" fmla="*/ 2147483646 h 640"/>
                <a:gd name="T92" fmla="*/ 2147483646 w 2706"/>
                <a:gd name="T93" fmla="*/ 2147483646 h 640"/>
                <a:gd name="T94" fmla="*/ 2147483646 w 2706"/>
                <a:gd name="T95" fmla="*/ 2147483646 h 640"/>
                <a:gd name="T96" fmla="*/ 2147483646 w 2706"/>
                <a:gd name="T97" fmla="*/ 2147483646 h 640"/>
                <a:gd name="T98" fmla="*/ 2147483646 w 2706"/>
                <a:gd name="T99" fmla="*/ 2147483646 h 640"/>
                <a:gd name="T100" fmla="*/ 2147483646 w 2706"/>
                <a:gd name="T101" fmla="*/ 2147483646 h 640"/>
                <a:gd name="T102" fmla="*/ 2147483646 w 2706"/>
                <a:gd name="T103" fmla="*/ 2147483646 h 640"/>
                <a:gd name="T104" fmla="*/ 2147483646 w 2706"/>
                <a:gd name="T105" fmla="*/ 2147483646 h 640"/>
                <a:gd name="T106" fmla="*/ 2147483646 w 2706"/>
                <a:gd name="T107" fmla="*/ 0 h 640"/>
                <a:gd name="T108" fmla="*/ 2147483646 w 2706"/>
                <a:gd name="T109" fmla="*/ 0 h 640"/>
                <a:gd name="T110" fmla="*/ 2147483646 w 2706"/>
                <a:gd name="T111" fmla="*/ 0 h 640"/>
                <a:gd name="T112" fmla="*/ 2147483646 w 2706"/>
                <a:gd name="T113" fmla="*/ 0 h 640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</a:gdLst>
              <a:ahLst/>
              <a:cxnLst>
                <a:cxn ang="T114">
                  <a:pos x="T0" y="T1"/>
                </a:cxn>
                <a:cxn ang="T115">
                  <a:pos x="T2" y="T3"/>
                </a:cxn>
                <a:cxn ang="T116">
                  <a:pos x="T4" y="T5"/>
                </a:cxn>
                <a:cxn ang="T117">
                  <a:pos x="T6" y="T7"/>
                </a:cxn>
                <a:cxn ang="T118">
                  <a:pos x="T8" y="T9"/>
                </a:cxn>
                <a:cxn ang="T119">
                  <a:pos x="T10" y="T11"/>
                </a:cxn>
                <a:cxn ang="T120">
                  <a:pos x="T12" y="T13"/>
                </a:cxn>
                <a:cxn ang="T121">
                  <a:pos x="T14" y="T15"/>
                </a:cxn>
                <a:cxn ang="T122">
                  <a:pos x="T16" y="T17"/>
                </a:cxn>
                <a:cxn ang="T123">
                  <a:pos x="T18" y="T19"/>
                </a:cxn>
                <a:cxn ang="T124">
                  <a:pos x="T20" y="T21"/>
                </a:cxn>
                <a:cxn ang="T125">
                  <a:pos x="T22" y="T23"/>
                </a:cxn>
                <a:cxn ang="T126">
                  <a:pos x="T24" y="T25"/>
                </a:cxn>
                <a:cxn ang="T127">
                  <a:pos x="T26" y="T27"/>
                </a:cxn>
                <a:cxn ang="T128">
                  <a:pos x="T28" y="T29"/>
                </a:cxn>
                <a:cxn ang="T129">
                  <a:pos x="T30" y="T31"/>
                </a:cxn>
                <a:cxn ang="T130">
                  <a:pos x="T32" y="T33"/>
                </a:cxn>
                <a:cxn ang="T131">
                  <a:pos x="T34" y="T35"/>
                </a:cxn>
                <a:cxn ang="T132">
                  <a:pos x="T36" y="T37"/>
                </a:cxn>
                <a:cxn ang="T133">
                  <a:pos x="T38" y="T39"/>
                </a:cxn>
                <a:cxn ang="T134">
                  <a:pos x="T40" y="T41"/>
                </a:cxn>
                <a:cxn ang="T135">
                  <a:pos x="T42" y="T43"/>
                </a:cxn>
                <a:cxn ang="T136">
                  <a:pos x="T44" y="T45"/>
                </a:cxn>
                <a:cxn ang="T137">
                  <a:pos x="T46" y="T47"/>
                </a:cxn>
                <a:cxn ang="T138">
                  <a:pos x="T48" y="T49"/>
                </a:cxn>
                <a:cxn ang="T139">
                  <a:pos x="T50" y="T51"/>
                </a:cxn>
                <a:cxn ang="T140">
                  <a:pos x="T52" y="T53"/>
                </a:cxn>
                <a:cxn ang="T141">
                  <a:pos x="T54" y="T55"/>
                </a:cxn>
                <a:cxn ang="T142">
                  <a:pos x="T56" y="T57"/>
                </a:cxn>
                <a:cxn ang="T143">
                  <a:pos x="T58" y="T59"/>
                </a:cxn>
                <a:cxn ang="T144">
                  <a:pos x="T60" y="T61"/>
                </a:cxn>
                <a:cxn ang="T145">
                  <a:pos x="T62" y="T63"/>
                </a:cxn>
                <a:cxn ang="T146">
                  <a:pos x="T64" y="T65"/>
                </a:cxn>
                <a:cxn ang="T147">
                  <a:pos x="T66" y="T67"/>
                </a:cxn>
                <a:cxn ang="T148">
                  <a:pos x="T68" y="T69"/>
                </a:cxn>
                <a:cxn ang="T149">
                  <a:pos x="T70" y="T71"/>
                </a:cxn>
                <a:cxn ang="T150">
                  <a:pos x="T72" y="T73"/>
                </a:cxn>
                <a:cxn ang="T151">
                  <a:pos x="T74" y="T75"/>
                </a:cxn>
                <a:cxn ang="T152">
                  <a:pos x="T76" y="T77"/>
                </a:cxn>
                <a:cxn ang="T153">
                  <a:pos x="T78" y="T79"/>
                </a:cxn>
                <a:cxn ang="T154">
                  <a:pos x="T80" y="T81"/>
                </a:cxn>
                <a:cxn ang="T155">
                  <a:pos x="T82" y="T83"/>
                </a:cxn>
                <a:cxn ang="T156">
                  <a:pos x="T84" y="T85"/>
                </a:cxn>
                <a:cxn ang="T157">
                  <a:pos x="T86" y="T87"/>
                </a:cxn>
                <a:cxn ang="T158">
                  <a:pos x="T88" y="T89"/>
                </a:cxn>
                <a:cxn ang="T159">
                  <a:pos x="T90" y="T91"/>
                </a:cxn>
                <a:cxn ang="T160">
                  <a:pos x="T92" y="T93"/>
                </a:cxn>
                <a:cxn ang="T161">
                  <a:pos x="T94" y="T95"/>
                </a:cxn>
                <a:cxn ang="T162">
                  <a:pos x="T96" y="T97"/>
                </a:cxn>
                <a:cxn ang="T163">
                  <a:pos x="T98" y="T99"/>
                </a:cxn>
                <a:cxn ang="T164">
                  <a:pos x="T100" y="T101"/>
                </a:cxn>
                <a:cxn ang="T165">
                  <a:pos x="T102" y="T103"/>
                </a:cxn>
                <a:cxn ang="T166">
                  <a:pos x="T104" y="T105"/>
                </a:cxn>
                <a:cxn ang="T167">
                  <a:pos x="T106" y="T107"/>
                </a:cxn>
                <a:cxn ang="T168">
                  <a:pos x="T108" y="T109"/>
                </a:cxn>
                <a:cxn ang="T169">
                  <a:pos x="T110" y="T111"/>
                </a:cxn>
                <a:cxn ang="T170">
                  <a:pos x="T112" y="T113"/>
                </a:cxn>
              </a:cxnLst>
              <a:rect l="0" t="0" r="r" b="b"/>
              <a:pathLst>
                <a:path w="2706" h="640">
                  <a:moveTo>
                    <a:pt x="2700" y="0"/>
                  </a:moveTo>
                  <a:lnTo>
                    <a:pt x="2700" y="0"/>
                  </a:lnTo>
                  <a:lnTo>
                    <a:pt x="2586" y="18"/>
                  </a:lnTo>
                  <a:lnTo>
                    <a:pt x="2470" y="38"/>
                  </a:lnTo>
                  <a:lnTo>
                    <a:pt x="2352" y="60"/>
                  </a:lnTo>
                  <a:lnTo>
                    <a:pt x="2230" y="82"/>
                  </a:lnTo>
                  <a:lnTo>
                    <a:pt x="2106" y="108"/>
                  </a:lnTo>
                  <a:lnTo>
                    <a:pt x="1978" y="134"/>
                  </a:lnTo>
                  <a:lnTo>
                    <a:pt x="1848" y="164"/>
                  </a:lnTo>
                  <a:lnTo>
                    <a:pt x="1714" y="194"/>
                  </a:lnTo>
                  <a:lnTo>
                    <a:pt x="1472" y="252"/>
                  </a:lnTo>
                  <a:lnTo>
                    <a:pt x="1236" y="304"/>
                  </a:lnTo>
                  <a:lnTo>
                    <a:pt x="1010" y="352"/>
                  </a:lnTo>
                  <a:lnTo>
                    <a:pt x="792" y="398"/>
                  </a:lnTo>
                  <a:lnTo>
                    <a:pt x="584" y="438"/>
                  </a:lnTo>
                  <a:lnTo>
                    <a:pt x="382" y="474"/>
                  </a:lnTo>
                  <a:lnTo>
                    <a:pt x="188" y="508"/>
                  </a:lnTo>
                  <a:lnTo>
                    <a:pt x="0" y="538"/>
                  </a:lnTo>
                  <a:lnTo>
                    <a:pt x="130" y="556"/>
                  </a:lnTo>
                  <a:lnTo>
                    <a:pt x="254" y="572"/>
                  </a:lnTo>
                  <a:lnTo>
                    <a:pt x="374" y="586"/>
                  </a:lnTo>
                  <a:lnTo>
                    <a:pt x="492" y="598"/>
                  </a:lnTo>
                  <a:lnTo>
                    <a:pt x="606" y="610"/>
                  </a:lnTo>
                  <a:lnTo>
                    <a:pt x="716" y="618"/>
                  </a:lnTo>
                  <a:lnTo>
                    <a:pt x="822" y="626"/>
                  </a:lnTo>
                  <a:lnTo>
                    <a:pt x="926" y="632"/>
                  </a:lnTo>
                  <a:lnTo>
                    <a:pt x="1028" y="636"/>
                  </a:lnTo>
                  <a:lnTo>
                    <a:pt x="1126" y="638"/>
                  </a:lnTo>
                  <a:lnTo>
                    <a:pt x="1220" y="640"/>
                  </a:lnTo>
                  <a:lnTo>
                    <a:pt x="1312" y="640"/>
                  </a:lnTo>
                  <a:lnTo>
                    <a:pt x="1402" y="638"/>
                  </a:lnTo>
                  <a:lnTo>
                    <a:pt x="1490" y="636"/>
                  </a:lnTo>
                  <a:lnTo>
                    <a:pt x="1574" y="632"/>
                  </a:lnTo>
                  <a:lnTo>
                    <a:pt x="1656" y="626"/>
                  </a:lnTo>
                  <a:lnTo>
                    <a:pt x="1734" y="620"/>
                  </a:lnTo>
                  <a:lnTo>
                    <a:pt x="1812" y="612"/>
                  </a:lnTo>
                  <a:lnTo>
                    <a:pt x="1886" y="602"/>
                  </a:lnTo>
                  <a:lnTo>
                    <a:pt x="1960" y="592"/>
                  </a:lnTo>
                  <a:lnTo>
                    <a:pt x="2030" y="580"/>
                  </a:lnTo>
                  <a:lnTo>
                    <a:pt x="2100" y="568"/>
                  </a:lnTo>
                  <a:lnTo>
                    <a:pt x="2166" y="554"/>
                  </a:lnTo>
                  <a:lnTo>
                    <a:pt x="2232" y="540"/>
                  </a:lnTo>
                  <a:lnTo>
                    <a:pt x="2296" y="524"/>
                  </a:lnTo>
                  <a:lnTo>
                    <a:pt x="2358" y="508"/>
                  </a:lnTo>
                  <a:lnTo>
                    <a:pt x="2418" y="490"/>
                  </a:lnTo>
                  <a:lnTo>
                    <a:pt x="2478" y="472"/>
                  </a:lnTo>
                  <a:lnTo>
                    <a:pt x="2592" y="432"/>
                  </a:lnTo>
                  <a:lnTo>
                    <a:pt x="2702" y="390"/>
                  </a:lnTo>
                  <a:lnTo>
                    <a:pt x="2706" y="388"/>
                  </a:lnTo>
                  <a:lnTo>
                    <a:pt x="2706" y="0"/>
                  </a:lnTo>
                  <a:lnTo>
                    <a:pt x="2700" y="0"/>
                  </a:lnTo>
                  <a:close/>
                </a:path>
              </a:pathLst>
            </a:custGeom>
            <a:solidFill>
              <a:schemeClr val="bg2">
                <a:alpha val="29019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7" name="Freeform 18">
              <a:extLst>
                <a:ext uri="{FF2B5EF4-FFF2-40B4-BE49-F238E27FC236}">
                  <a16:creationId xmlns:a16="http://schemas.microsoft.com/office/drawing/2014/main" id="{8BDEC1BE-73B1-4D63-A894-3CBC24F0F674}"/>
                </a:ext>
              </a:extLst>
            </p:cNvPr>
            <p:cNvSpPr>
              <a:spLocks/>
            </p:cNvSpPr>
            <p:nvPr/>
          </p:nvSpPr>
          <p:spPr bwMode="hidden">
            <a:xfrm>
              <a:off x="-309563" y="4318000"/>
              <a:ext cx="8280401" cy="1209675"/>
            </a:xfrm>
            <a:custGeom>
              <a:avLst/>
              <a:gdLst>
                <a:gd name="T0" fmla="*/ 2147483646 w 5216"/>
                <a:gd name="T1" fmla="*/ 2147483646 h 762"/>
                <a:gd name="T2" fmla="*/ 2147483646 w 5216"/>
                <a:gd name="T3" fmla="*/ 2147483646 h 762"/>
                <a:gd name="T4" fmla="*/ 2147483646 w 5216"/>
                <a:gd name="T5" fmla="*/ 2147483646 h 762"/>
                <a:gd name="T6" fmla="*/ 2147483646 w 5216"/>
                <a:gd name="T7" fmla="*/ 2147483646 h 762"/>
                <a:gd name="T8" fmla="*/ 2147483646 w 5216"/>
                <a:gd name="T9" fmla="*/ 2147483646 h 762"/>
                <a:gd name="T10" fmla="*/ 2147483646 w 5216"/>
                <a:gd name="T11" fmla="*/ 2147483646 h 762"/>
                <a:gd name="T12" fmla="*/ 2147483646 w 5216"/>
                <a:gd name="T13" fmla="*/ 2147483646 h 762"/>
                <a:gd name="T14" fmla="*/ 2147483646 w 5216"/>
                <a:gd name="T15" fmla="*/ 2147483646 h 762"/>
                <a:gd name="T16" fmla="*/ 2147483646 w 5216"/>
                <a:gd name="T17" fmla="*/ 2147483646 h 762"/>
                <a:gd name="T18" fmla="*/ 2147483646 w 5216"/>
                <a:gd name="T19" fmla="*/ 2147483646 h 762"/>
                <a:gd name="T20" fmla="*/ 2147483646 w 5216"/>
                <a:gd name="T21" fmla="*/ 2147483646 h 762"/>
                <a:gd name="T22" fmla="*/ 2147483646 w 5216"/>
                <a:gd name="T23" fmla="*/ 2147483646 h 762"/>
                <a:gd name="T24" fmla="*/ 2147483646 w 5216"/>
                <a:gd name="T25" fmla="*/ 2147483646 h 762"/>
                <a:gd name="T26" fmla="*/ 2147483646 w 5216"/>
                <a:gd name="T27" fmla="*/ 0 h 762"/>
                <a:gd name="T28" fmla="*/ 2147483646 w 5216"/>
                <a:gd name="T29" fmla="*/ 2147483646 h 762"/>
                <a:gd name="T30" fmla="*/ 2147483646 w 5216"/>
                <a:gd name="T31" fmla="*/ 2147483646 h 762"/>
                <a:gd name="T32" fmla="*/ 0 w 5216"/>
                <a:gd name="T33" fmla="*/ 2147483646 h 762"/>
                <a:gd name="T34" fmla="*/ 2147483646 w 5216"/>
                <a:gd name="T35" fmla="*/ 2147483646 h 762"/>
                <a:gd name="T36" fmla="*/ 2147483646 w 5216"/>
                <a:gd name="T37" fmla="*/ 2147483646 h 762"/>
                <a:gd name="T38" fmla="*/ 2147483646 w 5216"/>
                <a:gd name="T39" fmla="*/ 2147483646 h 762"/>
                <a:gd name="T40" fmla="*/ 2147483646 w 5216"/>
                <a:gd name="T41" fmla="*/ 2147483646 h 762"/>
                <a:gd name="T42" fmla="*/ 2147483646 w 5216"/>
                <a:gd name="T43" fmla="*/ 2147483646 h 762"/>
                <a:gd name="T44" fmla="*/ 2147483646 w 5216"/>
                <a:gd name="T45" fmla="*/ 2147483646 h 762"/>
                <a:gd name="T46" fmla="*/ 2147483646 w 5216"/>
                <a:gd name="T47" fmla="*/ 2147483646 h 762"/>
                <a:gd name="T48" fmla="*/ 2147483646 w 5216"/>
                <a:gd name="T49" fmla="*/ 2147483646 h 762"/>
                <a:gd name="T50" fmla="*/ 2147483646 w 5216"/>
                <a:gd name="T51" fmla="*/ 2147483646 h 762"/>
                <a:gd name="T52" fmla="*/ 2147483646 w 5216"/>
                <a:gd name="T53" fmla="*/ 2147483646 h 762"/>
                <a:gd name="T54" fmla="*/ 2147483646 w 5216"/>
                <a:gd name="T55" fmla="*/ 2147483646 h 762"/>
                <a:gd name="T56" fmla="*/ 2147483646 w 5216"/>
                <a:gd name="T57" fmla="*/ 2147483646 h 762"/>
                <a:gd name="T58" fmla="*/ 2147483646 w 5216"/>
                <a:gd name="T59" fmla="*/ 2147483646 h 762"/>
                <a:gd name="T60" fmla="*/ 2147483646 w 5216"/>
                <a:gd name="T61" fmla="*/ 2147483646 h 762"/>
                <a:gd name="T62" fmla="*/ 2147483646 w 5216"/>
                <a:gd name="T63" fmla="*/ 2147483646 h 762"/>
                <a:gd name="T64" fmla="*/ 2147483646 w 5216"/>
                <a:gd name="T65" fmla="*/ 2147483646 h 762"/>
                <a:gd name="T66" fmla="*/ 2147483646 w 5216"/>
                <a:gd name="T67" fmla="*/ 2147483646 h 762"/>
                <a:gd name="T68" fmla="*/ 2147483646 w 5216"/>
                <a:gd name="T69" fmla="*/ 2147483646 h 762"/>
                <a:gd name="T70" fmla="*/ 2147483646 w 5216"/>
                <a:gd name="T71" fmla="*/ 2147483646 h 762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</a:gdLst>
              <a:ahLst/>
              <a:cxnLst>
                <a:cxn ang="T72">
                  <a:pos x="T0" y="T1"/>
                </a:cxn>
                <a:cxn ang="T73">
                  <a:pos x="T2" y="T3"/>
                </a:cxn>
                <a:cxn ang="T74">
                  <a:pos x="T4" y="T5"/>
                </a:cxn>
                <a:cxn ang="T75">
                  <a:pos x="T6" y="T7"/>
                </a:cxn>
                <a:cxn ang="T76">
                  <a:pos x="T8" y="T9"/>
                </a:cxn>
                <a:cxn ang="T77">
                  <a:pos x="T10" y="T11"/>
                </a:cxn>
                <a:cxn ang="T78">
                  <a:pos x="T12" y="T13"/>
                </a:cxn>
                <a:cxn ang="T79">
                  <a:pos x="T14" y="T15"/>
                </a:cxn>
                <a:cxn ang="T80">
                  <a:pos x="T16" y="T17"/>
                </a:cxn>
                <a:cxn ang="T81">
                  <a:pos x="T18" y="T19"/>
                </a:cxn>
                <a:cxn ang="T82">
                  <a:pos x="T20" y="T21"/>
                </a:cxn>
                <a:cxn ang="T83">
                  <a:pos x="T22" y="T23"/>
                </a:cxn>
                <a:cxn ang="T84">
                  <a:pos x="T24" y="T25"/>
                </a:cxn>
                <a:cxn ang="T85">
                  <a:pos x="T26" y="T27"/>
                </a:cxn>
                <a:cxn ang="T86">
                  <a:pos x="T28" y="T29"/>
                </a:cxn>
                <a:cxn ang="T87">
                  <a:pos x="T30" y="T31"/>
                </a:cxn>
                <a:cxn ang="T88">
                  <a:pos x="T32" y="T33"/>
                </a:cxn>
                <a:cxn ang="T89">
                  <a:pos x="T34" y="T35"/>
                </a:cxn>
                <a:cxn ang="T90">
                  <a:pos x="T36" y="T37"/>
                </a:cxn>
                <a:cxn ang="T91">
                  <a:pos x="T38" y="T39"/>
                </a:cxn>
                <a:cxn ang="T92">
                  <a:pos x="T40" y="T41"/>
                </a:cxn>
                <a:cxn ang="T93">
                  <a:pos x="T42" y="T43"/>
                </a:cxn>
                <a:cxn ang="T94">
                  <a:pos x="T44" y="T45"/>
                </a:cxn>
                <a:cxn ang="T95">
                  <a:pos x="T46" y="T47"/>
                </a:cxn>
                <a:cxn ang="T96">
                  <a:pos x="T48" y="T49"/>
                </a:cxn>
                <a:cxn ang="T97">
                  <a:pos x="T50" y="T51"/>
                </a:cxn>
                <a:cxn ang="T98">
                  <a:pos x="T52" y="T53"/>
                </a:cxn>
                <a:cxn ang="T99">
                  <a:pos x="T54" y="T55"/>
                </a:cxn>
                <a:cxn ang="T100">
                  <a:pos x="T56" y="T57"/>
                </a:cxn>
                <a:cxn ang="T101">
                  <a:pos x="T58" y="T59"/>
                </a:cxn>
                <a:cxn ang="T102">
                  <a:pos x="T60" y="T61"/>
                </a:cxn>
                <a:cxn ang="T103">
                  <a:pos x="T62" y="T63"/>
                </a:cxn>
                <a:cxn ang="T104">
                  <a:pos x="T64" y="T65"/>
                </a:cxn>
                <a:cxn ang="T105">
                  <a:pos x="T66" y="T67"/>
                </a:cxn>
                <a:cxn ang="T106">
                  <a:pos x="T68" y="T69"/>
                </a:cxn>
                <a:cxn ang="T107">
                  <a:pos x="T70" y="T71"/>
                </a:cxn>
              </a:cxnLst>
              <a:rect l="0" t="0" r="r" b="b"/>
              <a:pathLst>
                <a:path w="5216" h="762">
                  <a:moveTo>
                    <a:pt x="5216" y="714"/>
                  </a:moveTo>
                  <a:lnTo>
                    <a:pt x="5216" y="714"/>
                  </a:lnTo>
                  <a:lnTo>
                    <a:pt x="5102" y="700"/>
                  </a:lnTo>
                  <a:lnTo>
                    <a:pt x="4984" y="686"/>
                  </a:lnTo>
                  <a:lnTo>
                    <a:pt x="4738" y="652"/>
                  </a:lnTo>
                  <a:lnTo>
                    <a:pt x="4478" y="610"/>
                  </a:lnTo>
                  <a:lnTo>
                    <a:pt x="4204" y="564"/>
                  </a:lnTo>
                  <a:lnTo>
                    <a:pt x="3914" y="508"/>
                  </a:lnTo>
                  <a:lnTo>
                    <a:pt x="3608" y="446"/>
                  </a:lnTo>
                  <a:lnTo>
                    <a:pt x="3286" y="374"/>
                  </a:lnTo>
                  <a:lnTo>
                    <a:pt x="2946" y="296"/>
                  </a:lnTo>
                  <a:lnTo>
                    <a:pt x="2812" y="266"/>
                  </a:lnTo>
                  <a:lnTo>
                    <a:pt x="2682" y="236"/>
                  </a:lnTo>
                  <a:lnTo>
                    <a:pt x="2556" y="210"/>
                  </a:lnTo>
                  <a:lnTo>
                    <a:pt x="2430" y="184"/>
                  </a:lnTo>
                  <a:lnTo>
                    <a:pt x="2308" y="162"/>
                  </a:lnTo>
                  <a:lnTo>
                    <a:pt x="2190" y="140"/>
                  </a:lnTo>
                  <a:lnTo>
                    <a:pt x="2074" y="120"/>
                  </a:lnTo>
                  <a:lnTo>
                    <a:pt x="1960" y="102"/>
                  </a:lnTo>
                  <a:lnTo>
                    <a:pt x="1850" y="86"/>
                  </a:lnTo>
                  <a:lnTo>
                    <a:pt x="1740" y="72"/>
                  </a:lnTo>
                  <a:lnTo>
                    <a:pt x="1532" y="46"/>
                  </a:lnTo>
                  <a:lnTo>
                    <a:pt x="1334" y="28"/>
                  </a:lnTo>
                  <a:lnTo>
                    <a:pt x="1148" y="14"/>
                  </a:lnTo>
                  <a:lnTo>
                    <a:pt x="970" y="4"/>
                  </a:lnTo>
                  <a:lnTo>
                    <a:pt x="802" y="0"/>
                  </a:lnTo>
                  <a:lnTo>
                    <a:pt x="644" y="0"/>
                  </a:lnTo>
                  <a:lnTo>
                    <a:pt x="496" y="4"/>
                  </a:lnTo>
                  <a:lnTo>
                    <a:pt x="358" y="10"/>
                  </a:lnTo>
                  <a:lnTo>
                    <a:pt x="230" y="20"/>
                  </a:lnTo>
                  <a:lnTo>
                    <a:pt x="110" y="32"/>
                  </a:lnTo>
                  <a:lnTo>
                    <a:pt x="0" y="48"/>
                  </a:lnTo>
                  <a:lnTo>
                    <a:pt x="154" y="66"/>
                  </a:lnTo>
                  <a:lnTo>
                    <a:pt x="314" y="86"/>
                  </a:lnTo>
                  <a:lnTo>
                    <a:pt x="480" y="112"/>
                  </a:lnTo>
                  <a:lnTo>
                    <a:pt x="652" y="140"/>
                  </a:lnTo>
                  <a:lnTo>
                    <a:pt x="830" y="174"/>
                  </a:lnTo>
                  <a:lnTo>
                    <a:pt x="1014" y="210"/>
                  </a:lnTo>
                  <a:lnTo>
                    <a:pt x="1206" y="250"/>
                  </a:lnTo>
                  <a:lnTo>
                    <a:pt x="1402" y="296"/>
                  </a:lnTo>
                  <a:lnTo>
                    <a:pt x="1756" y="378"/>
                  </a:lnTo>
                  <a:lnTo>
                    <a:pt x="2092" y="450"/>
                  </a:lnTo>
                  <a:lnTo>
                    <a:pt x="2408" y="516"/>
                  </a:lnTo>
                  <a:lnTo>
                    <a:pt x="2562" y="544"/>
                  </a:lnTo>
                  <a:lnTo>
                    <a:pt x="2708" y="572"/>
                  </a:lnTo>
                  <a:lnTo>
                    <a:pt x="2852" y="598"/>
                  </a:lnTo>
                  <a:lnTo>
                    <a:pt x="2992" y="620"/>
                  </a:lnTo>
                  <a:lnTo>
                    <a:pt x="3128" y="642"/>
                  </a:lnTo>
                  <a:lnTo>
                    <a:pt x="3260" y="662"/>
                  </a:lnTo>
                  <a:lnTo>
                    <a:pt x="3388" y="678"/>
                  </a:lnTo>
                  <a:lnTo>
                    <a:pt x="3512" y="694"/>
                  </a:lnTo>
                  <a:lnTo>
                    <a:pt x="3632" y="708"/>
                  </a:lnTo>
                  <a:lnTo>
                    <a:pt x="3750" y="722"/>
                  </a:lnTo>
                  <a:lnTo>
                    <a:pt x="3864" y="732"/>
                  </a:lnTo>
                  <a:lnTo>
                    <a:pt x="3974" y="740"/>
                  </a:lnTo>
                  <a:lnTo>
                    <a:pt x="4080" y="748"/>
                  </a:lnTo>
                  <a:lnTo>
                    <a:pt x="4184" y="754"/>
                  </a:lnTo>
                  <a:lnTo>
                    <a:pt x="4286" y="758"/>
                  </a:lnTo>
                  <a:lnTo>
                    <a:pt x="4384" y="762"/>
                  </a:lnTo>
                  <a:lnTo>
                    <a:pt x="4478" y="762"/>
                  </a:lnTo>
                  <a:lnTo>
                    <a:pt x="4570" y="762"/>
                  </a:lnTo>
                  <a:lnTo>
                    <a:pt x="4660" y="760"/>
                  </a:lnTo>
                  <a:lnTo>
                    <a:pt x="4746" y="758"/>
                  </a:lnTo>
                  <a:lnTo>
                    <a:pt x="4830" y="754"/>
                  </a:lnTo>
                  <a:lnTo>
                    <a:pt x="4912" y="748"/>
                  </a:lnTo>
                  <a:lnTo>
                    <a:pt x="4992" y="740"/>
                  </a:lnTo>
                  <a:lnTo>
                    <a:pt x="5068" y="732"/>
                  </a:lnTo>
                  <a:lnTo>
                    <a:pt x="5144" y="724"/>
                  </a:lnTo>
                  <a:lnTo>
                    <a:pt x="5216" y="714"/>
                  </a:lnTo>
                  <a:close/>
                </a:path>
              </a:pathLst>
            </a:custGeom>
            <a:solidFill>
              <a:schemeClr val="bg2">
                <a:alpha val="39999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8" name="Freeform 22">
              <a:extLst>
                <a:ext uri="{FF2B5EF4-FFF2-40B4-BE49-F238E27FC236}">
                  <a16:creationId xmlns:a16="http://schemas.microsoft.com/office/drawing/2014/main" id="{5B7BA003-3F03-4EF5-A80E-507C70B702A3}"/>
                </a:ext>
              </a:extLst>
            </p:cNvPr>
            <p:cNvSpPr>
              <a:spLocks/>
            </p:cNvSpPr>
            <p:nvPr/>
          </p:nvSpPr>
          <p:spPr bwMode="hidden">
            <a:xfrm>
              <a:off x="3175" y="4335463"/>
              <a:ext cx="8166100" cy="1101725"/>
            </a:xfrm>
            <a:custGeom>
              <a:avLst/>
              <a:gdLst>
                <a:gd name="T0" fmla="*/ 0 w 5144"/>
                <a:gd name="T1" fmla="*/ 2147483646 h 694"/>
                <a:gd name="T2" fmla="*/ 0 w 5144"/>
                <a:gd name="T3" fmla="*/ 2147483646 h 694"/>
                <a:gd name="T4" fmla="*/ 2147483646 w 5144"/>
                <a:gd name="T5" fmla="*/ 2147483646 h 694"/>
                <a:gd name="T6" fmla="*/ 2147483646 w 5144"/>
                <a:gd name="T7" fmla="*/ 2147483646 h 694"/>
                <a:gd name="T8" fmla="*/ 2147483646 w 5144"/>
                <a:gd name="T9" fmla="*/ 2147483646 h 694"/>
                <a:gd name="T10" fmla="*/ 2147483646 w 5144"/>
                <a:gd name="T11" fmla="*/ 2147483646 h 694"/>
                <a:gd name="T12" fmla="*/ 2147483646 w 5144"/>
                <a:gd name="T13" fmla="*/ 2147483646 h 694"/>
                <a:gd name="T14" fmla="*/ 2147483646 w 5144"/>
                <a:gd name="T15" fmla="*/ 2147483646 h 694"/>
                <a:gd name="T16" fmla="*/ 2147483646 w 5144"/>
                <a:gd name="T17" fmla="*/ 2147483646 h 694"/>
                <a:gd name="T18" fmla="*/ 2147483646 w 5144"/>
                <a:gd name="T19" fmla="*/ 2147483646 h 694"/>
                <a:gd name="T20" fmla="*/ 2147483646 w 5144"/>
                <a:gd name="T21" fmla="*/ 2147483646 h 694"/>
                <a:gd name="T22" fmla="*/ 2147483646 w 5144"/>
                <a:gd name="T23" fmla="*/ 2147483646 h 694"/>
                <a:gd name="T24" fmla="*/ 2147483646 w 5144"/>
                <a:gd name="T25" fmla="*/ 0 h 694"/>
                <a:gd name="T26" fmla="*/ 2147483646 w 5144"/>
                <a:gd name="T27" fmla="*/ 2147483646 h 694"/>
                <a:gd name="T28" fmla="*/ 2147483646 w 5144"/>
                <a:gd name="T29" fmla="*/ 2147483646 h 694"/>
                <a:gd name="T30" fmla="*/ 2147483646 w 5144"/>
                <a:gd name="T31" fmla="*/ 2147483646 h 694"/>
                <a:gd name="T32" fmla="*/ 2147483646 w 5144"/>
                <a:gd name="T33" fmla="*/ 2147483646 h 694"/>
                <a:gd name="T34" fmla="*/ 2147483646 w 5144"/>
                <a:gd name="T35" fmla="*/ 2147483646 h 694"/>
                <a:gd name="T36" fmla="*/ 2147483646 w 5144"/>
                <a:gd name="T37" fmla="*/ 2147483646 h 694"/>
                <a:gd name="T38" fmla="*/ 2147483646 w 5144"/>
                <a:gd name="T39" fmla="*/ 2147483646 h 694"/>
                <a:gd name="T40" fmla="*/ 2147483646 w 5144"/>
                <a:gd name="T41" fmla="*/ 2147483646 h 694"/>
                <a:gd name="T42" fmla="*/ 2147483646 w 5144"/>
                <a:gd name="T43" fmla="*/ 2147483646 h 694"/>
                <a:gd name="T44" fmla="*/ 2147483646 w 5144"/>
                <a:gd name="T45" fmla="*/ 2147483646 h 694"/>
                <a:gd name="T46" fmla="*/ 2147483646 w 5144"/>
                <a:gd name="T47" fmla="*/ 2147483646 h 694"/>
                <a:gd name="T48" fmla="*/ 2147483646 w 5144"/>
                <a:gd name="T49" fmla="*/ 2147483646 h 694"/>
                <a:gd name="T50" fmla="*/ 2147483646 w 5144"/>
                <a:gd name="T51" fmla="*/ 2147483646 h 694"/>
                <a:gd name="T52" fmla="*/ 2147483646 w 5144"/>
                <a:gd name="T53" fmla="*/ 2147483646 h 694"/>
                <a:gd name="T54" fmla="*/ 2147483646 w 5144"/>
                <a:gd name="T55" fmla="*/ 2147483646 h 694"/>
                <a:gd name="T56" fmla="*/ 2147483646 w 5144"/>
                <a:gd name="T57" fmla="*/ 2147483646 h 694"/>
                <a:gd name="T58" fmla="*/ 2147483646 w 5144"/>
                <a:gd name="T59" fmla="*/ 2147483646 h 694"/>
                <a:gd name="T60" fmla="*/ 2147483646 w 5144"/>
                <a:gd name="T61" fmla="*/ 2147483646 h 694"/>
                <a:gd name="T62" fmla="*/ 0 60000 65536"/>
                <a:gd name="T63" fmla="*/ 0 60000 65536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</a:gdLst>
              <a:ahLst/>
              <a:cxnLst>
                <a:cxn ang="T62">
                  <a:pos x="T0" y="T1"/>
                </a:cxn>
                <a:cxn ang="T63">
                  <a:pos x="T2" y="T3"/>
                </a:cxn>
                <a:cxn ang="T64">
                  <a:pos x="T4" y="T5"/>
                </a:cxn>
                <a:cxn ang="T65">
                  <a:pos x="T6" y="T7"/>
                </a:cxn>
                <a:cxn ang="T66">
                  <a:pos x="T8" y="T9"/>
                </a:cxn>
                <a:cxn ang="T67">
                  <a:pos x="T10" y="T11"/>
                </a:cxn>
                <a:cxn ang="T68">
                  <a:pos x="T12" y="T13"/>
                </a:cxn>
                <a:cxn ang="T69">
                  <a:pos x="T14" y="T15"/>
                </a:cxn>
                <a:cxn ang="T70">
                  <a:pos x="T16" y="T17"/>
                </a:cxn>
                <a:cxn ang="T71">
                  <a:pos x="T18" y="T19"/>
                </a:cxn>
                <a:cxn ang="T72">
                  <a:pos x="T20" y="T21"/>
                </a:cxn>
                <a:cxn ang="T73">
                  <a:pos x="T22" y="T23"/>
                </a:cxn>
                <a:cxn ang="T74">
                  <a:pos x="T24" y="T25"/>
                </a:cxn>
                <a:cxn ang="T75">
                  <a:pos x="T26" y="T27"/>
                </a:cxn>
                <a:cxn ang="T76">
                  <a:pos x="T28" y="T29"/>
                </a:cxn>
                <a:cxn ang="T77">
                  <a:pos x="T30" y="T31"/>
                </a:cxn>
                <a:cxn ang="T78">
                  <a:pos x="T32" y="T33"/>
                </a:cxn>
                <a:cxn ang="T79">
                  <a:pos x="T34" y="T35"/>
                </a:cxn>
                <a:cxn ang="T80">
                  <a:pos x="T36" y="T37"/>
                </a:cxn>
                <a:cxn ang="T81">
                  <a:pos x="T38" y="T39"/>
                </a:cxn>
                <a:cxn ang="T82">
                  <a:pos x="T40" y="T41"/>
                </a:cxn>
                <a:cxn ang="T83">
                  <a:pos x="T42" y="T43"/>
                </a:cxn>
                <a:cxn ang="T84">
                  <a:pos x="T44" y="T45"/>
                </a:cxn>
                <a:cxn ang="T85">
                  <a:pos x="T46" y="T47"/>
                </a:cxn>
                <a:cxn ang="T86">
                  <a:pos x="T48" y="T49"/>
                </a:cxn>
                <a:cxn ang="T87">
                  <a:pos x="T50" y="T51"/>
                </a:cxn>
                <a:cxn ang="T88">
                  <a:pos x="T52" y="T53"/>
                </a:cxn>
                <a:cxn ang="T89">
                  <a:pos x="T54" y="T55"/>
                </a:cxn>
                <a:cxn ang="T90">
                  <a:pos x="T56" y="T57"/>
                </a:cxn>
                <a:cxn ang="T91">
                  <a:pos x="T58" y="T59"/>
                </a:cxn>
                <a:cxn ang="T92">
                  <a:pos x="T60" y="T61"/>
                </a:cxn>
              </a:cxnLst>
              <a:rect l="0" t="0" r="r" b="b"/>
              <a:pathLst>
                <a:path w="5144" h="694">
                  <a:moveTo>
                    <a:pt x="0" y="70"/>
                  </a:moveTo>
                  <a:lnTo>
                    <a:pt x="0" y="70"/>
                  </a:lnTo>
                  <a:lnTo>
                    <a:pt x="18" y="66"/>
                  </a:lnTo>
                  <a:lnTo>
                    <a:pt x="72" y="56"/>
                  </a:lnTo>
                  <a:lnTo>
                    <a:pt x="164" y="42"/>
                  </a:lnTo>
                  <a:lnTo>
                    <a:pt x="224" y="34"/>
                  </a:lnTo>
                  <a:lnTo>
                    <a:pt x="294" y="26"/>
                  </a:lnTo>
                  <a:lnTo>
                    <a:pt x="372" y="20"/>
                  </a:lnTo>
                  <a:lnTo>
                    <a:pt x="462" y="14"/>
                  </a:lnTo>
                  <a:lnTo>
                    <a:pt x="560" y="8"/>
                  </a:lnTo>
                  <a:lnTo>
                    <a:pt x="670" y="4"/>
                  </a:lnTo>
                  <a:lnTo>
                    <a:pt x="790" y="2"/>
                  </a:lnTo>
                  <a:lnTo>
                    <a:pt x="920" y="0"/>
                  </a:lnTo>
                  <a:lnTo>
                    <a:pt x="1060" y="2"/>
                  </a:lnTo>
                  <a:lnTo>
                    <a:pt x="1210" y="6"/>
                  </a:lnTo>
                  <a:lnTo>
                    <a:pt x="1372" y="14"/>
                  </a:lnTo>
                  <a:lnTo>
                    <a:pt x="1544" y="24"/>
                  </a:lnTo>
                  <a:lnTo>
                    <a:pt x="1726" y="40"/>
                  </a:lnTo>
                  <a:lnTo>
                    <a:pt x="1920" y="58"/>
                  </a:lnTo>
                  <a:lnTo>
                    <a:pt x="2126" y="80"/>
                  </a:lnTo>
                  <a:lnTo>
                    <a:pt x="2342" y="106"/>
                  </a:lnTo>
                  <a:lnTo>
                    <a:pt x="2570" y="138"/>
                  </a:lnTo>
                  <a:lnTo>
                    <a:pt x="2808" y="174"/>
                  </a:lnTo>
                  <a:lnTo>
                    <a:pt x="3058" y="216"/>
                  </a:lnTo>
                  <a:lnTo>
                    <a:pt x="3320" y="266"/>
                  </a:lnTo>
                  <a:lnTo>
                    <a:pt x="3594" y="320"/>
                  </a:lnTo>
                  <a:lnTo>
                    <a:pt x="3880" y="380"/>
                  </a:lnTo>
                  <a:lnTo>
                    <a:pt x="4178" y="448"/>
                  </a:lnTo>
                  <a:lnTo>
                    <a:pt x="4488" y="522"/>
                  </a:lnTo>
                  <a:lnTo>
                    <a:pt x="4810" y="604"/>
                  </a:lnTo>
                  <a:lnTo>
                    <a:pt x="5144" y="694"/>
                  </a:lnTo>
                </a:path>
              </a:pathLst>
            </a:custGeom>
            <a:noFill/>
            <a:ln w="12">
              <a:solidFill>
                <a:srgbClr val="FFFFFF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9" name="Freeform 26">
              <a:extLst>
                <a:ext uri="{FF2B5EF4-FFF2-40B4-BE49-F238E27FC236}">
                  <a16:creationId xmlns:a16="http://schemas.microsoft.com/office/drawing/2014/main" id="{4F3CDD27-0EC1-47F4-87D1-DCD1A1B2D12B}"/>
                </a:ext>
              </a:extLst>
            </p:cNvPr>
            <p:cNvSpPr>
              <a:spLocks/>
            </p:cNvSpPr>
            <p:nvPr/>
          </p:nvSpPr>
          <p:spPr bwMode="hidden">
            <a:xfrm>
              <a:off x="4156075" y="4316413"/>
              <a:ext cx="4940300" cy="927100"/>
            </a:xfrm>
            <a:custGeom>
              <a:avLst/>
              <a:gdLst>
                <a:gd name="T0" fmla="*/ 0 w 3112"/>
                <a:gd name="T1" fmla="*/ 2147483646 h 584"/>
                <a:gd name="T2" fmla="*/ 0 w 3112"/>
                <a:gd name="T3" fmla="*/ 2147483646 h 584"/>
                <a:gd name="T4" fmla="*/ 2147483646 w 3112"/>
                <a:gd name="T5" fmla="*/ 2147483646 h 584"/>
                <a:gd name="T6" fmla="*/ 2147483646 w 3112"/>
                <a:gd name="T7" fmla="*/ 2147483646 h 584"/>
                <a:gd name="T8" fmla="*/ 2147483646 w 3112"/>
                <a:gd name="T9" fmla="*/ 2147483646 h 584"/>
                <a:gd name="T10" fmla="*/ 2147483646 w 3112"/>
                <a:gd name="T11" fmla="*/ 2147483646 h 584"/>
                <a:gd name="T12" fmla="*/ 2147483646 w 3112"/>
                <a:gd name="T13" fmla="*/ 2147483646 h 584"/>
                <a:gd name="T14" fmla="*/ 2147483646 w 3112"/>
                <a:gd name="T15" fmla="*/ 2147483646 h 584"/>
                <a:gd name="T16" fmla="*/ 2147483646 w 3112"/>
                <a:gd name="T17" fmla="*/ 2147483646 h 584"/>
                <a:gd name="T18" fmla="*/ 2147483646 w 3112"/>
                <a:gd name="T19" fmla="*/ 2147483646 h 584"/>
                <a:gd name="T20" fmla="*/ 2147483646 w 3112"/>
                <a:gd name="T21" fmla="*/ 2147483646 h 584"/>
                <a:gd name="T22" fmla="*/ 2147483646 w 3112"/>
                <a:gd name="T23" fmla="*/ 2147483646 h 584"/>
                <a:gd name="T24" fmla="*/ 2147483646 w 3112"/>
                <a:gd name="T25" fmla="*/ 2147483646 h 584"/>
                <a:gd name="T26" fmla="*/ 2147483646 w 3112"/>
                <a:gd name="T27" fmla="*/ 2147483646 h 584"/>
                <a:gd name="T28" fmla="*/ 2147483646 w 3112"/>
                <a:gd name="T29" fmla="*/ 2147483646 h 584"/>
                <a:gd name="T30" fmla="*/ 2147483646 w 3112"/>
                <a:gd name="T31" fmla="*/ 2147483646 h 584"/>
                <a:gd name="T32" fmla="*/ 2147483646 w 3112"/>
                <a:gd name="T33" fmla="*/ 2147483646 h 584"/>
                <a:gd name="T34" fmla="*/ 2147483646 w 3112"/>
                <a:gd name="T35" fmla="*/ 2147483646 h 584"/>
                <a:gd name="T36" fmla="*/ 2147483646 w 3112"/>
                <a:gd name="T37" fmla="*/ 2147483646 h 584"/>
                <a:gd name="T38" fmla="*/ 2147483646 w 3112"/>
                <a:gd name="T39" fmla="*/ 0 h 584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</a:gdLst>
              <a:ahLst/>
              <a:cxnLst>
                <a:cxn ang="T40">
                  <a:pos x="T0" y="T1"/>
                </a:cxn>
                <a:cxn ang="T41">
                  <a:pos x="T2" y="T3"/>
                </a:cxn>
                <a:cxn ang="T42">
                  <a:pos x="T4" y="T5"/>
                </a:cxn>
                <a:cxn ang="T43">
                  <a:pos x="T6" y="T7"/>
                </a:cxn>
                <a:cxn ang="T44">
                  <a:pos x="T8" y="T9"/>
                </a:cxn>
                <a:cxn ang="T45">
                  <a:pos x="T10" y="T11"/>
                </a:cxn>
                <a:cxn ang="T46">
                  <a:pos x="T12" y="T13"/>
                </a:cxn>
                <a:cxn ang="T47">
                  <a:pos x="T14" y="T15"/>
                </a:cxn>
                <a:cxn ang="T48">
                  <a:pos x="T16" y="T17"/>
                </a:cxn>
                <a:cxn ang="T49">
                  <a:pos x="T18" y="T19"/>
                </a:cxn>
                <a:cxn ang="T50">
                  <a:pos x="T20" y="T21"/>
                </a:cxn>
                <a:cxn ang="T51">
                  <a:pos x="T22" y="T23"/>
                </a:cxn>
                <a:cxn ang="T52">
                  <a:pos x="T24" y="T25"/>
                </a:cxn>
                <a:cxn ang="T53">
                  <a:pos x="T26" y="T27"/>
                </a:cxn>
                <a:cxn ang="T54">
                  <a:pos x="T28" y="T29"/>
                </a:cxn>
                <a:cxn ang="T55">
                  <a:pos x="T30" y="T31"/>
                </a:cxn>
                <a:cxn ang="T56">
                  <a:pos x="T32" y="T33"/>
                </a:cxn>
                <a:cxn ang="T57">
                  <a:pos x="T34" y="T35"/>
                </a:cxn>
                <a:cxn ang="T58">
                  <a:pos x="T36" y="T37"/>
                </a:cxn>
                <a:cxn ang="T59">
                  <a:pos x="T38" y="T39"/>
                </a:cxn>
              </a:cxnLst>
              <a:rect l="0" t="0" r="r" b="b"/>
              <a:pathLst>
                <a:path w="3112" h="584">
                  <a:moveTo>
                    <a:pt x="0" y="584"/>
                  </a:moveTo>
                  <a:lnTo>
                    <a:pt x="0" y="584"/>
                  </a:lnTo>
                  <a:lnTo>
                    <a:pt x="90" y="560"/>
                  </a:lnTo>
                  <a:lnTo>
                    <a:pt x="336" y="498"/>
                  </a:lnTo>
                  <a:lnTo>
                    <a:pt x="506" y="456"/>
                  </a:lnTo>
                  <a:lnTo>
                    <a:pt x="702" y="410"/>
                  </a:lnTo>
                  <a:lnTo>
                    <a:pt x="920" y="360"/>
                  </a:lnTo>
                  <a:lnTo>
                    <a:pt x="1154" y="306"/>
                  </a:lnTo>
                  <a:lnTo>
                    <a:pt x="1402" y="254"/>
                  </a:lnTo>
                  <a:lnTo>
                    <a:pt x="1656" y="202"/>
                  </a:lnTo>
                  <a:lnTo>
                    <a:pt x="1916" y="154"/>
                  </a:lnTo>
                  <a:lnTo>
                    <a:pt x="2174" y="108"/>
                  </a:lnTo>
                  <a:lnTo>
                    <a:pt x="2302" y="88"/>
                  </a:lnTo>
                  <a:lnTo>
                    <a:pt x="2426" y="68"/>
                  </a:lnTo>
                  <a:lnTo>
                    <a:pt x="2550" y="52"/>
                  </a:lnTo>
                  <a:lnTo>
                    <a:pt x="2670" y="36"/>
                  </a:lnTo>
                  <a:lnTo>
                    <a:pt x="2788" y="24"/>
                  </a:lnTo>
                  <a:lnTo>
                    <a:pt x="2900" y="14"/>
                  </a:lnTo>
                  <a:lnTo>
                    <a:pt x="3008" y="6"/>
                  </a:lnTo>
                  <a:lnTo>
                    <a:pt x="3112" y="0"/>
                  </a:lnTo>
                </a:path>
              </a:pathLst>
            </a:custGeom>
            <a:noFill/>
            <a:ln w="12">
              <a:solidFill>
                <a:srgbClr val="FFFFFF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 useBgFill="1">
          <p:nvSpPr>
            <p:cNvPr id="10" name="Freeform 10">
              <a:extLst>
                <a:ext uri="{FF2B5EF4-FFF2-40B4-BE49-F238E27FC236}">
                  <a16:creationId xmlns:a16="http://schemas.microsoft.com/office/drawing/2014/main" id="{91EF3F80-45F9-4BF0-8C74-0989D4054A9F}"/>
                </a:ext>
              </a:extLst>
            </p:cNvPr>
            <p:cNvSpPr>
              <a:spLocks/>
            </p:cNvSpPr>
            <p:nvPr/>
          </p:nvSpPr>
          <p:spPr bwMode="hidden">
            <a:xfrm>
              <a:off x="-3905250" y="4294188"/>
              <a:ext cx="13011150" cy="1892300"/>
            </a:xfrm>
            <a:custGeom>
              <a:avLst/>
              <a:gdLst>
                <a:gd name="T0" fmla="*/ 2147483646 w 8196"/>
                <a:gd name="T1" fmla="*/ 2147483646 h 1192"/>
                <a:gd name="T2" fmla="*/ 2147483646 w 8196"/>
                <a:gd name="T3" fmla="*/ 2147483646 h 1192"/>
                <a:gd name="T4" fmla="*/ 2147483646 w 8196"/>
                <a:gd name="T5" fmla="*/ 2147483646 h 1192"/>
                <a:gd name="T6" fmla="*/ 2147483646 w 8196"/>
                <a:gd name="T7" fmla="*/ 2147483646 h 1192"/>
                <a:gd name="T8" fmla="*/ 2147483646 w 8196"/>
                <a:gd name="T9" fmla="*/ 2147483646 h 1192"/>
                <a:gd name="T10" fmla="*/ 2147483646 w 8196"/>
                <a:gd name="T11" fmla="*/ 2147483646 h 1192"/>
                <a:gd name="T12" fmla="*/ 2147483646 w 8196"/>
                <a:gd name="T13" fmla="*/ 2147483646 h 1192"/>
                <a:gd name="T14" fmla="*/ 2147483646 w 8196"/>
                <a:gd name="T15" fmla="*/ 2147483646 h 1192"/>
                <a:gd name="T16" fmla="*/ 2147483646 w 8196"/>
                <a:gd name="T17" fmla="*/ 2147483646 h 1192"/>
                <a:gd name="T18" fmla="*/ 2147483646 w 8196"/>
                <a:gd name="T19" fmla="*/ 2147483646 h 1192"/>
                <a:gd name="T20" fmla="*/ 2147483646 w 8196"/>
                <a:gd name="T21" fmla="*/ 2147483646 h 1192"/>
                <a:gd name="T22" fmla="*/ 2147483646 w 8196"/>
                <a:gd name="T23" fmla="*/ 2147483646 h 1192"/>
                <a:gd name="T24" fmla="*/ 2147483646 w 8196"/>
                <a:gd name="T25" fmla="*/ 2147483646 h 1192"/>
                <a:gd name="T26" fmla="*/ 2147483646 w 8196"/>
                <a:gd name="T27" fmla="*/ 2147483646 h 1192"/>
                <a:gd name="T28" fmla="*/ 2147483646 w 8196"/>
                <a:gd name="T29" fmla="*/ 2147483646 h 1192"/>
                <a:gd name="T30" fmla="*/ 2147483646 w 8196"/>
                <a:gd name="T31" fmla="*/ 2147483646 h 1192"/>
                <a:gd name="T32" fmla="*/ 2147483646 w 8196"/>
                <a:gd name="T33" fmla="*/ 2147483646 h 1192"/>
                <a:gd name="T34" fmla="*/ 2147483646 w 8196"/>
                <a:gd name="T35" fmla="*/ 2147483646 h 1192"/>
                <a:gd name="T36" fmla="*/ 2147483646 w 8196"/>
                <a:gd name="T37" fmla="*/ 2147483646 h 1192"/>
                <a:gd name="T38" fmla="*/ 2147483646 w 8196"/>
                <a:gd name="T39" fmla="*/ 2147483646 h 1192"/>
                <a:gd name="T40" fmla="*/ 2147483646 w 8196"/>
                <a:gd name="T41" fmla="*/ 2147483646 h 1192"/>
                <a:gd name="T42" fmla="*/ 2147483646 w 8196"/>
                <a:gd name="T43" fmla="*/ 2147483646 h 1192"/>
                <a:gd name="T44" fmla="*/ 2147483646 w 8196"/>
                <a:gd name="T45" fmla="*/ 0 h 1192"/>
                <a:gd name="T46" fmla="*/ 2147483646 w 8196"/>
                <a:gd name="T47" fmla="*/ 2147483646 h 1192"/>
                <a:gd name="T48" fmla="*/ 2147483646 w 8196"/>
                <a:gd name="T49" fmla="*/ 2147483646 h 1192"/>
                <a:gd name="T50" fmla="*/ 2147483646 w 8196"/>
                <a:gd name="T51" fmla="*/ 2147483646 h 1192"/>
                <a:gd name="T52" fmla="*/ 2147483646 w 8196"/>
                <a:gd name="T53" fmla="*/ 2147483646 h 1192"/>
                <a:gd name="T54" fmla="*/ 2147483646 w 8196"/>
                <a:gd name="T55" fmla="*/ 2147483646 h 1192"/>
                <a:gd name="T56" fmla="*/ 2147483646 w 8196"/>
                <a:gd name="T57" fmla="*/ 2147483646 h 1192"/>
                <a:gd name="T58" fmla="*/ 2147483646 w 8196"/>
                <a:gd name="T59" fmla="*/ 2147483646 h 1192"/>
                <a:gd name="T60" fmla="*/ 2147483646 w 8196"/>
                <a:gd name="T61" fmla="*/ 2147483646 h 1192"/>
                <a:gd name="T62" fmla="*/ 0 w 8196"/>
                <a:gd name="T63" fmla="*/ 2147483646 h 1192"/>
                <a:gd name="T64" fmla="*/ 2147483646 w 8196"/>
                <a:gd name="T65" fmla="*/ 2147483646 h 1192"/>
                <a:gd name="T66" fmla="*/ 2147483646 w 8196"/>
                <a:gd name="T67" fmla="*/ 2147483646 h 1192"/>
                <a:gd name="T68" fmla="*/ 2147483646 w 8196"/>
                <a:gd name="T69" fmla="*/ 2147483646 h 1192"/>
                <a:gd name="T70" fmla="*/ 2147483646 w 8196"/>
                <a:gd name="T71" fmla="*/ 2147483646 h 1192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</a:gdLst>
              <a:ahLst/>
              <a:cxnLst>
                <a:cxn ang="T72">
                  <a:pos x="T0" y="T1"/>
                </a:cxn>
                <a:cxn ang="T73">
                  <a:pos x="T2" y="T3"/>
                </a:cxn>
                <a:cxn ang="T74">
                  <a:pos x="T4" y="T5"/>
                </a:cxn>
                <a:cxn ang="T75">
                  <a:pos x="T6" y="T7"/>
                </a:cxn>
                <a:cxn ang="T76">
                  <a:pos x="T8" y="T9"/>
                </a:cxn>
                <a:cxn ang="T77">
                  <a:pos x="T10" y="T11"/>
                </a:cxn>
                <a:cxn ang="T78">
                  <a:pos x="T12" y="T13"/>
                </a:cxn>
                <a:cxn ang="T79">
                  <a:pos x="T14" y="T15"/>
                </a:cxn>
                <a:cxn ang="T80">
                  <a:pos x="T16" y="T17"/>
                </a:cxn>
                <a:cxn ang="T81">
                  <a:pos x="T18" y="T19"/>
                </a:cxn>
                <a:cxn ang="T82">
                  <a:pos x="T20" y="T21"/>
                </a:cxn>
                <a:cxn ang="T83">
                  <a:pos x="T22" y="T23"/>
                </a:cxn>
                <a:cxn ang="T84">
                  <a:pos x="T24" y="T25"/>
                </a:cxn>
                <a:cxn ang="T85">
                  <a:pos x="T26" y="T27"/>
                </a:cxn>
                <a:cxn ang="T86">
                  <a:pos x="T28" y="T29"/>
                </a:cxn>
                <a:cxn ang="T87">
                  <a:pos x="T30" y="T31"/>
                </a:cxn>
                <a:cxn ang="T88">
                  <a:pos x="T32" y="T33"/>
                </a:cxn>
                <a:cxn ang="T89">
                  <a:pos x="T34" y="T35"/>
                </a:cxn>
                <a:cxn ang="T90">
                  <a:pos x="T36" y="T37"/>
                </a:cxn>
                <a:cxn ang="T91">
                  <a:pos x="T38" y="T39"/>
                </a:cxn>
                <a:cxn ang="T92">
                  <a:pos x="T40" y="T41"/>
                </a:cxn>
                <a:cxn ang="T93">
                  <a:pos x="T42" y="T43"/>
                </a:cxn>
                <a:cxn ang="T94">
                  <a:pos x="T44" y="T45"/>
                </a:cxn>
                <a:cxn ang="T95">
                  <a:pos x="T46" y="T47"/>
                </a:cxn>
                <a:cxn ang="T96">
                  <a:pos x="T48" y="T49"/>
                </a:cxn>
                <a:cxn ang="T97">
                  <a:pos x="T50" y="T51"/>
                </a:cxn>
                <a:cxn ang="T98">
                  <a:pos x="T52" y="T53"/>
                </a:cxn>
                <a:cxn ang="T99">
                  <a:pos x="T54" y="T55"/>
                </a:cxn>
                <a:cxn ang="T100">
                  <a:pos x="T56" y="T57"/>
                </a:cxn>
                <a:cxn ang="T101">
                  <a:pos x="T58" y="T59"/>
                </a:cxn>
                <a:cxn ang="T102">
                  <a:pos x="T60" y="T61"/>
                </a:cxn>
                <a:cxn ang="T103">
                  <a:pos x="T62" y="T63"/>
                </a:cxn>
                <a:cxn ang="T104">
                  <a:pos x="T64" y="T65"/>
                </a:cxn>
                <a:cxn ang="T105">
                  <a:pos x="T66" y="T67"/>
                </a:cxn>
                <a:cxn ang="T106">
                  <a:pos x="T68" y="T69"/>
                </a:cxn>
                <a:cxn ang="T107">
                  <a:pos x="T70" y="T71"/>
                </a:cxn>
              </a:cxnLst>
              <a:rect l="0" t="0" r="r" b="b"/>
              <a:pathLst>
                <a:path w="8196" h="1192">
                  <a:moveTo>
                    <a:pt x="8192" y="512"/>
                  </a:moveTo>
                  <a:lnTo>
                    <a:pt x="8192" y="512"/>
                  </a:lnTo>
                  <a:lnTo>
                    <a:pt x="8116" y="542"/>
                  </a:lnTo>
                  <a:lnTo>
                    <a:pt x="8040" y="570"/>
                  </a:lnTo>
                  <a:lnTo>
                    <a:pt x="7960" y="596"/>
                  </a:lnTo>
                  <a:lnTo>
                    <a:pt x="7878" y="620"/>
                  </a:lnTo>
                  <a:lnTo>
                    <a:pt x="7794" y="644"/>
                  </a:lnTo>
                  <a:lnTo>
                    <a:pt x="7706" y="666"/>
                  </a:lnTo>
                  <a:lnTo>
                    <a:pt x="7616" y="684"/>
                  </a:lnTo>
                  <a:lnTo>
                    <a:pt x="7522" y="702"/>
                  </a:lnTo>
                  <a:lnTo>
                    <a:pt x="7424" y="718"/>
                  </a:lnTo>
                  <a:lnTo>
                    <a:pt x="7322" y="730"/>
                  </a:lnTo>
                  <a:lnTo>
                    <a:pt x="7216" y="742"/>
                  </a:lnTo>
                  <a:lnTo>
                    <a:pt x="7106" y="750"/>
                  </a:lnTo>
                  <a:lnTo>
                    <a:pt x="6992" y="758"/>
                  </a:lnTo>
                  <a:lnTo>
                    <a:pt x="6872" y="762"/>
                  </a:lnTo>
                  <a:lnTo>
                    <a:pt x="6748" y="762"/>
                  </a:lnTo>
                  <a:lnTo>
                    <a:pt x="6618" y="760"/>
                  </a:lnTo>
                  <a:lnTo>
                    <a:pt x="6482" y="756"/>
                  </a:lnTo>
                  <a:lnTo>
                    <a:pt x="6342" y="750"/>
                  </a:lnTo>
                  <a:lnTo>
                    <a:pt x="6196" y="740"/>
                  </a:lnTo>
                  <a:lnTo>
                    <a:pt x="6042" y="726"/>
                  </a:lnTo>
                  <a:lnTo>
                    <a:pt x="5882" y="710"/>
                  </a:lnTo>
                  <a:lnTo>
                    <a:pt x="5716" y="690"/>
                  </a:lnTo>
                  <a:lnTo>
                    <a:pt x="5544" y="668"/>
                  </a:lnTo>
                  <a:lnTo>
                    <a:pt x="5364" y="642"/>
                  </a:lnTo>
                  <a:lnTo>
                    <a:pt x="5176" y="612"/>
                  </a:lnTo>
                  <a:lnTo>
                    <a:pt x="4982" y="578"/>
                  </a:lnTo>
                  <a:lnTo>
                    <a:pt x="4778" y="540"/>
                  </a:lnTo>
                  <a:lnTo>
                    <a:pt x="4568" y="500"/>
                  </a:lnTo>
                  <a:lnTo>
                    <a:pt x="4348" y="454"/>
                  </a:lnTo>
                  <a:lnTo>
                    <a:pt x="4122" y="406"/>
                  </a:lnTo>
                  <a:lnTo>
                    <a:pt x="3886" y="354"/>
                  </a:lnTo>
                  <a:lnTo>
                    <a:pt x="3640" y="296"/>
                  </a:lnTo>
                  <a:lnTo>
                    <a:pt x="3396" y="240"/>
                  </a:lnTo>
                  <a:lnTo>
                    <a:pt x="3160" y="192"/>
                  </a:lnTo>
                  <a:lnTo>
                    <a:pt x="2934" y="148"/>
                  </a:lnTo>
                  <a:lnTo>
                    <a:pt x="2718" y="112"/>
                  </a:lnTo>
                  <a:lnTo>
                    <a:pt x="2512" y="82"/>
                  </a:lnTo>
                  <a:lnTo>
                    <a:pt x="2314" y="56"/>
                  </a:lnTo>
                  <a:lnTo>
                    <a:pt x="2126" y="36"/>
                  </a:lnTo>
                  <a:lnTo>
                    <a:pt x="1948" y="20"/>
                  </a:lnTo>
                  <a:lnTo>
                    <a:pt x="1776" y="10"/>
                  </a:lnTo>
                  <a:lnTo>
                    <a:pt x="1616" y="2"/>
                  </a:lnTo>
                  <a:lnTo>
                    <a:pt x="1462" y="0"/>
                  </a:lnTo>
                  <a:lnTo>
                    <a:pt x="1318" y="0"/>
                  </a:lnTo>
                  <a:lnTo>
                    <a:pt x="1182" y="4"/>
                  </a:lnTo>
                  <a:lnTo>
                    <a:pt x="1054" y="10"/>
                  </a:lnTo>
                  <a:lnTo>
                    <a:pt x="934" y="20"/>
                  </a:lnTo>
                  <a:lnTo>
                    <a:pt x="822" y="30"/>
                  </a:lnTo>
                  <a:lnTo>
                    <a:pt x="716" y="44"/>
                  </a:lnTo>
                  <a:lnTo>
                    <a:pt x="620" y="58"/>
                  </a:lnTo>
                  <a:lnTo>
                    <a:pt x="530" y="74"/>
                  </a:lnTo>
                  <a:lnTo>
                    <a:pt x="450" y="92"/>
                  </a:lnTo>
                  <a:lnTo>
                    <a:pt x="374" y="108"/>
                  </a:lnTo>
                  <a:lnTo>
                    <a:pt x="308" y="126"/>
                  </a:lnTo>
                  <a:lnTo>
                    <a:pt x="248" y="144"/>
                  </a:lnTo>
                  <a:lnTo>
                    <a:pt x="194" y="160"/>
                  </a:lnTo>
                  <a:lnTo>
                    <a:pt x="148" y="176"/>
                  </a:lnTo>
                  <a:lnTo>
                    <a:pt x="108" y="192"/>
                  </a:lnTo>
                  <a:lnTo>
                    <a:pt x="48" y="216"/>
                  </a:lnTo>
                  <a:lnTo>
                    <a:pt x="12" y="234"/>
                  </a:lnTo>
                  <a:lnTo>
                    <a:pt x="0" y="240"/>
                  </a:lnTo>
                  <a:lnTo>
                    <a:pt x="0" y="1192"/>
                  </a:lnTo>
                  <a:lnTo>
                    <a:pt x="8192" y="1192"/>
                  </a:lnTo>
                  <a:lnTo>
                    <a:pt x="8196" y="1186"/>
                  </a:lnTo>
                  <a:lnTo>
                    <a:pt x="8196" y="510"/>
                  </a:lnTo>
                  <a:lnTo>
                    <a:pt x="8192" y="512"/>
                  </a:lnTo>
                  <a:close/>
                </a:path>
              </a:pathLst>
            </a:custGeom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200152"/>
            <a:ext cx="7772400" cy="1335081"/>
          </a:xfrm>
        </p:spPr>
        <p:txBody>
          <a:bodyPr anchor="b">
            <a:normAutofit/>
          </a:bodyPr>
          <a:lstStyle>
            <a:lvl1pPr>
              <a:defRPr sz="4400">
                <a:solidFill>
                  <a:srgbClr val="FFFFFF"/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667001"/>
            <a:ext cx="6400800" cy="110490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rgbClr val="FFFFFF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0A46B607-1C11-4EC0-899B-057D0048E4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wrap="square" numCol="1" anchorCtr="0" compatLnSpc="1">
            <a:prstTxWarp prst="textNoShape">
              <a:avLst/>
            </a:prstTxWarp>
          </a:bodyPr>
          <a:lstStyle>
            <a:lvl1pPr eaLnBrk="0" hangingPunct="0">
              <a:defRPr b="1">
                <a:latin typeface="Times New Roman" panose="02020603050405020304" pitchFamily="18" charset="0"/>
                <a:cs typeface="楷体_GB2312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A974D394-AAD2-4C60-BD59-DDE01EE016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wrap="square" numCol="1" anchorCtr="0" compatLnSpc="1">
            <a:prstTxWarp prst="textNoShape">
              <a:avLst/>
            </a:prstTxWarp>
          </a:bodyPr>
          <a:lstStyle>
            <a:lvl1pPr eaLnBrk="0" hangingPunct="0">
              <a:defRPr b="1">
                <a:latin typeface="Times New Roman" panose="02020603050405020304" pitchFamily="18" charset="0"/>
                <a:cs typeface="楷体_GB2312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A481608F-D0A8-419E-B37B-E46400E8B0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eaLnBrk="0" hangingPunct="0">
              <a:defRPr b="1" smtClean="0">
                <a:latin typeface="Times New Roman" panose="02020603050405020304" pitchFamily="18" charset="0"/>
                <a:cs typeface="楷体_GB2312" charset="0"/>
              </a:defRPr>
            </a:lvl1pPr>
          </a:lstStyle>
          <a:p>
            <a:pPr>
              <a:defRPr/>
            </a:pPr>
            <a:fld id="{186E3976-B536-4F7C-8444-680F435F4A6D}" type="slidenum">
              <a:rPr lang="zh-CN" altLang="en-US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28981972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baseline="0">
                <a:latin typeface="Times New Roman" panose="02020603050405020304" pitchFamily="18" charset="0"/>
              </a:defRPr>
            </a:lvl1pPr>
            <a:lvl2pPr>
              <a:defRPr baseline="0">
                <a:latin typeface="Times New Roman" panose="02020603050405020304" pitchFamily="18" charset="0"/>
              </a:defRPr>
            </a:lvl2pPr>
            <a:lvl3pPr>
              <a:defRPr baseline="0">
                <a:latin typeface="Times New Roman" panose="02020603050405020304" pitchFamily="18" charset="0"/>
              </a:defRPr>
            </a:lvl3pPr>
            <a:lvl4pPr>
              <a:defRPr baseline="0">
                <a:latin typeface="Times New Roman" panose="02020603050405020304" pitchFamily="18" charset="0"/>
              </a:defRPr>
            </a:lvl4pPr>
            <a:lvl5pPr>
              <a:defRPr baseline="0">
                <a:latin typeface="Times New Roman" panose="02020603050405020304" pitchFamily="18" charset="0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  <a:endParaRPr lang="en-US" dirty="0"/>
          </a:p>
        </p:txBody>
      </p:sp>
      <p:sp>
        <p:nvSpPr>
          <p:cNvPr id="7" name="Title 6"/>
          <p:cNvSpPr>
            <a:spLocks noGrp="1"/>
          </p:cNvSpPr>
          <p:nvPr>
            <p:ph type="title"/>
          </p:nvPr>
        </p:nvSpPr>
        <p:spPr>
          <a:xfrm>
            <a:off x="755576" y="267494"/>
            <a:ext cx="7931224" cy="360040"/>
          </a:xfrm>
        </p:spPr>
        <p:txBody>
          <a:bodyPr/>
          <a:lstStyle>
            <a:lvl1pPr algn="l">
              <a:defRPr b="1" baseline="0">
                <a:latin typeface="Times New Roman" panose="02020603050405020304" pitchFamily="18" charset="0"/>
                <a:ea typeface="黑体" panose="02010609060101010101" pitchFamily="49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E3F38E-2CF8-4FDC-9D87-956115AFC0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wrap="square" numCol="1" anchorCtr="0" compatLnSpc="1">
            <a:prstTxWarp prst="textNoShape">
              <a:avLst/>
            </a:prstTxWarp>
          </a:bodyPr>
          <a:lstStyle>
            <a:lvl1pPr eaLnBrk="0" hangingPunct="0">
              <a:defRPr b="1">
                <a:latin typeface="Times New Roman" panose="02020603050405020304" pitchFamily="18" charset="0"/>
                <a:cs typeface="楷体_GB2312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2AECCC-1565-4FC3-B790-4707FA08EB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wrap="square" numCol="1" anchorCtr="0" compatLnSpc="1">
            <a:prstTxWarp prst="textNoShape">
              <a:avLst/>
            </a:prstTxWarp>
          </a:bodyPr>
          <a:lstStyle>
            <a:lvl1pPr eaLnBrk="0" hangingPunct="0">
              <a:defRPr b="1">
                <a:latin typeface="Times New Roman" panose="02020603050405020304" pitchFamily="18" charset="0"/>
                <a:cs typeface="楷体_GB2312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3A302D-466A-4DDE-A4DA-2B7624C07B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eaLnBrk="0" hangingPunct="0">
              <a:defRPr b="1" smtClean="0">
                <a:latin typeface="Times New Roman" panose="02020603050405020304" pitchFamily="18" charset="0"/>
                <a:cs typeface="楷体_GB2312" charset="0"/>
              </a:defRPr>
            </a:lvl1pPr>
          </a:lstStyle>
          <a:p>
            <a:pPr>
              <a:defRPr/>
            </a:pPr>
            <a:fld id="{AE91FFF4-688D-4E5B-88B7-927F4E1C4301}" type="slidenum">
              <a:rPr lang="zh-CN" altLang="en-US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28060948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15">
            <a:extLst>
              <a:ext uri="{FF2B5EF4-FFF2-40B4-BE49-F238E27FC236}">
                <a16:creationId xmlns:a16="http://schemas.microsoft.com/office/drawing/2014/main" id="{909EE396-2CBB-4B17-A308-841F787F9CF9}"/>
              </a:ext>
            </a:extLst>
          </p:cNvPr>
          <p:cNvSpPr/>
          <p:nvPr/>
        </p:nvSpPr>
        <p:spPr>
          <a:xfrm>
            <a:off x="228600" y="171450"/>
            <a:ext cx="8696325" cy="4525963"/>
          </a:xfrm>
          <a:prstGeom prst="roundRect">
            <a:avLst>
              <a:gd name="adj" fmla="val 1272"/>
            </a:avLst>
          </a:prstGeom>
          <a:gradFill>
            <a:gsLst>
              <a:gs pos="0">
                <a:schemeClr val="accent1">
                  <a:lumMod val="75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8580" tIns="34290" rIns="68580" bIns="34290" anchor="ctr"/>
          <a:lstStyle/>
          <a:p>
            <a:pPr algn="ctr" eaLnBrk="1" hangingPunct="1">
              <a:defRPr/>
            </a:pPr>
            <a:endParaRPr lang="en-US" b="0" dirty="0">
              <a:solidFill>
                <a:prstClr val="white"/>
              </a:solidFill>
            </a:endParaRPr>
          </a:p>
        </p:txBody>
      </p:sp>
      <p:grpSp>
        <p:nvGrpSpPr>
          <p:cNvPr id="5" name="Group 9">
            <a:extLst>
              <a:ext uri="{FF2B5EF4-FFF2-40B4-BE49-F238E27FC236}">
                <a16:creationId xmlns:a16="http://schemas.microsoft.com/office/drawing/2014/main" id="{58C02674-3150-4B51-B796-B73FD2CD21B1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211138" y="4014788"/>
            <a:ext cx="8723312" cy="1000125"/>
            <a:chOff x="-3905250" y="4294188"/>
            <a:chExt cx="13011150" cy="1892300"/>
          </a:xfrm>
        </p:grpSpPr>
        <p:sp>
          <p:nvSpPr>
            <p:cNvPr id="6" name="Freeform 14">
              <a:extLst>
                <a:ext uri="{FF2B5EF4-FFF2-40B4-BE49-F238E27FC236}">
                  <a16:creationId xmlns:a16="http://schemas.microsoft.com/office/drawing/2014/main" id="{B757DAEB-9D1C-4393-95CB-43464741A902}"/>
                </a:ext>
              </a:extLst>
            </p:cNvPr>
            <p:cNvSpPr>
              <a:spLocks/>
            </p:cNvSpPr>
            <p:nvPr/>
          </p:nvSpPr>
          <p:spPr bwMode="hidden">
            <a:xfrm>
              <a:off x="4810681" y="4501439"/>
              <a:ext cx="4295219" cy="1015234"/>
            </a:xfrm>
            <a:custGeom>
              <a:avLst/>
              <a:gdLst>
                <a:gd name="T0" fmla="*/ 2147483646 w 2706"/>
                <a:gd name="T1" fmla="*/ 0 h 640"/>
                <a:gd name="T2" fmla="*/ 2147483646 w 2706"/>
                <a:gd name="T3" fmla="*/ 0 h 640"/>
                <a:gd name="T4" fmla="*/ 2147483646 w 2706"/>
                <a:gd name="T5" fmla="*/ 2147483646 h 640"/>
                <a:gd name="T6" fmla="*/ 2147483646 w 2706"/>
                <a:gd name="T7" fmla="*/ 2147483646 h 640"/>
                <a:gd name="T8" fmla="*/ 2147483646 w 2706"/>
                <a:gd name="T9" fmla="*/ 2147483646 h 640"/>
                <a:gd name="T10" fmla="*/ 2147483646 w 2706"/>
                <a:gd name="T11" fmla="*/ 2147483646 h 640"/>
                <a:gd name="T12" fmla="*/ 2147483646 w 2706"/>
                <a:gd name="T13" fmla="*/ 2147483646 h 640"/>
                <a:gd name="T14" fmla="*/ 2147483646 w 2706"/>
                <a:gd name="T15" fmla="*/ 2147483646 h 640"/>
                <a:gd name="T16" fmla="*/ 2147483646 w 2706"/>
                <a:gd name="T17" fmla="*/ 2147483646 h 640"/>
                <a:gd name="T18" fmla="*/ 2147483646 w 2706"/>
                <a:gd name="T19" fmla="*/ 2147483646 h 640"/>
                <a:gd name="T20" fmla="*/ 2147483646 w 2706"/>
                <a:gd name="T21" fmla="*/ 2147483646 h 640"/>
                <a:gd name="T22" fmla="*/ 2147483646 w 2706"/>
                <a:gd name="T23" fmla="*/ 2147483646 h 640"/>
                <a:gd name="T24" fmla="*/ 2147483646 w 2706"/>
                <a:gd name="T25" fmla="*/ 2147483646 h 640"/>
                <a:gd name="T26" fmla="*/ 2147483646 w 2706"/>
                <a:gd name="T27" fmla="*/ 2147483646 h 640"/>
                <a:gd name="T28" fmla="*/ 2147483646 w 2706"/>
                <a:gd name="T29" fmla="*/ 2147483646 h 640"/>
                <a:gd name="T30" fmla="*/ 2147483646 w 2706"/>
                <a:gd name="T31" fmla="*/ 2147483646 h 640"/>
                <a:gd name="T32" fmla="*/ 2147483646 w 2706"/>
                <a:gd name="T33" fmla="*/ 2147483646 h 640"/>
                <a:gd name="T34" fmla="*/ 2147483646 w 2706"/>
                <a:gd name="T35" fmla="*/ 2147483646 h 640"/>
                <a:gd name="T36" fmla="*/ 0 w 2706"/>
                <a:gd name="T37" fmla="*/ 2147483646 h 640"/>
                <a:gd name="T38" fmla="*/ 0 w 2706"/>
                <a:gd name="T39" fmla="*/ 2147483646 h 640"/>
                <a:gd name="T40" fmla="*/ 2147483646 w 2706"/>
                <a:gd name="T41" fmla="*/ 2147483646 h 640"/>
                <a:gd name="T42" fmla="*/ 2147483646 w 2706"/>
                <a:gd name="T43" fmla="*/ 2147483646 h 640"/>
                <a:gd name="T44" fmla="*/ 2147483646 w 2706"/>
                <a:gd name="T45" fmla="*/ 2147483646 h 640"/>
                <a:gd name="T46" fmla="*/ 2147483646 w 2706"/>
                <a:gd name="T47" fmla="*/ 2147483646 h 640"/>
                <a:gd name="T48" fmla="*/ 2147483646 w 2706"/>
                <a:gd name="T49" fmla="*/ 2147483646 h 640"/>
                <a:gd name="T50" fmla="*/ 2147483646 w 2706"/>
                <a:gd name="T51" fmla="*/ 2147483646 h 640"/>
                <a:gd name="T52" fmla="*/ 2147483646 w 2706"/>
                <a:gd name="T53" fmla="*/ 2147483646 h 640"/>
                <a:gd name="T54" fmla="*/ 2147483646 w 2706"/>
                <a:gd name="T55" fmla="*/ 2147483646 h 640"/>
                <a:gd name="T56" fmla="*/ 2147483646 w 2706"/>
                <a:gd name="T57" fmla="*/ 2147483646 h 640"/>
                <a:gd name="T58" fmla="*/ 2147483646 w 2706"/>
                <a:gd name="T59" fmla="*/ 2147483646 h 640"/>
                <a:gd name="T60" fmla="*/ 2147483646 w 2706"/>
                <a:gd name="T61" fmla="*/ 2147483646 h 640"/>
                <a:gd name="T62" fmla="*/ 2147483646 w 2706"/>
                <a:gd name="T63" fmla="*/ 2147483646 h 640"/>
                <a:gd name="T64" fmla="*/ 2147483646 w 2706"/>
                <a:gd name="T65" fmla="*/ 2147483646 h 640"/>
                <a:gd name="T66" fmla="*/ 2147483646 w 2706"/>
                <a:gd name="T67" fmla="*/ 2147483646 h 640"/>
                <a:gd name="T68" fmla="*/ 2147483646 w 2706"/>
                <a:gd name="T69" fmla="*/ 2147483646 h 640"/>
                <a:gd name="T70" fmla="*/ 2147483646 w 2706"/>
                <a:gd name="T71" fmla="*/ 2147483646 h 640"/>
                <a:gd name="T72" fmla="*/ 2147483646 w 2706"/>
                <a:gd name="T73" fmla="*/ 2147483646 h 640"/>
                <a:gd name="T74" fmla="*/ 2147483646 w 2706"/>
                <a:gd name="T75" fmla="*/ 2147483646 h 640"/>
                <a:gd name="T76" fmla="*/ 2147483646 w 2706"/>
                <a:gd name="T77" fmla="*/ 2147483646 h 640"/>
                <a:gd name="T78" fmla="*/ 2147483646 w 2706"/>
                <a:gd name="T79" fmla="*/ 2147483646 h 640"/>
                <a:gd name="T80" fmla="*/ 2147483646 w 2706"/>
                <a:gd name="T81" fmla="*/ 2147483646 h 640"/>
                <a:gd name="T82" fmla="*/ 2147483646 w 2706"/>
                <a:gd name="T83" fmla="*/ 2147483646 h 640"/>
                <a:gd name="T84" fmla="*/ 2147483646 w 2706"/>
                <a:gd name="T85" fmla="*/ 2147483646 h 640"/>
                <a:gd name="T86" fmla="*/ 2147483646 w 2706"/>
                <a:gd name="T87" fmla="*/ 2147483646 h 640"/>
                <a:gd name="T88" fmla="*/ 2147483646 w 2706"/>
                <a:gd name="T89" fmla="*/ 2147483646 h 640"/>
                <a:gd name="T90" fmla="*/ 2147483646 w 2706"/>
                <a:gd name="T91" fmla="*/ 2147483646 h 640"/>
                <a:gd name="T92" fmla="*/ 2147483646 w 2706"/>
                <a:gd name="T93" fmla="*/ 2147483646 h 640"/>
                <a:gd name="T94" fmla="*/ 2147483646 w 2706"/>
                <a:gd name="T95" fmla="*/ 2147483646 h 640"/>
                <a:gd name="T96" fmla="*/ 2147483646 w 2706"/>
                <a:gd name="T97" fmla="*/ 2147483646 h 640"/>
                <a:gd name="T98" fmla="*/ 2147483646 w 2706"/>
                <a:gd name="T99" fmla="*/ 2147483646 h 640"/>
                <a:gd name="T100" fmla="*/ 2147483646 w 2706"/>
                <a:gd name="T101" fmla="*/ 2147483646 h 640"/>
                <a:gd name="T102" fmla="*/ 2147483646 w 2706"/>
                <a:gd name="T103" fmla="*/ 2147483646 h 640"/>
                <a:gd name="T104" fmla="*/ 2147483646 w 2706"/>
                <a:gd name="T105" fmla="*/ 2147483646 h 640"/>
                <a:gd name="T106" fmla="*/ 2147483646 w 2706"/>
                <a:gd name="T107" fmla="*/ 0 h 640"/>
                <a:gd name="T108" fmla="*/ 2147483646 w 2706"/>
                <a:gd name="T109" fmla="*/ 0 h 640"/>
                <a:gd name="T110" fmla="*/ 2147483646 w 2706"/>
                <a:gd name="T111" fmla="*/ 0 h 640"/>
                <a:gd name="T112" fmla="*/ 2147483646 w 2706"/>
                <a:gd name="T113" fmla="*/ 0 h 640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</a:gdLst>
              <a:ahLst/>
              <a:cxnLst>
                <a:cxn ang="T114">
                  <a:pos x="T0" y="T1"/>
                </a:cxn>
                <a:cxn ang="T115">
                  <a:pos x="T2" y="T3"/>
                </a:cxn>
                <a:cxn ang="T116">
                  <a:pos x="T4" y="T5"/>
                </a:cxn>
                <a:cxn ang="T117">
                  <a:pos x="T6" y="T7"/>
                </a:cxn>
                <a:cxn ang="T118">
                  <a:pos x="T8" y="T9"/>
                </a:cxn>
                <a:cxn ang="T119">
                  <a:pos x="T10" y="T11"/>
                </a:cxn>
                <a:cxn ang="T120">
                  <a:pos x="T12" y="T13"/>
                </a:cxn>
                <a:cxn ang="T121">
                  <a:pos x="T14" y="T15"/>
                </a:cxn>
                <a:cxn ang="T122">
                  <a:pos x="T16" y="T17"/>
                </a:cxn>
                <a:cxn ang="T123">
                  <a:pos x="T18" y="T19"/>
                </a:cxn>
                <a:cxn ang="T124">
                  <a:pos x="T20" y="T21"/>
                </a:cxn>
                <a:cxn ang="T125">
                  <a:pos x="T22" y="T23"/>
                </a:cxn>
                <a:cxn ang="T126">
                  <a:pos x="T24" y="T25"/>
                </a:cxn>
                <a:cxn ang="T127">
                  <a:pos x="T26" y="T27"/>
                </a:cxn>
                <a:cxn ang="T128">
                  <a:pos x="T28" y="T29"/>
                </a:cxn>
                <a:cxn ang="T129">
                  <a:pos x="T30" y="T31"/>
                </a:cxn>
                <a:cxn ang="T130">
                  <a:pos x="T32" y="T33"/>
                </a:cxn>
                <a:cxn ang="T131">
                  <a:pos x="T34" y="T35"/>
                </a:cxn>
                <a:cxn ang="T132">
                  <a:pos x="T36" y="T37"/>
                </a:cxn>
                <a:cxn ang="T133">
                  <a:pos x="T38" y="T39"/>
                </a:cxn>
                <a:cxn ang="T134">
                  <a:pos x="T40" y="T41"/>
                </a:cxn>
                <a:cxn ang="T135">
                  <a:pos x="T42" y="T43"/>
                </a:cxn>
                <a:cxn ang="T136">
                  <a:pos x="T44" y="T45"/>
                </a:cxn>
                <a:cxn ang="T137">
                  <a:pos x="T46" y="T47"/>
                </a:cxn>
                <a:cxn ang="T138">
                  <a:pos x="T48" y="T49"/>
                </a:cxn>
                <a:cxn ang="T139">
                  <a:pos x="T50" y="T51"/>
                </a:cxn>
                <a:cxn ang="T140">
                  <a:pos x="T52" y="T53"/>
                </a:cxn>
                <a:cxn ang="T141">
                  <a:pos x="T54" y="T55"/>
                </a:cxn>
                <a:cxn ang="T142">
                  <a:pos x="T56" y="T57"/>
                </a:cxn>
                <a:cxn ang="T143">
                  <a:pos x="T58" y="T59"/>
                </a:cxn>
                <a:cxn ang="T144">
                  <a:pos x="T60" y="T61"/>
                </a:cxn>
                <a:cxn ang="T145">
                  <a:pos x="T62" y="T63"/>
                </a:cxn>
                <a:cxn ang="T146">
                  <a:pos x="T64" y="T65"/>
                </a:cxn>
                <a:cxn ang="T147">
                  <a:pos x="T66" y="T67"/>
                </a:cxn>
                <a:cxn ang="T148">
                  <a:pos x="T68" y="T69"/>
                </a:cxn>
                <a:cxn ang="T149">
                  <a:pos x="T70" y="T71"/>
                </a:cxn>
                <a:cxn ang="T150">
                  <a:pos x="T72" y="T73"/>
                </a:cxn>
                <a:cxn ang="T151">
                  <a:pos x="T74" y="T75"/>
                </a:cxn>
                <a:cxn ang="T152">
                  <a:pos x="T76" y="T77"/>
                </a:cxn>
                <a:cxn ang="T153">
                  <a:pos x="T78" y="T79"/>
                </a:cxn>
                <a:cxn ang="T154">
                  <a:pos x="T80" y="T81"/>
                </a:cxn>
                <a:cxn ang="T155">
                  <a:pos x="T82" y="T83"/>
                </a:cxn>
                <a:cxn ang="T156">
                  <a:pos x="T84" y="T85"/>
                </a:cxn>
                <a:cxn ang="T157">
                  <a:pos x="T86" y="T87"/>
                </a:cxn>
                <a:cxn ang="T158">
                  <a:pos x="T88" y="T89"/>
                </a:cxn>
                <a:cxn ang="T159">
                  <a:pos x="T90" y="T91"/>
                </a:cxn>
                <a:cxn ang="T160">
                  <a:pos x="T92" y="T93"/>
                </a:cxn>
                <a:cxn ang="T161">
                  <a:pos x="T94" y="T95"/>
                </a:cxn>
                <a:cxn ang="T162">
                  <a:pos x="T96" y="T97"/>
                </a:cxn>
                <a:cxn ang="T163">
                  <a:pos x="T98" y="T99"/>
                </a:cxn>
                <a:cxn ang="T164">
                  <a:pos x="T100" y="T101"/>
                </a:cxn>
                <a:cxn ang="T165">
                  <a:pos x="T102" y="T103"/>
                </a:cxn>
                <a:cxn ang="T166">
                  <a:pos x="T104" y="T105"/>
                </a:cxn>
                <a:cxn ang="T167">
                  <a:pos x="T106" y="T107"/>
                </a:cxn>
                <a:cxn ang="T168">
                  <a:pos x="T108" y="T109"/>
                </a:cxn>
                <a:cxn ang="T169">
                  <a:pos x="T110" y="T111"/>
                </a:cxn>
                <a:cxn ang="T170">
                  <a:pos x="T112" y="T113"/>
                </a:cxn>
              </a:cxnLst>
              <a:rect l="0" t="0" r="r" b="b"/>
              <a:pathLst>
                <a:path w="2706" h="640">
                  <a:moveTo>
                    <a:pt x="2700" y="0"/>
                  </a:moveTo>
                  <a:lnTo>
                    <a:pt x="2700" y="0"/>
                  </a:lnTo>
                  <a:lnTo>
                    <a:pt x="2586" y="18"/>
                  </a:lnTo>
                  <a:lnTo>
                    <a:pt x="2470" y="38"/>
                  </a:lnTo>
                  <a:lnTo>
                    <a:pt x="2352" y="60"/>
                  </a:lnTo>
                  <a:lnTo>
                    <a:pt x="2230" y="82"/>
                  </a:lnTo>
                  <a:lnTo>
                    <a:pt x="2106" y="108"/>
                  </a:lnTo>
                  <a:lnTo>
                    <a:pt x="1978" y="134"/>
                  </a:lnTo>
                  <a:lnTo>
                    <a:pt x="1848" y="164"/>
                  </a:lnTo>
                  <a:lnTo>
                    <a:pt x="1714" y="194"/>
                  </a:lnTo>
                  <a:lnTo>
                    <a:pt x="1472" y="252"/>
                  </a:lnTo>
                  <a:lnTo>
                    <a:pt x="1236" y="304"/>
                  </a:lnTo>
                  <a:lnTo>
                    <a:pt x="1010" y="352"/>
                  </a:lnTo>
                  <a:lnTo>
                    <a:pt x="792" y="398"/>
                  </a:lnTo>
                  <a:lnTo>
                    <a:pt x="584" y="438"/>
                  </a:lnTo>
                  <a:lnTo>
                    <a:pt x="382" y="474"/>
                  </a:lnTo>
                  <a:lnTo>
                    <a:pt x="188" y="508"/>
                  </a:lnTo>
                  <a:lnTo>
                    <a:pt x="0" y="538"/>
                  </a:lnTo>
                  <a:lnTo>
                    <a:pt x="130" y="556"/>
                  </a:lnTo>
                  <a:lnTo>
                    <a:pt x="254" y="572"/>
                  </a:lnTo>
                  <a:lnTo>
                    <a:pt x="374" y="586"/>
                  </a:lnTo>
                  <a:lnTo>
                    <a:pt x="492" y="598"/>
                  </a:lnTo>
                  <a:lnTo>
                    <a:pt x="606" y="610"/>
                  </a:lnTo>
                  <a:lnTo>
                    <a:pt x="716" y="618"/>
                  </a:lnTo>
                  <a:lnTo>
                    <a:pt x="822" y="626"/>
                  </a:lnTo>
                  <a:lnTo>
                    <a:pt x="926" y="632"/>
                  </a:lnTo>
                  <a:lnTo>
                    <a:pt x="1028" y="636"/>
                  </a:lnTo>
                  <a:lnTo>
                    <a:pt x="1126" y="638"/>
                  </a:lnTo>
                  <a:lnTo>
                    <a:pt x="1220" y="640"/>
                  </a:lnTo>
                  <a:lnTo>
                    <a:pt x="1312" y="640"/>
                  </a:lnTo>
                  <a:lnTo>
                    <a:pt x="1402" y="638"/>
                  </a:lnTo>
                  <a:lnTo>
                    <a:pt x="1490" y="636"/>
                  </a:lnTo>
                  <a:lnTo>
                    <a:pt x="1574" y="632"/>
                  </a:lnTo>
                  <a:lnTo>
                    <a:pt x="1656" y="626"/>
                  </a:lnTo>
                  <a:lnTo>
                    <a:pt x="1734" y="620"/>
                  </a:lnTo>
                  <a:lnTo>
                    <a:pt x="1812" y="612"/>
                  </a:lnTo>
                  <a:lnTo>
                    <a:pt x="1886" y="602"/>
                  </a:lnTo>
                  <a:lnTo>
                    <a:pt x="1960" y="592"/>
                  </a:lnTo>
                  <a:lnTo>
                    <a:pt x="2030" y="580"/>
                  </a:lnTo>
                  <a:lnTo>
                    <a:pt x="2100" y="568"/>
                  </a:lnTo>
                  <a:lnTo>
                    <a:pt x="2166" y="554"/>
                  </a:lnTo>
                  <a:lnTo>
                    <a:pt x="2232" y="540"/>
                  </a:lnTo>
                  <a:lnTo>
                    <a:pt x="2296" y="524"/>
                  </a:lnTo>
                  <a:lnTo>
                    <a:pt x="2358" y="508"/>
                  </a:lnTo>
                  <a:lnTo>
                    <a:pt x="2418" y="490"/>
                  </a:lnTo>
                  <a:lnTo>
                    <a:pt x="2478" y="472"/>
                  </a:lnTo>
                  <a:lnTo>
                    <a:pt x="2592" y="432"/>
                  </a:lnTo>
                  <a:lnTo>
                    <a:pt x="2702" y="390"/>
                  </a:lnTo>
                  <a:lnTo>
                    <a:pt x="2706" y="388"/>
                  </a:lnTo>
                  <a:lnTo>
                    <a:pt x="2706" y="0"/>
                  </a:lnTo>
                  <a:lnTo>
                    <a:pt x="2700" y="0"/>
                  </a:lnTo>
                  <a:close/>
                </a:path>
              </a:pathLst>
            </a:custGeom>
            <a:solidFill>
              <a:schemeClr val="bg2">
                <a:alpha val="29019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7" name="Freeform 18">
              <a:extLst>
                <a:ext uri="{FF2B5EF4-FFF2-40B4-BE49-F238E27FC236}">
                  <a16:creationId xmlns:a16="http://schemas.microsoft.com/office/drawing/2014/main" id="{A3B9A129-FC4C-4EE7-9B0A-D2E140DD0E86}"/>
                </a:ext>
              </a:extLst>
            </p:cNvPr>
            <p:cNvSpPr>
              <a:spLocks/>
            </p:cNvSpPr>
            <p:nvPr/>
          </p:nvSpPr>
          <p:spPr bwMode="hidden">
            <a:xfrm>
              <a:off x="-308538" y="4318217"/>
              <a:ext cx="8280254" cy="1210470"/>
            </a:xfrm>
            <a:custGeom>
              <a:avLst/>
              <a:gdLst>
                <a:gd name="T0" fmla="*/ 2147483646 w 5216"/>
                <a:gd name="T1" fmla="*/ 2147483646 h 762"/>
                <a:gd name="T2" fmla="*/ 2147483646 w 5216"/>
                <a:gd name="T3" fmla="*/ 2147483646 h 762"/>
                <a:gd name="T4" fmla="*/ 2147483646 w 5216"/>
                <a:gd name="T5" fmla="*/ 2147483646 h 762"/>
                <a:gd name="T6" fmla="*/ 2147483646 w 5216"/>
                <a:gd name="T7" fmla="*/ 2147483646 h 762"/>
                <a:gd name="T8" fmla="*/ 2147483646 w 5216"/>
                <a:gd name="T9" fmla="*/ 2147483646 h 762"/>
                <a:gd name="T10" fmla="*/ 2147483646 w 5216"/>
                <a:gd name="T11" fmla="*/ 2147483646 h 762"/>
                <a:gd name="T12" fmla="*/ 2147483646 w 5216"/>
                <a:gd name="T13" fmla="*/ 2147483646 h 762"/>
                <a:gd name="T14" fmla="*/ 2147483646 w 5216"/>
                <a:gd name="T15" fmla="*/ 2147483646 h 762"/>
                <a:gd name="T16" fmla="*/ 2147483646 w 5216"/>
                <a:gd name="T17" fmla="*/ 2147483646 h 762"/>
                <a:gd name="T18" fmla="*/ 2147483646 w 5216"/>
                <a:gd name="T19" fmla="*/ 2147483646 h 762"/>
                <a:gd name="T20" fmla="*/ 2147483646 w 5216"/>
                <a:gd name="T21" fmla="*/ 2147483646 h 762"/>
                <a:gd name="T22" fmla="*/ 2147483646 w 5216"/>
                <a:gd name="T23" fmla="*/ 2147483646 h 762"/>
                <a:gd name="T24" fmla="*/ 2147483646 w 5216"/>
                <a:gd name="T25" fmla="*/ 2147483646 h 762"/>
                <a:gd name="T26" fmla="*/ 2147483646 w 5216"/>
                <a:gd name="T27" fmla="*/ 0 h 762"/>
                <a:gd name="T28" fmla="*/ 2147483646 w 5216"/>
                <a:gd name="T29" fmla="*/ 2147483646 h 762"/>
                <a:gd name="T30" fmla="*/ 2147483646 w 5216"/>
                <a:gd name="T31" fmla="*/ 2147483646 h 762"/>
                <a:gd name="T32" fmla="*/ 0 w 5216"/>
                <a:gd name="T33" fmla="*/ 2147483646 h 762"/>
                <a:gd name="T34" fmla="*/ 2147483646 w 5216"/>
                <a:gd name="T35" fmla="*/ 2147483646 h 762"/>
                <a:gd name="T36" fmla="*/ 2147483646 w 5216"/>
                <a:gd name="T37" fmla="*/ 2147483646 h 762"/>
                <a:gd name="T38" fmla="*/ 2147483646 w 5216"/>
                <a:gd name="T39" fmla="*/ 2147483646 h 762"/>
                <a:gd name="T40" fmla="*/ 2147483646 w 5216"/>
                <a:gd name="T41" fmla="*/ 2147483646 h 762"/>
                <a:gd name="T42" fmla="*/ 2147483646 w 5216"/>
                <a:gd name="T43" fmla="*/ 2147483646 h 762"/>
                <a:gd name="T44" fmla="*/ 2147483646 w 5216"/>
                <a:gd name="T45" fmla="*/ 2147483646 h 762"/>
                <a:gd name="T46" fmla="*/ 2147483646 w 5216"/>
                <a:gd name="T47" fmla="*/ 2147483646 h 762"/>
                <a:gd name="T48" fmla="*/ 2147483646 w 5216"/>
                <a:gd name="T49" fmla="*/ 2147483646 h 762"/>
                <a:gd name="T50" fmla="*/ 2147483646 w 5216"/>
                <a:gd name="T51" fmla="*/ 2147483646 h 762"/>
                <a:gd name="T52" fmla="*/ 2147483646 w 5216"/>
                <a:gd name="T53" fmla="*/ 2147483646 h 762"/>
                <a:gd name="T54" fmla="*/ 2147483646 w 5216"/>
                <a:gd name="T55" fmla="*/ 2147483646 h 762"/>
                <a:gd name="T56" fmla="*/ 2147483646 w 5216"/>
                <a:gd name="T57" fmla="*/ 2147483646 h 762"/>
                <a:gd name="T58" fmla="*/ 2147483646 w 5216"/>
                <a:gd name="T59" fmla="*/ 2147483646 h 762"/>
                <a:gd name="T60" fmla="*/ 2147483646 w 5216"/>
                <a:gd name="T61" fmla="*/ 2147483646 h 762"/>
                <a:gd name="T62" fmla="*/ 2147483646 w 5216"/>
                <a:gd name="T63" fmla="*/ 2147483646 h 762"/>
                <a:gd name="T64" fmla="*/ 2147483646 w 5216"/>
                <a:gd name="T65" fmla="*/ 2147483646 h 762"/>
                <a:gd name="T66" fmla="*/ 2147483646 w 5216"/>
                <a:gd name="T67" fmla="*/ 2147483646 h 762"/>
                <a:gd name="T68" fmla="*/ 2147483646 w 5216"/>
                <a:gd name="T69" fmla="*/ 2147483646 h 762"/>
                <a:gd name="T70" fmla="*/ 2147483646 w 5216"/>
                <a:gd name="T71" fmla="*/ 2147483646 h 762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</a:gdLst>
              <a:ahLst/>
              <a:cxnLst>
                <a:cxn ang="T72">
                  <a:pos x="T0" y="T1"/>
                </a:cxn>
                <a:cxn ang="T73">
                  <a:pos x="T2" y="T3"/>
                </a:cxn>
                <a:cxn ang="T74">
                  <a:pos x="T4" y="T5"/>
                </a:cxn>
                <a:cxn ang="T75">
                  <a:pos x="T6" y="T7"/>
                </a:cxn>
                <a:cxn ang="T76">
                  <a:pos x="T8" y="T9"/>
                </a:cxn>
                <a:cxn ang="T77">
                  <a:pos x="T10" y="T11"/>
                </a:cxn>
                <a:cxn ang="T78">
                  <a:pos x="T12" y="T13"/>
                </a:cxn>
                <a:cxn ang="T79">
                  <a:pos x="T14" y="T15"/>
                </a:cxn>
                <a:cxn ang="T80">
                  <a:pos x="T16" y="T17"/>
                </a:cxn>
                <a:cxn ang="T81">
                  <a:pos x="T18" y="T19"/>
                </a:cxn>
                <a:cxn ang="T82">
                  <a:pos x="T20" y="T21"/>
                </a:cxn>
                <a:cxn ang="T83">
                  <a:pos x="T22" y="T23"/>
                </a:cxn>
                <a:cxn ang="T84">
                  <a:pos x="T24" y="T25"/>
                </a:cxn>
                <a:cxn ang="T85">
                  <a:pos x="T26" y="T27"/>
                </a:cxn>
                <a:cxn ang="T86">
                  <a:pos x="T28" y="T29"/>
                </a:cxn>
                <a:cxn ang="T87">
                  <a:pos x="T30" y="T31"/>
                </a:cxn>
                <a:cxn ang="T88">
                  <a:pos x="T32" y="T33"/>
                </a:cxn>
                <a:cxn ang="T89">
                  <a:pos x="T34" y="T35"/>
                </a:cxn>
                <a:cxn ang="T90">
                  <a:pos x="T36" y="T37"/>
                </a:cxn>
                <a:cxn ang="T91">
                  <a:pos x="T38" y="T39"/>
                </a:cxn>
                <a:cxn ang="T92">
                  <a:pos x="T40" y="T41"/>
                </a:cxn>
                <a:cxn ang="T93">
                  <a:pos x="T42" y="T43"/>
                </a:cxn>
                <a:cxn ang="T94">
                  <a:pos x="T44" y="T45"/>
                </a:cxn>
                <a:cxn ang="T95">
                  <a:pos x="T46" y="T47"/>
                </a:cxn>
                <a:cxn ang="T96">
                  <a:pos x="T48" y="T49"/>
                </a:cxn>
                <a:cxn ang="T97">
                  <a:pos x="T50" y="T51"/>
                </a:cxn>
                <a:cxn ang="T98">
                  <a:pos x="T52" y="T53"/>
                </a:cxn>
                <a:cxn ang="T99">
                  <a:pos x="T54" y="T55"/>
                </a:cxn>
                <a:cxn ang="T100">
                  <a:pos x="T56" y="T57"/>
                </a:cxn>
                <a:cxn ang="T101">
                  <a:pos x="T58" y="T59"/>
                </a:cxn>
                <a:cxn ang="T102">
                  <a:pos x="T60" y="T61"/>
                </a:cxn>
                <a:cxn ang="T103">
                  <a:pos x="T62" y="T63"/>
                </a:cxn>
                <a:cxn ang="T104">
                  <a:pos x="T64" y="T65"/>
                </a:cxn>
                <a:cxn ang="T105">
                  <a:pos x="T66" y="T67"/>
                </a:cxn>
                <a:cxn ang="T106">
                  <a:pos x="T68" y="T69"/>
                </a:cxn>
                <a:cxn ang="T107">
                  <a:pos x="T70" y="T71"/>
                </a:cxn>
              </a:cxnLst>
              <a:rect l="0" t="0" r="r" b="b"/>
              <a:pathLst>
                <a:path w="5216" h="762">
                  <a:moveTo>
                    <a:pt x="5216" y="714"/>
                  </a:moveTo>
                  <a:lnTo>
                    <a:pt x="5216" y="714"/>
                  </a:lnTo>
                  <a:lnTo>
                    <a:pt x="5102" y="700"/>
                  </a:lnTo>
                  <a:lnTo>
                    <a:pt x="4984" y="686"/>
                  </a:lnTo>
                  <a:lnTo>
                    <a:pt x="4738" y="652"/>
                  </a:lnTo>
                  <a:lnTo>
                    <a:pt x="4478" y="610"/>
                  </a:lnTo>
                  <a:lnTo>
                    <a:pt x="4204" y="564"/>
                  </a:lnTo>
                  <a:lnTo>
                    <a:pt x="3914" y="508"/>
                  </a:lnTo>
                  <a:lnTo>
                    <a:pt x="3608" y="446"/>
                  </a:lnTo>
                  <a:lnTo>
                    <a:pt x="3286" y="374"/>
                  </a:lnTo>
                  <a:lnTo>
                    <a:pt x="2946" y="296"/>
                  </a:lnTo>
                  <a:lnTo>
                    <a:pt x="2812" y="266"/>
                  </a:lnTo>
                  <a:lnTo>
                    <a:pt x="2682" y="236"/>
                  </a:lnTo>
                  <a:lnTo>
                    <a:pt x="2556" y="210"/>
                  </a:lnTo>
                  <a:lnTo>
                    <a:pt x="2430" y="184"/>
                  </a:lnTo>
                  <a:lnTo>
                    <a:pt x="2308" y="162"/>
                  </a:lnTo>
                  <a:lnTo>
                    <a:pt x="2190" y="140"/>
                  </a:lnTo>
                  <a:lnTo>
                    <a:pt x="2074" y="120"/>
                  </a:lnTo>
                  <a:lnTo>
                    <a:pt x="1960" y="102"/>
                  </a:lnTo>
                  <a:lnTo>
                    <a:pt x="1850" y="86"/>
                  </a:lnTo>
                  <a:lnTo>
                    <a:pt x="1740" y="72"/>
                  </a:lnTo>
                  <a:lnTo>
                    <a:pt x="1532" y="46"/>
                  </a:lnTo>
                  <a:lnTo>
                    <a:pt x="1334" y="28"/>
                  </a:lnTo>
                  <a:lnTo>
                    <a:pt x="1148" y="14"/>
                  </a:lnTo>
                  <a:lnTo>
                    <a:pt x="970" y="4"/>
                  </a:lnTo>
                  <a:lnTo>
                    <a:pt x="802" y="0"/>
                  </a:lnTo>
                  <a:lnTo>
                    <a:pt x="644" y="0"/>
                  </a:lnTo>
                  <a:lnTo>
                    <a:pt x="496" y="4"/>
                  </a:lnTo>
                  <a:lnTo>
                    <a:pt x="358" y="10"/>
                  </a:lnTo>
                  <a:lnTo>
                    <a:pt x="230" y="20"/>
                  </a:lnTo>
                  <a:lnTo>
                    <a:pt x="110" y="32"/>
                  </a:lnTo>
                  <a:lnTo>
                    <a:pt x="0" y="48"/>
                  </a:lnTo>
                  <a:lnTo>
                    <a:pt x="154" y="66"/>
                  </a:lnTo>
                  <a:lnTo>
                    <a:pt x="314" y="86"/>
                  </a:lnTo>
                  <a:lnTo>
                    <a:pt x="480" y="112"/>
                  </a:lnTo>
                  <a:lnTo>
                    <a:pt x="652" y="140"/>
                  </a:lnTo>
                  <a:lnTo>
                    <a:pt x="830" y="174"/>
                  </a:lnTo>
                  <a:lnTo>
                    <a:pt x="1014" y="210"/>
                  </a:lnTo>
                  <a:lnTo>
                    <a:pt x="1206" y="250"/>
                  </a:lnTo>
                  <a:lnTo>
                    <a:pt x="1402" y="296"/>
                  </a:lnTo>
                  <a:lnTo>
                    <a:pt x="1756" y="378"/>
                  </a:lnTo>
                  <a:lnTo>
                    <a:pt x="2092" y="450"/>
                  </a:lnTo>
                  <a:lnTo>
                    <a:pt x="2408" y="516"/>
                  </a:lnTo>
                  <a:lnTo>
                    <a:pt x="2562" y="544"/>
                  </a:lnTo>
                  <a:lnTo>
                    <a:pt x="2708" y="572"/>
                  </a:lnTo>
                  <a:lnTo>
                    <a:pt x="2852" y="598"/>
                  </a:lnTo>
                  <a:lnTo>
                    <a:pt x="2992" y="620"/>
                  </a:lnTo>
                  <a:lnTo>
                    <a:pt x="3128" y="642"/>
                  </a:lnTo>
                  <a:lnTo>
                    <a:pt x="3260" y="662"/>
                  </a:lnTo>
                  <a:lnTo>
                    <a:pt x="3388" y="678"/>
                  </a:lnTo>
                  <a:lnTo>
                    <a:pt x="3512" y="694"/>
                  </a:lnTo>
                  <a:lnTo>
                    <a:pt x="3632" y="708"/>
                  </a:lnTo>
                  <a:lnTo>
                    <a:pt x="3750" y="722"/>
                  </a:lnTo>
                  <a:lnTo>
                    <a:pt x="3864" y="732"/>
                  </a:lnTo>
                  <a:lnTo>
                    <a:pt x="3974" y="740"/>
                  </a:lnTo>
                  <a:lnTo>
                    <a:pt x="4080" y="748"/>
                  </a:lnTo>
                  <a:lnTo>
                    <a:pt x="4184" y="754"/>
                  </a:lnTo>
                  <a:lnTo>
                    <a:pt x="4286" y="758"/>
                  </a:lnTo>
                  <a:lnTo>
                    <a:pt x="4384" y="762"/>
                  </a:lnTo>
                  <a:lnTo>
                    <a:pt x="4478" y="762"/>
                  </a:lnTo>
                  <a:lnTo>
                    <a:pt x="4570" y="762"/>
                  </a:lnTo>
                  <a:lnTo>
                    <a:pt x="4660" y="760"/>
                  </a:lnTo>
                  <a:lnTo>
                    <a:pt x="4746" y="758"/>
                  </a:lnTo>
                  <a:lnTo>
                    <a:pt x="4830" y="754"/>
                  </a:lnTo>
                  <a:lnTo>
                    <a:pt x="4912" y="748"/>
                  </a:lnTo>
                  <a:lnTo>
                    <a:pt x="4992" y="740"/>
                  </a:lnTo>
                  <a:lnTo>
                    <a:pt x="5068" y="732"/>
                  </a:lnTo>
                  <a:lnTo>
                    <a:pt x="5144" y="724"/>
                  </a:lnTo>
                  <a:lnTo>
                    <a:pt x="5216" y="714"/>
                  </a:lnTo>
                  <a:close/>
                </a:path>
              </a:pathLst>
            </a:custGeom>
            <a:solidFill>
              <a:schemeClr val="bg2">
                <a:alpha val="39999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8" name="Freeform 22">
              <a:extLst>
                <a:ext uri="{FF2B5EF4-FFF2-40B4-BE49-F238E27FC236}">
                  <a16:creationId xmlns:a16="http://schemas.microsoft.com/office/drawing/2014/main" id="{0187A7A6-5372-4C9F-86D5-6CB4803B2177}"/>
                </a:ext>
              </a:extLst>
            </p:cNvPr>
            <p:cNvSpPr>
              <a:spLocks/>
            </p:cNvSpPr>
            <p:nvPr/>
          </p:nvSpPr>
          <p:spPr bwMode="hidden">
            <a:xfrm>
              <a:off x="4014" y="4336239"/>
              <a:ext cx="8164231" cy="1102339"/>
            </a:xfrm>
            <a:custGeom>
              <a:avLst/>
              <a:gdLst>
                <a:gd name="T0" fmla="*/ 0 w 5144"/>
                <a:gd name="T1" fmla="*/ 2147483646 h 694"/>
                <a:gd name="T2" fmla="*/ 0 w 5144"/>
                <a:gd name="T3" fmla="*/ 2147483646 h 694"/>
                <a:gd name="T4" fmla="*/ 2147483646 w 5144"/>
                <a:gd name="T5" fmla="*/ 2147483646 h 694"/>
                <a:gd name="T6" fmla="*/ 2147483646 w 5144"/>
                <a:gd name="T7" fmla="*/ 2147483646 h 694"/>
                <a:gd name="T8" fmla="*/ 2147483646 w 5144"/>
                <a:gd name="T9" fmla="*/ 2147483646 h 694"/>
                <a:gd name="T10" fmla="*/ 2147483646 w 5144"/>
                <a:gd name="T11" fmla="*/ 2147483646 h 694"/>
                <a:gd name="T12" fmla="*/ 2147483646 w 5144"/>
                <a:gd name="T13" fmla="*/ 2147483646 h 694"/>
                <a:gd name="T14" fmla="*/ 2147483646 w 5144"/>
                <a:gd name="T15" fmla="*/ 2147483646 h 694"/>
                <a:gd name="T16" fmla="*/ 2147483646 w 5144"/>
                <a:gd name="T17" fmla="*/ 2147483646 h 694"/>
                <a:gd name="T18" fmla="*/ 2147483646 w 5144"/>
                <a:gd name="T19" fmla="*/ 2147483646 h 694"/>
                <a:gd name="T20" fmla="*/ 2147483646 w 5144"/>
                <a:gd name="T21" fmla="*/ 2147483646 h 694"/>
                <a:gd name="T22" fmla="*/ 2147483646 w 5144"/>
                <a:gd name="T23" fmla="*/ 2147483646 h 694"/>
                <a:gd name="T24" fmla="*/ 2147483646 w 5144"/>
                <a:gd name="T25" fmla="*/ 0 h 694"/>
                <a:gd name="T26" fmla="*/ 2147483646 w 5144"/>
                <a:gd name="T27" fmla="*/ 2147483646 h 694"/>
                <a:gd name="T28" fmla="*/ 2147483646 w 5144"/>
                <a:gd name="T29" fmla="*/ 2147483646 h 694"/>
                <a:gd name="T30" fmla="*/ 2147483646 w 5144"/>
                <a:gd name="T31" fmla="*/ 2147483646 h 694"/>
                <a:gd name="T32" fmla="*/ 2147483646 w 5144"/>
                <a:gd name="T33" fmla="*/ 2147483646 h 694"/>
                <a:gd name="T34" fmla="*/ 2147483646 w 5144"/>
                <a:gd name="T35" fmla="*/ 2147483646 h 694"/>
                <a:gd name="T36" fmla="*/ 2147483646 w 5144"/>
                <a:gd name="T37" fmla="*/ 2147483646 h 694"/>
                <a:gd name="T38" fmla="*/ 2147483646 w 5144"/>
                <a:gd name="T39" fmla="*/ 2147483646 h 694"/>
                <a:gd name="T40" fmla="*/ 2147483646 w 5144"/>
                <a:gd name="T41" fmla="*/ 2147483646 h 694"/>
                <a:gd name="T42" fmla="*/ 2147483646 w 5144"/>
                <a:gd name="T43" fmla="*/ 2147483646 h 694"/>
                <a:gd name="T44" fmla="*/ 2147483646 w 5144"/>
                <a:gd name="T45" fmla="*/ 2147483646 h 694"/>
                <a:gd name="T46" fmla="*/ 2147483646 w 5144"/>
                <a:gd name="T47" fmla="*/ 2147483646 h 694"/>
                <a:gd name="T48" fmla="*/ 2147483646 w 5144"/>
                <a:gd name="T49" fmla="*/ 2147483646 h 694"/>
                <a:gd name="T50" fmla="*/ 2147483646 w 5144"/>
                <a:gd name="T51" fmla="*/ 2147483646 h 694"/>
                <a:gd name="T52" fmla="*/ 2147483646 w 5144"/>
                <a:gd name="T53" fmla="*/ 2147483646 h 694"/>
                <a:gd name="T54" fmla="*/ 2147483646 w 5144"/>
                <a:gd name="T55" fmla="*/ 2147483646 h 694"/>
                <a:gd name="T56" fmla="*/ 2147483646 w 5144"/>
                <a:gd name="T57" fmla="*/ 2147483646 h 694"/>
                <a:gd name="T58" fmla="*/ 2147483646 w 5144"/>
                <a:gd name="T59" fmla="*/ 2147483646 h 694"/>
                <a:gd name="T60" fmla="*/ 2147483646 w 5144"/>
                <a:gd name="T61" fmla="*/ 2147483646 h 694"/>
                <a:gd name="T62" fmla="*/ 0 60000 65536"/>
                <a:gd name="T63" fmla="*/ 0 60000 65536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</a:gdLst>
              <a:ahLst/>
              <a:cxnLst>
                <a:cxn ang="T62">
                  <a:pos x="T0" y="T1"/>
                </a:cxn>
                <a:cxn ang="T63">
                  <a:pos x="T2" y="T3"/>
                </a:cxn>
                <a:cxn ang="T64">
                  <a:pos x="T4" y="T5"/>
                </a:cxn>
                <a:cxn ang="T65">
                  <a:pos x="T6" y="T7"/>
                </a:cxn>
                <a:cxn ang="T66">
                  <a:pos x="T8" y="T9"/>
                </a:cxn>
                <a:cxn ang="T67">
                  <a:pos x="T10" y="T11"/>
                </a:cxn>
                <a:cxn ang="T68">
                  <a:pos x="T12" y="T13"/>
                </a:cxn>
                <a:cxn ang="T69">
                  <a:pos x="T14" y="T15"/>
                </a:cxn>
                <a:cxn ang="T70">
                  <a:pos x="T16" y="T17"/>
                </a:cxn>
                <a:cxn ang="T71">
                  <a:pos x="T18" y="T19"/>
                </a:cxn>
                <a:cxn ang="T72">
                  <a:pos x="T20" y="T21"/>
                </a:cxn>
                <a:cxn ang="T73">
                  <a:pos x="T22" y="T23"/>
                </a:cxn>
                <a:cxn ang="T74">
                  <a:pos x="T24" y="T25"/>
                </a:cxn>
                <a:cxn ang="T75">
                  <a:pos x="T26" y="T27"/>
                </a:cxn>
                <a:cxn ang="T76">
                  <a:pos x="T28" y="T29"/>
                </a:cxn>
                <a:cxn ang="T77">
                  <a:pos x="T30" y="T31"/>
                </a:cxn>
                <a:cxn ang="T78">
                  <a:pos x="T32" y="T33"/>
                </a:cxn>
                <a:cxn ang="T79">
                  <a:pos x="T34" y="T35"/>
                </a:cxn>
                <a:cxn ang="T80">
                  <a:pos x="T36" y="T37"/>
                </a:cxn>
                <a:cxn ang="T81">
                  <a:pos x="T38" y="T39"/>
                </a:cxn>
                <a:cxn ang="T82">
                  <a:pos x="T40" y="T41"/>
                </a:cxn>
                <a:cxn ang="T83">
                  <a:pos x="T42" y="T43"/>
                </a:cxn>
                <a:cxn ang="T84">
                  <a:pos x="T44" y="T45"/>
                </a:cxn>
                <a:cxn ang="T85">
                  <a:pos x="T46" y="T47"/>
                </a:cxn>
                <a:cxn ang="T86">
                  <a:pos x="T48" y="T49"/>
                </a:cxn>
                <a:cxn ang="T87">
                  <a:pos x="T50" y="T51"/>
                </a:cxn>
                <a:cxn ang="T88">
                  <a:pos x="T52" y="T53"/>
                </a:cxn>
                <a:cxn ang="T89">
                  <a:pos x="T54" y="T55"/>
                </a:cxn>
                <a:cxn ang="T90">
                  <a:pos x="T56" y="T57"/>
                </a:cxn>
                <a:cxn ang="T91">
                  <a:pos x="T58" y="T59"/>
                </a:cxn>
                <a:cxn ang="T92">
                  <a:pos x="T60" y="T61"/>
                </a:cxn>
              </a:cxnLst>
              <a:rect l="0" t="0" r="r" b="b"/>
              <a:pathLst>
                <a:path w="5144" h="694">
                  <a:moveTo>
                    <a:pt x="0" y="70"/>
                  </a:moveTo>
                  <a:lnTo>
                    <a:pt x="0" y="70"/>
                  </a:lnTo>
                  <a:lnTo>
                    <a:pt x="18" y="66"/>
                  </a:lnTo>
                  <a:lnTo>
                    <a:pt x="72" y="56"/>
                  </a:lnTo>
                  <a:lnTo>
                    <a:pt x="164" y="42"/>
                  </a:lnTo>
                  <a:lnTo>
                    <a:pt x="224" y="34"/>
                  </a:lnTo>
                  <a:lnTo>
                    <a:pt x="294" y="26"/>
                  </a:lnTo>
                  <a:lnTo>
                    <a:pt x="372" y="20"/>
                  </a:lnTo>
                  <a:lnTo>
                    <a:pt x="462" y="14"/>
                  </a:lnTo>
                  <a:lnTo>
                    <a:pt x="560" y="8"/>
                  </a:lnTo>
                  <a:lnTo>
                    <a:pt x="670" y="4"/>
                  </a:lnTo>
                  <a:lnTo>
                    <a:pt x="790" y="2"/>
                  </a:lnTo>
                  <a:lnTo>
                    <a:pt x="920" y="0"/>
                  </a:lnTo>
                  <a:lnTo>
                    <a:pt x="1060" y="2"/>
                  </a:lnTo>
                  <a:lnTo>
                    <a:pt x="1210" y="6"/>
                  </a:lnTo>
                  <a:lnTo>
                    <a:pt x="1372" y="14"/>
                  </a:lnTo>
                  <a:lnTo>
                    <a:pt x="1544" y="24"/>
                  </a:lnTo>
                  <a:lnTo>
                    <a:pt x="1726" y="40"/>
                  </a:lnTo>
                  <a:lnTo>
                    <a:pt x="1920" y="58"/>
                  </a:lnTo>
                  <a:lnTo>
                    <a:pt x="2126" y="80"/>
                  </a:lnTo>
                  <a:lnTo>
                    <a:pt x="2342" y="106"/>
                  </a:lnTo>
                  <a:lnTo>
                    <a:pt x="2570" y="138"/>
                  </a:lnTo>
                  <a:lnTo>
                    <a:pt x="2808" y="174"/>
                  </a:lnTo>
                  <a:lnTo>
                    <a:pt x="3058" y="216"/>
                  </a:lnTo>
                  <a:lnTo>
                    <a:pt x="3320" y="266"/>
                  </a:lnTo>
                  <a:lnTo>
                    <a:pt x="3594" y="320"/>
                  </a:lnTo>
                  <a:lnTo>
                    <a:pt x="3880" y="380"/>
                  </a:lnTo>
                  <a:lnTo>
                    <a:pt x="4178" y="448"/>
                  </a:lnTo>
                  <a:lnTo>
                    <a:pt x="4488" y="522"/>
                  </a:lnTo>
                  <a:lnTo>
                    <a:pt x="4810" y="604"/>
                  </a:lnTo>
                  <a:lnTo>
                    <a:pt x="5144" y="694"/>
                  </a:lnTo>
                </a:path>
              </a:pathLst>
            </a:custGeom>
            <a:noFill/>
            <a:ln w="12">
              <a:solidFill>
                <a:srgbClr val="FFFFFF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9" name="Freeform 26">
              <a:extLst>
                <a:ext uri="{FF2B5EF4-FFF2-40B4-BE49-F238E27FC236}">
                  <a16:creationId xmlns:a16="http://schemas.microsoft.com/office/drawing/2014/main" id="{6AFE3737-A980-49C1-A390-1FF7B751BE61}"/>
                </a:ext>
              </a:extLst>
            </p:cNvPr>
            <p:cNvSpPr>
              <a:spLocks/>
            </p:cNvSpPr>
            <p:nvPr/>
          </p:nvSpPr>
          <p:spPr bwMode="hidden">
            <a:xfrm>
              <a:off x="4157164" y="4315213"/>
              <a:ext cx="4939265" cy="928129"/>
            </a:xfrm>
            <a:custGeom>
              <a:avLst/>
              <a:gdLst>
                <a:gd name="T0" fmla="*/ 0 w 3112"/>
                <a:gd name="T1" fmla="*/ 2147483646 h 584"/>
                <a:gd name="T2" fmla="*/ 0 w 3112"/>
                <a:gd name="T3" fmla="*/ 2147483646 h 584"/>
                <a:gd name="T4" fmla="*/ 2147483646 w 3112"/>
                <a:gd name="T5" fmla="*/ 2147483646 h 584"/>
                <a:gd name="T6" fmla="*/ 2147483646 w 3112"/>
                <a:gd name="T7" fmla="*/ 2147483646 h 584"/>
                <a:gd name="T8" fmla="*/ 2147483646 w 3112"/>
                <a:gd name="T9" fmla="*/ 2147483646 h 584"/>
                <a:gd name="T10" fmla="*/ 2147483646 w 3112"/>
                <a:gd name="T11" fmla="*/ 2147483646 h 584"/>
                <a:gd name="T12" fmla="*/ 2147483646 w 3112"/>
                <a:gd name="T13" fmla="*/ 2147483646 h 584"/>
                <a:gd name="T14" fmla="*/ 2147483646 w 3112"/>
                <a:gd name="T15" fmla="*/ 2147483646 h 584"/>
                <a:gd name="T16" fmla="*/ 2147483646 w 3112"/>
                <a:gd name="T17" fmla="*/ 2147483646 h 584"/>
                <a:gd name="T18" fmla="*/ 2147483646 w 3112"/>
                <a:gd name="T19" fmla="*/ 2147483646 h 584"/>
                <a:gd name="T20" fmla="*/ 2147483646 w 3112"/>
                <a:gd name="T21" fmla="*/ 2147483646 h 584"/>
                <a:gd name="T22" fmla="*/ 2147483646 w 3112"/>
                <a:gd name="T23" fmla="*/ 2147483646 h 584"/>
                <a:gd name="T24" fmla="*/ 2147483646 w 3112"/>
                <a:gd name="T25" fmla="*/ 2147483646 h 584"/>
                <a:gd name="T26" fmla="*/ 2147483646 w 3112"/>
                <a:gd name="T27" fmla="*/ 2147483646 h 584"/>
                <a:gd name="T28" fmla="*/ 2147483646 w 3112"/>
                <a:gd name="T29" fmla="*/ 2147483646 h 584"/>
                <a:gd name="T30" fmla="*/ 2147483646 w 3112"/>
                <a:gd name="T31" fmla="*/ 2147483646 h 584"/>
                <a:gd name="T32" fmla="*/ 2147483646 w 3112"/>
                <a:gd name="T33" fmla="*/ 2147483646 h 584"/>
                <a:gd name="T34" fmla="*/ 2147483646 w 3112"/>
                <a:gd name="T35" fmla="*/ 2147483646 h 584"/>
                <a:gd name="T36" fmla="*/ 2147483646 w 3112"/>
                <a:gd name="T37" fmla="*/ 2147483646 h 584"/>
                <a:gd name="T38" fmla="*/ 2147483646 w 3112"/>
                <a:gd name="T39" fmla="*/ 0 h 584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</a:gdLst>
              <a:ahLst/>
              <a:cxnLst>
                <a:cxn ang="T40">
                  <a:pos x="T0" y="T1"/>
                </a:cxn>
                <a:cxn ang="T41">
                  <a:pos x="T2" y="T3"/>
                </a:cxn>
                <a:cxn ang="T42">
                  <a:pos x="T4" y="T5"/>
                </a:cxn>
                <a:cxn ang="T43">
                  <a:pos x="T6" y="T7"/>
                </a:cxn>
                <a:cxn ang="T44">
                  <a:pos x="T8" y="T9"/>
                </a:cxn>
                <a:cxn ang="T45">
                  <a:pos x="T10" y="T11"/>
                </a:cxn>
                <a:cxn ang="T46">
                  <a:pos x="T12" y="T13"/>
                </a:cxn>
                <a:cxn ang="T47">
                  <a:pos x="T14" y="T15"/>
                </a:cxn>
                <a:cxn ang="T48">
                  <a:pos x="T16" y="T17"/>
                </a:cxn>
                <a:cxn ang="T49">
                  <a:pos x="T18" y="T19"/>
                </a:cxn>
                <a:cxn ang="T50">
                  <a:pos x="T20" y="T21"/>
                </a:cxn>
                <a:cxn ang="T51">
                  <a:pos x="T22" y="T23"/>
                </a:cxn>
                <a:cxn ang="T52">
                  <a:pos x="T24" y="T25"/>
                </a:cxn>
                <a:cxn ang="T53">
                  <a:pos x="T26" y="T27"/>
                </a:cxn>
                <a:cxn ang="T54">
                  <a:pos x="T28" y="T29"/>
                </a:cxn>
                <a:cxn ang="T55">
                  <a:pos x="T30" y="T31"/>
                </a:cxn>
                <a:cxn ang="T56">
                  <a:pos x="T32" y="T33"/>
                </a:cxn>
                <a:cxn ang="T57">
                  <a:pos x="T34" y="T35"/>
                </a:cxn>
                <a:cxn ang="T58">
                  <a:pos x="T36" y="T37"/>
                </a:cxn>
                <a:cxn ang="T59">
                  <a:pos x="T38" y="T39"/>
                </a:cxn>
              </a:cxnLst>
              <a:rect l="0" t="0" r="r" b="b"/>
              <a:pathLst>
                <a:path w="3112" h="584">
                  <a:moveTo>
                    <a:pt x="0" y="584"/>
                  </a:moveTo>
                  <a:lnTo>
                    <a:pt x="0" y="584"/>
                  </a:lnTo>
                  <a:lnTo>
                    <a:pt x="90" y="560"/>
                  </a:lnTo>
                  <a:lnTo>
                    <a:pt x="336" y="498"/>
                  </a:lnTo>
                  <a:lnTo>
                    <a:pt x="506" y="456"/>
                  </a:lnTo>
                  <a:lnTo>
                    <a:pt x="702" y="410"/>
                  </a:lnTo>
                  <a:lnTo>
                    <a:pt x="920" y="360"/>
                  </a:lnTo>
                  <a:lnTo>
                    <a:pt x="1154" y="306"/>
                  </a:lnTo>
                  <a:lnTo>
                    <a:pt x="1402" y="254"/>
                  </a:lnTo>
                  <a:lnTo>
                    <a:pt x="1656" y="202"/>
                  </a:lnTo>
                  <a:lnTo>
                    <a:pt x="1916" y="154"/>
                  </a:lnTo>
                  <a:lnTo>
                    <a:pt x="2174" y="108"/>
                  </a:lnTo>
                  <a:lnTo>
                    <a:pt x="2302" y="88"/>
                  </a:lnTo>
                  <a:lnTo>
                    <a:pt x="2426" y="68"/>
                  </a:lnTo>
                  <a:lnTo>
                    <a:pt x="2550" y="52"/>
                  </a:lnTo>
                  <a:lnTo>
                    <a:pt x="2670" y="36"/>
                  </a:lnTo>
                  <a:lnTo>
                    <a:pt x="2788" y="24"/>
                  </a:lnTo>
                  <a:lnTo>
                    <a:pt x="2900" y="14"/>
                  </a:lnTo>
                  <a:lnTo>
                    <a:pt x="3008" y="6"/>
                  </a:lnTo>
                  <a:lnTo>
                    <a:pt x="3112" y="0"/>
                  </a:lnTo>
                </a:path>
              </a:pathLst>
            </a:custGeom>
            <a:noFill/>
            <a:ln w="12">
              <a:solidFill>
                <a:srgbClr val="FFFFFF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 useBgFill="1">
          <p:nvSpPr>
            <p:cNvPr id="10" name="Freeform 10">
              <a:extLst>
                <a:ext uri="{FF2B5EF4-FFF2-40B4-BE49-F238E27FC236}">
                  <a16:creationId xmlns:a16="http://schemas.microsoft.com/office/drawing/2014/main" id="{43037102-0E8E-4A2F-8E3A-C06495210270}"/>
                </a:ext>
              </a:extLst>
            </p:cNvPr>
            <p:cNvSpPr>
              <a:spLocks/>
            </p:cNvSpPr>
            <p:nvPr/>
          </p:nvSpPr>
          <p:spPr bwMode="hidden">
            <a:xfrm>
              <a:off x="-3905250" y="4294188"/>
              <a:ext cx="13011150" cy="1892300"/>
            </a:xfrm>
            <a:custGeom>
              <a:avLst/>
              <a:gdLst>
                <a:gd name="T0" fmla="*/ 2147483646 w 8196"/>
                <a:gd name="T1" fmla="*/ 2147483646 h 1192"/>
                <a:gd name="T2" fmla="*/ 2147483646 w 8196"/>
                <a:gd name="T3" fmla="*/ 2147483646 h 1192"/>
                <a:gd name="T4" fmla="*/ 2147483646 w 8196"/>
                <a:gd name="T5" fmla="*/ 2147483646 h 1192"/>
                <a:gd name="T6" fmla="*/ 2147483646 w 8196"/>
                <a:gd name="T7" fmla="*/ 2147483646 h 1192"/>
                <a:gd name="T8" fmla="*/ 2147483646 w 8196"/>
                <a:gd name="T9" fmla="*/ 2147483646 h 1192"/>
                <a:gd name="T10" fmla="*/ 2147483646 w 8196"/>
                <a:gd name="T11" fmla="*/ 2147483646 h 1192"/>
                <a:gd name="T12" fmla="*/ 2147483646 w 8196"/>
                <a:gd name="T13" fmla="*/ 2147483646 h 1192"/>
                <a:gd name="T14" fmla="*/ 2147483646 w 8196"/>
                <a:gd name="T15" fmla="*/ 2147483646 h 1192"/>
                <a:gd name="T16" fmla="*/ 2147483646 w 8196"/>
                <a:gd name="T17" fmla="*/ 2147483646 h 1192"/>
                <a:gd name="T18" fmla="*/ 2147483646 w 8196"/>
                <a:gd name="T19" fmla="*/ 2147483646 h 1192"/>
                <a:gd name="T20" fmla="*/ 2147483646 w 8196"/>
                <a:gd name="T21" fmla="*/ 2147483646 h 1192"/>
                <a:gd name="T22" fmla="*/ 2147483646 w 8196"/>
                <a:gd name="T23" fmla="*/ 2147483646 h 1192"/>
                <a:gd name="T24" fmla="*/ 2147483646 w 8196"/>
                <a:gd name="T25" fmla="*/ 2147483646 h 1192"/>
                <a:gd name="T26" fmla="*/ 2147483646 w 8196"/>
                <a:gd name="T27" fmla="*/ 2147483646 h 1192"/>
                <a:gd name="T28" fmla="*/ 2147483646 w 8196"/>
                <a:gd name="T29" fmla="*/ 2147483646 h 1192"/>
                <a:gd name="T30" fmla="*/ 2147483646 w 8196"/>
                <a:gd name="T31" fmla="*/ 2147483646 h 1192"/>
                <a:gd name="T32" fmla="*/ 2147483646 w 8196"/>
                <a:gd name="T33" fmla="*/ 2147483646 h 1192"/>
                <a:gd name="T34" fmla="*/ 2147483646 w 8196"/>
                <a:gd name="T35" fmla="*/ 2147483646 h 1192"/>
                <a:gd name="T36" fmla="*/ 2147483646 w 8196"/>
                <a:gd name="T37" fmla="*/ 2147483646 h 1192"/>
                <a:gd name="T38" fmla="*/ 2147483646 w 8196"/>
                <a:gd name="T39" fmla="*/ 2147483646 h 1192"/>
                <a:gd name="T40" fmla="*/ 2147483646 w 8196"/>
                <a:gd name="T41" fmla="*/ 2147483646 h 1192"/>
                <a:gd name="T42" fmla="*/ 2147483646 w 8196"/>
                <a:gd name="T43" fmla="*/ 2147483646 h 1192"/>
                <a:gd name="T44" fmla="*/ 2147483646 w 8196"/>
                <a:gd name="T45" fmla="*/ 0 h 1192"/>
                <a:gd name="T46" fmla="*/ 2147483646 w 8196"/>
                <a:gd name="T47" fmla="*/ 2147483646 h 1192"/>
                <a:gd name="T48" fmla="*/ 2147483646 w 8196"/>
                <a:gd name="T49" fmla="*/ 2147483646 h 1192"/>
                <a:gd name="T50" fmla="*/ 2147483646 w 8196"/>
                <a:gd name="T51" fmla="*/ 2147483646 h 1192"/>
                <a:gd name="T52" fmla="*/ 2147483646 w 8196"/>
                <a:gd name="T53" fmla="*/ 2147483646 h 1192"/>
                <a:gd name="T54" fmla="*/ 2147483646 w 8196"/>
                <a:gd name="T55" fmla="*/ 2147483646 h 1192"/>
                <a:gd name="T56" fmla="*/ 2147483646 w 8196"/>
                <a:gd name="T57" fmla="*/ 2147483646 h 1192"/>
                <a:gd name="T58" fmla="*/ 2147483646 w 8196"/>
                <a:gd name="T59" fmla="*/ 2147483646 h 1192"/>
                <a:gd name="T60" fmla="*/ 2147483646 w 8196"/>
                <a:gd name="T61" fmla="*/ 2147483646 h 1192"/>
                <a:gd name="T62" fmla="*/ 0 w 8196"/>
                <a:gd name="T63" fmla="*/ 2147483646 h 1192"/>
                <a:gd name="T64" fmla="*/ 2147483646 w 8196"/>
                <a:gd name="T65" fmla="*/ 2147483646 h 1192"/>
                <a:gd name="T66" fmla="*/ 2147483646 w 8196"/>
                <a:gd name="T67" fmla="*/ 2147483646 h 1192"/>
                <a:gd name="T68" fmla="*/ 2147483646 w 8196"/>
                <a:gd name="T69" fmla="*/ 2147483646 h 1192"/>
                <a:gd name="T70" fmla="*/ 2147483646 w 8196"/>
                <a:gd name="T71" fmla="*/ 2147483646 h 1192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</a:gdLst>
              <a:ahLst/>
              <a:cxnLst>
                <a:cxn ang="T72">
                  <a:pos x="T0" y="T1"/>
                </a:cxn>
                <a:cxn ang="T73">
                  <a:pos x="T2" y="T3"/>
                </a:cxn>
                <a:cxn ang="T74">
                  <a:pos x="T4" y="T5"/>
                </a:cxn>
                <a:cxn ang="T75">
                  <a:pos x="T6" y="T7"/>
                </a:cxn>
                <a:cxn ang="T76">
                  <a:pos x="T8" y="T9"/>
                </a:cxn>
                <a:cxn ang="T77">
                  <a:pos x="T10" y="T11"/>
                </a:cxn>
                <a:cxn ang="T78">
                  <a:pos x="T12" y="T13"/>
                </a:cxn>
                <a:cxn ang="T79">
                  <a:pos x="T14" y="T15"/>
                </a:cxn>
                <a:cxn ang="T80">
                  <a:pos x="T16" y="T17"/>
                </a:cxn>
                <a:cxn ang="T81">
                  <a:pos x="T18" y="T19"/>
                </a:cxn>
                <a:cxn ang="T82">
                  <a:pos x="T20" y="T21"/>
                </a:cxn>
                <a:cxn ang="T83">
                  <a:pos x="T22" y="T23"/>
                </a:cxn>
                <a:cxn ang="T84">
                  <a:pos x="T24" y="T25"/>
                </a:cxn>
                <a:cxn ang="T85">
                  <a:pos x="T26" y="T27"/>
                </a:cxn>
                <a:cxn ang="T86">
                  <a:pos x="T28" y="T29"/>
                </a:cxn>
                <a:cxn ang="T87">
                  <a:pos x="T30" y="T31"/>
                </a:cxn>
                <a:cxn ang="T88">
                  <a:pos x="T32" y="T33"/>
                </a:cxn>
                <a:cxn ang="T89">
                  <a:pos x="T34" y="T35"/>
                </a:cxn>
                <a:cxn ang="T90">
                  <a:pos x="T36" y="T37"/>
                </a:cxn>
                <a:cxn ang="T91">
                  <a:pos x="T38" y="T39"/>
                </a:cxn>
                <a:cxn ang="T92">
                  <a:pos x="T40" y="T41"/>
                </a:cxn>
                <a:cxn ang="T93">
                  <a:pos x="T42" y="T43"/>
                </a:cxn>
                <a:cxn ang="T94">
                  <a:pos x="T44" y="T45"/>
                </a:cxn>
                <a:cxn ang="T95">
                  <a:pos x="T46" y="T47"/>
                </a:cxn>
                <a:cxn ang="T96">
                  <a:pos x="T48" y="T49"/>
                </a:cxn>
                <a:cxn ang="T97">
                  <a:pos x="T50" y="T51"/>
                </a:cxn>
                <a:cxn ang="T98">
                  <a:pos x="T52" y="T53"/>
                </a:cxn>
                <a:cxn ang="T99">
                  <a:pos x="T54" y="T55"/>
                </a:cxn>
                <a:cxn ang="T100">
                  <a:pos x="T56" y="T57"/>
                </a:cxn>
                <a:cxn ang="T101">
                  <a:pos x="T58" y="T59"/>
                </a:cxn>
                <a:cxn ang="T102">
                  <a:pos x="T60" y="T61"/>
                </a:cxn>
                <a:cxn ang="T103">
                  <a:pos x="T62" y="T63"/>
                </a:cxn>
                <a:cxn ang="T104">
                  <a:pos x="T64" y="T65"/>
                </a:cxn>
                <a:cxn ang="T105">
                  <a:pos x="T66" y="T67"/>
                </a:cxn>
                <a:cxn ang="T106">
                  <a:pos x="T68" y="T69"/>
                </a:cxn>
                <a:cxn ang="T107">
                  <a:pos x="T70" y="T71"/>
                </a:cxn>
              </a:cxnLst>
              <a:rect l="0" t="0" r="r" b="b"/>
              <a:pathLst>
                <a:path w="8196" h="1192">
                  <a:moveTo>
                    <a:pt x="8192" y="512"/>
                  </a:moveTo>
                  <a:lnTo>
                    <a:pt x="8192" y="512"/>
                  </a:lnTo>
                  <a:lnTo>
                    <a:pt x="8116" y="542"/>
                  </a:lnTo>
                  <a:lnTo>
                    <a:pt x="8040" y="570"/>
                  </a:lnTo>
                  <a:lnTo>
                    <a:pt x="7960" y="596"/>
                  </a:lnTo>
                  <a:lnTo>
                    <a:pt x="7878" y="620"/>
                  </a:lnTo>
                  <a:lnTo>
                    <a:pt x="7794" y="644"/>
                  </a:lnTo>
                  <a:lnTo>
                    <a:pt x="7706" y="666"/>
                  </a:lnTo>
                  <a:lnTo>
                    <a:pt x="7616" y="684"/>
                  </a:lnTo>
                  <a:lnTo>
                    <a:pt x="7522" y="702"/>
                  </a:lnTo>
                  <a:lnTo>
                    <a:pt x="7424" y="718"/>
                  </a:lnTo>
                  <a:lnTo>
                    <a:pt x="7322" y="730"/>
                  </a:lnTo>
                  <a:lnTo>
                    <a:pt x="7216" y="742"/>
                  </a:lnTo>
                  <a:lnTo>
                    <a:pt x="7106" y="750"/>
                  </a:lnTo>
                  <a:lnTo>
                    <a:pt x="6992" y="758"/>
                  </a:lnTo>
                  <a:lnTo>
                    <a:pt x="6872" y="762"/>
                  </a:lnTo>
                  <a:lnTo>
                    <a:pt x="6748" y="762"/>
                  </a:lnTo>
                  <a:lnTo>
                    <a:pt x="6618" y="760"/>
                  </a:lnTo>
                  <a:lnTo>
                    <a:pt x="6482" y="756"/>
                  </a:lnTo>
                  <a:lnTo>
                    <a:pt x="6342" y="750"/>
                  </a:lnTo>
                  <a:lnTo>
                    <a:pt x="6196" y="740"/>
                  </a:lnTo>
                  <a:lnTo>
                    <a:pt x="6042" y="726"/>
                  </a:lnTo>
                  <a:lnTo>
                    <a:pt x="5882" y="710"/>
                  </a:lnTo>
                  <a:lnTo>
                    <a:pt x="5716" y="690"/>
                  </a:lnTo>
                  <a:lnTo>
                    <a:pt x="5544" y="668"/>
                  </a:lnTo>
                  <a:lnTo>
                    <a:pt x="5364" y="642"/>
                  </a:lnTo>
                  <a:lnTo>
                    <a:pt x="5176" y="612"/>
                  </a:lnTo>
                  <a:lnTo>
                    <a:pt x="4982" y="578"/>
                  </a:lnTo>
                  <a:lnTo>
                    <a:pt x="4778" y="540"/>
                  </a:lnTo>
                  <a:lnTo>
                    <a:pt x="4568" y="500"/>
                  </a:lnTo>
                  <a:lnTo>
                    <a:pt x="4348" y="454"/>
                  </a:lnTo>
                  <a:lnTo>
                    <a:pt x="4122" y="406"/>
                  </a:lnTo>
                  <a:lnTo>
                    <a:pt x="3886" y="354"/>
                  </a:lnTo>
                  <a:lnTo>
                    <a:pt x="3640" y="296"/>
                  </a:lnTo>
                  <a:lnTo>
                    <a:pt x="3396" y="240"/>
                  </a:lnTo>
                  <a:lnTo>
                    <a:pt x="3160" y="192"/>
                  </a:lnTo>
                  <a:lnTo>
                    <a:pt x="2934" y="148"/>
                  </a:lnTo>
                  <a:lnTo>
                    <a:pt x="2718" y="112"/>
                  </a:lnTo>
                  <a:lnTo>
                    <a:pt x="2512" y="82"/>
                  </a:lnTo>
                  <a:lnTo>
                    <a:pt x="2314" y="56"/>
                  </a:lnTo>
                  <a:lnTo>
                    <a:pt x="2126" y="36"/>
                  </a:lnTo>
                  <a:lnTo>
                    <a:pt x="1948" y="20"/>
                  </a:lnTo>
                  <a:lnTo>
                    <a:pt x="1776" y="10"/>
                  </a:lnTo>
                  <a:lnTo>
                    <a:pt x="1616" y="2"/>
                  </a:lnTo>
                  <a:lnTo>
                    <a:pt x="1462" y="0"/>
                  </a:lnTo>
                  <a:lnTo>
                    <a:pt x="1318" y="0"/>
                  </a:lnTo>
                  <a:lnTo>
                    <a:pt x="1182" y="4"/>
                  </a:lnTo>
                  <a:lnTo>
                    <a:pt x="1054" y="10"/>
                  </a:lnTo>
                  <a:lnTo>
                    <a:pt x="934" y="20"/>
                  </a:lnTo>
                  <a:lnTo>
                    <a:pt x="822" y="30"/>
                  </a:lnTo>
                  <a:lnTo>
                    <a:pt x="716" y="44"/>
                  </a:lnTo>
                  <a:lnTo>
                    <a:pt x="620" y="58"/>
                  </a:lnTo>
                  <a:lnTo>
                    <a:pt x="530" y="74"/>
                  </a:lnTo>
                  <a:lnTo>
                    <a:pt x="450" y="92"/>
                  </a:lnTo>
                  <a:lnTo>
                    <a:pt x="374" y="108"/>
                  </a:lnTo>
                  <a:lnTo>
                    <a:pt x="308" y="126"/>
                  </a:lnTo>
                  <a:lnTo>
                    <a:pt x="248" y="144"/>
                  </a:lnTo>
                  <a:lnTo>
                    <a:pt x="194" y="160"/>
                  </a:lnTo>
                  <a:lnTo>
                    <a:pt x="148" y="176"/>
                  </a:lnTo>
                  <a:lnTo>
                    <a:pt x="108" y="192"/>
                  </a:lnTo>
                  <a:lnTo>
                    <a:pt x="48" y="216"/>
                  </a:lnTo>
                  <a:lnTo>
                    <a:pt x="12" y="234"/>
                  </a:lnTo>
                  <a:lnTo>
                    <a:pt x="0" y="240"/>
                  </a:lnTo>
                  <a:lnTo>
                    <a:pt x="0" y="1192"/>
                  </a:lnTo>
                  <a:lnTo>
                    <a:pt x="8192" y="1192"/>
                  </a:lnTo>
                  <a:lnTo>
                    <a:pt x="8196" y="1186"/>
                  </a:lnTo>
                  <a:lnTo>
                    <a:pt x="8196" y="510"/>
                  </a:lnTo>
                  <a:lnTo>
                    <a:pt x="8192" y="512"/>
                  </a:lnTo>
                  <a:close/>
                </a:path>
              </a:pathLst>
            </a:custGeom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200152"/>
            <a:ext cx="7772400" cy="1335081"/>
          </a:xfrm>
        </p:spPr>
        <p:txBody>
          <a:bodyPr anchor="b">
            <a:normAutofit/>
          </a:bodyPr>
          <a:lstStyle>
            <a:lvl1pPr>
              <a:defRPr sz="4400">
                <a:solidFill>
                  <a:srgbClr val="FFFFFF"/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667001"/>
            <a:ext cx="6400800" cy="110490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rgbClr val="FFFFFF"/>
                </a:solidFill>
              </a:defRPr>
            </a:lvl1pPr>
            <a:lvl2pPr marL="45718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6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4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3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887F94D9-97B3-4262-A2E9-486779326B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b="1">
                <a:latin typeface="Times New Roman" panose="02020603050405020304" pitchFamily="18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107955DE-C7C7-4803-9814-2655800EB8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algn="ctr">
              <a:defRPr b="1">
                <a:latin typeface="Times New Roman" panose="02020603050405020304" pitchFamily="18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9F90C60F-62AF-482A-846F-04D4B52572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 smtClean="0">
                <a:latin typeface="Times New Roman" panose="02020603050405020304" pitchFamily="18" charset="0"/>
              </a:defRPr>
            </a:lvl1pPr>
          </a:lstStyle>
          <a:p>
            <a:pPr>
              <a:defRPr/>
            </a:pPr>
            <a:fld id="{25F939D7-DA71-4D08-8043-1D187E7DC285}" type="slidenum">
              <a:rPr lang="zh-CN" altLang="en-US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21869034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6">
            <a:extLst>
              <a:ext uri="{FF2B5EF4-FFF2-40B4-BE49-F238E27FC236}">
                <a16:creationId xmlns:a16="http://schemas.microsoft.com/office/drawing/2014/main" id="{40E1CF18-D746-418E-9414-96E5F3F5E06B}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0" y="195263"/>
            <a:ext cx="755650" cy="431800"/>
            <a:chOff x="-786" y="195486"/>
            <a:chExt cx="756363" cy="432048"/>
          </a:xfrm>
        </p:grpSpPr>
        <p:sp>
          <p:nvSpPr>
            <p:cNvPr id="5" name="五边形 15">
              <a:extLst>
                <a:ext uri="{FF2B5EF4-FFF2-40B4-BE49-F238E27FC236}">
                  <a16:creationId xmlns:a16="http://schemas.microsoft.com/office/drawing/2014/main" id="{A5A5D18F-9E9B-4CB5-9E62-10D7FB19EE8D}"/>
                </a:ext>
              </a:extLst>
            </p:cNvPr>
            <p:cNvSpPr/>
            <p:nvPr/>
          </p:nvSpPr>
          <p:spPr>
            <a:xfrm>
              <a:off x="-786" y="195486"/>
              <a:ext cx="756363" cy="432048"/>
            </a:xfrm>
            <a:prstGeom prst="homePlate">
              <a:avLst/>
            </a:prstGeom>
            <a:solidFill>
              <a:schemeClr val="bg2">
                <a:lumMod val="50000"/>
              </a:schemeClr>
            </a:solidFill>
            <a:ln w="25400" cap="flat" cmpd="sng" algn="ctr">
              <a:noFill/>
              <a:prstDash val="solid"/>
            </a:ln>
            <a:effectLst/>
          </p:spPr>
          <p:txBody>
            <a:bodyPr anchor="ctr"/>
            <a:lstStyle/>
            <a:p>
              <a:pPr algn="ctr" eaLnBrk="1" hangingPunct="1">
                <a:defRPr/>
              </a:pPr>
              <a:endParaRPr lang="zh-CN" altLang="en-US" b="0">
                <a:solidFill>
                  <a:srgbClr val="FFFFFF"/>
                </a:solidFill>
                <a:latin typeface="Calibri" panose="020F0502020204030204" pitchFamily="34" charset="0"/>
                <a:cs typeface="楷体_GB2312" charset="0"/>
              </a:endParaRPr>
            </a:p>
          </p:txBody>
        </p:sp>
        <p:sp>
          <p:nvSpPr>
            <p:cNvPr id="6" name="五边形 8">
              <a:extLst>
                <a:ext uri="{FF2B5EF4-FFF2-40B4-BE49-F238E27FC236}">
                  <a16:creationId xmlns:a16="http://schemas.microsoft.com/office/drawing/2014/main" id="{B737F9E3-B748-4D58-BAEE-1536D96F11A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-786" y="197074"/>
              <a:ext cx="756363" cy="88951"/>
            </a:xfrm>
            <a:prstGeom prst="homePlate">
              <a:avLst>
                <a:gd name="adj" fmla="val 49995"/>
              </a:avLst>
            </a:prstGeom>
            <a:solidFill>
              <a:schemeClr val="bg1">
                <a:alpha val="30196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 eaLnBrk="1" hangingPunct="1"/>
              <a:endParaRPr lang="zh-CN" altLang="en-US" b="0">
                <a:solidFill>
                  <a:srgbClr val="FFFFFF"/>
                </a:solidFill>
                <a:latin typeface="Calibri" panose="020F0502020204030204" pitchFamily="34" charset="0"/>
                <a:cs typeface="楷体_GB2312" charset="0"/>
              </a:endParaRPr>
            </a:p>
          </p:txBody>
        </p:sp>
      </p:grp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baseline="0">
                <a:latin typeface="Times New Roman" panose="02020603050405020304" pitchFamily="18" charset="0"/>
              </a:defRPr>
            </a:lvl1pPr>
            <a:lvl2pPr>
              <a:defRPr baseline="0">
                <a:latin typeface="Times New Roman" panose="02020603050405020304" pitchFamily="18" charset="0"/>
              </a:defRPr>
            </a:lvl2pPr>
            <a:lvl3pPr>
              <a:defRPr baseline="0">
                <a:latin typeface="Times New Roman" panose="02020603050405020304" pitchFamily="18" charset="0"/>
              </a:defRPr>
            </a:lvl3pPr>
            <a:lvl4pPr>
              <a:defRPr baseline="0">
                <a:latin typeface="Times New Roman" panose="02020603050405020304" pitchFamily="18" charset="0"/>
              </a:defRPr>
            </a:lvl4pPr>
            <a:lvl5pPr>
              <a:defRPr baseline="0">
                <a:latin typeface="Times New Roman" panose="02020603050405020304" pitchFamily="18" charset="0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  <a:endParaRPr lang="en-US" dirty="0"/>
          </a:p>
        </p:txBody>
      </p:sp>
      <p:sp>
        <p:nvSpPr>
          <p:cNvPr id="7" name="Title 6"/>
          <p:cNvSpPr>
            <a:spLocks noGrp="1"/>
          </p:cNvSpPr>
          <p:nvPr>
            <p:ph type="title"/>
          </p:nvPr>
        </p:nvSpPr>
        <p:spPr>
          <a:xfrm>
            <a:off x="755577" y="267495"/>
            <a:ext cx="7931224" cy="360040"/>
          </a:xfrm>
        </p:spPr>
        <p:txBody>
          <a:bodyPr/>
          <a:lstStyle>
            <a:lvl1pPr algn="l">
              <a:defRPr b="1" baseline="0">
                <a:latin typeface="Times New Roman" panose="02020603050405020304" pitchFamily="18" charset="0"/>
                <a:ea typeface="黑体" panose="02010609060101010101" pitchFamily="49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en-US" dirty="0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D73CAA34-291B-490F-A2A3-BC3CBC4A94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b="1">
                <a:latin typeface="Times New Roman" panose="02020603050405020304" pitchFamily="18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80FF2126-2AA1-4820-A604-5AFFF7F3D3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algn="ctr">
              <a:defRPr b="1">
                <a:latin typeface="Times New Roman" panose="02020603050405020304" pitchFamily="18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7E3EF77F-FABD-405B-9289-1899F3C465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 smtClean="0">
                <a:latin typeface="Times New Roman" panose="02020603050405020304" pitchFamily="18" charset="0"/>
              </a:defRPr>
            </a:lvl1pPr>
          </a:lstStyle>
          <a:p>
            <a:pPr>
              <a:defRPr/>
            </a:pPr>
            <a:fld id="{A18A792F-61DC-4C88-B834-28DA1C84DF7C}" type="slidenum">
              <a:rPr lang="zh-CN" altLang="en-US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30182411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15">
            <a:extLst>
              <a:ext uri="{FF2B5EF4-FFF2-40B4-BE49-F238E27FC236}">
                <a16:creationId xmlns:a16="http://schemas.microsoft.com/office/drawing/2014/main" id="{4900E151-DA06-4B3E-839D-5B230E18C0C2}"/>
              </a:ext>
            </a:extLst>
          </p:cNvPr>
          <p:cNvSpPr/>
          <p:nvPr/>
        </p:nvSpPr>
        <p:spPr>
          <a:xfrm>
            <a:off x="228600" y="171450"/>
            <a:ext cx="8696325" cy="4525963"/>
          </a:xfrm>
          <a:prstGeom prst="roundRect">
            <a:avLst>
              <a:gd name="adj" fmla="val 1272"/>
            </a:avLst>
          </a:prstGeom>
          <a:gradFill>
            <a:gsLst>
              <a:gs pos="0">
                <a:schemeClr val="accent1">
                  <a:lumMod val="75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defRPr/>
            </a:pPr>
            <a:endParaRPr lang="en-US" altLang="zh-CN" b="0">
              <a:solidFill>
                <a:srgbClr val="FFFFFF"/>
              </a:solidFill>
              <a:latin typeface="Candara" panose="020E0502030303020204" pitchFamily="34" charset="0"/>
            </a:endParaRPr>
          </a:p>
        </p:txBody>
      </p:sp>
      <p:grpSp>
        <p:nvGrpSpPr>
          <p:cNvPr id="5" name="Group 9">
            <a:extLst>
              <a:ext uri="{FF2B5EF4-FFF2-40B4-BE49-F238E27FC236}">
                <a16:creationId xmlns:a16="http://schemas.microsoft.com/office/drawing/2014/main" id="{C37F762C-D844-4684-834C-2B62D0889765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211138" y="4014788"/>
            <a:ext cx="8723312" cy="1000125"/>
            <a:chOff x="-3905250" y="4294188"/>
            <a:chExt cx="13011150" cy="1892300"/>
          </a:xfrm>
        </p:grpSpPr>
        <p:sp>
          <p:nvSpPr>
            <p:cNvPr id="6" name="Freeform 14">
              <a:extLst>
                <a:ext uri="{FF2B5EF4-FFF2-40B4-BE49-F238E27FC236}">
                  <a16:creationId xmlns:a16="http://schemas.microsoft.com/office/drawing/2014/main" id="{D789674C-2D0A-45DB-834E-C782CB047156}"/>
                </a:ext>
              </a:extLst>
            </p:cNvPr>
            <p:cNvSpPr>
              <a:spLocks/>
            </p:cNvSpPr>
            <p:nvPr/>
          </p:nvSpPr>
          <p:spPr bwMode="hidden">
            <a:xfrm>
              <a:off x="4810681" y="4501439"/>
              <a:ext cx="4295219" cy="1015234"/>
            </a:xfrm>
            <a:custGeom>
              <a:avLst/>
              <a:gdLst>
                <a:gd name="T0" fmla="*/ 2147483646 w 2706"/>
                <a:gd name="T1" fmla="*/ 0 h 640"/>
                <a:gd name="T2" fmla="*/ 2147483646 w 2706"/>
                <a:gd name="T3" fmla="*/ 0 h 640"/>
                <a:gd name="T4" fmla="*/ 2147483646 w 2706"/>
                <a:gd name="T5" fmla="*/ 2147483646 h 640"/>
                <a:gd name="T6" fmla="*/ 2147483646 w 2706"/>
                <a:gd name="T7" fmla="*/ 2147483646 h 640"/>
                <a:gd name="T8" fmla="*/ 2147483646 w 2706"/>
                <a:gd name="T9" fmla="*/ 2147483646 h 640"/>
                <a:gd name="T10" fmla="*/ 2147483646 w 2706"/>
                <a:gd name="T11" fmla="*/ 2147483646 h 640"/>
                <a:gd name="T12" fmla="*/ 2147483646 w 2706"/>
                <a:gd name="T13" fmla="*/ 2147483646 h 640"/>
                <a:gd name="T14" fmla="*/ 2147483646 w 2706"/>
                <a:gd name="T15" fmla="*/ 2147483646 h 640"/>
                <a:gd name="T16" fmla="*/ 2147483646 w 2706"/>
                <a:gd name="T17" fmla="*/ 2147483646 h 640"/>
                <a:gd name="T18" fmla="*/ 2147483646 w 2706"/>
                <a:gd name="T19" fmla="*/ 2147483646 h 640"/>
                <a:gd name="T20" fmla="*/ 2147483646 w 2706"/>
                <a:gd name="T21" fmla="*/ 2147483646 h 640"/>
                <a:gd name="T22" fmla="*/ 2147483646 w 2706"/>
                <a:gd name="T23" fmla="*/ 2147483646 h 640"/>
                <a:gd name="T24" fmla="*/ 2147483646 w 2706"/>
                <a:gd name="T25" fmla="*/ 2147483646 h 640"/>
                <a:gd name="T26" fmla="*/ 2147483646 w 2706"/>
                <a:gd name="T27" fmla="*/ 2147483646 h 640"/>
                <a:gd name="T28" fmla="*/ 2147483646 w 2706"/>
                <a:gd name="T29" fmla="*/ 2147483646 h 640"/>
                <a:gd name="T30" fmla="*/ 2147483646 w 2706"/>
                <a:gd name="T31" fmla="*/ 2147483646 h 640"/>
                <a:gd name="T32" fmla="*/ 2147483646 w 2706"/>
                <a:gd name="T33" fmla="*/ 2147483646 h 640"/>
                <a:gd name="T34" fmla="*/ 2147483646 w 2706"/>
                <a:gd name="T35" fmla="*/ 2147483646 h 640"/>
                <a:gd name="T36" fmla="*/ 0 w 2706"/>
                <a:gd name="T37" fmla="*/ 2147483646 h 640"/>
                <a:gd name="T38" fmla="*/ 0 w 2706"/>
                <a:gd name="T39" fmla="*/ 2147483646 h 640"/>
                <a:gd name="T40" fmla="*/ 2147483646 w 2706"/>
                <a:gd name="T41" fmla="*/ 2147483646 h 640"/>
                <a:gd name="T42" fmla="*/ 2147483646 w 2706"/>
                <a:gd name="T43" fmla="*/ 2147483646 h 640"/>
                <a:gd name="T44" fmla="*/ 2147483646 w 2706"/>
                <a:gd name="T45" fmla="*/ 2147483646 h 640"/>
                <a:gd name="T46" fmla="*/ 2147483646 w 2706"/>
                <a:gd name="T47" fmla="*/ 2147483646 h 640"/>
                <a:gd name="T48" fmla="*/ 2147483646 w 2706"/>
                <a:gd name="T49" fmla="*/ 2147483646 h 640"/>
                <a:gd name="T50" fmla="*/ 2147483646 w 2706"/>
                <a:gd name="T51" fmla="*/ 2147483646 h 640"/>
                <a:gd name="T52" fmla="*/ 2147483646 w 2706"/>
                <a:gd name="T53" fmla="*/ 2147483646 h 640"/>
                <a:gd name="T54" fmla="*/ 2147483646 w 2706"/>
                <a:gd name="T55" fmla="*/ 2147483646 h 640"/>
                <a:gd name="T56" fmla="*/ 2147483646 w 2706"/>
                <a:gd name="T57" fmla="*/ 2147483646 h 640"/>
                <a:gd name="T58" fmla="*/ 2147483646 w 2706"/>
                <a:gd name="T59" fmla="*/ 2147483646 h 640"/>
                <a:gd name="T60" fmla="*/ 2147483646 w 2706"/>
                <a:gd name="T61" fmla="*/ 2147483646 h 640"/>
                <a:gd name="T62" fmla="*/ 2147483646 w 2706"/>
                <a:gd name="T63" fmla="*/ 2147483646 h 640"/>
                <a:gd name="T64" fmla="*/ 2147483646 w 2706"/>
                <a:gd name="T65" fmla="*/ 2147483646 h 640"/>
                <a:gd name="T66" fmla="*/ 2147483646 w 2706"/>
                <a:gd name="T67" fmla="*/ 2147483646 h 640"/>
                <a:gd name="T68" fmla="*/ 2147483646 w 2706"/>
                <a:gd name="T69" fmla="*/ 2147483646 h 640"/>
                <a:gd name="T70" fmla="*/ 2147483646 w 2706"/>
                <a:gd name="T71" fmla="*/ 2147483646 h 640"/>
                <a:gd name="T72" fmla="*/ 2147483646 w 2706"/>
                <a:gd name="T73" fmla="*/ 2147483646 h 640"/>
                <a:gd name="T74" fmla="*/ 2147483646 w 2706"/>
                <a:gd name="T75" fmla="*/ 2147483646 h 640"/>
                <a:gd name="T76" fmla="*/ 2147483646 w 2706"/>
                <a:gd name="T77" fmla="*/ 2147483646 h 640"/>
                <a:gd name="T78" fmla="*/ 2147483646 w 2706"/>
                <a:gd name="T79" fmla="*/ 2147483646 h 640"/>
                <a:gd name="T80" fmla="*/ 2147483646 w 2706"/>
                <a:gd name="T81" fmla="*/ 2147483646 h 640"/>
                <a:gd name="T82" fmla="*/ 2147483646 w 2706"/>
                <a:gd name="T83" fmla="*/ 2147483646 h 640"/>
                <a:gd name="T84" fmla="*/ 2147483646 w 2706"/>
                <a:gd name="T85" fmla="*/ 2147483646 h 640"/>
                <a:gd name="T86" fmla="*/ 2147483646 w 2706"/>
                <a:gd name="T87" fmla="*/ 2147483646 h 640"/>
                <a:gd name="T88" fmla="*/ 2147483646 w 2706"/>
                <a:gd name="T89" fmla="*/ 2147483646 h 640"/>
                <a:gd name="T90" fmla="*/ 2147483646 w 2706"/>
                <a:gd name="T91" fmla="*/ 2147483646 h 640"/>
                <a:gd name="T92" fmla="*/ 2147483646 w 2706"/>
                <a:gd name="T93" fmla="*/ 2147483646 h 640"/>
                <a:gd name="T94" fmla="*/ 2147483646 w 2706"/>
                <a:gd name="T95" fmla="*/ 2147483646 h 640"/>
                <a:gd name="T96" fmla="*/ 2147483646 w 2706"/>
                <a:gd name="T97" fmla="*/ 2147483646 h 640"/>
                <a:gd name="T98" fmla="*/ 2147483646 w 2706"/>
                <a:gd name="T99" fmla="*/ 2147483646 h 640"/>
                <a:gd name="T100" fmla="*/ 2147483646 w 2706"/>
                <a:gd name="T101" fmla="*/ 2147483646 h 640"/>
                <a:gd name="T102" fmla="*/ 2147483646 w 2706"/>
                <a:gd name="T103" fmla="*/ 2147483646 h 640"/>
                <a:gd name="T104" fmla="*/ 2147483646 w 2706"/>
                <a:gd name="T105" fmla="*/ 2147483646 h 640"/>
                <a:gd name="T106" fmla="*/ 2147483646 w 2706"/>
                <a:gd name="T107" fmla="*/ 0 h 640"/>
                <a:gd name="T108" fmla="*/ 2147483646 w 2706"/>
                <a:gd name="T109" fmla="*/ 0 h 640"/>
                <a:gd name="T110" fmla="*/ 2147483646 w 2706"/>
                <a:gd name="T111" fmla="*/ 0 h 640"/>
                <a:gd name="T112" fmla="*/ 2147483646 w 2706"/>
                <a:gd name="T113" fmla="*/ 0 h 640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</a:gdLst>
              <a:ahLst/>
              <a:cxnLst>
                <a:cxn ang="T114">
                  <a:pos x="T0" y="T1"/>
                </a:cxn>
                <a:cxn ang="T115">
                  <a:pos x="T2" y="T3"/>
                </a:cxn>
                <a:cxn ang="T116">
                  <a:pos x="T4" y="T5"/>
                </a:cxn>
                <a:cxn ang="T117">
                  <a:pos x="T6" y="T7"/>
                </a:cxn>
                <a:cxn ang="T118">
                  <a:pos x="T8" y="T9"/>
                </a:cxn>
                <a:cxn ang="T119">
                  <a:pos x="T10" y="T11"/>
                </a:cxn>
                <a:cxn ang="T120">
                  <a:pos x="T12" y="T13"/>
                </a:cxn>
                <a:cxn ang="T121">
                  <a:pos x="T14" y="T15"/>
                </a:cxn>
                <a:cxn ang="T122">
                  <a:pos x="T16" y="T17"/>
                </a:cxn>
                <a:cxn ang="T123">
                  <a:pos x="T18" y="T19"/>
                </a:cxn>
                <a:cxn ang="T124">
                  <a:pos x="T20" y="T21"/>
                </a:cxn>
                <a:cxn ang="T125">
                  <a:pos x="T22" y="T23"/>
                </a:cxn>
                <a:cxn ang="T126">
                  <a:pos x="T24" y="T25"/>
                </a:cxn>
                <a:cxn ang="T127">
                  <a:pos x="T26" y="T27"/>
                </a:cxn>
                <a:cxn ang="T128">
                  <a:pos x="T28" y="T29"/>
                </a:cxn>
                <a:cxn ang="T129">
                  <a:pos x="T30" y="T31"/>
                </a:cxn>
                <a:cxn ang="T130">
                  <a:pos x="T32" y="T33"/>
                </a:cxn>
                <a:cxn ang="T131">
                  <a:pos x="T34" y="T35"/>
                </a:cxn>
                <a:cxn ang="T132">
                  <a:pos x="T36" y="T37"/>
                </a:cxn>
                <a:cxn ang="T133">
                  <a:pos x="T38" y="T39"/>
                </a:cxn>
                <a:cxn ang="T134">
                  <a:pos x="T40" y="T41"/>
                </a:cxn>
                <a:cxn ang="T135">
                  <a:pos x="T42" y="T43"/>
                </a:cxn>
                <a:cxn ang="T136">
                  <a:pos x="T44" y="T45"/>
                </a:cxn>
                <a:cxn ang="T137">
                  <a:pos x="T46" y="T47"/>
                </a:cxn>
                <a:cxn ang="T138">
                  <a:pos x="T48" y="T49"/>
                </a:cxn>
                <a:cxn ang="T139">
                  <a:pos x="T50" y="T51"/>
                </a:cxn>
                <a:cxn ang="T140">
                  <a:pos x="T52" y="T53"/>
                </a:cxn>
                <a:cxn ang="T141">
                  <a:pos x="T54" y="T55"/>
                </a:cxn>
                <a:cxn ang="T142">
                  <a:pos x="T56" y="T57"/>
                </a:cxn>
                <a:cxn ang="T143">
                  <a:pos x="T58" y="T59"/>
                </a:cxn>
                <a:cxn ang="T144">
                  <a:pos x="T60" y="T61"/>
                </a:cxn>
                <a:cxn ang="T145">
                  <a:pos x="T62" y="T63"/>
                </a:cxn>
                <a:cxn ang="T146">
                  <a:pos x="T64" y="T65"/>
                </a:cxn>
                <a:cxn ang="T147">
                  <a:pos x="T66" y="T67"/>
                </a:cxn>
                <a:cxn ang="T148">
                  <a:pos x="T68" y="T69"/>
                </a:cxn>
                <a:cxn ang="T149">
                  <a:pos x="T70" y="T71"/>
                </a:cxn>
                <a:cxn ang="T150">
                  <a:pos x="T72" y="T73"/>
                </a:cxn>
                <a:cxn ang="T151">
                  <a:pos x="T74" y="T75"/>
                </a:cxn>
                <a:cxn ang="T152">
                  <a:pos x="T76" y="T77"/>
                </a:cxn>
                <a:cxn ang="T153">
                  <a:pos x="T78" y="T79"/>
                </a:cxn>
                <a:cxn ang="T154">
                  <a:pos x="T80" y="T81"/>
                </a:cxn>
                <a:cxn ang="T155">
                  <a:pos x="T82" y="T83"/>
                </a:cxn>
                <a:cxn ang="T156">
                  <a:pos x="T84" y="T85"/>
                </a:cxn>
                <a:cxn ang="T157">
                  <a:pos x="T86" y="T87"/>
                </a:cxn>
                <a:cxn ang="T158">
                  <a:pos x="T88" y="T89"/>
                </a:cxn>
                <a:cxn ang="T159">
                  <a:pos x="T90" y="T91"/>
                </a:cxn>
                <a:cxn ang="T160">
                  <a:pos x="T92" y="T93"/>
                </a:cxn>
                <a:cxn ang="T161">
                  <a:pos x="T94" y="T95"/>
                </a:cxn>
                <a:cxn ang="T162">
                  <a:pos x="T96" y="T97"/>
                </a:cxn>
                <a:cxn ang="T163">
                  <a:pos x="T98" y="T99"/>
                </a:cxn>
                <a:cxn ang="T164">
                  <a:pos x="T100" y="T101"/>
                </a:cxn>
                <a:cxn ang="T165">
                  <a:pos x="T102" y="T103"/>
                </a:cxn>
                <a:cxn ang="T166">
                  <a:pos x="T104" y="T105"/>
                </a:cxn>
                <a:cxn ang="T167">
                  <a:pos x="T106" y="T107"/>
                </a:cxn>
                <a:cxn ang="T168">
                  <a:pos x="T108" y="T109"/>
                </a:cxn>
                <a:cxn ang="T169">
                  <a:pos x="T110" y="T111"/>
                </a:cxn>
                <a:cxn ang="T170">
                  <a:pos x="T112" y="T113"/>
                </a:cxn>
              </a:cxnLst>
              <a:rect l="0" t="0" r="r" b="b"/>
              <a:pathLst>
                <a:path w="2706" h="640">
                  <a:moveTo>
                    <a:pt x="2700" y="0"/>
                  </a:moveTo>
                  <a:lnTo>
                    <a:pt x="2700" y="0"/>
                  </a:lnTo>
                  <a:lnTo>
                    <a:pt x="2586" y="18"/>
                  </a:lnTo>
                  <a:lnTo>
                    <a:pt x="2470" y="38"/>
                  </a:lnTo>
                  <a:lnTo>
                    <a:pt x="2352" y="60"/>
                  </a:lnTo>
                  <a:lnTo>
                    <a:pt x="2230" y="82"/>
                  </a:lnTo>
                  <a:lnTo>
                    <a:pt x="2106" y="108"/>
                  </a:lnTo>
                  <a:lnTo>
                    <a:pt x="1978" y="134"/>
                  </a:lnTo>
                  <a:lnTo>
                    <a:pt x="1848" y="164"/>
                  </a:lnTo>
                  <a:lnTo>
                    <a:pt x="1714" y="194"/>
                  </a:lnTo>
                  <a:lnTo>
                    <a:pt x="1472" y="252"/>
                  </a:lnTo>
                  <a:lnTo>
                    <a:pt x="1236" y="304"/>
                  </a:lnTo>
                  <a:lnTo>
                    <a:pt x="1010" y="352"/>
                  </a:lnTo>
                  <a:lnTo>
                    <a:pt x="792" y="398"/>
                  </a:lnTo>
                  <a:lnTo>
                    <a:pt x="584" y="438"/>
                  </a:lnTo>
                  <a:lnTo>
                    <a:pt x="382" y="474"/>
                  </a:lnTo>
                  <a:lnTo>
                    <a:pt x="188" y="508"/>
                  </a:lnTo>
                  <a:lnTo>
                    <a:pt x="0" y="538"/>
                  </a:lnTo>
                  <a:lnTo>
                    <a:pt x="130" y="556"/>
                  </a:lnTo>
                  <a:lnTo>
                    <a:pt x="254" y="572"/>
                  </a:lnTo>
                  <a:lnTo>
                    <a:pt x="374" y="586"/>
                  </a:lnTo>
                  <a:lnTo>
                    <a:pt x="492" y="598"/>
                  </a:lnTo>
                  <a:lnTo>
                    <a:pt x="606" y="610"/>
                  </a:lnTo>
                  <a:lnTo>
                    <a:pt x="716" y="618"/>
                  </a:lnTo>
                  <a:lnTo>
                    <a:pt x="822" y="626"/>
                  </a:lnTo>
                  <a:lnTo>
                    <a:pt x="926" y="632"/>
                  </a:lnTo>
                  <a:lnTo>
                    <a:pt x="1028" y="636"/>
                  </a:lnTo>
                  <a:lnTo>
                    <a:pt x="1126" y="638"/>
                  </a:lnTo>
                  <a:lnTo>
                    <a:pt x="1220" y="640"/>
                  </a:lnTo>
                  <a:lnTo>
                    <a:pt x="1312" y="640"/>
                  </a:lnTo>
                  <a:lnTo>
                    <a:pt x="1402" y="638"/>
                  </a:lnTo>
                  <a:lnTo>
                    <a:pt x="1490" y="636"/>
                  </a:lnTo>
                  <a:lnTo>
                    <a:pt x="1574" y="632"/>
                  </a:lnTo>
                  <a:lnTo>
                    <a:pt x="1656" y="626"/>
                  </a:lnTo>
                  <a:lnTo>
                    <a:pt x="1734" y="620"/>
                  </a:lnTo>
                  <a:lnTo>
                    <a:pt x="1812" y="612"/>
                  </a:lnTo>
                  <a:lnTo>
                    <a:pt x="1886" y="602"/>
                  </a:lnTo>
                  <a:lnTo>
                    <a:pt x="1960" y="592"/>
                  </a:lnTo>
                  <a:lnTo>
                    <a:pt x="2030" y="580"/>
                  </a:lnTo>
                  <a:lnTo>
                    <a:pt x="2100" y="568"/>
                  </a:lnTo>
                  <a:lnTo>
                    <a:pt x="2166" y="554"/>
                  </a:lnTo>
                  <a:lnTo>
                    <a:pt x="2232" y="540"/>
                  </a:lnTo>
                  <a:lnTo>
                    <a:pt x="2296" y="524"/>
                  </a:lnTo>
                  <a:lnTo>
                    <a:pt x="2358" y="508"/>
                  </a:lnTo>
                  <a:lnTo>
                    <a:pt x="2418" y="490"/>
                  </a:lnTo>
                  <a:lnTo>
                    <a:pt x="2478" y="472"/>
                  </a:lnTo>
                  <a:lnTo>
                    <a:pt x="2592" y="432"/>
                  </a:lnTo>
                  <a:lnTo>
                    <a:pt x="2702" y="390"/>
                  </a:lnTo>
                  <a:lnTo>
                    <a:pt x="2706" y="388"/>
                  </a:lnTo>
                  <a:lnTo>
                    <a:pt x="2706" y="0"/>
                  </a:lnTo>
                  <a:lnTo>
                    <a:pt x="2700" y="0"/>
                  </a:lnTo>
                  <a:close/>
                </a:path>
              </a:pathLst>
            </a:custGeom>
            <a:solidFill>
              <a:schemeClr val="bg2">
                <a:alpha val="29019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7" name="Freeform 18">
              <a:extLst>
                <a:ext uri="{FF2B5EF4-FFF2-40B4-BE49-F238E27FC236}">
                  <a16:creationId xmlns:a16="http://schemas.microsoft.com/office/drawing/2014/main" id="{F21B9D4A-0D7B-41C5-A385-87DA02088693}"/>
                </a:ext>
              </a:extLst>
            </p:cNvPr>
            <p:cNvSpPr>
              <a:spLocks/>
            </p:cNvSpPr>
            <p:nvPr/>
          </p:nvSpPr>
          <p:spPr bwMode="hidden">
            <a:xfrm>
              <a:off x="-308538" y="4318217"/>
              <a:ext cx="8280254" cy="1210470"/>
            </a:xfrm>
            <a:custGeom>
              <a:avLst/>
              <a:gdLst>
                <a:gd name="T0" fmla="*/ 2147483646 w 5216"/>
                <a:gd name="T1" fmla="*/ 2147483646 h 762"/>
                <a:gd name="T2" fmla="*/ 2147483646 w 5216"/>
                <a:gd name="T3" fmla="*/ 2147483646 h 762"/>
                <a:gd name="T4" fmla="*/ 2147483646 w 5216"/>
                <a:gd name="T5" fmla="*/ 2147483646 h 762"/>
                <a:gd name="T6" fmla="*/ 2147483646 w 5216"/>
                <a:gd name="T7" fmla="*/ 2147483646 h 762"/>
                <a:gd name="T8" fmla="*/ 2147483646 w 5216"/>
                <a:gd name="T9" fmla="*/ 2147483646 h 762"/>
                <a:gd name="T10" fmla="*/ 2147483646 w 5216"/>
                <a:gd name="T11" fmla="*/ 2147483646 h 762"/>
                <a:gd name="T12" fmla="*/ 2147483646 w 5216"/>
                <a:gd name="T13" fmla="*/ 2147483646 h 762"/>
                <a:gd name="T14" fmla="*/ 2147483646 w 5216"/>
                <a:gd name="T15" fmla="*/ 2147483646 h 762"/>
                <a:gd name="T16" fmla="*/ 2147483646 w 5216"/>
                <a:gd name="T17" fmla="*/ 2147483646 h 762"/>
                <a:gd name="T18" fmla="*/ 2147483646 w 5216"/>
                <a:gd name="T19" fmla="*/ 2147483646 h 762"/>
                <a:gd name="T20" fmla="*/ 2147483646 w 5216"/>
                <a:gd name="T21" fmla="*/ 2147483646 h 762"/>
                <a:gd name="T22" fmla="*/ 2147483646 w 5216"/>
                <a:gd name="T23" fmla="*/ 2147483646 h 762"/>
                <a:gd name="T24" fmla="*/ 2147483646 w 5216"/>
                <a:gd name="T25" fmla="*/ 2147483646 h 762"/>
                <a:gd name="T26" fmla="*/ 2147483646 w 5216"/>
                <a:gd name="T27" fmla="*/ 0 h 762"/>
                <a:gd name="T28" fmla="*/ 2147483646 w 5216"/>
                <a:gd name="T29" fmla="*/ 2147483646 h 762"/>
                <a:gd name="T30" fmla="*/ 2147483646 w 5216"/>
                <a:gd name="T31" fmla="*/ 2147483646 h 762"/>
                <a:gd name="T32" fmla="*/ 0 w 5216"/>
                <a:gd name="T33" fmla="*/ 2147483646 h 762"/>
                <a:gd name="T34" fmla="*/ 2147483646 w 5216"/>
                <a:gd name="T35" fmla="*/ 2147483646 h 762"/>
                <a:gd name="T36" fmla="*/ 2147483646 w 5216"/>
                <a:gd name="T37" fmla="*/ 2147483646 h 762"/>
                <a:gd name="T38" fmla="*/ 2147483646 w 5216"/>
                <a:gd name="T39" fmla="*/ 2147483646 h 762"/>
                <a:gd name="T40" fmla="*/ 2147483646 w 5216"/>
                <a:gd name="T41" fmla="*/ 2147483646 h 762"/>
                <a:gd name="T42" fmla="*/ 2147483646 w 5216"/>
                <a:gd name="T43" fmla="*/ 2147483646 h 762"/>
                <a:gd name="T44" fmla="*/ 2147483646 w 5216"/>
                <a:gd name="T45" fmla="*/ 2147483646 h 762"/>
                <a:gd name="T46" fmla="*/ 2147483646 w 5216"/>
                <a:gd name="T47" fmla="*/ 2147483646 h 762"/>
                <a:gd name="T48" fmla="*/ 2147483646 w 5216"/>
                <a:gd name="T49" fmla="*/ 2147483646 h 762"/>
                <a:gd name="T50" fmla="*/ 2147483646 w 5216"/>
                <a:gd name="T51" fmla="*/ 2147483646 h 762"/>
                <a:gd name="T52" fmla="*/ 2147483646 w 5216"/>
                <a:gd name="T53" fmla="*/ 2147483646 h 762"/>
                <a:gd name="T54" fmla="*/ 2147483646 w 5216"/>
                <a:gd name="T55" fmla="*/ 2147483646 h 762"/>
                <a:gd name="T56" fmla="*/ 2147483646 w 5216"/>
                <a:gd name="T57" fmla="*/ 2147483646 h 762"/>
                <a:gd name="T58" fmla="*/ 2147483646 w 5216"/>
                <a:gd name="T59" fmla="*/ 2147483646 h 762"/>
                <a:gd name="T60" fmla="*/ 2147483646 w 5216"/>
                <a:gd name="T61" fmla="*/ 2147483646 h 762"/>
                <a:gd name="T62" fmla="*/ 2147483646 w 5216"/>
                <a:gd name="T63" fmla="*/ 2147483646 h 762"/>
                <a:gd name="T64" fmla="*/ 2147483646 w 5216"/>
                <a:gd name="T65" fmla="*/ 2147483646 h 762"/>
                <a:gd name="T66" fmla="*/ 2147483646 w 5216"/>
                <a:gd name="T67" fmla="*/ 2147483646 h 762"/>
                <a:gd name="T68" fmla="*/ 2147483646 w 5216"/>
                <a:gd name="T69" fmla="*/ 2147483646 h 762"/>
                <a:gd name="T70" fmla="*/ 2147483646 w 5216"/>
                <a:gd name="T71" fmla="*/ 2147483646 h 762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</a:gdLst>
              <a:ahLst/>
              <a:cxnLst>
                <a:cxn ang="T72">
                  <a:pos x="T0" y="T1"/>
                </a:cxn>
                <a:cxn ang="T73">
                  <a:pos x="T2" y="T3"/>
                </a:cxn>
                <a:cxn ang="T74">
                  <a:pos x="T4" y="T5"/>
                </a:cxn>
                <a:cxn ang="T75">
                  <a:pos x="T6" y="T7"/>
                </a:cxn>
                <a:cxn ang="T76">
                  <a:pos x="T8" y="T9"/>
                </a:cxn>
                <a:cxn ang="T77">
                  <a:pos x="T10" y="T11"/>
                </a:cxn>
                <a:cxn ang="T78">
                  <a:pos x="T12" y="T13"/>
                </a:cxn>
                <a:cxn ang="T79">
                  <a:pos x="T14" y="T15"/>
                </a:cxn>
                <a:cxn ang="T80">
                  <a:pos x="T16" y="T17"/>
                </a:cxn>
                <a:cxn ang="T81">
                  <a:pos x="T18" y="T19"/>
                </a:cxn>
                <a:cxn ang="T82">
                  <a:pos x="T20" y="T21"/>
                </a:cxn>
                <a:cxn ang="T83">
                  <a:pos x="T22" y="T23"/>
                </a:cxn>
                <a:cxn ang="T84">
                  <a:pos x="T24" y="T25"/>
                </a:cxn>
                <a:cxn ang="T85">
                  <a:pos x="T26" y="T27"/>
                </a:cxn>
                <a:cxn ang="T86">
                  <a:pos x="T28" y="T29"/>
                </a:cxn>
                <a:cxn ang="T87">
                  <a:pos x="T30" y="T31"/>
                </a:cxn>
                <a:cxn ang="T88">
                  <a:pos x="T32" y="T33"/>
                </a:cxn>
                <a:cxn ang="T89">
                  <a:pos x="T34" y="T35"/>
                </a:cxn>
                <a:cxn ang="T90">
                  <a:pos x="T36" y="T37"/>
                </a:cxn>
                <a:cxn ang="T91">
                  <a:pos x="T38" y="T39"/>
                </a:cxn>
                <a:cxn ang="T92">
                  <a:pos x="T40" y="T41"/>
                </a:cxn>
                <a:cxn ang="T93">
                  <a:pos x="T42" y="T43"/>
                </a:cxn>
                <a:cxn ang="T94">
                  <a:pos x="T44" y="T45"/>
                </a:cxn>
                <a:cxn ang="T95">
                  <a:pos x="T46" y="T47"/>
                </a:cxn>
                <a:cxn ang="T96">
                  <a:pos x="T48" y="T49"/>
                </a:cxn>
                <a:cxn ang="T97">
                  <a:pos x="T50" y="T51"/>
                </a:cxn>
                <a:cxn ang="T98">
                  <a:pos x="T52" y="T53"/>
                </a:cxn>
                <a:cxn ang="T99">
                  <a:pos x="T54" y="T55"/>
                </a:cxn>
                <a:cxn ang="T100">
                  <a:pos x="T56" y="T57"/>
                </a:cxn>
                <a:cxn ang="T101">
                  <a:pos x="T58" y="T59"/>
                </a:cxn>
                <a:cxn ang="T102">
                  <a:pos x="T60" y="T61"/>
                </a:cxn>
                <a:cxn ang="T103">
                  <a:pos x="T62" y="T63"/>
                </a:cxn>
                <a:cxn ang="T104">
                  <a:pos x="T64" y="T65"/>
                </a:cxn>
                <a:cxn ang="T105">
                  <a:pos x="T66" y="T67"/>
                </a:cxn>
                <a:cxn ang="T106">
                  <a:pos x="T68" y="T69"/>
                </a:cxn>
                <a:cxn ang="T107">
                  <a:pos x="T70" y="T71"/>
                </a:cxn>
              </a:cxnLst>
              <a:rect l="0" t="0" r="r" b="b"/>
              <a:pathLst>
                <a:path w="5216" h="762">
                  <a:moveTo>
                    <a:pt x="5216" y="714"/>
                  </a:moveTo>
                  <a:lnTo>
                    <a:pt x="5216" y="714"/>
                  </a:lnTo>
                  <a:lnTo>
                    <a:pt x="5102" y="700"/>
                  </a:lnTo>
                  <a:lnTo>
                    <a:pt x="4984" y="686"/>
                  </a:lnTo>
                  <a:lnTo>
                    <a:pt x="4738" y="652"/>
                  </a:lnTo>
                  <a:lnTo>
                    <a:pt x="4478" y="610"/>
                  </a:lnTo>
                  <a:lnTo>
                    <a:pt x="4204" y="564"/>
                  </a:lnTo>
                  <a:lnTo>
                    <a:pt x="3914" y="508"/>
                  </a:lnTo>
                  <a:lnTo>
                    <a:pt x="3608" y="446"/>
                  </a:lnTo>
                  <a:lnTo>
                    <a:pt x="3286" y="374"/>
                  </a:lnTo>
                  <a:lnTo>
                    <a:pt x="2946" y="296"/>
                  </a:lnTo>
                  <a:lnTo>
                    <a:pt x="2812" y="266"/>
                  </a:lnTo>
                  <a:lnTo>
                    <a:pt x="2682" y="236"/>
                  </a:lnTo>
                  <a:lnTo>
                    <a:pt x="2556" y="210"/>
                  </a:lnTo>
                  <a:lnTo>
                    <a:pt x="2430" y="184"/>
                  </a:lnTo>
                  <a:lnTo>
                    <a:pt x="2308" y="162"/>
                  </a:lnTo>
                  <a:lnTo>
                    <a:pt x="2190" y="140"/>
                  </a:lnTo>
                  <a:lnTo>
                    <a:pt x="2074" y="120"/>
                  </a:lnTo>
                  <a:lnTo>
                    <a:pt x="1960" y="102"/>
                  </a:lnTo>
                  <a:lnTo>
                    <a:pt x="1850" y="86"/>
                  </a:lnTo>
                  <a:lnTo>
                    <a:pt x="1740" y="72"/>
                  </a:lnTo>
                  <a:lnTo>
                    <a:pt x="1532" y="46"/>
                  </a:lnTo>
                  <a:lnTo>
                    <a:pt x="1334" y="28"/>
                  </a:lnTo>
                  <a:lnTo>
                    <a:pt x="1148" y="14"/>
                  </a:lnTo>
                  <a:lnTo>
                    <a:pt x="970" y="4"/>
                  </a:lnTo>
                  <a:lnTo>
                    <a:pt x="802" y="0"/>
                  </a:lnTo>
                  <a:lnTo>
                    <a:pt x="644" y="0"/>
                  </a:lnTo>
                  <a:lnTo>
                    <a:pt x="496" y="4"/>
                  </a:lnTo>
                  <a:lnTo>
                    <a:pt x="358" y="10"/>
                  </a:lnTo>
                  <a:lnTo>
                    <a:pt x="230" y="20"/>
                  </a:lnTo>
                  <a:lnTo>
                    <a:pt x="110" y="32"/>
                  </a:lnTo>
                  <a:lnTo>
                    <a:pt x="0" y="48"/>
                  </a:lnTo>
                  <a:lnTo>
                    <a:pt x="154" y="66"/>
                  </a:lnTo>
                  <a:lnTo>
                    <a:pt x="314" y="86"/>
                  </a:lnTo>
                  <a:lnTo>
                    <a:pt x="480" y="112"/>
                  </a:lnTo>
                  <a:lnTo>
                    <a:pt x="652" y="140"/>
                  </a:lnTo>
                  <a:lnTo>
                    <a:pt x="830" y="174"/>
                  </a:lnTo>
                  <a:lnTo>
                    <a:pt x="1014" y="210"/>
                  </a:lnTo>
                  <a:lnTo>
                    <a:pt x="1206" y="250"/>
                  </a:lnTo>
                  <a:lnTo>
                    <a:pt x="1402" y="296"/>
                  </a:lnTo>
                  <a:lnTo>
                    <a:pt x="1756" y="378"/>
                  </a:lnTo>
                  <a:lnTo>
                    <a:pt x="2092" y="450"/>
                  </a:lnTo>
                  <a:lnTo>
                    <a:pt x="2408" y="516"/>
                  </a:lnTo>
                  <a:lnTo>
                    <a:pt x="2562" y="544"/>
                  </a:lnTo>
                  <a:lnTo>
                    <a:pt x="2708" y="572"/>
                  </a:lnTo>
                  <a:lnTo>
                    <a:pt x="2852" y="598"/>
                  </a:lnTo>
                  <a:lnTo>
                    <a:pt x="2992" y="620"/>
                  </a:lnTo>
                  <a:lnTo>
                    <a:pt x="3128" y="642"/>
                  </a:lnTo>
                  <a:lnTo>
                    <a:pt x="3260" y="662"/>
                  </a:lnTo>
                  <a:lnTo>
                    <a:pt x="3388" y="678"/>
                  </a:lnTo>
                  <a:lnTo>
                    <a:pt x="3512" y="694"/>
                  </a:lnTo>
                  <a:lnTo>
                    <a:pt x="3632" y="708"/>
                  </a:lnTo>
                  <a:lnTo>
                    <a:pt x="3750" y="722"/>
                  </a:lnTo>
                  <a:lnTo>
                    <a:pt x="3864" y="732"/>
                  </a:lnTo>
                  <a:lnTo>
                    <a:pt x="3974" y="740"/>
                  </a:lnTo>
                  <a:lnTo>
                    <a:pt x="4080" y="748"/>
                  </a:lnTo>
                  <a:lnTo>
                    <a:pt x="4184" y="754"/>
                  </a:lnTo>
                  <a:lnTo>
                    <a:pt x="4286" y="758"/>
                  </a:lnTo>
                  <a:lnTo>
                    <a:pt x="4384" y="762"/>
                  </a:lnTo>
                  <a:lnTo>
                    <a:pt x="4478" y="762"/>
                  </a:lnTo>
                  <a:lnTo>
                    <a:pt x="4570" y="762"/>
                  </a:lnTo>
                  <a:lnTo>
                    <a:pt x="4660" y="760"/>
                  </a:lnTo>
                  <a:lnTo>
                    <a:pt x="4746" y="758"/>
                  </a:lnTo>
                  <a:lnTo>
                    <a:pt x="4830" y="754"/>
                  </a:lnTo>
                  <a:lnTo>
                    <a:pt x="4912" y="748"/>
                  </a:lnTo>
                  <a:lnTo>
                    <a:pt x="4992" y="740"/>
                  </a:lnTo>
                  <a:lnTo>
                    <a:pt x="5068" y="732"/>
                  </a:lnTo>
                  <a:lnTo>
                    <a:pt x="5144" y="724"/>
                  </a:lnTo>
                  <a:lnTo>
                    <a:pt x="5216" y="714"/>
                  </a:lnTo>
                  <a:close/>
                </a:path>
              </a:pathLst>
            </a:custGeom>
            <a:solidFill>
              <a:schemeClr val="bg2">
                <a:alpha val="39999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8" name="Freeform 22">
              <a:extLst>
                <a:ext uri="{FF2B5EF4-FFF2-40B4-BE49-F238E27FC236}">
                  <a16:creationId xmlns:a16="http://schemas.microsoft.com/office/drawing/2014/main" id="{E882EBB4-9719-4789-AAF7-3D8599C263F6}"/>
                </a:ext>
              </a:extLst>
            </p:cNvPr>
            <p:cNvSpPr>
              <a:spLocks/>
            </p:cNvSpPr>
            <p:nvPr/>
          </p:nvSpPr>
          <p:spPr bwMode="hidden">
            <a:xfrm>
              <a:off x="4014" y="4336239"/>
              <a:ext cx="8164231" cy="1102339"/>
            </a:xfrm>
            <a:custGeom>
              <a:avLst/>
              <a:gdLst>
                <a:gd name="T0" fmla="*/ 0 w 5144"/>
                <a:gd name="T1" fmla="*/ 2147483646 h 694"/>
                <a:gd name="T2" fmla="*/ 0 w 5144"/>
                <a:gd name="T3" fmla="*/ 2147483646 h 694"/>
                <a:gd name="T4" fmla="*/ 2147483646 w 5144"/>
                <a:gd name="T5" fmla="*/ 2147483646 h 694"/>
                <a:gd name="T6" fmla="*/ 2147483646 w 5144"/>
                <a:gd name="T7" fmla="*/ 2147483646 h 694"/>
                <a:gd name="T8" fmla="*/ 2147483646 w 5144"/>
                <a:gd name="T9" fmla="*/ 2147483646 h 694"/>
                <a:gd name="T10" fmla="*/ 2147483646 w 5144"/>
                <a:gd name="T11" fmla="*/ 2147483646 h 694"/>
                <a:gd name="T12" fmla="*/ 2147483646 w 5144"/>
                <a:gd name="T13" fmla="*/ 2147483646 h 694"/>
                <a:gd name="T14" fmla="*/ 2147483646 w 5144"/>
                <a:gd name="T15" fmla="*/ 2147483646 h 694"/>
                <a:gd name="T16" fmla="*/ 2147483646 w 5144"/>
                <a:gd name="T17" fmla="*/ 2147483646 h 694"/>
                <a:gd name="T18" fmla="*/ 2147483646 w 5144"/>
                <a:gd name="T19" fmla="*/ 2147483646 h 694"/>
                <a:gd name="T20" fmla="*/ 2147483646 w 5144"/>
                <a:gd name="T21" fmla="*/ 2147483646 h 694"/>
                <a:gd name="T22" fmla="*/ 2147483646 w 5144"/>
                <a:gd name="T23" fmla="*/ 2147483646 h 694"/>
                <a:gd name="T24" fmla="*/ 2147483646 w 5144"/>
                <a:gd name="T25" fmla="*/ 0 h 694"/>
                <a:gd name="T26" fmla="*/ 2147483646 w 5144"/>
                <a:gd name="T27" fmla="*/ 2147483646 h 694"/>
                <a:gd name="T28" fmla="*/ 2147483646 w 5144"/>
                <a:gd name="T29" fmla="*/ 2147483646 h 694"/>
                <a:gd name="T30" fmla="*/ 2147483646 w 5144"/>
                <a:gd name="T31" fmla="*/ 2147483646 h 694"/>
                <a:gd name="T32" fmla="*/ 2147483646 w 5144"/>
                <a:gd name="T33" fmla="*/ 2147483646 h 694"/>
                <a:gd name="T34" fmla="*/ 2147483646 w 5144"/>
                <a:gd name="T35" fmla="*/ 2147483646 h 694"/>
                <a:gd name="T36" fmla="*/ 2147483646 w 5144"/>
                <a:gd name="T37" fmla="*/ 2147483646 h 694"/>
                <a:gd name="T38" fmla="*/ 2147483646 w 5144"/>
                <a:gd name="T39" fmla="*/ 2147483646 h 694"/>
                <a:gd name="T40" fmla="*/ 2147483646 w 5144"/>
                <a:gd name="T41" fmla="*/ 2147483646 h 694"/>
                <a:gd name="T42" fmla="*/ 2147483646 w 5144"/>
                <a:gd name="T43" fmla="*/ 2147483646 h 694"/>
                <a:gd name="T44" fmla="*/ 2147483646 w 5144"/>
                <a:gd name="T45" fmla="*/ 2147483646 h 694"/>
                <a:gd name="T46" fmla="*/ 2147483646 w 5144"/>
                <a:gd name="T47" fmla="*/ 2147483646 h 694"/>
                <a:gd name="T48" fmla="*/ 2147483646 w 5144"/>
                <a:gd name="T49" fmla="*/ 2147483646 h 694"/>
                <a:gd name="T50" fmla="*/ 2147483646 w 5144"/>
                <a:gd name="T51" fmla="*/ 2147483646 h 694"/>
                <a:gd name="T52" fmla="*/ 2147483646 w 5144"/>
                <a:gd name="T53" fmla="*/ 2147483646 h 694"/>
                <a:gd name="T54" fmla="*/ 2147483646 w 5144"/>
                <a:gd name="T55" fmla="*/ 2147483646 h 694"/>
                <a:gd name="T56" fmla="*/ 2147483646 w 5144"/>
                <a:gd name="T57" fmla="*/ 2147483646 h 694"/>
                <a:gd name="T58" fmla="*/ 2147483646 w 5144"/>
                <a:gd name="T59" fmla="*/ 2147483646 h 694"/>
                <a:gd name="T60" fmla="*/ 2147483646 w 5144"/>
                <a:gd name="T61" fmla="*/ 2147483646 h 694"/>
                <a:gd name="T62" fmla="*/ 0 60000 65536"/>
                <a:gd name="T63" fmla="*/ 0 60000 65536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</a:gdLst>
              <a:ahLst/>
              <a:cxnLst>
                <a:cxn ang="T62">
                  <a:pos x="T0" y="T1"/>
                </a:cxn>
                <a:cxn ang="T63">
                  <a:pos x="T2" y="T3"/>
                </a:cxn>
                <a:cxn ang="T64">
                  <a:pos x="T4" y="T5"/>
                </a:cxn>
                <a:cxn ang="T65">
                  <a:pos x="T6" y="T7"/>
                </a:cxn>
                <a:cxn ang="T66">
                  <a:pos x="T8" y="T9"/>
                </a:cxn>
                <a:cxn ang="T67">
                  <a:pos x="T10" y="T11"/>
                </a:cxn>
                <a:cxn ang="T68">
                  <a:pos x="T12" y="T13"/>
                </a:cxn>
                <a:cxn ang="T69">
                  <a:pos x="T14" y="T15"/>
                </a:cxn>
                <a:cxn ang="T70">
                  <a:pos x="T16" y="T17"/>
                </a:cxn>
                <a:cxn ang="T71">
                  <a:pos x="T18" y="T19"/>
                </a:cxn>
                <a:cxn ang="T72">
                  <a:pos x="T20" y="T21"/>
                </a:cxn>
                <a:cxn ang="T73">
                  <a:pos x="T22" y="T23"/>
                </a:cxn>
                <a:cxn ang="T74">
                  <a:pos x="T24" y="T25"/>
                </a:cxn>
                <a:cxn ang="T75">
                  <a:pos x="T26" y="T27"/>
                </a:cxn>
                <a:cxn ang="T76">
                  <a:pos x="T28" y="T29"/>
                </a:cxn>
                <a:cxn ang="T77">
                  <a:pos x="T30" y="T31"/>
                </a:cxn>
                <a:cxn ang="T78">
                  <a:pos x="T32" y="T33"/>
                </a:cxn>
                <a:cxn ang="T79">
                  <a:pos x="T34" y="T35"/>
                </a:cxn>
                <a:cxn ang="T80">
                  <a:pos x="T36" y="T37"/>
                </a:cxn>
                <a:cxn ang="T81">
                  <a:pos x="T38" y="T39"/>
                </a:cxn>
                <a:cxn ang="T82">
                  <a:pos x="T40" y="T41"/>
                </a:cxn>
                <a:cxn ang="T83">
                  <a:pos x="T42" y="T43"/>
                </a:cxn>
                <a:cxn ang="T84">
                  <a:pos x="T44" y="T45"/>
                </a:cxn>
                <a:cxn ang="T85">
                  <a:pos x="T46" y="T47"/>
                </a:cxn>
                <a:cxn ang="T86">
                  <a:pos x="T48" y="T49"/>
                </a:cxn>
                <a:cxn ang="T87">
                  <a:pos x="T50" y="T51"/>
                </a:cxn>
                <a:cxn ang="T88">
                  <a:pos x="T52" y="T53"/>
                </a:cxn>
                <a:cxn ang="T89">
                  <a:pos x="T54" y="T55"/>
                </a:cxn>
                <a:cxn ang="T90">
                  <a:pos x="T56" y="T57"/>
                </a:cxn>
                <a:cxn ang="T91">
                  <a:pos x="T58" y="T59"/>
                </a:cxn>
                <a:cxn ang="T92">
                  <a:pos x="T60" y="T61"/>
                </a:cxn>
              </a:cxnLst>
              <a:rect l="0" t="0" r="r" b="b"/>
              <a:pathLst>
                <a:path w="5144" h="694">
                  <a:moveTo>
                    <a:pt x="0" y="70"/>
                  </a:moveTo>
                  <a:lnTo>
                    <a:pt x="0" y="70"/>
                  </a:lnTo>
                  <a:lnTo>
                    <a:pt x="18" y="66"/>
                  </a:lnTo>
                  <a:lnTo>
                    <a:pt x="72" y="56"/>
                  </a:lnTo>
                  <a:lnTo>
                    <a:pt x="164" y="42"/>
                  </a:lnTo>
                  <a:lnTo>
                    <a:pt x="224" y="34"/>
                  </a:lnTo>
                  <a:lnTo>
                    <a:pt x="294" y="26"/>
                  </a:lnTo>
                  <a:lnTo>
                    <a:pt x="372" y="20"/>
                  </a:lnTo>
                  <a:lnTo>
                    <a:pt x="462" y="14"/>
                  </a:lnTo>
                  <a:lnTo>
                    <a:pt x="560" y="8"/>
                  </a:lnTo>
                  <a:lnTo>
                    <a:pt x="670" y="4"/>
                  </a:lnTo>
                  <a:lnTo>
                    <a:pt x="790" y="2"/>
                  </a:lnTo>
                  <a:lnTo>
                    <a:pt x="920" y="0"/>
                  </a:lnTo>
                  <a:lnTo>
                    <a:pt x="1060" y="2"/>
                  </a:lnTo>
                  <a:lnTo>
                    <a:pt x="1210" y="6"/>
                  </a:lnTo>
                  <a:lnTo>
                    <a:pt x="1372" y="14"/>
                  </a:lnTo>
                  <a:lnTo>
                    <a:pt x="1544" y="24"/>
                  </a:lnTo>
                  <a:lnTo>
                    <a:pt x="1726" y="40"/>
                  </a:lnTo>
                  <a:lnTo>
                    <a:pt x="1920" y="58"/>
                  </a:lnTo>
                  <a:lnTo>
                    <a:pt x="2126" y="80"/>
                  </a:lnTo>
                  <a:lnTo>
                    <a:pt x="2342" y="106"/>
                  </a:lnTo>
                  <a:lnTo>
                    <a:pt x="2570" y="138"/>
                  </a:lnTo>
                  <a:lnTo>
                    <a:pt x="2808" y="174"/>
                  </a:lnTo>
                  <a:lnTo>
                    <a:pt x="3058" y="216"/>
                  </a:lnTo>
                  <a:lnTo>
                    <a:pt x="3320" y="266"/>
                  </a:lnTo>
                  <a:lnTo>
                    <a:pt x="3594" y="320"/>
                  </a:lnTo>
                  <a:lnTo>
                    <a:pt x="3880" y="380"/>
                  </a:lnTo>
                  <a:lnTo>
                    <a:pt x="4178" y="448"/>
                  </a:lnTo>
                  <a:lnTo>
                    <a:pt x="4488" y="522"/>
                  </a:lnTo>
                  <a:lnTo>
                    <a:pt x="4810" y="604"/>
                  </a:lnTo>
                  <a:lnTo>
                    <a:pt x="5144" y="694"/>
                  </a:lnTo>
                </a:path>
              </a:pathLst>
            </a:custGeom>
            <a:noFill/>
            <a:ln w="12">
              <a:solidFill>
                <a:srgbClr val="FFFFFF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9" name="Freeform 26">
              <a:extLst>
                <a:ext uri="{FF2B5EF4-FFF2-40B4-BE49-F238E27FC236}">
                  <a16:creationId xmlns:a16="http://schemas.microsoft.com/office/drawing/2014/main" id="{F173C369-F41E-40E9-ABB5-2296C9C9A9D9}"/>
                </a:ext>
              </a:extLst>
            </p:cNvPr>
            <p:cNvSpPr>
              <a:spLocks/>
            </p:cNvSpPr>
            <p:nvPr/>
          </p:nvSpPr>
          <p:spPr bwMode="hidden">
            <a:xfrm>
              <a:off x="4157164" y="4315213"/>
              <a:ext cx="4939265" cy="928129"/>
            </a:xfrm>
            <a:custGeom>
              <a:avLst/>
              <a:gdLst>
                <a:gd name="T0" fmla="*/ 0 w 3112"/>
                <a:gd name="T1" fmla="*/ 2147483646 h 584"/>
                <a:gd name="T2" fmla="*/ 0 w 3112"/>
                <a:gd name="T3" fmla="*/ 2147483646 h 584"/>
                <a:gd name="T4" fmla="*/ 2147483646 w 3112"/>
                <a:gd name="T5" fmla="*/ 2147483646 h 584"/>
                <a:gd name="T6" fmla="*/ 2147483646 w 3112"/>
                <a:gd name="T7" fmla="*/ 2147483646 h 584"/>
                <a:gd name="T8" fmla="*/ 2147483646 w 3112"/>
                <a:gd name="T9" fmla="*/ 2147483646 h 584"/>
                <a:gd name="T10" fmla="*/ 2147483646 w 3112"/>
                <a:gd name="T11" fmla="*/ 2147483646 h 584"/>
                <a:gd name="T12" fmla="*/ 2147483646 w 3112"/>
                <a:gd name="T13" fmla="*/ 2147483646 h 584"/>
                <a:gd name="T14" fmla="*/ 2147483646 w 3112"/>
                <a:gd name="T15" fmla="*/ 2147483646 h 584"/>
                <a:gd name="T16" fmla="*/ 2147483646 w 3112"/>
                <a:gd name="T17" fmla="*/ 2147483646 h 584"/>
                <a:gd name="T18" fmla="*/ 2147483646 w 3112"/>
                <a:gd name="T19" fmla="*/ 2147483646 h 584"/>
                <a:gd name="T20" fmla="*/ 2147483646 w 3112"/>
                <a:gd name="T21" fmla="*/ 2147483646 h 584"/>
                <a:gd name="T22" fmla="*/ 2147483646 w 3112"/>
                <a:gd name="T23" fmla="*/ 2147483646 h 584"/>
                <a:gd name="T24" fmla="*/ 2147483646 w 3112"/>
                <a:gd name="T25" fmla="*/ 2147483646 h 584"/>
                <a:gd name="T26" fmla="*/ 2147483646 w 3112"/>
                <a:gd name="T27" fmla="*/ 2147483646 h 584"/>
                <a:gd name="T28" fmla="*/ 2147483646 w 3112"/>
                <a:gd name="T29" fmla="*/ 2147483646 h 584"/>
                <a:gd name="T30" fmla="*/ 2147483646 w 3112"/>
                <a:gd name="T31" fmla="*/ 2147483646 h 584"/>
                <a:gd name="T32" fmla="*/ 2147483646 w 3112"/>
                <a:gd name="T33" fmla="*/ 2147483646 h 584"/>
                <a:gd name="T34" fmla="*/ 2147483646 w 3112"/>
                <a:gd name="T35" fmla="*/ 2147483646 h 584"/>
                <a:gd name="T36" fmla="*/ 2147483646 w 3112"/>
                <a:gd name="T37" fmla="*/ 2147483646 h 584"/>
                <a:gd name="T38" fmla="*/ 2147483646 w 3112"/>
                <a:gd name="T39" fmla="*/ 0 h 584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</a:gdLst>
              <a:ahLst/>
              <a:cxnLst>
                <a:cxn ang="T40">
                  <a:pos x="T0" y="T1"/>
                </a:cxn>
                <a:cxn ang="T41">
                  <a:pos x="T2" y="T3"/>
                </a:cxn>
                <a:cxn ang="T42">
                  <a:pos x="T4" y="T5"/>
                </a:cxn>
                <a:cxn ang="T43">
                  <a:pos x="T6" y="T7"/>
                </a:cxn>
                <a:cxn ang="T44">
                  <a:pos x="T8" y="T9"/>
                </a:cxn>
                <a:cxn ang="T45">
                  <a:pos x="T10" y="T11"/>
                </a:cxn>
                <a:cxn ang="T46">
                  <a:pos x="T12" y="T13"/>
                </a:cxn>
                <a:cxn ang="T47">
                  <a:pos x="T14" y="T15"/>
                </a:cxn>
                <a:cxn ang="T48">
                  <a:pos x="T16" y="T17"/>
                </a:cxn>
                <a:cxn ang="T49">
                  <a:pos x="T18" y="T19"/>
                </a:cxn>
                <a:cxn ang="T50">
                  <a:pos x="T20" y="T21"/>
                </a:cxn>
                <a:cxn ang="T51">
                  <a:pos x="T22" y="T23"/>
                </a:cxn>
                <a:cxn ang="T52">
                  <a:pos x="T24" y="T25"/>
                </a:cxn>
                <a:cxn ang="T53">
                  <a:pos x="T26" y="T27"/>
                </a:cxn>
                <a:cxn ang="T54">
                  <a:pos x="T28" y="T29"/>
                </a:cxn>
                <a:cxn ang="T55">
                  <a:pos x="T30" y="T31"/>
                </a:cxn>
                <a:cxn ang="T56">
                  <a:pos x="T32" y="T33"/>
                </a:cxn>
                <a:cxn ang="T57">
                  <a:pos x="T34" y="T35"/>
                </a:cxn>
                <a:cxn ang="T58">
                  <a:pos x="T36" y="T37"/>
                </a:cxn>
                <a:cxn ang="T59">
                  <a:pos x="T38" y="T39"/>
                </a:cxn>
              </a:cxnLst>
              <a:rect l="0" t="0" r="r" b="b"/>
              <a:pathLst>
                <a:path w="3112" h="584">
                  <a:moveTo>
                    <a:pt x="0" y="584"/>
                  </a:moveTo>
                  <a:lnTo>
                    <a:pt x="0" y="584"/>
                  </a:lnTo>
                  <a:lnTo>
                    <a:pt x="90" y="560"/>
                  </a:lnTo>
                  <a:lnTo>
                    <a:pt x="336" y="498"/>
                  </a:lnTo>
                  <a:lnTo>
                    <a:pt x="506" y="456"/>
                  </a:lnTo>
                  <a:lnTo>
                    <a:pt x="702" y="410"/>
                  </a:lnTo>
                  <a:lnTo>
                    <a:pt x="920" y="360"/>
                  </a:lnTo>
                  <a:lnTo>
                    <a:pt x="1154" y="306"/>
                  </a:lnTo>
                  <a:lnTo>
                    <a:pt x="1402" y="254"/>
                  </a:lnTo>
                  <a:lnTo>
                    <a:pt x="1656" y="202"/>
                  </a:lnTo>
                  <a:lnTo>
                    <a:pt x="1916" y="154"/>
                  </a:lnTo>
                  <a:lnTo>
                    <a:pt x="2174" y="108"/>
                  </a:lnTo>
                  <a:lnTo>
                    <a:pt x="2302" y="88"/>
                  </a:lnTo>
                  <a:lnTo>
                    <a:pt x="2426" y="68"/>
                  </a:lnTo>
                  <a:lnTo>
                    <a:pt x="2550" y="52"/>
                  </a:lnTo>
                  <a:lnTo>
                    <a:pt x="2670" y="36"/>
                  </a:lnTo>
                  <a:lnTo>
                    <a:pt x="2788" y="24"/>
                  </a:lnTo>
                  <a:lnTo>
                    <a:pt x="2900" y="14"/>
                  </a:lnTo>
                  <a:lnTo>
                    <a:pt x="3008" y="6"/>
                  </a:lnTo>
                  <a:lnTo>
                    <a:pt x="3112" y="0"/>
                  </a:lnTo>
                </a:path>
              </a:pathLst>
            </a:custGeom>
            <a:noFill/>
            <a:ln w="12">
              <a:solidFill>
                <a:srgbClr val="FFFFFF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 useBgFill="1">
          <p:nvSpPr>
            <p:cNvPr id="10" name="Freeform 10">
              <a:extLst>
                <a:ext uri="{FF2B5EF4-FFF2-40B4-BE49-F238E27FC236}">
                  <a16:creationId xmlns:a16="http://schemas.microsoft.com/office/drawing/2014/main" id="{9DE2B608-60A4-4ED4-8AB5-332CB9FC4D6D}"/>
                </a:ext>
              </a:extLst>
            </p:cNvPr>
            <p:cNvSpPr>
              <a:spLocks/>
            </p:cNvSpPr>
            <p:nvPr/>
          </p:nvSpPr>
          <p:spPr bwMode="hidden">
            <a:xfrm>
              <a:off x="-3905250" y="4294188"/>
              <a:ext cx="13011150" cy="1892300"/>
            </a:xfrm>
            <a:custGeom>
              <a:avLst/>
              <a:gdLst>
                <a:gd name="T0" fmla="*/ 2147483646 w 8196"/>
                <a:gd name="T1" fmla="*/ 2147483646 h 1192"/>
                <a:gd name="T2" fmla="*/ 2147483646 w 8196"/>
                <a:gd name="T3" fmla="*/ 2147483646 h 1192"/>
                <a:gd name="T4" fmla="*/ 2147483646 w 8196"/>
                <a:gd name="T5" fmla="*/ 2147483646 h 1192"/>
                <a:gd name="T6" fmla="*/ 2147483646 w 8196"/>
                <a:gd name="T7" fmla="*/ 2147483646 h 1192"/>
                <a:gd name="T8" fmla="*/ 2147483646 w 8196"/>
                <a:gd name="T9" fmla="*/ 2147483646 h 1192"/>
                <a:gd name="T10" fmla="*/ 2147483646 w 8196"/>
                <a:gd name="T11" fmla="*/ 2147483646 h 1192"/>
                <a:gd name="T12" fmla="*/ 2147483646 w 8196"/>
                <a:gd name="T13" fmla="*/ 2147483646 h 1192"/>
                <a:gd name="T14" fmla="*/ 2147483646 w 8196"/>
                <a:gd name="T15" fmla="*/ 2147483646 h 1192"/>
                <a:gd name="T16" fmla="*/ 2147483646 w 8196"/>
                <a:gd name="T17" fmla="*/ 2147483646 h 1192"/>
                <a:gd name="T18" fmla="*/ 2147483646 w 8196"/>
                <a:gd name="T19" fmla="*/ 2147483646 h 1192"/>
                <a:gd name="T20" fmla="*/ 2147483646 w 8196"/>
                <a:gd name="T21" fmla="*/ 2147483646 h 1192"/>
                <a:gd name="T22" fmla="*/ 2147483646 w 8196"/>
                <a:gd name="T23" fmla="*/ 2147483646 h 1192"/>
                <a:gd name="T24" fmla="*/ 2147483646 w 8196"/>
                <a:gd name="T25" fmla="*/ 2147483646 h 1192"/>
                <a:gd name="T26" fmla="*/ 2147483646 w 8196"/>
                <a:gd name="T27" fmla="*/ 2147483646 h 1192"/>
                <a:gd name="T28" fmla="*/ 2147483646 w 8196"/>
                <a:gd name="T29" fmla="*/ 2147483646 h 1192"/>
                <a:gd name="T30" fmla="*/ 2147483646 w 8196"/>
                <a:gd name="T31" fmla="*/ 2147483646 h 1192"/>
                <a:gd name="T32" fmla="*/ 2147483646 w 8196"/>
                <a:gd name="T33" fmla="*/ 2147483646 h 1192"/>
                <a:gd name="T34" fmla="*/ 2147483646 w 8196"/>
                <a:gd name="T35" fmla="*/ 2147483646 h 1192"/>
                <a:gd name="T36" fmla="*/ 2147483646 w 8196"/>
                <a:gd name="T37" fmla="*/ 2147483646 h 1192"/>
                <a:gd name="T38" fmla="*/ 2147483646 w 8196"/>
                <a:gd name="T39" fmla="*/ 2147483646 h 1192"/>
                <a:gd name="T40" fmla="*/ 2147483646 w 8196"/>
                <a:gd name="T41" fmla="*/ 2147483646 h 1192"/>
                <a:gd name="T42" fmla="*/ 2147483646 w 8196"/>
                <a:gd name="T43" fmla="*/ 2147483646 h 1192"/>
                <a:gd name="T44" fmla="*/ 2147483646 w 8196"/>
                <a:gd name="T45" fmla="*/ 0 h 1192"/>
                <a:gd name="T46" fmla="*/ 2147483646 w 8196"/>
                <a:gd name="T47" fmla="*/ 2147483646 h 1192"/>
                <a:gd name="T48" fmla="*/ 2147483646 w 8196"/>
                <a:gd name="T49" fmla="*/ 2147483646 h 1192"/>
                <a:gd name="T50" fmla="*/ 2147483646 w 8196"/>
                <a:gd name="T51" fmla="*/ 2147483646 h 1192"/>
                <a:gd name="T52" fmla="*/ 2147483646 w 8196"/>
                <a:gd name="T53" fmla="*/ 2147483646 h 1192"/>
                <a:gd name="T54" fmla="*/ 2147483646 w 8196"/>
                <a:gd name="T55" fmla="*/ 2147483646 h 1192"/>
                <a:gd name="T56" fmla="*/ 2147483646 w 8196"/>
                <a:gd name="T57" fmla="*/ 2147483646 h 1192"/>
                <a:gd name="T58" fmla="*/ 2147483646 w 8196"/>
                <a:gd name="T59" fmla="*/ 2147483646 h 1192"/>
                <a:gd name="T60" fmla="*/ 2147483646 w 8196"/>
                <a:gd name="T61" fmla="*/ 2147483646 h 1192"/>
                <a:gd name="T62" fmla="*/ 0 w 8196"/>
                <a:gd name="T63" fmla="*/ 2147483646 h 1192"/>
                <a:gd name="T64" fmla="*/ 2147483646 w 8196"/>
                <a:gd name="T65" fmla="*/ 2147483646 h 1192"/>
                <a:gd name="T66" fmla="*/ 2147483646 w 8196"/>
                <a:gd name="T67" fmla="*/ 2147483646 h 1192"/>
                <a:gd name="T68" fmla="*/ 2147483646 w 8196"/>
                <a:gd name="T69" fmla="*/ 2147483646 h 1192"/>
                <a:gd name="T70" fmla="*/ 2147483646 w 8196"/>
                <a:gd name="T71" fmla="*/ 2147483646 h 1192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</a:gdLst>
              <a:ahLst/>
              <a:cxnLst>
                <a:cxn ang="T72">
                  <a:pos x="T0" y="T1"/>
                </a:cxn>
                <a:cxn ang="T73">
                  <a:pos x="T2" y="T3"/>
                </a:cxn>
                <a:cxn ang="T74">
                  <a:pos x="T4" y="T5"/>
                </a:cxn>
                <a:cxn ang="T75">
                  <a:pos x="T6" y="T7"/>
                </a:cxn>
                <a:cxn ang="T76">
                  <a:pos x="T8" y="T9"/>
                </a:cxn>
                <a:cxn ang="T77">
                  <a:pos x="T10" y="T11"/>
                </a:cxn>
                <a:cxn ang="T78">
                  <a:pos x="T12" y="T13"/>
                </a:cxn>
                <a:cxn ang="T79">
                  <a:pos x="T14" y="T15"/>
                </a:cxn>
                <a:cxn ang="T80">
                  <a:pos x="T16" y="T17"/>
                </a:cxn>
                <a:cxn ang="T81">
                  <a:pos x="T18" y="T19"/>
                </a:cxn>
                <a:cxn ang="T82">
                  <a:pos x="T20" y="T21"/>
                </a:cxn>
                <a:cxn ang="T83">
                  <a:pos x="T22" y="T23"/>
                </a:cxn>
                <a:cxn ang="T84">
                  <a:pos x="T24" y="T25"/>
                </a:cxn>
                <a:cxn ang="T85">
                  <a:pos x="T26" y="T27"/>
                </a:cxn>
                <a:cxn ang="T86">
                  <a:pos x="T28" y="T29"/>
                </a:cxn>
                <a:cxn ang="T87">
                  <a:pos x="T30" y="T31"/>
                </a:cxn>
                <a:cxn ang="T88">
                  <a:pos x="T32" y="T33"/>
                </a:cxn>
                <a:cxn ang="T89">
                  <a:pos x="T34" y="T35"/>
                </a:cxn>
                <a:cxn ang="T90">
                  <a:pos x="T36" y="T37"/>
                </a:cxn>
                <a:cxn ang="T91">
                  <a:pos x="T38" y="T39"/>
                </a:cxn>
                <a:cxn ang="T92">
                  <a:pos x="T40" y="T41"/>
                </a:cxn>
                <a:cxn ang="T93">
                  <a:pos x="T42" y="T43"/>
                </a:cxn>
                <a:cxn ang="T94">
                  <a:pos x="T44" y="T45"/>
                </a:cxn>
                <a:cxn ang="T95">
                  <a:pos x="T46" y="T47"/>
                </a:cxn>
                <a:cxn ang="T96">
                  <a:pos x="T48" y="T49"/>
                </a:cxn>
                <a:cxn ang="T97">
                  <a:pos x="T50" y="T51"/>
                </a:cxn>
                <a:cxn ang="T98">
                  <a:pos x="T52" y="T53"/>
                </a:cxn>
                <a:cxn ang="T99">
                  <a:pos x="T54" y="T55"/>
                </a:cxn>
                <a:cxn ang="T100">
                  <a:pos x="T56" y="T57"/>
                </a:cxn>
                <a:cxn ang="T101">
                  <a:pos x="T58" y="T59"/>
                </a:cxn>
                <a:cxn ang="T102">
                  <a:pos x="T60" y="T61"/>
                </a:cxn>
                <a:cxn ang="T103">
                  <a:pos x="T62" y="T63"/>
                </a:cxn>
                <a:cxn ang="T104">
                  <a:pos x="T64" y="T65"/>
                </a:cxn>
                <a:cxn ang="T105">
                  <a:pos x="T66" y="T67"/>
                </a:cxn>
                <a:cxn ang="T106">
                  <a:pos x="T68" y="T69"/>
                </a:cxn>
                <a:cxn ang="T107">
                  <a:pos x="T70" y="T71"/>
                </a:cxn>
              </a:cxnLst>
              <a:rect l="0" t="0" r="r" b="b"/>
              <a:pathLst>
                <a:path w="8196" h="1192">
                  <a:moveTo>
                    <a:pt x="8192" y="512"/>
                  </a:moveTo>
                  <a:lnTo>
                    <a:pt x="8192" y="512"/>
                  </a:lnTo>
                  <a:lnTo>
                    <a:pt x="8116" y="542"/>
                  </a:lnTo>
                  <a:lnTo>
                    <a:pt x="8040" y="570"/>
                  </a:lnTo>
                  <a:lnTo>
                    <a:pt x="7960" y="596"/>
                  </a:lnTo>
                  <a:lnTo>
                    <a:pt x="7878" y="620"/>
                  </a:lnTo>
                  <a:lnTo>
                    <a:pt x="7794" y="644"/>
                  </a:lnTo>
                  <a:lnTo>
                    <a:pt x="7706" y="666"/>
                  </a:lnTo>
                  <a:lnTo>
                    <a:pt x="7616" y="684"/>
                  </a:lnTo>
                  <a:lnTo>
                    <a:pt x="7522" y="702"/>
                  </a:lnTo>
                  <a:lnTo>
                    <a:pt x="7424" y="718"/>
                  </a:lnTo>
                  <a:lnTo>
                    <a:pt x="7322" y="730"/>
                  </a:lnTo>
                  <a:lnTo>
                    <a:pt x="7216" y="742"/>
                  </a:lnTo>
                  <a:lnTo>
                    <a:pt x="7106" y="750"/>
                  </a:lnTo>
                  <a:lnTo>
                    <a:pt x="6992" y="758"/>
                  </a:lnTo>
                  <a:lnTo>
                    <a:pt x="6872" y="762"/>
                  </a:lnTo>
                  <a:lnTo>
                    <a:pt x="6748" y="762"/>
                  </a:lnTo>
                  <a:lnTo>
                    <a:pt x="6618" y="760"/>
                  </a:lnTo>
                  <a:lnTo>
                    <a:pt x="6482" y="756"/>
                  </a:lnTo>
                  <a:lnTo>
                    <a:pt x="6342" y="750"/>
                  </a:lnTo>
                  <a:lnTo>
                    <a:pt x="6196" y="740"/>
                  </a:lnTo>
                  <a:lnTo>
                    <a:pt x="6042" y="726"/>
                  </a:lnTo>
                  <a:lnTo>
                    <a:pt x="5882" y="710"/>
                  </a:lnTo>
                  <a:lnTo>
                    <a:pt x="5716" y="690"/>
                  </a:lnTo>
                  <a:lnTo>
                    <a:pt x="5544" y="668"/>
                  </a:lnTo>
                  <a:lnTo>
                    <a:pt x="5364" y="642"/>
                  </a:lnTo>
                  <a:lnTo>
                    <a:pt x="5176" y="612"/>
                  </a:lnTo>
                  <a:lnTo>
                    <a:pt x="4982" y="578"/>
                  </a:lnTo>
                  <a:lnTo>
                    <a:pt x="4778" y="540"/>
                  </a:lnTo>
                  <a:lnTo>
                    <a:pt x="4568" y="500"/>
                  </a:lnTo>
                  <a:lnTo>
                    <a:pt x="4348" y="454"/>
                  </a:lnTo>
                  <a:lnTo>
                    <a:pt x="4122" y="406"/>
                  </a:lnTo>
                  <a:lnTo>
                    <a:pt x="3886" y="354"/>
                  </a:lnTo>
                  <a:lnTo>
                    <a:pt x="3640" y="296"/>
                  </a:lnTo>
                  <a:lnTo>
                    <a:pt x="3396" y="240"/>
                  </a:lnTo>
                  <a:lnTo>
                    <a:pt x="3160" y="192"/>
                  </a:lnTo>
                  <a:lnTo>
                    <a:pt x="2934" y="148"/>
                  </a:lnTo>
                  <a:lnTo>
                    <a:pt x="2718" y="112"/>
                  </a:lnTo>
                  <a:lnTo>
                    <a:pt x="2512" y="82"/>
                  </a:lnTo>
                  <a:lnTo>
                    <a:pt x="2314" y="56"/>
                  </a:lnTo>
                  <a:lnTo>
                    <a:pt x="2126" y="36"/>
                  </a:lnTo>
                  <a:lnTo>
                    <a:pt x="1948" y="20"/>
                  </a:lnTo>
                  <a:lnTo>
                    <a:pt x="1776" y="10"/>
                  </a:lnTo>
                  <a:lnTo>
                    <a:pt x="1616" y="2"/>
                  </a:lnTo>
                  <a:lnTo>
                    <a:pt x="1462" y="0"/>
                  </a:lnTo>
                  <a:lnTo>
                    <a:pt x="1318" y="0"/>
                  </a:lnTo>
                  <a:lnTo>
                    <a:pt x="1182" y="4"/>
                  </a:lnTo>
                  <a:lnTo>
                    <a:pt x="1054" y="10"/>
                  </a:lnTo>
                  <a:lnTo>
                    <a:pt x="934" y="20"/>
                  </a:lnTo>
                  <a:lnTo>
                    <a:pt x="822" y="30"/>
                  </a:lnTo>
                  <a:lnTo>
                    <a:pt x="716" y="44"/>
                  </a:lnTo>
                  <a:lnTo>
                    <a:pt x="620" y="58"/>
                  </a:lnTo>
                  <a:lnTo>
                    <a:pt x="530" y="74"/>
                  </a:lnTo>
                  <a:lnTo>
                    <a:pt x="450" y="92"/>
                  </a:lnTo>
                  <a:lnTo>
                    <a:pt x="374" y="108"/>
                  </a:lnTo>
                  <a:lnTo>
                    <a:pt x="308" y="126"/>
                  </a:lnTo>
                  <a:lnTo>
                    <a:pt x="248" y="144"/>
                  </a:lnTo>
                  <a:lnTo>
                    <a:pt x="194" y="160"/>
                  </a:lnTo>
                  <a:lnTo>
                    <a:pt x="148" y="176"/>
                  </a:lnTo>
                  <a:lnTo>
                    <a:pt x="108" y="192"/>
                  </a:lnTo>
                  <a:lnTo>
                    <a:pt x="48" y="216"/>
                  </a:lnTo>
                  <a:lnTo>
                    <a:pt x="12" y="234"/>
                  </a:lnTo>
                  <a:lnTo>
                    <a:pt x="0" y="240"/>
                  </a:lnTo>
                  <a:lnTo>
                    <a:pt x="0" y="1192"/>
                  </a:lnTo>
                  <a:lnTo>
                    <a:pt x="8192" y="1192"/>
                  </a:lnTo>
                  <a:lnTo>
                    <a:pt x="8196" y="1186"/>
                  </a:lnTo>
                  <a:lnTo>
                    <a:pt x="8196" y="510"/>
                  </a:lnTo>
                  <a:lnTo>
                    <a:pt x="8192" y="512"/>
                  </a:lnTo>
                  <a:close/>
                </a:path>
              </a:pathLst>
            </a:custGeom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200152"/>
            <a:ext cx="7772400" cy="1335081"/>
          </a:xfrm>
        </p:spPr>
        <p:txBody>
          <a:bodyPr anchor="b">
            <a:normAutofit/>
          </a:bodyPr>
          <a:lstStyle>
            <a:lvl1pPr>
              <a:defRPr sz="4400">
                <a:solidFill>
                  <a:srgbClr val="FFFFFF"/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667001"/>
            <a:ext cx="6400800" cy="110490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rgbClr val="FFFFFF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BCB55719-393A-4A28-ADD2-31472C9F31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b="1">
                <a:latin typeface="Times New Roman" panose="02020603050405020304" pitchFamily="18" charset="0"/>
                <a:cs typeface="楷体_GB2312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6B4B3CEB-3F87-4AD5-9389-17D80AABC3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1">
                <a:latin typeface="Times New Roman" panose="02020603050405020304" pitchFamily="18" charset="0"/>
                <a:cs typeface="楷体_GB2312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F418CD7B-4DE2-4970-A6C2-7FA39A5799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 smtClean="0">
                <a:latin typeface="Times New Roman" panose="02020603050405020304" pitchFamily="18" charset="0"/>
                <a:cs typeface="楷体_GB2312" charset="0"/>
              </a:defRPr>
            </a:lvl1pPr>
          </a:lstStyle>
          <a:p>
            <a:pPr>
              <a:defRPr/>
            </a:pPr>
            <a:fld id="{2B2409B9-6A65-48D0-A0C0-0BADA67BB39A}" type="slidenum">
              <a:rPr lang="zh-CN" altLang="en-US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161876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baseline="0">
                <a:latin typeface="Times New Roman" panose="02020603050405020304" pitchFamily="18" charset="0"/>
              </a:defRPr>
            </a:lvl1pPr>
            <a:lvl2pPr>
              <a:defRPr baseline="0">
                <a:latin typeface="Times New Roman" panose="02020603050405020304" pitchFamily="18" charset="0"/>
              </a:defRPr>
            </a:lvl2pPr>
            <a:lvl3pPr>
              <a:defRPr baseline="0">
                <a:latin typeface="Times New Roman" panose="02020603050405020304" pitchFamily="18" charset="0"/>
              </a:defRPr>
            </a:lvl3pPr>
            <a:lvl4pPr>
              <a:defRPr baseline="0">
                <a:latin typeface="Times New Roman" panose="02020603050405020304" pitchFamily="18" charset="0"/>
              </a:defRPr>
            </a:lvl4pPr>
            <a:lvl5pPr>
              <a:defRPr baseline="0">
                <a:latin typeface="Times New Roman" panose="02020603050405020304" pitchFamily="18" charset="0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  <a:endParaRPr lang="en-US" dirty="0"/>
          </a:p>
        </p:txBody>
      </p:sp>
      <p:sp>
        <p:nvSpPr>
          <p:cNvPr id="7" name="Title 6"/>
          <p:cNvSpPr>
            <a:spLocks noGrp="1"/>
          </p:cNvSpPr>
          <p:nvPr>
            <p:ph type="title"/>
          </p:nvPr>
        </p:nvSpPr>
        <p:spPr>
          <a:xfrm>
            <a:off x="755576" y="267494"/>
            <a:ext cx="7931224" cy="360040"/>
          </a:xfrm>
        </p:spPr>
        <p:txBody>
          <a:bodyPr/>
          <a:lstStyle>
            <a:lvl1pPr algn="l">
              <a:defRPr b="1" baseline="0">
                <a:latin typeface="Times New Roman" panose="02020603050405020304" pitchFamily="18" charset="0"/>
                <a:ea typeface="黑体" panose="02010609060101010101" pitchFamily="49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5E35CE-5DE5-4F58-87C6-B854CBB926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b="1">
                <a:latin typeface="Times New Roman" panose="02020603050405020304" pitchFamily="18" charset="0"/>
                <a:cs typeface="楷体_GB2312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365B66-9635-4AD0-9AF9-205577E180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1">
                <a:latin typeface="Times New Roman" panose="02020603050405020304" pitchFamily="18" charset="0"/>
                <a:cs typeface="楷体_GB2312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E75DE1-9BFE-414A-B59C-BB17125EEC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 smtClean="0">
                <a:latin typeface="Times New Roman" panose="02020603050405020304" pitchFamily="18" charset="0"/>
                <a:cs typeface="楷体_GB2312" charset="0"/>
              </a:defRPr>
            </a:lvl1pPr>
          </a:lstStyle>
          <a:p>
            <a:pPr>
              <a:defRPr/>
            </a:pPr>
            <a:fld id="{8AAAFE9D-5CA2-42E4-87DD-E50352C02DF4}" type="slidenum">
              <a:rPr lang="zh-CN" altLang="en-US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9201776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15">
            <a:extLst>
              <a:ext uri="{FF2B5EF4-FFF2-40B4-BE49-F238E27FC236}">
                <a16:creationId xmlns:a16="http://schemas.microsoft.com/office/drawing/2014/main" id="{6CF243E4-9959-4F2B-B3C7-0D0F3D79BA23}"/>
              </a:ext>
            </a:extLst>
          </p:cNvPr>
          <p:cNvSpPr/>
          <p:nvPr/>
        </p:nvSpPr>
        <p:spPr>
          <a:xfrm>
            <a:off x="228600" y="171450"/>
            <a:ext cx="8696325" cy="4525963"/>
          </a:xfrm>
          <a:prstGeom prst="roundRect">
            <a:avLst>
              <a:gd name="adj" fmla="val 1272"/>
            </a:avLst>
          </a:prstGeom>
          <a:gradFill>
            <a:gsLst>
              <a:gs pos="0">
                <a:schemeClr val="accent1">
                  <a:lumMod val="75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defRPr/>
            </a:pPr>
            <a:endParaRPr lang="en-US" altLang="zh-CN" b="0">
              <a:solidFill>
                <a:srgbClr val="FFFFFF"/>
              </a:solidFill>
              <a:latin typeface="Candara" panose="020E0502030303020204" pitchFamily="34" charset="0"/>
            </a:endParaRPr>
          </a:p>
        </p:txBody>
      </p:sp>
      <p:grpSp>
        <p:nvGrpSpPr>
          <p:cNvPr id="5" name="Group 9">
            <a:extLst>
              <a:ext uri="{FF2B5EF4-FFF2-40B4-BE49-F238E27FC236}">
                <a16:creationId xmlns:a16="http://schemas.microsoft.com/office/drawing/2014/main" id="{E5875AC3-748C-4402-8329-F233D4FB8270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211138" y="4014788"/>
            <a:ext cx="8723312" cy="1000125"/>
            <a:chOff x="-3905250" y="4294188"/>
            <a:chExt cx="13011150" cy="1892300"/>
          </a:xfrm>
        </p:grpSpPr>
        <p:sp>
          <p:nvSpPr>
            <p:cNvPr id="6" name="Freeform 14">
              <a:extLst>
                <a:ext uri="{FF2B5EF4-FFF2-40B4-BE49-F238E27FC236}">
                  <a16:creationId xmlns:a16="http://schemas.microsoft.com/office/drawing/2014/main" id="{2FBEF4E6-407D-4233-AA86-99348CB86E91}"/>
                </a:ext>
              </a:extLst>
            </p:cNvPr>
            <p:cNvSpPr>
              <a:spLocks/>
            </p:cNvSpPr>
            <p:nvPr/>
          </p:nvSpPr>
          <p:spPr bwMode="hidden">
            <a:xfrm>
              <a:off x="4810681" y="4501439"/>
              <a:ext cx="4295219" cy="1015234"/>
            </a:xfrm>
            <a:custGeom>
              <a:avLst/>
              <a:gdLst>
                <a:gd name="T0" fmla="*/ 2147483646 w 2706"/>
                <a:gd name="T1" fmla="*/ 0 h 640"/>
                <a:gd name="T2" fmla="*/ 2147483646 w 2706"/>
                <a:gd name="T3" fmla="*/ 0 h 640"/>
                <a:gd name="T4" fmla="*/ 2147483646 w 2706"/>
                <a:gd name="T5" fmla="*/ 2147483646 h 640"/>
                <a:gd name="T6" fmla="*/ 2147483646 w 2706"/>
                <a:gd name="T7" fmla="*/ 2147483646 h 640"/>
                <a:gd name="T8" fmla="*/ 2147483646 w 2706"/>
                <a:gd name="T9" fmla="*/ 2147483646 h 640"/>
                <a:gd name="T10" fmla="*/ 2147483646 w 2706"/>
                <a:gd name="T11" fmla="*/ 2147483646 h 640"/>
                <a:gd name="T12" fmla="*/ 2147483646 w 2706"/>
                <a:gd name="T13" fmla="*/ 2147483646 h 640"/>
                <a:gd name="T14" fmla="*/ 2147483646 w 2706"/>
                <a:gd name="T15" fmla="*/ 2147483646 h 640"/>
                <a:gd name="T16" fmla="*/ 2147483646 w 2706"/>
                <a:gd name="T17" fmla="*/ 2147483646 h 640"/>
                <a:gd name="T18" fmla="*/ 2147483646 w 2706"/>
                <a:gd name="T19" fmla="*/ 2147483646 h 640"/>
                <a:gd name="T20" fmla="*/ 2147483646 w 2706"/>
                <a:gd name="T21" fmla="*/ 2147483646 h 640"/>
                <a:gd name="T22" fmla="*/ 2147483646 w 2706"/>
                <a:gd name="T23" fmla="*/ 2147483646 h 640"/>
                <a:gd name="T24" fmla="*/ 2147483646 w 2706"/>
                <a:gd name="T25" fmla="*/ 2147483646 h 640"/>
                <a:gd name="T26" fmla="*/ 2147483646 w 2706"/>
                <a:gd name="T27" fmla="*/ 2147483646 h 640"/>
                <a:gd name="T28" fmla="*/ 2147483646 w 2706"/>
                <a:gd name="T29" fmla="*/ 2147483646 h 640"/>
                <a:gd name="T30" fmla="*/ 2147483646 w 2706"/>
                <a:gd name="T31" fmla="*/ 2147483646 h 640"/>
                <a:gd name="T32" fmla="*/ 2147483646 w 2706"/>
                <a:gd name="T33" fmla="*/ 2147483646 h 640"/>
                <a:gd name="T34" fmla="*/ 2147483646 w 2706"/>
                <a:gd name="T35" fmla="*/ 2147483646 h 640"/>
                <a:gd name="T36" fmla="*/ 0 w 2706"/>
                <a:gd name="T37" fmla="*/ 2147483646 h 640"/>
                <a:gd name="T38" fmla="*/ 0 w 2706"/>
                <a:gd name="T39" fmla="*/ 2147483646 h 640"/>
                <a:gd name="T40" fmla="*/ 2147483646 w 2706"/>
                <a:gd name="T41" fmla="*/ 2147483646 h 640"/>
                <a:gd name="T42" fmla="*/ 2147483646 w 2706"/>
                <a:gd name="T43" fmla="*/ 2147483646 h 640"/>
                <a:gd name="T44" fmla="*/ 2147483646 w 2706"/>
                <a:gd name="T45" fmla="*/ 2147483646 h 640"/>
                <a:gd name="T46" fmla="*/ 2147483646 w 2706"/>
                <a:gd name="T47" fmla="*/ 2147483646 h 640"/>
                <a:gd name="T48" fmla="*/ 2147483646 w 2706"/>
                <a:gd name="T49" fmla="*/ 2147483646 h 640"/>
                <a:gd name="T50" fmla="*/ 2147483646 w 2706"/>
                <a:gd name="T51" fmla="*/ 2147483646 h 640"/>
                <a:gd name="T52" fmla="*/ 2147483646 w 2706"/>
                <a:gd name="T53" fmla="*/ 2147483646 h 640"/>
                <a:gd name="T54" fmla="*/ 2147483646 w 2706"/>
                <a:gd name="T55" fmla="*/ 2147483646 h 640"/>
                <a:gd name="T56" fmla="*/ 2147483646 w 2706"/>
                <a:gd name="T57" fmla="*/ 2147483646 h 640"/>
                <a:gd name="T58" fmla="*/ 2147483646 w 2706"/>
                <a:gd name="T59" fmla="*/ 2147483646 h 640"/>
                <a:gd name="T60" fmla="*/ 2147483646 w 2706"/>
                <a:gd name="T61" fmla="*/ 2147483646 h 640"/>
                <a:gd name="T62" fmla="*/ 2147483646 w 2706"/>
                <a:gd name="T63" fmla="*/ 2147483646 h 640"/>
                <a:gd name="T64" fmla="*/ 2147483646 w 2706"/>
                <a:gd name="T65" fmla="*/ 2147483646 h 640"/>
                <a:gd name="T66" fmla="*/ 2147483646 w 2706"/>
                <a:gd name="T67" fmla="*/ 2147483646 h 640"/>
                <a:gd name="T68" fmla="*/ 2147483646 w 2706"/>
                <a:gd name="T69" fmla="*/ 2147483646 h 640"/>
                <a:gd name="T70" fmla="*/ 2147483646 w 2706"/>
                <a:gd name="T71" fmla="*/ 2147483646 h 640"/>
                <a:gd name="T72" fmla="*/ 2147483646 w 2706"/>
                <a:gd name="T73" fmla="*/ 2147483646 h 640"/>
                <a:gd name="T74" fmla="*/ 2147483646 w 2706"/>
                <a:gd name="T75" fmla="*/ 2147483646 h 640"/>
                <a:gd name="T76" fmla="*/ 2147483646 w 2706"/>
                <a:gd name="T77" fmla="*/ 2147483646 h 640"/>
                <a:gd name="T78" fmla="*/ 2147483646 w 2706"/>
                <a:gd name="T79" fmla="*/ 2147483646 h 640"/>
                <a:gd name="T80" fmla="*/ 2147483646 w 2706"/>
                <a:gd name="T81" fmla="*/ 2147483646 h 640"/>
                <a:gd name="T82" fmla="*/ 2147483646 w 2706"/>
                <a:gd name="T83" fmla="*/ 2147483646 h 640"/>
                <a:gd name="T84" fmla="*/ 2147483646 w 2706"/>
                <a:gd name="T85" fmla="*/ 2147483646 h 640"/>
                <a:gd name="T86" fmla="*/ 2147483646 w 2706"/>
                <a:gd name="T87" fmla="*/ 2147483646 h 640"/>
                <a:gd name="T88" fmla="*/ 2147483646 w 2706"/>
                <a:gd name="T89" fmla="*/ 2147483646 h 640"/>
                <a:gd name="T90" fmla="*/ 2147483646 w 2706"/>
                <a:gd name="T91" fmla="*/ 2147483646 h 640"/>
                <a:gd name="T92" fmla="*/ 2147483646 w 2706"/>
                <a:gd name="T93" fmla="*/ 2147483646 h 640"/>
                <a:gd name="T94" fmla="*/ 2147483646 w 2706"/>
                <a:gd name="T95" fmla="*/ 2147483646 h 640"/>
                <a:gd name="T96" fmla="*/ 2147483646 w 2706"/>
                <a:gd name="T97" fmla="*/ 2147483646 h 640"/>
                <a:gd name="T98" fmla="*/ 2147483646 w 2706"/>
                <a:gd name="T99" fmla="*/ 2147483646 h 640"/>
                <a:gd name="T100" fmla="*/ 2147483646 w 2706"/>
                <a:gd name="T101" fmla="*/ 2147483646 h 640"/>
                <a:gd name="T102" fmla="*/ 2147483646 w 2706"/>
                <a:gd name="T103" fmla="*/ 2147483646 h 640"/>
                <a:gd name="T104" fmla="*/ 2147483646 w 2706"/>
                <a:gd name="T105" fmla="*/ 2147483646 h 640"/>
                <a:gd name="T106" fmla="*/ 2147483646 w 2706"/>
                <a:gd name="T107" fmla="*/ 0 h 640"/>
                <a:gd name="T108" fmla="*/ 2147483646 w 2706"/>
                <a:gd name="T109" fmla="*/ 0 h 640"/>
                <a:gd name="T110" fmla="*/ 2147483646 w 2706"/>
                <a:gd name="T111" fmla="*/ 0 h 640"/>
                <a:gd name="T112" fmla="*/ 2147483646 w 2706"/>
                <a:gd name="T113" fmla="*/ 0 h 640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</a:gdLst>
              <a:ahLst/>
              <a:cxnLst>
                <a:cxn ang="T114">
                  <a:pos x="T0" y="T1"/>
                </a:cxn>
                <a:cxn ang="T115">
                  <a:pos x="T2" y="T3"/>
                </a:cxn>
                <a:cxn ang="T116">
                  <a:pos x="T4" y="T5"/>
                </a:cxn>
                <a:cxn ang="T117">
                  <a:pos x="T6" y="T7"/>
                </a:cxn>
                <a:cxn ang="T118">
                  <a:pos x="T8" y="T9"/>
                </a:cxn>
                <a:cxn ang="T119">
                  <a:pos x="T10" y="T11"/>
                </a:cxn>
                <a:cxn ang="T120">
                  <a:pos x="T12" y="T13"/>
                </a:cxn>
                <a:cxn ang="T121">
                  <a:pos x="T14" y="T15"/>
                </a:cxn>
                <a:cxn ang="T122">
                  <a:pos x="T16" y="T17"/>
                </a:cxn>
                <a:cxn ang="T123">
                  <a:pos x="T18" y="T19"/>
                </a:cxn>
                <a:cxn ang="T124">
                  <a:pos x="T20" y="T21"/>
                </a:cxn>
                <a:cxn ang="T125">
                  <a:pos x="T22" y="T23"/>
                </a:cxn>
                <a:cxn ang="T126">
                  <a:pos x="T24" y="T25"/>
                </a:cxn>
                <a:cxn ang="T127">
                  <a:pos x="T26" y="T27"/>
                </a:cxn>
                <a:cxn ang="T128">
                  <a:pos x="T28" y="T29"/>
                </a:cxn>
                <a:cxn ang="T129">
                  <a:pos x="T30" y="T31"/>
                </a:cxn>
                <a:cxn ang="T130">
                  <a:pos x="T32" y="T33"/>
                </a:cxn>
                <a:cxn ang="T131">
                  <a:pos x="T34" y="T35"/>
                </a:cxn>
                <a:cxn ang="T132">
                  <a:pos x="T36" y="T37"/>
                </a:cxn>
                <a:cxn ang="T133">
                  <a:pos x="T38" y="T39"/>
                </a:cxn>
                <a:cxn ang="T134">
                  <a:pos x="T40" y="T41"/>
                </a:cxn>
                <a:cxn ang="T135">
                  <a:pos x="T42" y="T43"/>
                </a:cxn>
                <a:cxn ang="T136">
                  <a:pos x="T44" y="T45"/>
                </a:cxn>
                <a:cxn ang="T137">
                  <a:pos x="T46" y="T47"/>
                </a:cxn>
                <a:cxn ang="T138">
                  <a:pos x="T48" y="T49"/>
                </a:cxn>
                <a:cxn ang="T139">
                  <a:pos x="T50" y="T51"/>
                </a:cxn>
                <a:cxn ang="T140">
                  <a:pos x="T52" y="T53"/>
                </a:cxn>
                <a:cxn ang="T141">
                  <a:pos x="T54" y="T55"/>
                </a:cxn>
                <a:cxn ang="T142">
                  <a:pos x="T56" y="T57"/>
                </a:cxn>
                <a:cxn ang="T143">
                  <a:pos x="T58" y="T59"/>
                </a:cxn>
                <a:cxn ang="T144">
                  <a:pos x="T60" y="T61"/>
                </a:cxn>
                <a:cxn ang="T145">
                  <a:pos x="T62" y="T63"/>
                </a:cxn>
                <a:cxn ang="T146">
                  <a:pos x="T64" y="T65"/>
                </a:cxn>
                <a:cxn ang="T147">
                  <a:pos x="T66" y="T67"/>
                </a:cxn>
                <a:cxn ang="T148">
                  <a:pos x="T68" y="T69"/>
                </a:cxn>
                <a:cxn ang="T149">
                  <a:pos x="T70" y="T71"/>
                </a:cxn>
                <a:cxn ang="T150">
                  <a:pos x="T72" y="T73"/>
                </a:cxn>
                <a:cxn ang="T151">
                  <a:pos x="T74" y="T75"/>
                </a:cxn>
                <a:cxn ang="T152">
                  <a:pos x="T76" y="T77"/>
                </a:cxn>
                <a:cxn ang="T153">
                  <a:pos x="T78" y="T79"/>
                </a:cxn>
                <a:cxn ang="T154">
                  <a:pos x="T80" y="T81"/>
                </a:cxn>
                <a:cxn ang="T155">
                  <a:pos x="T82" y="T83"/>
                </a:cxn>
                <a:cxn ang="T156">
                  <a:pos x="T84" y="T85"/>
                </a:cxn>
                <a:cxn ang="T157">
                  <a:pos x="T86" y="T87"/>
                </a:cxn>
                <a:cxn ang="T158">
                  <a:pos x="T88" y="T89"/>
                </a:cxn>
                <a:cxn ang="T159">
                  <a:pos x="T90" y="T91"/>
                </a:cxn>
                <a:cxn ang="T160">
                  <a:pos x="T92" y="T93"/>
                </a:cxn>
                <a:cxn ang="T161">
                  <a:pos x="T94" y="T95"/>
                </a:cxn>
                <a:cxn ang="T162">
                  <a:pos x="T96" y="T97"/>
                </a:cxn>
                <a:cxn ang="T163">
                  <a:pos x="T98" y="T99"/>
                </a:cxn>
                <a:cxn ang="T164">
                  <a:pos x="T100" y="T101"/>
                </a:cxn>
                <a:cxn ang="T165">
                  <a:pos x="T102" y="T103"/>
                </a:cxn>
                <a:cxn ang="T166">
                  <a:pos x="T104" y="T105"/>
                </a:cxn>
                <a:cxn ang="T167">
                  <a:pos x="T106" y="T107"/>
                </a:cxn>
                <a:cxn ang="T168">
                  <a:pos x="T108" y="T109"/>
                </a:cxn>
                <a:cxn ang="T169">
                  <a:pos x="T110" y="T111"/>
                </a:cxn>
                <a:cxn ang="T170">
                  <a:pos x="T112" y="T113"/>
                </a:cxn>
              </a:cxnLst>
              <a:rect l="0" t="0" r="r" b="b"/>
              <a:pathLst>
                <a:path w="2706" h="640">
                  <a:moveTo>
                    <a:pt x="2700" y="0"/>
                  </a:moveTo>
                  <a:lnTo>
                    <a:pt x="2700" y="0"/>
                  </a:lnTo>
                  <a:lnTo>
                    <a:pt x="2586" y="18"/>
                  </a:lnTo>
                  <a:lnTo>
                    <a:pt x="2470" y="38"/>
                  </a:lnTo>
                  <a:lnTo>
                    <a:pt x="2352" y="60"/>
                  </a:lnTo>
                  <a:lnTo>
                    <a:pt x="2230" y="82"/>
                  </a:lnTo>
                  <a:lnTo>
                    <a:pt x="2106" y="108"/>
                  </a:lnTo>
                  <a:lnTo>
                    <a:pt x="1978" y="134"/>
                  </a:lnTo>
                  <a:lnTo>
                    <a:pt x="1848" y="164"/>
                  </a:lnTo>
                  <a:lnTo>
                    <a:pt x="1714" y="194"/>
                  </a:lnTo>
                  <a:lnTo>
                    <a:pt x="1472" y="252"/>
                  </a:lnTo>
                  <a:lnTo>
                    <a:pt x="1236" y="304"/>
                  </a:lnTo>
                  <a:lnTo>
                    <a:pt x="1010" y="352"/>
                  </a:lnTo>
                  <a:lnTo>
                    <a:pt x="792" y="398"/>
                  </a:lnTo>
                  <a:lnTo>
                    <a:pt x="584" y="438"/>
                  </a:lnTo>
                  <a:lnTo>
                    <a:pt x="382" y="474"/>
                  </a:lnTo>
                  <a:lnTo>
                    <a:pt x="188" y="508"/>
                  </a:lnTo>
                  <a:lnTo>
                    <a:pt x="0" y="538"/>
                  </a:lnTo>
                  <a:lnTo>
                    <a:pt x="130" y="556"/>
                  </a:lnTo>
                  <a:lnTo>
                    <a:pt x="254" y="572"/>
                  </a:lnTo>
                  <a:lnTo>
                    <a:pt x="374" y="586"/>
                  </a:lnTo>
                  <a:lnTo>
                    <a:pt x="492" y="598"/>
                  </a:lnTo>
                  <a:lnTo>
                    <a:pt x="606" y="610"/>
                  </a:lnTo>
                  <a:lnTo>
                    <a:pt x="716" y="618"/>
                  </a:lnTo>
                  <a:lnTo>
                    <a:pt x="822" y="626"/>
                  </a:lnTo>
                  <a:lnTo>
                    <a:pt x="926" y="632"/>
                  </a:lnTo>
                  <a:lnTo>
                    <a:pt x="1028" y="636"/>
                  </a:lnTo>
                  <a:lnTo>
                    <a:pt x="1126" y="638"/>
                  </a:lnTo>
                  <a:lnTo>
                    <a:pt x="1220" y="640"/>
                  </a:lnTo>
                  <a:lnTo>
                    <a:pt x="1312" y="640"/>
                  </a:lnTo>
                  <a:lnTo>
                    <a:pt x="1402" y="638"/>
                  </a:lnTo>
                  <a:lnTo>
                    <a:pt x="1490" y="636"/>
                  </a:lnTo>
                  <a:lnTo>
                    <a:pt x="1574" y="632"/>
                  </a:lnTo>
                  <a:lnTo>
                    <a:pt x="1656" y="626"/>
                  </a:lnTo>
                  <a:lnTo>
                    <a:pt x="1734" y="620"/>
                  </a:lnTo>
                  <a:lnTo>
                    <a:pt x="1812" y="612"/>
                  </a:lnTo>
                  <a:lnTo>
                    <a:pt x="1886" y="602"/>
                  </a:lnTo>
                  <a:lnTo>
                    <a:pt x="1960" y="592"/>
                  </a:lnTo>
                  <a:lnTo>
                    <a:pt x="2030" y="580"/>
                  </a:lnTo>
                  <a:lnTo>
                    <a:pt x="2100" y="568"/>
                  </a:lnTo>
                  <a:lnTo>
                    <a:pt x="2166" y="554"/>
                  </a:lnTo>
                  <a:lnTo>
                    <a:pt x="2232" y="540"/>
                  </a:lnTo>
                  <a:lnTo>
                    <a:pt x="2296" y="524"/>
                  </a:lnTo>
                  <a:lnTo>
                    <a:pt x="2358" y="508"/>
                  </a:lnTo>
                  <a:lnTo>
                    <a:pt x="2418" y="490"/>
                  </a:lnTo>
                  <a:lnTo>
                    <a:pt x="2478" y="472"/>
                  </a:lnTo>
                  <a:lnTo>
                    <a:pt x="2592" y="432"/>
                  </a:lnTo>
                  <a:lnTo>
                    <a:pt x="2702" y="390"/>
                  </a:lnTo>
                  <a:lnTo>
                    <a:pt x="2706" y="388"/>
                  </a:lnTo>
                  <a:lnTo>
                    <a:pt x="2706" y="0"/>
                  </a:lnTo>
                  <a:lnTo>
                    <a:pt x="2700" y="0"/>
                  </a:lnTo>
                  <a:close/>
                </a:path>
              </a:pathLst>
            </a:custGeom>
            <a:solidFill>
              <a:schemeClr val="bg2">
                <a:alpha val="29019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7" name="Freeform 18">
              <a:extLst>
                <a:ext uri="{FF2B5EF4-FFF2-40B4-BE49-F238E27FC236}">
                  <a16:creationId xmlns:a16="http://schemas.microsoft.com/office/drawing/2014/main" id="{CD97264A-F40F-4566-BE57-D8A020787E8D}"/>
                </a:ext>
              </a:extLst>
            </p:cNvPr>
            <p:cNvSpPr>
              <a:spLocks/>
            </p:cNvSpPr>
            <p:nvPr/>
          </p:nvSpPr>
          <p:spPr bwMode="hidden">
            <a:xfrm>
              <a:off x="-308538" y="4318217"/>
              <a:ext cx="8280254" cy="1210470"/>
            </a:xfrm>
            <a:custGeom>
              <a:avLst/>
              <a:gdLst>
                <a:gd name="T0" fmla="*/ 2147483646 w 5216"/>
                <a:gd name="T1" fmla="*/ 2147483646 h 762"/>
                <a:gd name="T2" fmla="*/ 2147483646 w 5216"/>
                <a:gd name="T3" fmla="*/ 2147483646 h 762"/>
                <a:gd name="T4" fmla="*/ 2147483646 w 5216"/>
                <a:gd name="T5" fmla="*/ 2147483646 h 762"/>
                <a:gd name="T6" fmla="*/ 2147483646 w 5216"/>
                <a:gd name="T7" fmla="*/ 2147483646 h 762"/>
                <a:gd name="T8" fmla="*/ 2147483646 w 5216"/>
                <a:gd name="T9" fmla="*/ 2147483646 h 762"/>
                <a:gd name="T10" fmla="*/ 2147483646 w 5216"/>
                <a:gd name="T11" fmla="*/ 2147483646 h 762"/>
                <a:gd name="T12" fmla="*/ 2147483646 w 5216"/>
                <a:gd name="T13" fmla="*/ 2147483646 h 762"/>
                <a:gd name="T14" fmla="*/ 2147483646 w 5216"/>
                <a:gd name="T15" fmla="*/ 2147483646 h 762"/>
                <a:gd name="T16" fmla="*/ 2147483646 w 5216"/>
                <a:gd name="T17" fmla="*/ 2147483646 h 762"/>
                <a:gd name="T18" fmla="*/ 2147483646 w 5216"/>
                <a:gd name="T19" fmla="*/ 2147483646 h 762"/>
                <a:gd name="T20" fmla="*/ 2147483646 w 5216"/>
                <a:gd name="T21" fmla="*/ 2147483646 h 762"/>
                <a:gd name="T22" fmla="*/ 2147483646 w 5216"/>
                <a:gd name="T23" fmla="*/ 2147483646 h 762"/>
                <a:gd name="T24" fmla="*/ 2147483646 w 5216"/>
                <a:gd name="T25" fmla="*/ 2147483646 h 762"/>
                <a:gd name="T26" fmla="*/ 2147483646 w 5216"/>
                <a:gd name="T27" fmla="*/ 0 h 762"/>
                <a:gd name="T28" fmla="*/ 2147483646 w 5216"/>
                <a:gd name="T29" fmla="*/ 2147483646 h 762"/>
                <a:gd name="T30" fmla="*/ 2147483646 w 5216"/>
                <a:gd name="T31" fmla="*/ 2147483646 h 762"/>
                <a:gd name="T32" fmla="*/ 0 w 5216"/>
                <a:gd name="T33" fmla="*/ 2147483646 h 762"/>
                <a:gd name="T34" fmla="*/ 2147483646 w 5216"/>
                <a:gd name="T35" fmla="*/ 2147483646 h 762"/>
                <a:gd name="T36" fmla="*/ 2147483646 w 5216"/>
                <a:gd name="T37" fmla="*/ 2147483646 h 762"/>
                <a:gd name="T38" fmla="*/ 2147483646 w 5216"/>
                <a:gd name="T39" fmla="*/ 2147483646 h 762"/>
                <a:gd name="T40" fmla="*/ 2147483646 w 5216"/>
                <a:gd name="T41" fmla="*/ 2147483646 h 762"/>
                <a:gd name="T42" fmla="*/ 2147483646 w 5216"/>
                <a:gd name="T43" fmla="*/ 2147483646 h 762"/>
                <a:gd name="T44" fmla="*/ 2147483646 w 5216"/>
                <a:gd name="T45" fmla="*/ 2147483646 h 762"/>
                <a:gd name="T46" fmla="*/ 2147483646 w 5216"/>
                <a:gd name="T47" fmla="*/ 2147483646 h 762"/>
                <a:gd name="T48" fmla="*/ 2147483646 w 5216"/>
                <a:gd name="T49" fmla="*/ 2147483646 h 762"/>
                <a:gd name="T50" fmla="*/ 2147483646 w 5216"/>
                <a:gd name="T51" fmla="*/ 2147483646 h 762"/>
                <a:gd name="T52" fmla="*/ 2147483646 w 5216"/>
                <a:gd name="T53" fmla="*/ 2147483646 h 762"/>
                <a:gd name="T54" fmla="*/ 2147483646 w 5216"/>
                <a:gd name="T55" fmla="*/ 2147483646 h 762"/>
                <a:gd name="T56" fmla="*/ 2147483646 w 5216"/>
                <a:gd name="T57" fmla="*/ 2147483646 h 762"/>
                <a:gd name="T58" fmla="*/ 2147483646 w 5216"/>
                <a:gd name="T59" fmla="*/ 2147483646 h 762"/>
                <a:gd name="T60" fmla="*/ 2147483646 w 5216"/>
                <a:gd name="T61" fmla="*/ 2147483646 h 762"/>
                <a:gd name="T62" fmla="*/ 2147483646 w 5216"/>
                <a:gd name="T63" fmla="*/ 2147483646 h 762"/>
                <a:gd name="T64" fmla="*/ 2147483646 w 5216"/>
                <a:gd name="T65" fmla="*/ 2147483646 h 762"/>
                <a:gd name="T66" fmla="*/ 2147483646 w 5216"/>
                <a:gd name="T67" fmla="*/ 2147483646 h 762"/>
                <a:gd name="T68" fmla="*/ 2147483646 w 5216"/>
                <a:gd name="T69" fmla="*/ 2147483646 h 762"/>
                <a:gd name="T70" fmla="*/ 2147483646 w 5216"/>
                <a:gd name="T71" fmla="*/ 2147483646 h 762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</a:gdLst>
              <a:ahLst/>
              <a:cxnLst>
                <a:cxn ang="T72">
                  <a:pos x="T0" y="T1"/>
                </a:cxn>
                <a:cxn ang="T73">
                  <a:pos x="T2" y="T3"/>
                </a:cxn>
                <a:cxn ang="T74">
                  <a:pos x="T4" y="T5"/>
                </a:cxn>
                <a:cxn ang="T75">
                  <a:pos x="T6" y="T7"/>
                </a:cxn>
                <a:cxn ang="T76">
                  <a:pos x="T8" y="T9"/>
                </a:cxn>
                <a:cxn ang="T77">
                  <a:pos x="T10" y="T11"/>
                </a:cxn>
                <a:cxn ang="T78">
                  <a:pos x="T12" y="T13"/>
                </a:cxn>
                <a:cxn ang="T79">
                  <a:pos x="T14" y="T15"/>
                </a:cxn>
                <a:cxn ang="T80">
                  <a:pos x="T16" y="T17"/>
                </a:cxn>
                <a:cxn ang="T81">
                  <a:pos x="T18" y="T19"/>
                </a:cxn>
                <a:cxn ang="T82">
                  <a:pos x="T20" y="T21"/>
                </a:cxn>
                <a:cxn ang="T83">
                  <a:pos x="T22" y="T23"/>
                </a:cxn>
                <a:cxn ang="T84">
                  <a:pos x="T24" y="T25"/>
                </a:cxn>
                <a:cxn ang="T85">
                  <a:pos x="T26" y="T27"/>
                </a:cxn>
                <a:cxn ang="T86">
                  <a:pos x="T28" y="T29"/>
                </a:cxn>
                <a:cxn ang="T87">
                  <a:pos x="T30" y="T31"/>
                </a:cxn>
                <a:cxn ang="T88">
                  <a:pos x="T32" y="T33"/>
                </a:cxn>
                <a:cxn ang="T89">
                  <a:pos x="T34" y="T35"/>
                </a:cxn>
                <a:cxn ang="T90">
                  <a:pos x="T36" y="T37"/>
                </a:cxn>
                <a:cxn ang="T91">
                  <a:pos x="T38" y="T39"/>
                </a:cxn>
                <a:cxn ang="T92">
                  <a:pos x="T40" y="T41"/>
                </a:cxn>
                <a:cxn ang="T93">
                  <a:pos x="T42" y="T43"/>
                </a:cxn>
                <a:cxn ang="T94">
                  <a:pos x="T44" y="T45"/>
                </a:cxn>
                <a:cxn ang="T95">
                  <a:pos x="T46" y="T47"/>
                </a:cxn>
                <a:cxn ang="T96">
                  <a:pos x="T48" y="T49"/>
                </a:cxn>
                <a:cxn ang="T97">
                  <a:pos x="T50" y="T51"/>
                </a:cxn>
                <a:cxn ang="T98">
                  <a:pos x="T52" y="T53"/>
                </a:cxn>
                <a:cxn ang="T99">
                  <a:pos x="T54" y="T55"/>
                </a:cxn>
                <a:cxn ang="T100">
                  <a:pos x="T56" y="T57"/>
                </a:cxn>
                <a:cxn ang="T101">
                  <a:pos x="T58" y="T59"/>
                </a:cxn>
                <a:cxn ang="T102">
                  <a:pos x="T60" y="T61"/>
                </a:cxn>
                <a:cxn ang="T103">
                  <a:pos x="T62" y="T63"/>
                </a:cxn>
                <a:cxn ang="T104">
                  <a:pos x="T64" y="T65"/>
                </a:cxn>
                <a:cxn ang="T105">
                  <a:pos x="T66" y="T67"/>
                </a:cxn>
                <a:cxn ang="T106">
                  <a:pos x="T68" y="T69"/>
                </a:cxn>
                <a:cxn ang="T107">
                  <a:pos x="T70" y="T71"/>
                </a:cxn>
              </a:cxnLst>
              <a:rect l="0" t="0" r="r" b="b"/>
              <a:pathLst>
                <a:path w="5216" h="762">
                  <a:moveTo>
                    <a:pt x="5216" y="714"/>
                  </a:moveTo>
                  <a:lnTo>
                    <a:pt x="5216" y="714"/>
                  </a:lnTo>
                  <a:lnTo>
                    <a:pt x="5102" y="700"/>
                  </a:lnTo>
                  <a:lnTo>
                    <a:pt x="4984" y="686"/>
                  </a:lnTo>
                  <a:lnTo>
                    <a:pt x="4738" y="652"/>
                  </a:lnTo>
                  <a:lnTo>
                    <a:pt x="4478" y="610"/>
                  </a:lnTo>
                  <a:lnTo>
                    <a:pt x="4204" y="564"/>
                  </a:lnTo>
                  <a:lnTo>
                    <a:pt x="3914" y="508"/>
                  </a:lnTo>
                  <a:lnTo>
                    <a:pt x="3608" y="446"/>
                  </a:lnTo>
                  <a:lnTo>
                    <a:pt x="3286" y="374"/>
                  </a:lnTo>
                  <a:lnTo>
                    <a:pt x="2946" y="296"/>
                  </a:lnTo>
                  <a:lnTo>
                    <a:pt x="2812" y="266"/>
                  </a:lnTo>
                  <a:lnTo>
                    <a:pt x="2682" y="236"/>
                  </a:lnTo>
                  <a:lnTo>
                    <a:pt x="2556" y="210"/>
                  </a:lnTo>
                  <a:lnTo>
                    <a:pt x="2430" y="184"/>
                  </a:lnTo>
                  <a:lnTo>
                    <a:pt x="2308" y="162"/>
                  </a:lnTo>
                  <a:lnTo>
                    <a:pt x="2190" y="140"/>
                  </a:lnTo>
                  <a:lnTo>
                    <a:pt x="2074" y="120"/>
                  </a:lnTo>
                  <a:lnTo>
                    <a:pt x="1960" y="102"/>
                  </a:lnTo>
                  <a:lnTo>
                    <a:pt x="1850" y="86"/>
                  </a:lnTo>
                  <a:lnTo>
                    <a:pt x="1740" y="72"/>
                  </a:lnTo>
                  <a:lnTo>
                    <a:pt x="1532" y="46"/>
                  </a:lnTo>
                  <a:lnTo>
                    <a:pt x="1334" y="28"/>
                  </a:lnTo>
                  <a:lnTo>
                    <a:pt x="1148" y="14"/>
                  </a:lnTo>
                  <a:lnTo>
                    <a:pt x="970" y="4"/>
                  </a:lnTo>
                  <a:lnTo>
                    <a:pt x="802" y="0"/>
                  </a:lnTo>
                  <a:lnTo>
                    <a:pt x="644" y="0"/>
                  </a:lnTo>
                  <a:lnTo>
                    <a:pt x="496" y="4"/>
                  </a:lnTo>
                  <a:lnTo>
                    <a:pt x="358" y="10"/>
                  </a:lnTo>
                  <a:lnTo>
                    <a:pt x="230" y="20"/>
                  </a:lnTo>
                  <a:lnTo>
                    <a:pt x="110" y="32"/>
                  </a:lnTo>
                  <a:lnTo>
                    <a:pt x="0" y="48"/>
                  </a:lnTo>
                  <a:lnTo>
                    <a:pt x="154" y="66"/>
                  </a:lnTo>
                  <a:lnTo>
                    <a:pt x="314" y="86"/>
                  </a:lnTo>
                  <a:lnTo>
                    <a:pt x="480" y="112"/>
                  </a:lnTo>
                  <a:lnTo>
                    <a:pt x="652" y="140"/>
                  </a:lnTo>
                  <a:lnTo>
                    <a:pt x="830" y="174"/>
                  </a:lnTo>
                  <a:lnTo>
                    <a:pt x="1014" y="210"/>
                  </a:lnTo>
                  <a:lnTo>
                    <a:pt x="1206" y="250"/>
                  </a:lnTo>
                  <a:lnTo>
                    <a:pt x="1402" y="296"/>
                  </a:lnTo>
                  <a:lnTo>
                    <a:pt x="1756" y="378"/>
                  </a:lnTo>
                  <a:lnTo>
                    <a:pt x="2092" y="450"/>
                  </a:lnTo>
                  <a:lnTo>
                    <a:pt x="2408" y="516"/>
                  </a:lnTo>
                  <a:lnTo>
                    <a:pt x="2562" y="544"/>
                  </a:lnTo>
                  <a:lnTo>
                    <a:pt x="2708" y="572"/>
                  </a:lnTo>
                  <a:lnTo>
                    <a:pt x="2852" y="598"/>
                  </a:lnTo>
                  <a:lnTo>
                    <a:pt x="2992" y="620"/>
                  </a:lnTo>
                  <a:lnTo>
                    <a:pt x="3128" y="642"/>
                  </a:lnTo>
                  <a:lnTo>
                    <a:pt x="3260" y="662"/>
                  </a:lnTo>
                  <a:lnTo>
                    <a:pt x="3388" y="678"/>
                  </a:lnTo>
                  <a:lnTo>
                    <a:pt x="3512" y="694"/>
                  </a:lnTo>
                  <a:lnTo>
                    <a:pt x="3632" y="708"/>
                  </a:lnTo>
                  <a:lnTo>
                    <a:pt x="3750" y="722"/>
                  </a:lnTo>
                  <a:lnTo>
                    <a:pt x="3864" y="732"/>
                  </a:lnTo>
                  <a:lnTo>
                    <a:pt x="3974" y="740"/>
                  </a:lnTo>
                  <a:lnTo>
                    <a:pt x="4080" y="748"/>
                  </a:lnTo>
                  <a:lnTo>
                    <a:pt x="4184" y="754"/>
                  </a:lnTo>
                  <a:lnTo>
                    <a:pt x="4286" y="758"/>
                  </a:lnTo>
                  <a:lnTo>
                    <a:pt x="4384" y="762"/>
                  </a:lnTo>
                  <a:lnTo>
                    <a:pt x="4478" y="762"/>
                  </a:lnTo>
                  <a:lnTo>
                    <a:pt x="4570" y="762"/>
                  </a:lnTo>
                  <a:lnTo>
                    <a:pt x="4660" y="760"/>
                  </a:lnTo>
                  <a:lnTo>
                    <a:pt x="4746" y="758"/>
                  </a:lnTo>
                  <a:lnTo>
                    <a:pt x="4830" y="754"/>
                  </a:lnTo>
                  <a:lnTo>
                    <a:pt x="4912" y="748"/>
                  </a:lnTo>
                  <a:lnTo>
                    <a:pt x="4992" y="740"/>
                  </a:lnTo>
                  <a:lnTo>
                    <a:pt x="5068" y="732"/>
                  </a:lnTo>
                  <a:lnTo>
                    <a:pt x="5144" y="724"/>
                  </a:lnTo>
                  <a:lnTo>
                    <a:pt x="5216" y="714"/>
                  </a:lnTo>
                  <a:close/>
                </a:path>
              </a:pathLst>
            </a:custGeom>
            <a:solidFill>
              <a:schemeClr val="bg2">
                <a:alpha val="39999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8" name="Freeform 22">
              <a:extLst>
                <a:ext uri="{FF2B5EF4-FFF2-40B4-BE49-F238E27FC236}">
                  <a16:creationId xmlns:a16="http://schemas.microsoft.com/office/drawing/2014/main" id="{4EF9B2E3-9FD2-4297-9EE7-A6B5949139B5}"/>
                </a:ext>
              </a:extLst>
            </p:cNvPr>
            <p:cNvSpPr>
              <a:spLocks/>
            </p:cNvSpPr>
            <p:nvPr/>
          </p:nvSpPr>
          <p:spPr bwMode="hidden">
            <a:xfrm>
              <a:off x="4014" y="4336239"/>
              <a:ext cx="8164231" cy="1102339"/>
            </a:xfrm>
            <a:custGeom>
              <a:avLst/>
              <a:gdLst>
                <a:gd name="T0" fmla="*/ 0 w 5144"/>
                <a:gd name="T1" fmla="*/ 2147483646 h 694"/>
                <a:gd name="T2" fmla="*/ 0 w 5144"/>
                <a:gd name="T3" fmla="*/ 2147483646 h 694"/>
                <a:gd name="T4" fmla="*/ 2147483646 w 5144"/>
                <a:gd name="T5" fmla="*/ 2147483646 h 694"/>
                <a:gd name="T6" fmla="*/ 2147483646 w 5144"/>
                <a:gd name="T7" fmla="*/ 2147483646 h 694"/>
                <a:gd name="T8" fmla="*/ 2147483646 w 5144"/>
                <a:gd name="T9" fmla="*/ 2147483646 h 694"/>
                <a:gd name="T10" fmla="*/ 2147483646 w 5144"/>
                <a:gd name="T11" fmla="*/ 2147483646 h 694"/>
                <a:gd name="T12" fmla="*/ 2147483646 w 5144"/>
                <a:gd name="T13" fmla="*/ 2147483646 h 694"/>
                <a:gd name="T14" fmla="*/ 2147483646 w 5144"/>
                <a:gd name="T15" fmla="*/ 2147483646 h 694"/>
                <a:gd name="T16" fmla="*/ 2147483646 w 5144"/>
                <a:gd name="T17" fmla="*/ 2147483646 h 694"/>
                <a:gd name="T18" fmla="*/ 2147483646 w 5144"/>
                <a:gd name="T19" fmla="*/ 2147483646 h 694"/>
                <a:gd name="T20" fmla="*/ 2147483646 w 5144"/>
                <a:gd name="T21" fmla="*/ 2147483646 h 694"/>
                <a:gd name="T22" fmla="*/ 2147483646 w 5144"/>
                <a:gd name="T23" fmla="*/ 2147483646 h 694"/>
                <a:gd name="T24" fmla="*/ 2147483646 w 5144"/>
                <a:gd name="T25" fmla="*/ 0 h 694"/>
                <a:gd name="T26" fmla="*/ 2147483646 w 5144"/>
                <a:gd name="T27" fmla="*/ 2147483646 h 694"/>
                <a:gd name="T28" fmla="*/ 2147483646 w 5144"/>
                <a:gd name="T29" fmla="*/ 2147483646 h 694"/>
                <a:gd name="T30" fmla="*/ 2147483646 w 5144"/>
                <a:gd name="T31" fmla="*/ 2147483646 h 694"/>
                <a:gd name="T32" fmla="*/ 2147483646 w 5144"/>
                <a:gd name="T33" fmla="*/ 2147483646 h 694"/>
                <a:gd name="T34" fmla="*/ 2147483646 w 5144"/>
                <a:gd name="T35" fmla="*/ 2147483646 h 694"/>
                <a:gd name="T36" fmla="*/ 2147483646 w 5144"/>
                <a:gd name="T37" fmla="*/ 2147483646 h 694"/>
                <a:gd name="T38" fmla="*/ 2147483646 w 5144"/>
                <a:gd name="T39" fmla="*/ 2147483646 h 694"/>
                <a:gd name="T40" fmla="*/ 2147483646 w 5144"/>
                <a:gd name="T41" fmla="*/ 2147483646 h 694"/>
                <a:gd name="T42" fmla="*/ 2147483646 w 5144"/>
                <a:gd name="T43" fmla="*/ 2147483646 h 694"/>
                <a:gd name="T44" fmla="*/ 2147483646 w 5144"/>
                <a:gd name="T45" fmla="*/ 2147483646 h 694"/>
                <a:gd name="T46" fmla="*/ 2147483646 w 5144"/>
                <a:gd name="T47" fmla="*/ 2147483646 h 694"/>
                <a:gd name="T48" fmla="*/ 2147483646 w 5144"/>
                <a:gd name="T49" fmla="*/ 2147483646 h 694"/>
                <a:gd name="T50" fmla="*/ 2147483646 w 5144"/>
                <a:gd name="T51" fmla="*/ 2147483646 h 694"/>
                <a:gd name="T52" fmla="*/ 2147483646 w 5144"/>
                <a:gd name="T53" fmla="*/ 2147483646 h 694"/>
                <a:gd name="T54" fmla="*/ 2147483646 w 5144"/>
                <a:gd name="T55" fmla="*/ 2147483646 h 694"/>
                <a:gd name="T56" fmla="*/ 2147483646 w 5144"/>
                <a:gd name="T57" fmla="*/ 2147483646 h 694"/>
                <a:gd name="T58" fmla="*/ 2147483646 w 5144"/>
                <a:gd name="T59" fmla="*/ 2147483646 h 694"/>
                <a:gd name="T60" fmla="*/ 2147483646 w 5144"/>
                <a:gd name="T61" fmla="*/ 2147483646 h 694"/>
                <a:gd name="T62" fmla="*/ 0 60000 65536"/>
                <a:gd name="T63" fmla="*/ 0 60000 65536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</a:gdLst>
              <a:ahLst/>
              <a:cxnLst>
                <a:cxn ang="T62">
                  <a:pos x="T0" y="T1"/>
                </a:cxn>
                <a:cxn ang="T63">
                  <a:pos x="T2" y="T3"/>
                </a:cxn>
                <a:cxn ang="T64">
                  <a:pos x="T4" y="T5"/>
                </a:cxn>
                <a:cxn ang="T65">
                  <a:pos x="T6" y="T7"/>
                </a:cxn>
                <a:cxn ang="T66">
                  <a:pos x="T8" y="T9"/>
                </a:cxn>
                <a:cxn ang="T67">
                  <a:pos x="T10" y="T11"/>
                </a:cxn>
                <a:cxn ang="T68">
                  <a:pos x="T12" y="T13"/>
                </a:cxn>
                <a:cxn ang="T69">
                  <a:pos x="T14" y="T15"/>
                </a:cxn>
                <a:cxn ang="T70">
                  <a:pos x="T16" y="T17"/>
                </a:cxn>
                <a:cxn ang="T71">
                  <a:pos x="T18" y="T19"/>
                </a:cxn>
                <a:cxn ang="T72">
                  <a:pos x="T20" y="T21"/>
                </a:cxn>
                <a:cxn ang="T73">
                  <a:pos x="T22" y="T23"/>
                </a:cxn>
                <a:cxn ang="T74">
                  <a:pos x="T24" y="T25"/>
                </a:cxn>
                <a:cxn ang="T75">
                  <a:pos x="T26" y="T27"/>
                </a:cxn>
                <a:cxn ang="T76">
                  <a:pos x="T28" y="T29"/>
                </a:cxn>
                <a:cxn ang="T77">
                  <a:pos x="T30" y="T31"/>
                </a:cxn>
                <a:cxn ang="T78">
                  <a:pos x="T32" y="T33"/>
                </a:cxn>
                <a:cxn ang="T79">
                  <a:pos x="T34" y="T35"/>
                </a:cxn>
                <a:cxn ang="T80">
                  <a:pos x="T36" y="T37"/>
                </a:cxn>
                <a:cxn ang="T81">
                  <a:pos x="T38" y="T39"/>
                </a:cxn>
                <a:cxn ang="T82">
                  <a:pos x="T40" y="T41"/>
                </a:cxn>
                <a:cxn ang="T83">
                  <a:pos x="T42" y="T43"/>
                </a:cxn>
                <a:cxn ang="T84">
                  <a:pos x="T44" y="T45"/>
                </a:cxn>
                <a:cxn ang="T85">
                  <a:pos x="T46" y="T47"/>
                </a:cxn>
                <a:cxn ang="T86">
                  <a:pos x="T48" y="T49"/>
                </a:cxn>
                <a:cxn ang="T87">
                  <a:pos x="T50" y="T51"/>
                </a:cxn>
                <a:cxn ang="T88">
                  <a:pos x="T52" y="T53"/>
                </a:cxn>
                <a:cxn ang="T89">
                  <a:pos x="T54" y="T55"/>
                </a:cxn>
                <a:cxn ang="T90">
                  <a:pos x="T56" y="T57"/>
                </a:cxn>
                <a:cxn ang="T91">
                  <a:pos x="T58" y="T59"/>
                </a:cxn>
                <a:cxn ang="T92">
                  <a:pos x="T60" y="T61"/>
                </a:cxn>
              </a:cxnLst>
              <a:rect l="0" t="0" r="r" b="b"/>
              <a:pathLst>
                <a:path w="5144" h="694">
                  <a:moveTo>
                    <a:pt x="0" y="70"/>
                  </a:moveTo>
                  <a:lnTo>
                    <a:pt x="0" y="70"/>
                  </a:lnTo>
                  <a:lnTo>
                    <a:pt x="18" y="66"/>
                  </a:lnTo>
                  <a:lnTo>
                    <a:pt x="72" y="56"/>
                  </a:lnTo>
                  <a:lnTo>
                    <a:pt x="164" y="42"/>
                  </a:lnTo>
                  <a:lnTo>
                    <a:pt x="224" y="34"/>
                  </a:lnTo>
                  <a:lnTo>
                    <a:pt x="294" y="26"/>
                  </a:lnTo>
                  <a:lnTo>
                    <a:pt x="372" y="20"/>
                  </a:lnTo>
                  <a:lnTo>
                    <a:pt x="462" y="14"/>
                  </a:lnTo>
                  <a:lnTo>
                    <a:pt x="560" y="8"/>
                  </a:lnTo>
                  <a:lnTo>
                    <a:pt x="670" y="4"/>
                  </a:lnTo>
                  <a:lnTo>
                    <a:pt x="790" y="2"/>
                  </a:lnTo>
                  <a:lnTo>
                    <a:pt x="920" y="0"/>
                  </a:lnTo>
                  <a:lnTo>
                    <a:pt x="1060" y="2"/>
                  </a:lnTo>
                  <a:lnTo>
                    <a:pt x="1210" y="6"/>
                  </a:lnTo>
                  <a:lnTo>
                    <a:pt x="1372" y="14"/>
                  </a:lnTo>
                  <a:lnTo>
                    <a:pt x="1544" y="24"/>
                  </a:lnTo>
                  <a:lnTo>
                    <a:pt x="1726" y="40"/>
                  </a:lnTo>
                  <a:lnTo>
                    <a:pt x="1920" y="58"/>
                  </a:lnTo>
                  <a:lnTo>
                    <a:pt x="2126" y="80"/>
                  </a:lnTo>
                  <a:lnTo>
                    <a:pt x="2342" y="106"/>
                  </a:lnTo>
                  <a:lnTo>
                    <a:pt x="2570" y="138"/>
                  </a:lnTo>
                  <a:lnTo>
                    <a:pt x="2808" y="174"/>
                  </a:lnTo>
                  <a:lnTo>
                    <a:pt x="3058" y="216"/>
                  </a:lnTo>
                  <a:lnTo>
                    <a:pt x="3320" y="266"/>
                  </a:lnTo>
                  <a:lnTo>
                    <a:pt x="3594" y="320"/>
                  </a:lnTo>
                  <a:lnTo>
                    <a:pt x="3880" y="380"/>
                  </a:lnTo>
                  <a:lnTo>
                    <a:pt x="4178" y="448"/>
                  </a:lnTo>
                  <a:lnTo>
                    <a:pt x="4488" y="522"/>
                  </a:lnTo>
                  <a:lnTo>
                    <a:pt x="4810" y="604"/>
                  </a:lnTo>
                  <a:lnTo>
                    <a:pt x="5144" y="694"/>
                  </a:lnTo>
                </a:path>
              </a:pathLst>
            </a:custGeom>
            <a:noFill/>
            <a:ln w="12">
              <a:solidFill>
                <a:srgbClr val="FFFFFF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9" name="Freeform 26">
              <a:extLst>
                <a:ext uri="{FF2B5EF4-FFF2-40B4-BE49-F238E27FC236}">
                  <a16:creationId xmlns:a16="http://schemas.microsoft.com/office/drawing/2014/main" id="{38EE4785-9007-4269-8210-F409C8C798FF}"/>
                </a:ext>
              </a:extLst>
            </p:cNvPr>
            <p:cNvSpPr>
              <a:spLocks/>
            </p:cNvSpPr>
            <p:nvPr/>
          </p:nvSpPr>
          <p:spPr bwMode="hidden">
            <a:xfrm>
              <a:off x="4157164" y="4315213"/>
              <a:ext cx="4939265" cy="928129"/>
            </a:xfrm>
            <a:custGeom>
              <a:avLst/>
              <a:gdLst>
                <a:gd name="T0" fmla="*/ 0 w 3112"/>
                <a:gd name="T1" fmla="*/ 2147483646 h 584"/>
                <a:gd name="T2" fmla="*/ 0 w 3112"/>
                <a:gd name="T3" fmla="*/ 2147483646 h 584"/>
                <a:gd name="T4" fmla="*/ 2147483646 w 3112"/>
                <a:gd name="T5" fmla="*/ 2147483646 h 584"/>
                <a:gd name="T6" fmla="*/ 2147483646 w 3112"/>
                <a:gd name="T7" fmla="*/ 2147483646 h 584"/>
                <a:gd name="T8" fmla="*/ 2147483646 w 3112"/>
                <a:gd name="T9" fmla="*/ 2147483646 h 584"/>
                <a:gd name="T10" fmla="*/ 2147483646 w 3112"/>
                <a:gd name="T11" fmla="*/ 2147483646 h 584"/>
                <a:gd name="T12" fmla="*/ 2147483646 w 3112"/>
                <a:gd name="T13" fmla="*/ 2147483646 h 584"/>
                <a:gd name="T14" fmla="*/ 2147483646 w 3112"/>
                <a:gd name="T15" fmla="*/ 2147483646 h 584"/>
                <a:gd name="T16" fmla="*/ 2147483646 w 3112"/>
                <a:gd name="T17" fmla="*/ 2147483646 h 584"/>
                <a:gd name="T18" fmla="*/ 2147483646 w 3112"/>
                <a:gd name="T19" fmla="*/ 2147483646 h 584"/>
                <a:gd name="T20" fmla="*/ 2147483646 w 3112"/>
                <a:gd name="T21" fmla="*/ 2147483646 h 584"/>
                <a:gd name="T22" fmla="*/ 2147483646 w 3112"/>
                <a:gd name="T23" fmla="*/ 2147483646 h 584"/>
                <a:gd name="T24" fmla="*/ 2147483646 w 3112"/>
                <a:gd name="T25" fmla="*/ 2147483646 h 584"/>
                <a:gd name="T26" fmla="*/ 2147483646 w 3112"/>
                <a:gd name="T27" fmla="*/ 2147483646 h 584"/>
                <a:gd name="T28" fmla="*/ 2147483646 w 3112"/>
                <a:gd name="T29" fmla="*/ 2147483646 h 584"/>
                <a:gd name="T30" fmla="*/ 2147483646 w 3112"/>
                <a:gd name="T31" fmla="*/ 2147483646 h 584"/>
                <a:gd name="T32" fmla="*/ 2147483646 w 3112"/>
                <a:gd name="T33" fmla="*/ 2147483646 h 584"/>
                <a:gd name="T34" fmla="*/ 2147483646 w 3112"/>
                <a:gd name="T35" fmla="*/ 2147483646 h 584"/>
                <a:gd name="T36" fmla="*/ 2147483646 w 3112"/>
                <a:gd name="T37" fmla="*/ 2147483646 h 584"/>
                <a:gd name="T38" fmla="*/ 2147483646 w 3112"/>
                <a:gd name="T39" fmla="*/ 0 h 584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</a:gdLst>
              <a:ahLst/>
              <a:cxnLst>
                <a:cxn ang="T40">
                  <a:pos x="T0" y="T1"/>
                </a:cxn>
                <a:cxn ang="T41">
                  <a:pos x="T2" y="T3"/>
                </a:cxn>
                <a:cxn ang="T42">
                  <a:pos x="T4" y="T5"/>
                </a:cxn>
                <a:cxn ang="T43">
                  <a:pos x="T6" y="T7"/>
                </a:cxn>
                <a:cxn ang="T44">
                  <a:pos x="T8" y="T9"/>
                </a:cxn>
                <a:cxn ang="T45">
                  <a:pos x="T10" y="T11"/>
                </a:cxn>
                <a:cxn ang="T46">
                  <a:pos x="T12" y="T13"/>
                </a:cxn>
                <a:cxn ang="T47">
                  <a:pos x="T14" y="T15"/>
                </a:cxn>
                <a:cxn ang="T48">
                  <a:pos x="T16" y="T17"/>
                </a:cxn>
                <a:cxn ang="T49">
                  <a:pos x="T18" y="T19"/>
                </a:cxn>
                <a:cxn ang="T50">
                  <a:pos x="T20" y="T21"/>
                </a:cxn>
                <a:cxn ang="T51">
                  <a:pos x="T22" y="T23"/>
                </a:cxn>
                <a:cxn ang="T52">
                  <a:pos x="T24" y="T25"/>
                </a:cxn>
                <a:cxn ang="T53">
                  <a:pos x="T26" y="T27"/>
                </a:cxn>
                <a:cxn ang="T54">
                  <a:pos x="T28" y="T29"/>
                </a:cxn>
                <a:cxn ang="T55">
                  <a:pos x="T30" y="T31"/>
                </a:cxn>
                <a:cxn ang="T56">
                  <a:pos x="T32" y="T33"/>
                </a:cxn>
                <a:cxn ang="T57">
                  <a:pos x="T34" y="T35"/>
                </a:cxn>
                <a:cxn ang="T58">
                  <a:pos x="T36" y="T37"/>
                </a:cxn>
                <a:cxn ang="T59">
                  <a:pos x="T38" y="T39"/>
                </a:cxn>
              </a:cxnLst>
              <a:rect l="0" t="0" r="r" b="b"/>
              <a:pathLst>
                <a:path w="3112" h="584">
                  <a:moveTo>
                    <a:pt x="0" y="584"/>
                  </a:moveTo>
                  <a:lnTo>
                    <a:pt x="0" y="584"/>
                  </a:lnTo>
                  <a:lnTo>
                    <a:pt x="90" y="560"/>
                  </a:lnTo>
                  <a:lnTo>
                    <a:pt x="336" y="498"/>
                  </a:lnTo>
                  <a:lnTo>
                    <a:pt x="506" y="456"/>
                  </a:lnTo>
                  <a:lnTo>
                    <a:pt x="702" y="410"/>
                  </a:lnTo>
                  <a:lnTo>
                    <a:pt x="920" y="360"/>
                  </a:lnTo>
                  <a:lnTo>
                    <a:pt x="1154" y="306"/>
                  </a:lnTo>
                  <a:lnTo>
                    <a:pt x="1402" y="254"/>
                  </a:lnTo>
                  <a:lnTo>
                    <a:pt x="1656" y="202"/>
                  </a:lnTo>
                  <a:lnTo>
                    <a:pt x="1916" y="154"/>
                  </a:lnTo>
                  <a:lnTo>
                    <a:pt x="2174" y="108"/>
                  </a:lnTo>
                  <a:lnTo>
                    <a:pt x="2302" y="88"/>
                  </a:lnTo>
                  <a:lnTo>
                    <a:pt x="2426" y="68"/>
                  </a:lnTo>
                  <a:lnTo>
                    <a:pt x="2550" y="52"/>
                  </a:lnTo>
                  <a:lnTo>
                    <a:pt x="2670" y="36"/>
                  </a:lnTo>
                  <a:lnTo>
                    <a:pt x="2788" y="24"/>
                  </a:lnTo>
                  <a:lnTo>
                    <a:pt x="2900" y="14"/>
                  </a:lnTo>
                  <a:lnTo>
                    <a:pt x="3008" y="6"/>
                  </a:lnTo>
                  <a:lnTo>
                    <a:pt x="3112" y="0"/>
                  </a:lnTo>
                </a:path>
              </a:pathLst>
            </a:custGeom>
            <a:noFill/>
            <a:ln w="12">
              <a:solidFill>
                <a:srgbClr val="FFFFFF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 useBgFill="1">
          <p:nvSpPr>
            <p:cNvPr id="10" name="Freeform 10">
              <a:extLst>
                <a:ext uri="{FF2B5EF4-FFF2-40B4-BE49-F238E27FC236}">
                  <a16:creationId xmlns:a16="http://schemas.microsoft.com/office/drawing/2014/main" id="{82C311A8-35CF-4DC7-882E-8DC323711728}"/>
                </a:ext>
              </a:extLst>
            </p:cNvPr>
            <p:cNvSpPr>
              <a:spLocks/>
            </p:cNvSpPr>
            <p:nvPr/>
          </p:nvSpPr>
          <p:spPr bwMode="hidden">
            <a:xfrm>
              <a:off x="-3905250" y="4294188"/>
              <a:ext cx="13011150" cy="1892300"/>
            </a:xfrm>
            <a:custGeom>
              <a:avLst/>
              <a:gdLst>
                <a:gd name="T0" fmla="*/ 2147483646 w 8196"/>
                <a:gd name="T1" fmla="*/ 2147483646 h 1192"/>
                <a:gd name="T2" fmla="*/ 2147483646 w 8196"/>
                <a:gd name="T3" fmla="*/ 2147483646 h 1192"/>
                <a:gd name="T4" fmla="*/ 2147483646 w 8196"/>
                <a:gd name="T5" fmla="*/ 2147483646 h 1192"/>
                <a:gd name="T6" fmla="*/ 2147483646 w 8196"/>
                <a:gd name="T7" fmla="*/ 2147483646 h 1192"/>
                <a:gd name="T8" fmla="*/ 2147483646 w 8196"/>
                <a:gd name="T9" fmla="*/ 2147483646 h 1192"/>
                <a:gd name="T10" fmla="*/ 2147483646 w 8196"/>
                <a:gd name="T11" fmla="*/ 2147483646 h 1192"/>
                <a:gd name="T12" fmla="*/ 2147483646 w 8196"/>
                <a:gd name="T13" fmla="*/ 2147483646 h 1192"/>
                <a:gd name="T14" fmla="*/ 2147483646 w 8196"/>
                <a:gd name="T15" fmla="*/ 2147483646 h 1192"/>
                <a:gd name="T16" fmla="*/ 2147483646 w 8196"/>
                <a:gd name="T17" fmla="*/ 2147483646 h 1192"/>
                <a:gd name="T18" fmla="*/ 2147483646 w 8196"/>
                <a:gd name="T19" fmla="*/ 2147483646 h 1192"/>
                <a:gd name="T20" fmla="*/ 2147483646 w 8196"/>
                <a:gd name="T21" fmla="*/ 2147483646 h 1192"/>
                <a:gd name="T22" fmla="*/ 2147483646 w 8196"/>
                <a:gd name="T23" fmla="*/ 2147483646 h 1192"/>
                <a:gd name="T24" fmla="*/ 2147483646 w 8196"/>
                <a:gd name="T25" fmla="*/ 2147483646 h 1192"/>
                <a:gd name="T26" fmla="*/ 2147483646 w 8196"/>
                <a:gd name="T27" fmla="*/ 2147483646 h 1192"/>
                <a:gd name="T28" fmla="*/ 2147483646 w 8196"/>
                <a:gd name="T29" fmla="*/ 2147483646 h 1192"/>
                <a:gd name="T30" fmla="*/ 2147483646 w 8196"/>
                <a:gd name="T31" fmla="*/ 2147483646 h 1192"/>
                <a:gd name="T32" fmla="*/ 2147483646 w 8196"/>
                <a:gd name="T33" fmla="*/ 2147483646 h 1192"/>
                <a:gd name="T34" fmla="*/ 2147483646 w 8196"/>
                <a:gd name="T35" fmla="*/ 2147483646 h 1192"/>
                <a:gd name="T36" fmla="*/ 2147483646 w 8196"/>
                <a:gd name="T37" fmla="*/ 2147483646 h 1192"/>
                <a:gd name="T38" fmla="*/ 2147483646 w 8196"/>
                <a:gd name="T39" fmla="*/ 2147483646 h 1192"/>
                <a:gd name="T40" fmla="*/ 2147483646 w 8196"/>
                <a:gd name="T41" fmla="*/ 2147483646 h 1192"/>
                <a:gd name="T42" fmla="*/ 2147483646 w 8196"/>
                <a:gd name="T43" fmla="*/ 2147483646 h 1192"/>
                <a:gd name="T44" fmla="*/ 2147483646 w 8196"/>
                <a:gd name="T45" fmla="*/ 0 h 1192"/>
                <a:gd name="T46" fmla="*/ 2147483646 w 8196"/>
                <a:gd name="T47" fmla="*/ 2147483646 h 1192"/>
                <a:gd name="T48" fmla="*/ 2147483646 w 8196"/>
                <a:gd name="T49" fmla="*/ 2147483646 h 1192"/>
                <a:gd name="T50" fmla="*/ 2147483646 w 8196"/>
                <a:gd name="T51" fmla="*/ 2147483646 h 1192"/>
                <a:gd name="T52" fmla="*/ 2147483646 w 8196"/>
                <a:gd name="T53" fmla="*/ 2147483646 h 1192"/>
                <a:gd name="T54" fmla="*/ 2147483646 w 8196"/>
                <a:gd name="T55" fmla="*/ 2147483646 h 1192"/>
                <a:gd name="T56" fmla="*/ 2147483646 w 8196"/>
                <a:gd name="T57" fmla="*/ 2147483646 h 1192"/>
                <a:gd name="T58" fmla="*/ 2147483646 w 8196"/>
                <a:gd name="T59" fmla="*/ 2147483646 h 1192"/>
                <a:gd name="T60" fmla="*/ 2147483646 w 8196"/>
                <a:gd name="T61" fmla="*/ 2147483646 h 1192"/>
                <a:gd name="T62" fmla="*/ 0 w 8196"/>
                <a:gd name="T63" fmla="*/ 2147483646 h 1192"/>
                <a:gd name="T64" fmla="*/ 2147483646 w 8196"/>
                <a:gd name="T65" fmla="*/ 2147483646 h 1192"/>
                <a:gd name="T66" fmla="*/ 2147483646 w 8196"/>
                <a:gd name="T67" fmla="*/ 2147483646 h 1192"/>
                <a:gd name="T68" fmla="*/ 2147483646 w 8196"/>
                <a:gd name="T69" fmla="*/ 2147483646 h 1192"/>
                <a:gd name="T70" fmla="*/ 2147483646 w 8196"/>
                <a:gd name="T71" fmla="*/ 2147483646 h 1192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</a:gdLst>
              <a:ahLst/>
              <a:cxnLst>
                <a:cxn ang="T72">
                  <a:pos x="T0" y="T1"/>
                </a:cxn>
                <a:cxn ang="T73">
                  <a:pos x="T2" y="T3"/>
                </a:cxn>
                <a:cxn ang="T74">
                  <a:pos x="T4" y="T5"/>
                </a:cxn>
                <a:cxn ang="T75">
                  <a:pos x="T6" y="T7"/>
                </a:cxn>
                <a:cxn ang="T76">
                  <a:pos x="T8" y="T9"/>
                </a:cxn>
                <a:cxn ang="T77">
                  <a:pos x="T10" y="T11"/>
                </a:cxn>
                <a:cxn ang="T78">
                  <a:pos x="T12" y="T13"/>
                </a:cxn>
                <a:cxn ang="T79">
                  <a:pos x="T14" y="T15"/>
                </a:cxn>
                <a:cxn ang="T80">
                  <a:pos x="T16" y="T17"/>
                </a:cxn>
                <a:cxn ang="T81">
                  <a:pos x="T18" y="T19"/>
                </a:cxn>
                <a:cxn ang="T82">
                  <a:pos x="T20" y="T21"/>
                </a:cxn>
                <a:cxn ang="T83">
                  <a:pos x="T22" y="T23"/>
                </a:cxn>
                <a:cxn ang="T84">
                  <a:pos x="T24" y="T25"/>
                </a:cxn>
                <a:cxn ang="T85">
                  <a:pos x="T26" y="T27"/>
                </a:cxn>
                <a:cxn ang="T86">
                  <a:pos x="T28" y="T29"/>
                </a:cxn>
                <a:cxn ang="T87">
                  <a:pos x="T30" y="T31"/>
                </a:cxn>
                <a:cxn ang="T88">
                  <a:pos x="T32" y="T33"/>
                </a:cxn>
                <a:cxn ang="T89">
                  <a:pos x="T34" y="T35"/>
                </a:cxn>
                <a:cxn ang="T90">
                  <a:pos x="T36" y="T37"/>
                </a:cxn>
                <a:cxn ang="T91">
                  <a:pos x="T38" y="T39"/>
                </a:cxn>
                <a:cxn ang="T92">
                  <a:pos x="T40" y="T41"/>
                </a:cxn>
                <a:cxn ang="T93">
                  <a:pos x="T42" y="T43"/>
                </a:cxn>
                <a:cxn ang="T94">
                  <a:pos x="T44" y="T45"/>
                </a:cxn>
                <a:cxn ang="T95">
                  <a:pos x="T46" y="T47"/>
                </a:cxn>
                <a:cxn ang="T96">
                  <a:pos x="T48" y="T49"/>
                </a:cxn>
                <a:cxn ang="T97">
                  <a:pos x="T50" y="T51"/>
                </a:cxn>
                <a:cxn ang="T98">
                  <a:pos x="T52" y="T53"/>
                </a:cxn>
                <a:cxn ang="T99">
                  <a:pos x="T54" y="T55"/>
                </a:cxn>
                <a:cxn ang="T100">
                  <a:pos x="T56" y="T57"/>
                </a:cxn>
                <a:cxn ang="T101">
                  <a:pos x="T58" y="T59"/>
                </a:cxn>
                <a:cxn ang="T102">
                  <a:pos x="T60" y="T61"/>
                </a:cxn>
                <a:cxn ang="T103">
                  <a:pos x="T62" y="T63"/>
                </a:cxn>
                <a:cxn ang="T104">
                  <a:pos x="T64" y="T65"/>
                </a:cxn>
                <a:cxn ang="T105">
                  <a:pos x="T66" y="T67"/>
                </a:cxn>
                <a:cxn ang="T106">
                  <a:pos x="T68" y="T69"/>
                </a:cxn>
                <a:cxn ang="T107">
                  <a:pos x="T70" y="T71"/>
                </a:cxn>
              </a:cxnLst>
              <a:rect l="0" t="0" r="r" b="b"/>
              <a:pathLst>
                <a:path w="8196" h="1192">
                  <a:moveTo>
                    <a:pt x="8192" y="512"/>
                  </a:moveTo>
                  <a:lnTo>
                    <a:pt x="8192" y="512"/>
                  </a:lnTo>
                  <a:lnTo>
                    <a:pt x="8116" y="542"/>
                  </a:lnTo>
                  <a:lnTo>
                    <a:pt x="8040" y="570"/>
                  </a:lnTo>
                  <a:lnTo>
                    <a:pt x="7960" y="596"/>
                  </a:lnTo>
                  <a:lnTo>
                    <a:pt x="7878" y="620"/>
                  </a:lnTo>
                  <a:lnTo>
                    <a:pt x="7794" y="644"/>
                  </a:lnTo>
                  <a:lnTo>
                    <a:pt x="7706" y="666"/>
                  </a:lnTo>
                  <a:lnTo>
                    <a:pt x="7616" y="684"/>
                  </a:lnTo>
                  <a:lnTo>
                    <a:pt x="7522" y="702"/>
                  </a:lnTo>
                  <a:lnTo>
                    <a:pt x="7424" y="718"/>
                  </a:lnTo>
                  <a:lnTo>
                    <a:pt x="7322" y="730"/>
                  </a:lnTo>
                  <a:lnTo>
                    <a:pt x="7216" y="742"/>
                  </a:lnTo>
                  <a:lnTo>
                    <a:pt x="7106" y="750"/>
                  </a:lnTo>
                  <a:lnTo>
                    <a:pt x="6992" y="758"/>
                  </a:lnTo>
                  <a:lnTo>
                    <a:pt x="6872" y="762"/>
                  </a:lnTo>
                  <a:lnTo>
                    <a:pt x="6748" y="762"/>
                  </a:lnTo>
                  <a:lnTo>
                    <a:pt x="6618" y="760"/>
                  </a:lnTo>
                  <a:lnTo>
                    <a:pt x="6482" y="756"/>
                  </a:lnTo>
                  <a:lnTo>
                    <a:pt x="6342" y="750"/>
                  </a:lnTo>
                  <a:lnTo>
                    <a:pt x="6196" y="740"/>
                  </a:lnTo>
                  <a:lnTo>
                    <a:pt x="6042" y="726"/>
                  </a:lnTo>
                  <a:lnTo>
                    <a:pt x="5882" y="710"/>
                  </a:lnTo>
                  <a:lnTo>
                    <a:pt x="5716" y="690"/>
                  </a:lnTo>
                  <a:lnTo>
                    <a:pt x="5544" y="668"/>
                  </a:lnTo>
                  <a:lnTo>
                    <a:pt x="5364" y="642"/>
                  </a:lnTo>
                  <a:lnTo>
                    <a:pt x="5176" y="612"/>
                  </a:lnTo>
                  <a:lnTo>
                    <a:pt x="4982" y="578"/>
                  </a:lnTo>
                  <a:lnTo>
                    <a:pt x="4778" y="540"/>
                  </a:lnTo>
                  <a:lnTo>
                    <a:pt x="4568" y="500"/>
                  </a:lnTo>
                  <a:lnTo>
                    <a:pt x="4348" y="454"/>
                  </a:lnTo>
                  <a:lnTo>
                    <a:pt x="4122" y="406"/>
                  </a:lnTo>
                  <a:lnTo>
                    <a:pt x="3886" y="354"/>
                  </a:lnTo>
                  <a:lnTo>
                    <a:pt x="3640" y="296"/>
                  </a:lnTo>
                  <a:lnTo>
                    <a:pt x="3396" y="240"/>
                  </a:lnTo>
                  <a:lnTo>
                    <a:pt x="3160" y="192"/>
                  </a:lnTo>
                  <a:lnTo>
                    <a:pt x="2934" y="148"/>
                  </a:lnTo>
                  <a:lnTo>
                    <a:pt x="2718" y="112"/>
                  </a:lnTo>
                  <a:lnTo>
                    <a:pt x="2512" y="82"/>
                  </a:lnTo>
                  <a:lnTo>
                    <a:pt x="2314" y="56"/>
                  </a:lnTo>
                  <a:lnTo>
                    <a:pt x="2126" y="36"/>
                  </a:lnTo>
                  <a:lnTo>
                    <a:pt x="1948" y="20"/>
                  </a:lnTo>
                  <a:lnTo>
                    <a:pt x="1776" y="10"/>
                  </a:lnTo>
                  <a:lnTo>
                    <a:pt x="1616" y="2"/>
                  </a:lnTo>
                  <a:lnTo>
                    <a:pt x="1462" y="0"/>
                  </a:lnTo>
                  <a:lnTo>
                    <a:pt x="1318" y="0"/>
                  </a:lnTo>
                  <a:lnTo>
                    <a:pt x="1182" y="4"/>
                  </a:lnTo>
                  <a:lnTo>
                    <a:pt x="1054" y="10"/>
                  </a:lnTo>
                  <a:lnTo>
                    <a:pt x="934" y="20"/>
                  </a:lnTo>
                  <a:lnTo>
                    <a:pt x="822" y="30"/>
                  </a:lnTo>
                  <a:lnTo>
                    <a:pt x="716" y="44"/>
                  </a:lnTo>
                  <a:lnTo>
                    <a:pt x="620" y="58"/>
                  </a:lnTo>
                  <a:lnTo>
                    <a:pt x="530" y="74"/>
                  </a:lnTo>
                  <a:lnTo>
                    <a:pt x="450" y="92"/>
                  </a:lnTo>
                  <a:lnTo>
                    <a:pt x="374" y="108"/>
                  </a:lnTo>
                  <a:lnTo>
                    <a:pt x="308" y="126"/>
                  </a:lnTo>
                  <a:lnTo>
                    <a:pt x="248" y="144"/>
                  </a:lnTo>
                  <a:lnTo>
                    <a:pt x="194" y="160"/>
                  </a:lnTo>
                  <a:lnTo>
                    <a:pt x="148" y="176"/>
                  </a:lnTo>
                  <a:lnTo>
                    <a:pt x="108" y="192"/>
                  </a:lnTo>
                  <a:lnTo>
                    <a:pt x="48" y="216"/>
                  </a:lnTo>
                  <a:lnTo>
                    <a:pt x="12" y="234"/>
                  </a:lnTo>
                  <a:lnTo>
                    <a:pt x="0" y="240"/>
                  </a:lnTo>
                  <a:lnTo>
                    <a:pt x="0" y="1192"/>
                  </a:lnTo>
                  <a:lnTo>
                    <a:pt x="8192" y="1192"/>
                  </a:lnTo>
                  <a:lnTo>
                    <a:pt x="8196" y="1186"/>
                  </a:lnTo>
                  <a:lnTo>
                    <a:pt x="8196" y="510"/>
                  </a:lnTo>
                  <a:lnTo>
                    <a:pt x="8192" y="512"/>
                  </a:lnTo>
                  <a:close/>
                </a:path>
              </a:pathLst>
            </a:custGeom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200152"/>
            <a:ext cx="7772400" cy="1335081"/>
          </a:xfrm>
        </p:spPr>
        <p:txBody>
          <a:bodyPr anchor="b">
            <a:normAutofit/>
          </a:bodyPr>
          <a:lstStyle>
            <a:lvl1pPr>
              <a:defRPr sz="4400">
                <a:solidFill>
                  <a:srgbClr val="FFFFFF"/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667001"/>
            <a:ext cx="6400800" cy="110490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rgbClr val="FFFFFF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955ACAED-031E-4FA7-ADBA-F63D0A3938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b="1">
                <a:latin typeface="Times New Roman" panose="02020603050405020304" pitchFamily="18" charset="0"/>
                <a:cs typeface="楷体_GB2312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6539CA8E-F7D8-41A6-9277-70475A6D23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1">
                <a:latin typeface="Times New Roman" panose="02020603050405020304" pitchFamily="18" charset="0"/>
                <a:cs typeface="楷体_GB2312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3471C40D-58AE-4819-B0A0-82D4679685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 smtClean="0">
                <a:latin typeface="Times New Roman" panose="02020603050405020304" pitchFamily="18" charset="0"/>
                <a:cs typeface="楷体_GB2312" charset="0"/>
              </a:defRPr>
            </a:lvl1pPr>
          </a:lstStyle>
          <a:p>
            <a:pPr>
              <a:defRPr/>
            </a:pPr>
            <a:fld id="{70B0A67C-6F62-4A9D-AD4D-A2D86D3B06A0}" type="slidenum">
              <a:rPr lang="zh-CN" altLang="en-US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73009490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baseline="0">
                <a:latin typeface="Times New Roman" panose="02020603050405020304" pitchFamily="18" charset="0"/>
              </a:defRPr>
            </a:lvl1pPr>
            <a:lvl2pPr>
              <a:defRPr baseline="0">
                <a:latin typeface="Times New Roman" panose="02020603050405020304" pitchFamily="18" charset="0"/>
              </a:defRPr>
            </a:lvl2pPr>
            <a:lvl3pPr>
              <a:defRPr baseline="0">
                <a:latin typeface="Times New Roman" panose="02020603050405020304" pitchFamily="18" charset="0"/>
              </a:defRPr>
            </a:lvl3pPr>
            <a:lvl4pPr>
              <a:defRPr baseline="0">
                <a:latin typeface="Times New Roman" panose="02020603050405020304" pitchFamily="18" charset="0"/>
              </a:defRPr>
            </a:lvl4pPr>
            <a:lvl5pPr>
              <a:defRPr baseline="0">
                <a:latin typeface="Times New Roman" panose="02020603050405020304" pitchFamily="18" charset="0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  <a:endParaRPr lang="en-US" dirty="0"/>
          </a:p>
        </p:txBody>
      </p:sp>
      <p:sp>
        <p:nvSpPr>
          <p:cNvPr id="7" name="Title 6"/>
          <p:cNvSpPr>
            <a:spLocks noGrp="1"/>
          </p:cNvSpPr>
          <p:nvPr>
            <p:ph type="title"/>
          </p:nvPr>
        </p:nvSpPr>
        <p:spPr>
          <a:xfrm>
            <a:off x="755576" y="267494"/>
            <a:ext cx="7931224" cy="360040"/>
          </a:xfrm>
        </p:spPr>
        <p:txBody>
          <a:bodyPr/>
          <a:lstStyle>
            <a:lvl1pPr algn="l">
              <a:defRPr b="1" baseline="0">
                <a:latin typeface="Times New Roman" panose="02020603050405020304" pitchFamily="18" charset="0"/>
                <a:ea typeface="黑体" panose="02010609060101010101" pitchFamily="49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513D6F-69A3-4572-996D-CBB5547E6A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b="1">
                <a:latin typeface="Times New Roman" panose="02020603050405020304" pitchFamily="18" charset="0"/>
                <a:cs typeface="楷体_GB2312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274F7F-C0B2-4CD5-8C57-7332BCE65E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1">
                <a:latin typeface="Times New Roman" panose="02020603050405020304" pitchFamily="18" charset="0"/>
                <a:cs typeface="楷体_GB2312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78B38D-F6F9-4720-8B33-D6145123B4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 smtClean="0">
                <a:latin typeface="Times New Roman" panose="02020603050405020304" pitchFamily="18" charset="0"/>
                <a:cs typeface="楷体_GB2312" charset="0"/>
              </a:defRPr>
            </a:lvl1pPr>
          </a:lstStyle>
          <a:p>
            <a:pPr>
              <a:defRPr/>
            </a:pPr>
            <a:fld id="{159495E3-B715-433F-B760-8FD299056A06}" type="slidenum">
              <a:rPr lang="zh-CN" altLang="en-US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23613736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5.xml"/><Relationship Id="rId2" Type="http://schemas.openxmlformats.org/officeDocument/2006/relationships/slideLayout" Target="../slideLayouts/slideLayout4.xml"/><Relationship Id="rId1" Type="http://schemas.openxmlformats.org/officeDocument/2006/relationships/slideLayout" Target="../slideLayouts/slideLayout3.xml"/><Relationship Id="rId4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theme" Target="../theme/theme3.xml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6.xml"/></Relationships>
</file>

<file path=ppt/slideMasters/_rels/slideMaster4.xml.rels><?xml version="1.0" encoding="UTF-8" standalone="yes"?>
<Relationships xmlns="http://schemas.openxmlformats.org/package/2006/relationships"><Relationship Id="rId3" Type="http://schemas.openxmlformats.org/officeDocument/2006/relationships/theme" Target="../theme/theme4.xml"/><Relationship Id="rId2" Type="http://schemas.openxmlformats.org/officeDocument/2006/relationships/slideLayout" Target="../slideLayouts/slideLayout9.xml"/><Relationship Id="rId1" Type="http://schemas.openxmlformats.org/officeDocument/2006/relationships/slideLayout" Target="../slideLayouts/slideLayout8.xml"/></Relationships>
</file>

<file path=ppt/slideMasters/_rels/slideMaster5.xml.rels><?xml version="1.0" encoding="UTF-8" standalone="yes"?>
<Relationships xmlns="http://schemas.openxmlformats.org/package/2006/relationships"><Relationship Id="rId3" Type="http://schemas.openxmlformats.org/officeDocument/2006/relationships/theme" Target="../theme/theme5.xml"/><Relationship Id="rId2" Type="http://schemas.openxmlformats.org/officeDocument/2006/relationships/slideLayout" Target="../slideLayouts/slideLayout11.xml"/><Relationship Id="rId1" Type="http://schemas.openxmlformats.org/officeDocument/2006/relationships/slideLayout" Target="../slideLayouts/slideLayout10.xml"/></Relationships>
</file>

<file path=ppt/slideMasters/_rels/slideMaster6.xml.rels><?xml version="1.0" encoding="UTF-8" standalone="yes"?>
<Relationships xmlns="http://schemas.openxmlformats.org/package/2006/relationships"><Relationship Id="rId3" Type="http://schemas.openxmlformats.org/officeDocument/2006/relationships/theme" Target="../theme/theme6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>
            <a:extLst>
              <a:ext uri="{FF2B5EF4-FFF2-40B4-BE49-F238E27FC236}">
                <a16:creationId xmlns:a16="http://schemas.microsoft.com/office/drawing/2014/main" id="{06887618-94AB-4B2F-8A84-8ADBFF6F3723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900113" y="268288"/>
            <a:ext cx="7786687" cy="358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 dirty="0"/>
              <a:t>单击此处编辑母版标题样式</a:t>
            </a:r>
          </a:p>
        </p:txBody>
      </p:sp>
      <p:grpSp>
        <p:nvGrpSpPr>
          <p:cNvPr id="1027" name="组合 5">
            <a:extLst>
              <a:ext uri="{FF2B5EF4-FFF2-40B4-BE49-F238E27FC236}">
                <a16:creationId xmlns:a16="http://schemas.microsoft.com/office/drawing/2014/main" id="{25AE487C-06B5-4CEA-B4A8-B3D38B84440F}"/>
              </a:ext>
            </a:extLst>
          </p:cNvPr>
          <p:cNvGrpSpPr>
            <a:grpSpLocks/>
          </p:cNvGrpSpPr>
          <p:nvPr/>
        </p:nvGrpSpPr>
        <p:grpSpPr bwMode="auto">
          <a:xfrm>
            <a:off x="0" y="195263"/>
            <a:ext cx="755650" cy="431800"/>
            <a:chOff x="-786" y="195486"/>
            <a:chExt cx="756363" cy="432048"/>
          </a:xfrm>
        </p:grpSpPr>
        <p:sp>
          <p:nvSpPr>
            <p:cNvPr id="16" name="五边形 15">
              <a:extLst>
                <a:ext uri="{FF2B5EF4-FFF2-40B4-BE49-F238E27FC236}">
                  <a16:creationId xmlns:a16="http://schemas.microsoft.com/office/drawing/2014/main" id="{F1C7EEB0-6112-43BF-AEDC-895C004FD1C2}"/>
                </a:ext>
              </a:extLst>
            </p:cNvPr>
            <p:cNvSpPr/>
            <p:nvPr/>
          </p:nvSpPr>
          <p:spPr>
            <a:xfrm>
              <a:off x="-786" y="195486"/>
              <a:ext cx="756363" cy="432048"/>
            </a:xfrm>
            <a:prstGeom prst="homePlate">
              <a:avLst/>
            </a:prstGeom>
            <a:solidFill>
              <a:schemeClr val="bg2">
                <a:lumMod val="50000"/>
              </a:schemeClr>
            </a:solidFill>
            <a:ln w="25400" cap="flat" cmpd="sng" algn="ctr">
              <a:noFill/>
              <a:prstDash val="solid"/>
            </a:ln>
            <a:effectLst/>
          </p:spPr>
          <p:txBody>
            <a:bodyPr anchor="ctr"/>
            <a:lstStyle/>
            <a:p>
              <a:pPr algn="ctr" eaLnBrk="1" hangingPunct="1">
                <a:defRPr/>
              </a:pPr>
              <a:endParaRPr lang="zh-CN" altLang="en-US" b="0">
                <a:solidFill>
                  <a:srgbClr val="FFFFFF"/>
                </a:solidFill>
                <a:latin typeface="Calibri" panose="020F0502020204030204" pitchFamily="34" charset="0"/>
                <a:cs typeface="楷体_GB2312" charset="0"/>
              </a:endParaRPr>
            </a:p>
          </p:txBody>
        </p:sp>
        <p:sp>
          <p:nvSpPr>
            <p:cNvPr id="17" name="五边形 8">
              <a:extLst>
                <a:ext uri="{FF2B5EF4-FFF2-40B4-BE49-F238E27FC236}">
                  <a16:creationId xmlns:a16="http://schemas.microsoft.com/office/drawing/2014/main" id="{D8B796D2-1384-4B85-811B-6E849D04E7C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-786" y="197074"/>
              <a:ext cx="756363" cy="88951"/>
            </a:xfrm>
            <a:prstGeom prst="homePlate">
              <a:avLst>
                <a:gd name="adj" fmla="val 49995"/>
              </a:avLst>
            </a:prstGeom>
            <a:solidFill>
              <a:schemeClr val="bg1">
                <a:alpha val="30196"/>
              </a:schemeClr>
            </a:solidFill>
            <a:ln>
              <a:noFill/>
            </a:ln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>
                <a:defRPr/>
              </a:pPr>
              <a:endParaRPr lang="zh-CN" altLang="en-US" b="0">
                <a:solidFill>
                  <a:srgbClr val="FFFFFF"/>
                </a:solidFill>
                <a:latin typeface="Calibri" panose="020F0502020204030204" pitchFamily="34" charset="0"/>
              </a:endParaRPr>
            </a:p>
          </p:txBody>
        </p:sp>
      </p:grpSp>
    </p:spTree>
  </p:cSld>
  <p:clrMap bg1="lt1" tx1="dk1" bg2="lt2" tx2="dk2" accent1="accent1" accent2="accent2" accent3="accent3" accent4="accent4" accent5="accent5" accent6="accent6" hlink="hlink" folHlink="folHlink"/>
  <p:sldLayoutIdLst>
    <p:sldLayoutId id="2147485031" r:id="rId1"/>
    <p:sldLayoutId id="2147485032" r:id="rId2"/>
  </p:sldLayoutIdLst>
  <p:txStyles>
    <p:titleStyle>
      <a:lvl1pPr algn="l" rtl="0" eaLnBrk="0" fontAlgn="base" hangingPunct="0">
        <a:spcBef>
          <a:spcPct val="0"/>
        </a:spcBef>
        <a:spcAft>
          <a:spcPct val="0"/>
        </a:spcAft>
        <a:defRPr sz="3000" b="1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4000">
          <a:solidFill>
            <a:srgbClr val="FFFFFF"/>
          </a:solidFill>
          <a:latin typeface="Candara" panose="020E0502030303020204" pitchFamily="34" charset="0"/>
          <a:ea typeface="黑体" panose="02010609060101010101" pitchFamily="49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4000">
          <a:solidFill>
            <a:srgbClr val="FFFFFF"/>
          </a:solidFill>
          <a:latin typeface="Candara" panose="020E0502030303020204" pitchFamily="34" charset="0"/>
          <a:ea typeface="黑体" panose="02010609060101010101" pitchFamily="49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4000">
          <a:solidFill>
            <a:srgbClr val="FFFFFF"/>
          </a:solidFill>
          <a:latin typeface="Candara" panose="020E0502030303020204" pitchFamily="34" charset="0"/>
          <a:ea typeface="黑体" panose="02010609060101010101" pitchFamily="49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4000">
          <a:solidFill>
            <a:srgbClr val="FFFFFF"/>
          </a:solidFill>
          <a:latin typeface="Candara" panose="020E0502030303020204" pitchFamily="34" charset="0"/>
          <a:ea typeface="黑体" panose="02010609060101010101" pitchFamily="49" charset="-122"/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71463" indent="-271463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100000"/>
        <a:buFont typeface="Symbol" panose="05050102010706020507" pitchFamily="18" charset="2"/>
        <a:buChar char=""/>
        <a:defRPr sz="2400" kern="1200">
          <a:solidFill>
            <a:schemeClr val="tx2"/>
          </a:solidFill>
          <a:latin typeface="+mn-lt"/>
          <a:ea typeface="+mn-ea"/>
          <a:cs typeface="+mn-cs"/>
        </a:defRPr>
      </a:lvl1pPr>
      <a:lvl2pPr marL="574675" indent="-271463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100000"/>
        <a:buFont typeface="Symbol" panose="05050102010706020507" pitchFamily="18" charset="2"/>
        <a:buChar char=""/>
        <a:defRPr sz="2200" kern="1200">
          <a:solidFill>
            <a:schemeClr val="tx2"/>
          </a:solidFill>
          <a:latin typeface="+mn-lt"/>
          <a:ea typeface="+mn-ea"/>
          <a:cs typeface="+mn-cs"/>
        </a:defRPr>
      </a:lvl2pPr>
      <a:lvl3pPr marL="854075" indent="-227013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100000"/>
        <a:buFont typeface="Symbol" panose="05050102010706020507" pitchFamily="18" charset="2"/>
        <a:buChar char=""/>
        <a:defRPr sz="2000" kern="1200">
          <a:solidFill>
            <a:schemeClr val="tx2"/>
          </a:solidFill>
          <a:latin typeface="+mn-lt"/>
          <a:ea typeface="+mn-ea"/>
          <a:cs typeface="+mn-cs"/>
        </a:defRPr>
      </a:lvl3pPr>
      <a:lvl4pPr marL="1141413" indent="-227013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100000"/>
        <a:buFont typeface="Symbol" panose="05050102010706020507" pitchFamily="18" charset="2"/>
        <a:buChar char=""/>
        <a:defRPr sz="2000" kern="1200">
          <a:solidFill>
            <a:schemeClr val="tx2"/>
          </a:solidFill>
          <a:latin typeface="+mn-lt"/>
          <a:ea typeface="+mn-ea"/>
          <a:cs typeface="+mn-cs"/>
        </a:defRPr>
      </a:lvl4pPr>
      <a:lvl5pPr marL="1460500" indent="-227013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100000"/>
        <a:buFont typeface="Symbol" panose="05050102010706020507" pitchFamily="18" charset="2"/>
        <a:buChar char=""/>
        <a:defRPr sz="1600" kern="1200">
          <a:solidFill>
            <a:schemeClr val="tx2"/>
          </a:solidFill>
          <a:latin typeface="+mn-lt"/>
          <a:ea typeface="+mn-ea"/>
          <a:cs typeface="+mn-cs"/>
        </a:defRPr>
      </a:lvl5pPr>
      <a:lvl6pPr marL="1783036" indent="-228594" algn="l" defTabSz="914378" rtl="0" eaLnBrk="1" latinLnBrk="0" hangingPunct="1">
        <a:spcBef>
          <a:spcPts val="384"/>
        </a:spcBef>
        <a:buClr>
          <a:schemeClr val="accent1"/>
        </a:buClr>
        <a:buFont typeface="Symbol" pitchFamily="18" charset="2"/>
        <a:buChar char="*"/>
        <a:defRPr sz="1400" kern="1200">
          <a:solidFill>
            <a:schemeClr val="tx2"/>
          </a:solidFill>
          <a:latin typeface="+mn-lt"/>
          <a:ea typeface="+mn-ea"/>
          <a:cs typeface="+mn-cs"/>
        </a:defRPr>
      </a:lvl6pPr>
      <a:lvl7pPr marL="2103068" indent="-228594" algn="l" defTabSz="914378" rtl="0" eaLnBrk="1" latinLnBrk="0" hangingPunct="1">
        <a:spcBef>
          <a:spcPts val="384"/>
        </a:spcBef>
        <a:buClr>
          <a:schemeClr val="accent1"/>
        </a:buClr>
        <a:buFont typeface="Symbol" pitchFamily="18" charset="2"/>
        <a:buChar char="*"/>
        <a:defRPr sz="1400" kern="1200">
          <a:solidFill>
            <a:schemeClr val="tx2"/>
          </a:solidFill>
          <a:latin typeface="+mn-lt"/>
          <a:ea typeface="+mn-ea"/>
          <a:cs typeface="+mn-cs"/>
        </a:defRPr>
      </a:lvl7pPr>
      <a:lvl8pPr marL="2423099" indent="-228594" algn="l" defTabSz="914378" rtl="0" eaLnBrk="1" latinLnBrk="0" hangingPunct="1">
        <a:spcBef>
          <a:spcPts val="384"/>
        </a:spcBef>
        <a:buClr>
          <a:schemeClr val="accent1"/>
        </a:buClr>
        <a:buFont typeface="Symbol" pitchFamily="18" charset="2"/>
        <a:buChar char="*"/>
        <a:defRPr sz="1400" kern="1200">
          <a:solidFill>
            <a:schemeClr val="tx2"/>
          </a:solidFill>
          <a:latin typeface="+mn-lt"/>
          <a:ea typeface="+mn-ea"/>
          <a:cs typeface="+mn-cs"/>
        </a:defRPr>
      </a:lvl8pPr>
      <a:lvl9pPr marL="2743132" indent="-228594" algn="l" defTabSz="914378" rtl="0" eaLnBrk="1" latinLnBrk="0" hangingPunct="1">
        <a:spcBef>
          <a:spcPts val="384"/>
        </a:spcBef>
        <a:buClr>
          <a:schemeClr val="accent1"/>
        </a:buClr>
        <a:buFont typeface="Symbol" pitchFamily="18" charset="2"/>
        <a:buChar char="*"/>
        <a:defRPr sz="14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8" algn="l" defTabSz="9143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2" algn="l" defTabSz="9143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C30897E8-897E-4086-8C6D-6E8E36DF0D47}"/>
              </a:ext>
            </a:extLst>
          </p:cNvPr>
          <p:cNvSpPr/>
          <p:nvPr/>
        </p:nvSpPr>
        <p:spPr>
          <a:xfrm>
            <a:off x="228600" y="171450"/>
            <a:ext cx="8696325" cy="1392238"/>
          </a:xfrm>
          <a:prstGeom prst="roundRect">
            <a:avLst>
              <a:gd name="adj" fmla="val 3362"/>
            </a:avLst>
          </a:prstGeom>
          <a:gradFill>
            <a:gsLst>
              <a:gs pos="0">
                <a:schemeClr val="accent1">
                  <a:lumMod val="75000"/>
                </a:schemeClr>
              </a:gs>
              <a:gs pos="90000">
                <a:schemeClr val="accent1">
                  <a:lumMod val="60000"/>
                  <a:lumOff val="40000"/>
                </a:scheme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8580" tIns="34290" rIns="68580" bIns="34290" anchor="ctr"/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defRPr/>
            </a:pPr>
            <a:endParaRPr lang="en-US" altLang="zh-CN" b="0">
              <a:solidFill>
                <a:srgbClr val="FFFFFF"/>
              </a:solidFill>
              <a:latin typeface="Candara" panose="020E0502030303020204" pitchFamily="34" charset="0"/>
            </a:endParaRPr>
          </a:p>
        </p:txBody>
      </p:sp>
      <p:grpSp>
        <p:nvGrpSpPr>
          <p:cNvPr id="2051" name="Group 15">
            <a:extLst>
              <a:ext uri="{FF2B5EF4-FFF2-40B4-BE49-F238E27FC236}">
                <a16:creationId xmlns:a16="http://schemas.microsoft.com/office/drawing/2014/main" id="{07D8BE34-C0F1-4D56-90DD-B32E0E6CE92E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211138" y="987425"/>
            <a:ext cx="8723312" cy="647700"/>
            <a:chOff x="-3905251" y="4294188"/>
            <a:chExt cx="13027839" cy="1892300"/>
          </a:xfrm>
        </p:grpSpPr>
        <p:sp>
          <p:nvSpPr>
            <p:cNvPr id="2054" name="Freeform 14">
              <a:extLst>
                <a:ext uri="{FF2B5EF4-FFF2-40B4-BE49-F238E27FC236}">
                  <a16:creationId xmlns:a16="http://schemas.microsoft.com/office/drawing/2014/main" id="{41B36D10-E580-4D47-9511-2F6CD5D98388}"/>
                </a:ext>
              </a:extLst>
            </p:cNvPr>
            <p:cNvSpPr>
              <a:spLocks/>
            </p:cNvSpPr>
            <p:nvPr/>
          </p:nvSpPr>
          <p:spPr bwMode="hidden">
            <a:xfrm>
              <a:off x="4810006" y="4498260"/>
              <a:ext cx="4295986" cy="1020358"/>
            </a:xfrm>
            <a:custGeom>
              <a:avLst/>
              <a:gdLst>
                <a:gd name="T0" fmla="*/ 2147483646 w 2706"/>
                <a:gd name="T1" fmla="*/ 0 h 640"/>
                <a:gd name="T2" fmla="*/ 2147483646 w 2706"/>
                <a:gd name="T3" fmla="*/ 0 h 640"/>
                <a:gd name="T4" fmla="*/ 2147483646 w 2706"/>
                <a:gd name="T5" fmla="*/ 2147483646 h 640"/>
                <a:gd name="T6" fmla="*/ 2147483646 w 2706"/>
                <a:gd name="T7" fmla="*/ 2147483646 h 640"/>
                <a:gd name="T8" fmla="*/ 2147483646 w 2706"/>
                <a:gd name="T9" fmla="*/ 2147483646 h 640"/>
                <a:gd name="T10" fmla="*/ 2147483646 w 2706"/>
                <a:gd name="T11" fmla="*/ 2147483646 h 640"/>
                <a:gd name="T12" fmla="*/ 2147483646 w 2706"/>
                <a:gd name="T13" fmla="*/ 2147483646 h 640"/>
                <a:gd name="T14" fmla="*/ 2147483646 w 2706"/>
                <a:gd name="T15" fmla="*/ 2147483646 h 640"/>
                <a:gd name="T16" fmla="*/ 2147483646 w 2706"/>
                <a:gd name="T17" fmla="*/ 2147483646 h 640"/>
                <a:gd name="T18" fmla="*/ 2147483646 w 2706"/>
                <a:gd name="T19" fmla="*/ 2147483646 h 640"/>
                <a:gd name="T20" fmla="*/ 2147483646 w 2706"/>
                <a:gd name="T21" fmla="*/ 2147483646 h 640"/>
                <a:gd name="T22" fmla="*/ 2147483646 w 2706"/>
                <a:gd name="T23" fmla="*/ 2147483646 h 640"/>
                <a:gd name="T24" fmla="*/ 2147483646 w 2706"/>
                <a:gd name="T25" fmla="*/ 2147483646 h 640"/>
                <a:gd name="T26" fmla="*/ 2147483646 w 2706"/>
                <a:gd name="T27" fmla="*/ 2147483646 h 640"/>
                <a:gd name="T28" fmla="*/ 2147483646 w 2706"/>
                <a:gd name="T29" fmla="*/ 2147483646 h 640"/>
                <a:gd name="T30" fmla="*/ 2147483646 w 2706"/>
                <a:gd name="T31" fmla="*/ 2147483646 h 640"/>
                <a:gd name="T32" fmla="*/ 2147483646 w 2706"/>
                <a:gd name="T33" fmla="*/ 2147483646 h 640"/>
                <a:gd name="T34" fmla="*/ 2147483646 w 2706"/>
                <a:gd name="T35" fmla="*/ 2147483646 h 640"/>
                <a:gd name="T36" fmla="*/ 0 w 2706"/>
                <a:gd name="T37" fmla="*/ 2147483646 h 640"/>
                <a:gd name="T38" fmla="*/ 0 w 2706"/>
                <a:gd name="T39" fmla="*/ 2147483646 h 640"/>
                <a:gd name="T40" fmla="*/ 2147483646 w 2706"/>
                <a:gd name="T41" fmla="*/ 2147483646 h 640"/>
                <a:gd name="T42" fmla="*/ 2147483646 w 2706"/>
                <a:gd name="T43" fmla="*/ 2147483646 h 640"/>
                <a:gd name="T44" fmla="*/ 2147483646 w 2706"/>
                <a:gd name="T45" fmla="*/ 2147483646 h 640"/>
                <a:gd name="T46" fmla="*/ 2147483646 w 2706"/>
                <a:gd name="T47" fmla="*/ 2147483646 h 640"/>
                <a:gd name="T48" fmla="*/ 2147483646 w 2706"/>
                <a:gd name="T49" fmla="*/ 2147483646 h 640"/>
                <a:gd name="T50" fmla="*/ 2147483646 w 2706"/>
                <a:gd name="T51" fmla="*/ 2147483646 h 640"/>
                <a:gd name="T52" fmla="*/ 2147483646 w 2706"/>
                <a:gd name="T53" fmla="*/ 2147483646 h 640"/>
                <a:gd name="T54" fmla="*/ 2147483646 w 2706"/>
                <a:gd name="T55" fmla="*/ 2147483646 h 640"/>
                <a:gd name="T56" fmla="*/ 2147483646 w 2706"/>
                <a:gd name="T57" fmla="*/ 2147483646 h 640"/>
                <a:gd name="T58" fmla="*/ 2147483646 w 2706"/>
                <a:gd name="T59" fmla="*/ 2147483646 h 640"/>
                <a:gd name="T60" fmla="*/ 2147483646 w 2706"/>
                <a:gd name="T61" fmla="*/ 2147483646 h 640"/>
                <a:gd name="T62" fmla="*/ 2147483646 w 2706"/>
                <a:gd name="T63" fmla="*/ 2147483646 h 640"/>
                <a:gd name="T64" fmla="*/ 2147483646 w 2706"/>
                <a:gd name="T65" fmla="*/ 2147483646 h 640"/>
                <a:gd name="T66" fmla="*/ 2147483646 w 2706"/>
                <a:gd name="T67" fmla="*/ 2147483646 h 640"/>
                <a:gd name="T68" fmla="*/ 2147483646 w 2706"/>
                <a:gd name="T69" fmla="*/ 2147483646 h 640"/>
                <a:gd name="T70" fmla="*/ 2147483646 w 2706"/>
                <a:gd name="T71" fmla="*/ 2147483646 h 640"/>
                <a:gd name="T72" fmla="*/ 2147483646 w 2706"/>
                <a:gd name="T73" fmla="*/ 2147483646 h 640"/>
                <a:gd name="T74" fmla="*/ 2147483646 w 2706"/>
                <a:gd name="T75" fmla="*/ 2147483646 h 640"/>
                <a:gd name="T76" fmla="*/ 2147483646 w 2706"/>
                <a:gd name="T77" fmla="*/ 2147483646 h 640"/>
                <a:gd name="T78" fmla="*/ 2147483646 w 2706"/>
                <a:gd name="T79" fmla="*/ 2147483646 h 640"/>
                <a:gd name="T80" fmla="*/ 2147483646 w 2706"/>
                <a:gd name="T81" fmla="*/ 2147483646 h 640"/>
                <a:gd name="T82" fmla="*/ 2147483646 w 2706"/>
                <a:gd name="T83" fmla="*/ 2147483646 h 640"/>
                <a:gd name="T84" fmla="*/ 2147483646 w 2706"/>
                <a:gd name="T85" fmla="*/ 2147483646 h 640"/>
                <a:gd name="T86" fmla="*/ 2147483646 w 2706"/>
                <a:gd name="T87" fmla="*/ 2147483646 h 640"/>
                <a:gd name="T88" fmla="*/ 2147483646 w 2706"/>
                <a:gd name="T89" fmla="*/ 2147483646 h 640"/>
                <a:gd name="T90" fmla="*/ 2147483646 w 2706"/>
                <a:gd name="T91" fmla="*/ 2147483646 h 640"/>
                <a:gd name="T92" fmla="*/ 2147483646 w 2706"/>
                <a:gd name="T93" fmla="*/ 2147483646 h 640"/>
                <a:gd name="T94" fmla="*/ 2147483646 w 2706"/>
                <a:gd name="T95" fmla="*/ 2147483646 h 640"/>
                <a:gd name="T96" fmla="*/ 2147483646 w 2706"/>
                <a:gd name="T97" fmla="*/ 2147483646 h 640"/>
                <a:gd name="T98" fmla="*/ 2147483646 w 2706"/>
                <a:gd name="T99" fmla="*/ 2147483646 h 640"/>
                <a:gd name="T100" fmla="*/ 2147483646 w 2706"/>
                <a:gd name="T101" fmla="*/ 2147483646 h 640"/>
                <a:gd name="T102" fmla="*/ 2147483646 w 2706"/>
                <a:gd name="T103" fmla="*/ 2147483646 h 640"/>
                <a:gd name="T104" fmla="*/ 2147483646 w 2706"/>
                <a:gd name="T105" fmla="*/ 2147483646 h 640"/>
                <a:gd name="T106" fmla="*/ 2147483646 w 2706"/>
                <a:gd name="T107" fmla="*/ 0 h 640"/>
                <a:gd name="T108" fmla="*/ 2147483646 w 2706"/>
                <a:gd name="T109" fmla="*/ 0 h 640"/>
                <a:gd name="T110" fmla="*/ 2147483646 w 2706"/>
                <a:gd name="T111" fmla="*/ 0 h 640"/>
                <a:gd name="T112" fmla="*/ 2147483646 w 2706"/>
                <a:gd name="T113" fmla="*/ 0 h 640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</a:gdLst>
              <a:ahLst/>
              <a:cxnLst>
                <a:cxn ang="T114">
                  <a:pos x="T0" y="T1"/>
                </a:cxn>
                <a:cxn ang="T115">
                  <a:pos x="T2" y="T3"/>
                </a:cxn>
                <a:cxn ang="T116">
                  <a:pos x="T4" y="T5"/>
                </a:cxn>
                <a:cxn ang="T117">
                  <a:pos x="T6" y="T7"/>
                </a:cxn>
                <a:cxn ang="T118">
                  <a:pos x="T8" y="T9"/>
                </a:cxn>
                <a:cxn ang="T119">
                  <a:pos x="T10" y="T11"/>
                </a:cxn>
                <a:cxn ang="T120">
                  <a:pos x="T12" y="T13"/>
                </a:cxn>
                <a:cxn ang="T121">
                  <a:pos x="T14" y="T15"/>
                </a:cxn>
                <a:cxn ang="T122">
                  <a:pos x="T16" y="T17"/>
                </a:cxn>
                <a:cxn ang="T123">
                  <a:pos x="T18" y="T19"/>
                </a:cxn>
                <a:cxn ang="T124">
                  <a:pos x="T20" y="T21"/>
                </a:cxn>
                <a:cxn ang="T125">
                  <a:pos x="T22" y="T23"/>
                </a:cxn>
                <a:cxn ang="T126">
                  <a:pos x="T24" y="T25"/>
                </a:cxn>
                <a:cxn ang="T127">
                  <a:pos x="T26" y="T27"/>
                </a:cxn>
                <a:cxn ang="T128">
                  <a:pos x="T28" y="T29"/>
                </a:cxn>
                <a:cxn ang="T129">
                  <a:pos x="T30" y="T31"/>
                </a:cxn>
                <a:cxn ang="T130">
                  <a:pos x="T32" y="T33"/>
                </a:cxn>
                <a:cxn ang="T131">
                  <a:pos x="T34" y="T35"/>
                </a:cxn>
                <a:cxn ang="T132">
                  <a:pos x="T36" y="T37"/>
                </a:cxn>
                <a:cxn ang="T133">
                  <a:pos x="T38" y="T39"/>
                </a:cxn>
                <a:cxn ang="T134">
                  <a:pos x="T40" y="T41"/>
                </a:cxn>
                <a:cxn ang="T135">
                  <a:pos x="T42" y="T43"/>
                </a:cxn>
                <a:cxn ang="T136">
                  <a:pos x="T44" y="T45"/>
                </a:cxn>
                <a:cxn ang="T137">
                  <a:pos x="T46" y="T47"/>
                </a:cxn>
                <a:cxn ang="T138">
                  <a:pos x="T48" y="T49"/>
                </a:cxn>
                <a:cxn ang="T139">
                  <a:pos x="T50" y="T51"/>
                </a:cxn>
                <a:cxn ang="T140">
                  <a:pos x="T52" y="T53"/>
                </a:cxn>
                <a:cxn ang="T141">
                  <a:pos x="T54" y="T55"/>
                </a:cxn>
                <a:cxn ang="T142">
                  <a:pos x="T56" y="T57"/>
                </a:cxn>
                <a:cxn ang="T143">
                  <a:pos x="T58" y="T59"/>
                </a:cxn>
                <a:cxn ang="T144">
                  <a:pos x="T60" y="T61"/>
                </a:cxn>
                <a:cxn ang="T145">
                  <a:pos x="T62" y="T63"/>
                </a:cxn>
                <a:cxn ang="T146">
                  <a:pos x="T64" y="T65"/>
                </a:cxn>
                <a:cxn ang="T147">
                  <a:pos x="T66" y="T67"/>
                </a:cxn>
                <a:cxn ang="T148">
                  <a:pos x="T68" y="T69"/>
                </a:cxn>
                <a:cxn ang="T149">
                  <a:pos x="T70" y="T71"/>
                </a:cxn>
                <a:cxn ang="T150">
                  <a:pos x="T72" y="T73"/>
                </a:cxn>
                <a:cxn ang="T151">
                  <a:pos x="T74" y="T75"/>
                </a:cxn>
                <a:cxn ang="T152">
                  <a:pos x="T76" y="T77"/>
                </a:cxn>
                <a:cxn ang="T153">
                  <a:pos x="T78" y="T79"/>
                </a:cxn>
                <a:cxn ang="T154">
                  <a:pos x="T80" y="T81"/>
                </a:cxn>
                <a:cxn ang="T155">
                  <a:pos x="T82" y="T83"/>
                </a:cxn>
                <a:cxn ang="T156">
                  <a:pos x="T84" y="T85"/>
                </a:cxn>
                <a:cxn ang="T157">
                  <a:pos x="T86" y="T87"/>
                </a:cxn>
                <a:cxn ang="T158">
                  <a:pos x="T88" y="T89"/>
                </a:cxn>
                <a:cxn ang="T159">
                  <a:pos x="T90" y="T91"/>
                </a:cxn>
                <a:cxn ang="T160">
                  <a:pos x="T92" y="T93"/>
                </a:cxn>
                <a:cxn ang="T161">
                  <a:pos x="T94" y="T95"/>
                </a:cxn>
                <a:cxn ang="T162">
                  <a:pos x="T96" y="T97"/>
                </a:cxn>
                <a:cxn ang="T163">
                  <a:pos x="T98" y="T99"/>
                </a:cxn>
                <a:cxn ang="T164">
                  <a:pos x="T100" y="T101"/>
                </a:cxn>
                <a:cxn ang="T165">
                  <a:pos x="T102" y="T103"/>
                </a:cxn>
                <a:cxn ang="T166">
                  <a:pos x="T104" y="T105"/>
                </a:cxn>
                <a:cxn ang="T167">
                  <a:pos x="T106" y="T107"/>
                </a:cxn>
                <a:cxn ang="T168">
                  <a:pos x="T108" y="T109"/>
                </a:cxn>
                <a:cxn ang="T169">
                  <a:pos x="T110" y="T111"/>
                </a:cxn>
                <a:cxn ang="T170">
                  <a:pos x="T112" y="T113"/>
                </a:cxn>
              </a:cxnLst>
              <a:rect l="0" t="0" r="r" b="b"/>
              <a:pathLst>
                <a:path w="2706" h="640">
                  <a:moveTo>
                    <a:pt x="2700" y="0"/>
                  </a:moveTo>
                  <a:lnTo>
                    <a:pt x="2700" y="0"/>
                  </a:lnTo>
                  <a:lnTo>
                    <a:pt x="2586" y="18"/>
                  </a:lnTo>
                  <a:lnTo>
                    <a:pt x="2470" y="38"/>
                  </a:lnTo>
                  <a:lnTo>
                    <a:pt x="2352" y="60"/>
                  </a:lnTo>
                  <a:lnTo>
                    <a:pt x="2230" y="82"/>
                  </a:lnTo>
                  <a:lnTo>
                    <a:pt x="2106" y="108"/>
                  </a:lnTo>
                  <a:lnTo>
                    <a:pt x="1978" y="134"/>
                  </a:lnTo>
                  <a:lnTo>
                    <a:pt x="1848" y="164"/>
                  </a:lnTo>
                  <a:lnTo>
                    <a:pt x="1714" y="194"/>
                  </a:lnTo>
                  <a:lnTo>
                    <a:pt x="1472" y="252"/>
                  </a:lnTo>
                  <a:lnTo>
                    <a:pt x="1236" y="304"/>
                  </a:lnTo>
                  <a:lnTo>
                    <a:pt x="1010" y="352"/>
                  </a:lnTo>
                  <a:lnTo>
                    <a:pt x="792" y="398"/>
                  </a:lnTo>
                  <a:lnTo>
                    <a:pt x="584" y="438"/>
                  </a:lnTo>
                  <a:lnTo>
                    <a:pt x="382" y="474"/>
                  </a:lnTo>
                  <a:lnTo>
                    <a:pt x="188" y="508"/>
                  </a:lnTo>
                  <a:lnTo>
                    <a:pt x="0" y="538"/>
                  </a:lnTo>
                  <a:lnTo>
                    <a:pt x="130" y="556"/>
                  </a:lnTo>
                  <a:lnTo>
                    <a:pt x="254" y="572"/>
                  </a:lnTo>
                  <a:lnTo>
                    <a:pt x="374" y="586"/>
                  </a:lnTo>
                  <a:lnTo>
                    <a:pt x="492" y="598"/>
                  </a:lnTo>
                  <a:lnTo>
                    <a:pt x="606" y="610"/>
                  </a:lnTo>
                  <a:lnTo>
                    <a:pt x="716" y="618"/>
                  </a:lnTo>
                  <a:lnTo>
                    <a:pt x="822" y="626"/>
                  </a:lnTo>
                  <a:lnTo>
                    <a:pt x="926" y="632"/>
                  </a:lnTo>
                  <a:lnTo>
                    <a:pt x="1028" y="636"/>
                  </a:lnTo>
                  <a:lnTo>
                    <a:pt x="1126" y="638"/>
                  </a:lnTo>
                  <a:lnTo>
                    <a:pt x="1220" y="640"/>
                  </a:lnTo>
                  <a:lnTo>
                    <a:pt x="1312" y="640"/>
                  </a:lnTo>
                  <a:lnTo>
                    <a:pt x="1402" y="638"/>
                  </a:lnTo>
                  <a:lnTo>
                    <a:pt x="1490" y="636"/>
                  </a:lnTo>
                  <a:lnTo>
                    <a:pt x="1574" y="632"/>
                  </a:lnTo>
                  <a:lnTo>
                    <a:pt x="1656" y="626"/>
                  </a:lnTo>
                  <a:lnTo>
                    <a:pt x="1734" y="620"/>
                  </a:lnTo>
                  <a:lnTo>
                    <a:pt x="1812" y="612"/>
                  </a:lnTo>
                  <a:lnTo>
                    <a:pt x="1886" y="602"/>
                  </a:lnTo>
                  <a:lnTo>
                    <a:pt x="1960" y="592"/>
                  </a:lnTo>
                  <a:lnTo>
                    <a:pt x="2030" y="580"/>
                  </a:lnTo>
                  <a:lnTo>
                    <a:pt x="2100" y="568"/>
                  </a:lnTo>
                  <a:lnTo>
                    <a:pt x="2166" y="554"/>
                  </a:lnTo>
                  <a:lnTo>
                    <a:pt x="2232" y="540"/>
                  </a:lnTo>
                  <a:lnTo>
                    <a:pt x="2296" y="524"/>
                  </a:lnTo>
                  <a:lnTo>
                    <a:pt x="2358" y="508"/>
                  </a:lnTo>
                  <a:lnTo>
                    <a:pt x="2418" y="490"/>
                  </a:lnTo>
                  <a:lnTo>
                    <a:pt x="2478" y="472"/>
                  </a:lnTo>
                  <a:lnTo>
                    <a:pt x="2592" y="432"/>
                  </a:lnTo>
                  <a:lnTo>
                    <a:pt x="2702" y="390"/>
                  </a:lnTo>
                  <a:lnTo>
                    <a:pt x="2706" y="388"/>
                  </a:lnTo>
                  <a:lnTo>
                    <a:pt x="2706" y="0"/>
                  </a:lnTo>
                  <a:lnTo>
                    <a:pt x="2700" y="0"/>
                  </a:lnTo>
                  <a:close/>
                </a:path>
              </a:pathLst>
            </a:custGeom>
            <a:solidFill>
              <a:schemeClr val="bg2">
                <a:alpha val="29019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055" name="Freeform 18">
              <a:extLst>
                <a:ext uri="{FF2B5EF4-FFF2-40B4-BE49-F238E27FC236}">
                  <a16:creationId xmlns:a16="http://schemas.microsoft.com/office/drawing/2014/main" id="{F72E6884-F1D8-4537-8C13-E1D8A648E3F3}"/>
                </a:ext>
              </a:extLst>
            </p:cNvPr>
            <p:cNvSpPr>
              <a:spLocks/>
            </p:cNvSpPr>
            <p:nvPr/>
          </p:nvSpPr>
          <p:spPr bwMode="hidden">
            <a:xfrm>
              <a:off x="-308667" y="4317379"/>
              <a:ext cx="8279020" cy="1210514"/>
            </a:xfrm>
            <a:custGeom>
              <a:avLst/>
              <a:gdLst>
                <a:gd name="T0" fmla="*/ 2147483646 w 5216"/>
                <a:gd name="T1" fmla="*/ 2147483646 h 762"/>
                <a:gd name="T2" fmla="*/ 2147483646 w 5216"/>
                <a:gd name="T3" fmla="*/ 2147483646 h 762"/>
                <a:gd name="T4" fmla="*/ 2147483646 w 5216"/>
                <a:gd name="T5" fmla="*/ 2147483646 h 762"/>
                <a:gd name="T6" fmla="*/ 2147483646 w 5216"/>
                <a:gd name="T7" fmla="*/ 2147483646 h 762"/>
                <a:gd name="T8" fmla="*/ 2147483646 w 5216"/>
                <a:gd name="T9" fmla="*/ 2147483646 h 762"/>
                <a:gd name="T10" fmla="*/ 2147483646 w 5216"/>
                <a:gd name="T11" fmla="*/ 2147483646 h 762"/>
                <a:gd name="T12" fmla="*/ 2147483646 w 5216"/>
                <a:gd name="T13" fmla="*/ 2147483646 h 762"/>
                <a:gd name="T14" fmla="*/ 2147483646 w 5216"/>
                <a:gd name="T15" fmla="*/ 2147483646 h 762"/>
                <a:gd name="T16" fmla="*/ 2147483646 w 5216"/>
                <a:gd name="T17" fmla="*/ 2147483646 h 762"/>
                <a:gd name="T18" fmla="*/ 2147483646 w 5216"/>
                <a:gd name="T19" fmla="*/ 2147483646 h 762"/>
                <a:gd name="T20" fmla="*/ 2147483646 w 5216"/>
                <a:gd name="T21" fmla="*/ 2147483646 h 762"/>
                <a:gd name="T22" fmla="*/ 2147483646 w 5216"/>
                <a:gd name="T23" fmla="*/ 2147483646 h 762"/>
                <a:gd name="T24" fmla="*/ 2147483646 w 5216"/>
                <a:gd name="T25" fmla="*/ 2147483646 h 762"/>
                <a:gd name="T26" fmla="*/ 2147483646 w 5216"/>
                <a:gd name="T27" fmla="*/ 0 h 762"/>
                <a:gd name="T28" fmla="*/ 2147483646 w 5216"/>
                <a:gd name="T29" fmla="*/ 2147483646 h 762"/>
                <a:gd name="T30" fmla="*/ 2147483646 w 5216"/>
                <a:gd name="T31" fmla="*/ 2147483646 h 762"/>
                <a:gd name="T32" fmla="*/ 0 w 5216"/>
                <a:gd name="T33" fmla="*/ 2147483646 h 762"/>
                <a:gd name="T34" fmla="*/ 2147483646 w 5216"/>
                <a:gd name="T35" fmla="*/ 2147483646 h 762"/>
                <a:gd name="T36" fmla="*/ 2147483646 w 5216"/>
                <a:gd name="T37" fmla="*/ 2147483646 h 762"/>
                <a:gd name="T38" fmla="*/ 2147483646 w 5216"/>
                <a:gd name="T39" fmla="*/ 2147483646 h 762"/>
                <a:gd name="T40" fmla="*/ 2147483646 w 5216"/>
                <a:gd name="T41" fmla="*/ 2147483646 h 762"/>
                <a:gd name="T42" fmla="*/ 2147483646 w 5216"/>
                <a:gd name="T43" fmla="*/ 2147483646 h 762"/>
                <a:gd name="T44" fmla="*/ 2147483646 w 5216"/>
                <a:gd name="T45" fmla="*/ 2147483646 h 762"/>
                <a:gd name="T46" fmla="*/ 2147483646 w 5216"/>
                <a:gd name="T47" fmla="*/ 2147483646 h 762"/>
                <a:gd name="T48" fmla="*/ 2147483646 w 5216"/>
                <a:gd name="T49" fmla="*/ 2147483646 h 762"/>
                <a:gd name="T50" fmla="*/ 2147483646 w 5216"/>
                <a:gd name="T51" fmla="*/ 2147483646 h 762"/>
                <a:gd name="T52" fmla="*/ 2147483646 w 5216"/>
                <a:gd name="T53" fmla="*/ 2147483646 h 762"/>
                <a:gd name="T54" fmla="*/ 2147483646 w 5216"/>
                <a:gd name="T55" fmla="*/ 2147483646 h 762"/>
                <a:gd name="T56" fmla="*/ 2147483646 w 5216"/>
                <a:gd name="T57" fmla="*/ 2147483646 h 762"/>
                <a:gd name="T58" fmla="*/ 2147483646 w 5216"/>
                <a:gd name="T59" fmla="*/ 2147483646 h 762"/>
                <a:gd name="T60" fmla="*/ 2147483646 w 5216"/>
                <a:gd name="T61" fmla="*/ 2147483646 h 762"/>
                <a:gd name="T62" fmla="*/ 2147483646 w 5216"/>
                <a:gd name="T63" fmla="*/ 2147483646 h 762"/>
                <a:gd name="T64" fmla="*/ 2147483646 w 5216"/>
                <a:gd name="T65" fmla="*/ 2147483646 h 762"/>
                <a:gd name="T66" fmla="*/ 2147483646 w 5216"/>
                <a:gd name="T67" fmla="*/ 2147483646 h 762"/>
                <a:gd name="T68" fmla="*/ 2147483646 w 5216"/>
                <a:gd name="T69" fmla="*/ 2147483646 h 762"/>
                <a:gd name="T70" fmla="*/ 2147483646 w 5216"/>
                <a:gd name="T71" fmla="*/ 2147483646 h 762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</a:gdLst>
              <a:ahLst/>
              <a:cxnLst>
                <a:cxn ang="T72">
                  <a:pos x="T0" y="T1"/>
                </a:cxn>
                <a:cxn ang="T73">
                  <a:pos x="T2" y="T3"/>
                </a:cxn>
                <a:cxn ang="T74">
                  <a:pos x="T4" y="T5"/>
                </a:cxn>
                <a:cxn ang="T75">
                  <a:pos x="T6" y="T7"/>
                </a:cxn>
                <a:cxn ang="T76">
                  <a:pos x="T8" y="T9"/>
                </a:cxn>
                <a:cxn ang="T77">
                  <a:pos x="T10" y="T11"/>
                </a:cxn>
                <a:cxn ang="T78">
                  <a:pos x="T12" y="T13"/>
                </a:cxn>
                <a:cxn ang="T79">
                  <a:pos x="T14" y="T15"/>
                </a:cxn>
                <a:cxn ang="T80">
                  <a:pos x="T16" y="T17"/>
                </a:cxn>
                <a:cxn ang="T81">
                  <a:pos x="T18" y="T19"/>
                </a:cxn>
                <a:cxn ang="T82">
                  <a:pos x="T20" y="T21"/>
                </a:cxn>
                <a:cxn ang="T83">
                  <a:pos x="T22" y="T23"/>
                </a:cxn>
                <a:cxn ang="T84">
                  <a:pos x="T24" y="T25"/>
                </a:cxn>
                <a:cxn ang="T85">
                  <a:pos x="T26" y="T27"/>
                </a:cxn>
                <a:cxn ang="T86">
                  <a:pos x="T28" y="T29"/>
                </a:cxn>
                <a:cxn ang="T87">
                  <a:pos x="T30" y="T31"/>
                </a:cxn>
                <a:cxn ang="T88">
                  <a:pos x="T32" y="T33"/>
                </a:cxn>
                <a:cxn ang="T89">
                  <a:pos x="T34" y="T35"/>
                </a:cxn>
                <a:cxn ang="T90">
                  <a:pos x="T36" y="T37"/>
                </a:cxn>
                <a:cxn ang="T91">
                  <a:pos x="T38" y="T39"/>
                </a:cxn>
                <a:cxn ang="T92">
                  <a:pos x="T40" y="T41"/>
                </a:cxn>
                <a:cxn ang="T93">
                  <a:pos x="T42" y="T43"/>
                </a:cxn>
                <a:cxn ang="T94">
                  <a:pos x="T44" y="T45"/>
                </a:cxn>
                <a:cxn ang="T95">
                  <a:pos x="T46" y="T47"/>
                </a:cxn>
                <a:cxn ang="T96">
                  <a:pos x="T48" y="T49"/>
                </a:cxn>
                <a:cxn ang="T97">
                  <a:pos x="T50" y="T51"/>
                </a:cxn>
                <a:cxn ang="T98">
                  <a:pos x="T52" y="T53"/>
                </a:cxn>
                <a:cxn ang="T99">
                  <a:pos x="T54" y="T55"/>
                </a:cxn>
                <a:cxn ang="T100">
                  <a:pos x="T56" y="T57"/>
                </a:cxn>
                <a:cxn ang="T101">
                  <a:pos x="T58" y="T59"/>
                </a:cxn>
                <a:cxn ang="T102">
                  <a:pos x="T60" y="T61"/>
                </a:cxn>
                <a:cxn ang="T103">
                  <a:pos x="T62" y="T63"/>
                </a:cxn>
                <a:cxn ang="T104">
                  <a:pos x="T64" y="T65"/>
                </a:cxn>
                <a:cxn ang="T105">
                  <a:pos x="T66" y="T67"/>
                </a:cxn>
                <a:cxn ang="T106">
                  <a:pos x="T68" y="T69"/>
                </a:cxn>
                <a:cxn ang="T107">
                  <a:pos x="T70" y="T71"/>
                </a:cxn>
              </a:cxnLst>
              <a:rect l="0" t="0" r="r" b="b"/>
              <a:pathLst>
                <a:path w="5216" h="762">
                  <a:moveTo>
                    <a:pt x="5216" y="714"/>
                  </a:moveTo>
                  <a:lnTo>
                    <a:pt x="5216" y="714"/>
                  </a:lnTo>
                  <a:lnTo>
                    <a:pt x="5102" y="700"/>
                  </a:lnTo>
                  <a:lnTo>
                    <a:pt x="4984" y="686"/>
                  </a:lnTo>
                  <a:lnTo>
                    <a:pt x="4738" y="652"/>
                  </a:lnTo>
                  <a:lnTo>
                    <a:pt x="4478" y="610"/>
                  </a:lnTo>
                  <a:lnTo>
                    <a:pt x="4204" y="564"/>
                  </a:lnTo>
                  <a:lnTo>
                    <a:pt x="3914" y="508"/>
                  </a:lnTo>
                  <a:lnTo>
                    <a:pt x="3608" y="446"/>
                  </a:lnTo>
                  <a:lnTo>
                    <a:pt x="3286" y="374"/>
                  </a:lnTo>
                  <a:lnTo>
                    <a:pt x="2946" y="296"/>
                  </a:lnTo>
                  <a:lnTo>
                    <a:pt x="2812" y="266"/>
                  </a:lnTo>
                  <a:lnTo>
                    <a:pt x="2682" y="236"/>
                  </a:lnTo>
                  <a:lnTo>
                    <a:pt x="2556" y="210"/>
                  </a:lnTo>
                  <a:lnTo>
                    <a:pt x="2430" y="184"/>
                  </a:lnTo>
                  <a:lnTo>
                    <a:pt x="2308" y="162"/>
                  </a:lnTo>
                  <a:lnTo>
                    <a:pt x="2190" y="140"/>
                  </a:lnTo>
                  <a:lnTo>
                    <a:pt x="2074" y="120"/>
                  </a:lnTo>
                  <a:lnTo>
                    <a:pt x="1960" y="102"/>
                  </a:lnTo>
                  <a:lnTo>
                    <a:pt x="1850" y="86"/>
                  </a:lnTo>
                  <a:lnTo>
                    <a:pt x="1740" y="72"/>
                  </a:lnTo>
                  <a:lnTo>
                    <a:pt x="1532" y="46"/>
                  </a:lnTo>
                  <a:lnTo>
                    <a:pt x="1334" y="28"/>
                  </a:lnTo>
                  <a:lnTo>
                    <a:pt x="1148" y="14"/>
                  </a:lnTo>
                  <a:lnTo>
                    <a:pt x="970" y="4"/>
                  </a:lnTo>
                  <a:lnTo>
                    <a:pt x="802" y="0"/>
                  </a:lnTo>
                  <a:lnTo>
                    <a:pt x="644" y="0"/>
                  </a:lnTo>
                  <a:lnTo>
                    <a:pt x="496" y="4"/>
                  </a:lnTo>
                  <a:lnTo>
                    <a:pt x="358" y="10"/>
                  </a:lnTo>
                  <a:lnTo>
                    <a:pt x="230" y="20"/>
                  </a:lnTo>
                  <a:lnTo>
                    <a:pt x="110" y="32"/>
                  </a:lnTo>
                  <a:lnTo>
                    <a:pt x="0" y="48"/>
                  </a:lnTo>
                  <a:lnTo>
                    <a:pt x="154" y="66"/>
                  </a:lnTo>
                  <a:lnTo>
                    <a:pt x="314" y="86"/>
                  </a:lnTo>
                  <a:lnTo>
                    <a:pt x="480" y="112"/>
                  </a:lnTo>
                  <a:lnTo>
                    <a:pt x="652" y="140"/>
                  </a:lnTo>
                  <a:lnTo>
                    <a:pt x="830" y="174"/>
                  </a:lnTo>
                  <a:lnTo>
                    <a:pt x="1014" y="210"/>
                  </a:lnTo>
                  <a:lnTo>
                    <a:pt x="1206" y="250"/>
                  </a:lnTo>
                  <a:lnTo>
                    <a:pt x="1402" y="296"/>
                  </a:lnTo>
                  <a:lnTo>
                    <a:pt x="1756" y="378"/>
                  </a:lnTo>
                  <a:lnTo>
                    <a:pt x="2092" y="450"/>
                  </a:lnTo>
                  <a:lnTo>
                    <a:pt x="2408" y="516"/>
                  </a:lnTo>
                  <a:lnTo>
                    <a:pt x="2562" y="544"/>
                  </a:lnTo>
                  <a:lnTo>
                    <a:pt x="2708" y="572"/>
                  </a:lnTo>
                  <a:lnTo>
                    <a:pt x="2852" y="598"/>
                  </a:lnTo>
                  <a:lnTo>
                    <a:pt x="2992" y="620"/>
                  </a:lnTo>
                  <a:lnTo>
                    <a:pt x="3128" y="642"/>
                  </a:lnTo>
                  <a:lnTo>
                    <a:pt x="3260" y="662"/>
                  </a:lnTo>
                  <a:lnTo>
                    <a:pt x="3388" y="678"/>
                  </a:lnTo>
                  <a:lnTo>
                    <a:pt x="3512" y="694"/>
                  </a:lnTo>
                  <a:lnTo>
                    <a:pt x="3632" y="708"/>
                  </a:lnTo>
                  <a:lnTo>
                    <a:pt x="3750" y="722"/>
                  </a:lnTo>
                  <a:lnTo>
                    <a:pt x="3864" y="732"/>
                  </a:lnTo>
                  <a:lnTo>
                    <a:pt x="3974" y="740"/>
                  </a:lnTo>
                  <a:lnTo>
                    <a:pt x="4080" y="748"/>
                  </a:lnTo>
                  <a:lnTo>
                    <a:pt x="4184" y="754"/>
                  </a:lnTo>
                  <a:lnTo>
                    <a:pt x="4286" y="758"/>
                  </a:lnTo>
                  <a:lnTo>
                    <a:pt x="4384" y="762"/>
                  </a:lnTo>
                  <a:lnTo>
                    <a:pt x="4478" y="762"/>
                  </a:lnTo>
                  <a:lnTo>
                    <a:pt x="4570" y="762"/>
                  </a:lnTo>
                  <a:lnTo>
                    <a:pt x="4660" y="760"/>
                  </a:lnTo>
                  <a:lnTo>
                    <a:pt x="4746" y="758"/>
                  </a:lnTo>
                  <a:lnTo>
                    <a:pt x="4830" y="754"/>
                  </a:lnTo>
                  <a:lnTo>
                    <a:pt x="4912" y="748"/>
                  </a:lnTo>
                  <a:lnTo>
                    <a:pt x="4992" y="740"/>
                  </a:lnTo>
                  <a:lnTo>
                    <a:pt x="5068" y="732"/>
                  </a:lnTo>
                  <a:lnTo>
                    <a:pt x="5144" y="724"/>
                  </a:lnTo>
                  <a:lnTo>
                    <a:pt x="5216" y="714"/>
                  </a:lnTo>
                  <a:close/>
                </a:path>
              </a:pathLst>
            </a:custGeom>
            <a:solidFill>
              <a:schemeClr val="bg2">
                <a:alpha val="39999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056" name="Freeform 22">
              <a:extLst>
                <a:ext uri="{FF2B5EF4-FFF2-40B4-BE49-F238E27FC236}">
                  <a16:creationId xmlns:a16="http://schemas.microsoft.com/office/drawing/2014/main" id="{3BD110AD-02BE-4890-B6AE-BD9F2F4B45CC}"/>
                </a:ext>
              </a:extLst>
            </p:cNvPr>
            <p:cNvSpPr>
              <a:spLocks/>
            </p:cNvSpPr>
            <p:nvPr/>
          </p:nvSpPr>
          <p:spPr bwMode="hidden">
            <a:xfrm>
              <a:off x="4286" y="4335931"/>
              <a:ext cx="8165219" cy="1099202"/>
            </a:xfrm>
            <a:custGeom>
              <a:avLst/>
              <a:gdLst>
                <a:gd name="T0" fmla="*/ 0 w 5144"/>
                <a:gd name="T1" fmla="*/ 2147483646 h 694"/>
                <a:gd name="T2" fmla="*/ 0 w 5144"/>
                <a:gd name="T3" fmla="*/ 2147483646 h 694"/>
                <a:gd name="T4" fmla="*/ 2147483646 w 5144"/>
                <a:gd name="T5" fmla="*/ 2147483646 h 694"/>
                <a:gd name="T6" fmla="*/ 2147483646 w 5144"/>
                <a:gd name="T7" fmla="*/ 2147483646 h 694"/>
                <a:gd name="T8" fmla="*/ 2147483646 w 5144"/>
                <a:gd name="T9" fmla="*/ 2147483646 h 694"/>
                <a:gd name="T10" fmla="*/ 2147483646 w 5144"/>
                <a:gd name="T11" fmla="*/ 2147483646 h 694"/>
                <a:gd name="T12" fmla="*/ 2147483646 w 5144"/>
                <a:gd name="T13" fmla="*/ 2147483646 h 694"/>
                <a:gd name="T14" fmla="*/ 2147483646 w 5144"/>
                <a:gd name="T15" fmla="*/ 2147483646 h 694"/>
                <a:gd name="T16" fmla="*/ 2147483646 w 5144"/>
                <a:gd name="T17" fmla="*/ 2147483646 h 694"/>
                <a:gd name="T18" fmla="*/ 2147483646 w 5144"/>
                <a:gd name="T19" fmla="*/ 2147483646 h 694"/>
                <a:gd name="T20" fmla="*/ 2147483646 w 5144"/>
                <a:gd name="T21" fmla="*/ 2147483646 h 694"/>
                <a:gd name="T22" fmla="*/ 2147483646 w 5144"/>
                <a:gd name="T23" fmla="*/ 2147483646 h 694"/>
                <a:gd name="T24" fmla="*/ 2147483646 w 5144"/>
                <a:gd name="T25" fmla="*/ 0 h 694"/>
                <a:gd name="T26" fmla="*/ 2147483646 w 5144"/>
                <a:gd name="T27" fmla="*/ 2147483646 h 694"/>
                <a:gd name="T28" fmla="*/ 2147483646 w 5144"/>
                <a:gd name="T29" fmla="*/ 2147483646 h 694"/>
                <a:gd name="T30" fmla="*/ 2147483646 w 5144"/>
                <a:gd name="T31" fmla="*/ 2147483646 h 694"/>
                <a:gd name="T32" fmla="*/ 2147483646 w 5144"/>
                <a:gd name="T33" fmla="*/ 2147483646 h 694"/>
                <a:gd name="T34" fmla="*/ 2147483646 w 5144"/>
                <a:gd name="T35" fmla="*/ 2147483646 h 694"/>
                <a:gd name="T36" fmla="*/ 2147483646 w 5144"/>
                <a:gd name="T37" fmla="*/ 2147483646 h 694"/>
                <a:gd name="T38" fmla="*/ 2147483646 w 5144"/>
                <a:gd name="T39" fmla="*/ 2147483646 h 694"/>
                <a:gd name="T40" fmla="*/ 2147483646 w 5144"/>
                <a:gd name="T41" fmla="*/ 2147483646 h 694"/>
                <a:gd name="T42" fmla="*/ 2147483646 w 5144"/>
                <a:gd name="T43" fmla="*/ 2147483646 h 694"/>
                <a:gd name="T44" fmla="*/ 2147483646 w 5144"/>
                <a:gd name="T45" fmla="*/ 2147483646 h 694"/>
                <a:gd name="T46" fmla="*/ 2147483646 w 5144"/>
                <a:gd name="T47" fmla="*/ 2147483646 h 694"/>
                <a:gd name="T48" fmla="*/ 2147483646 w 5144"/>
                <a:gd name="T49" fmla="*/ 2147483646 h 694"/>
                <a:gd name="T50" fmla="*/ 2147483646 w 5144"/>
                <a:gd name="T51" fmla="*/ 2147483646 h 694"/>
                <a:gd name="T52" fmla="*/ 2147483646 w 5144"/>
                <a:gd name="T53" fmla="*/ 2147483646 h 694"/>
                <a:gd name="T54" fmla="*/ 2147483646 w 5144"/>
                <a:gd name="T55" fmla="*/ 2147483646 h 694"/>
                <a:gd name="T56" fmla="*/ 2147483646 w 5144"/>
                <a:gd name="T57" fmla="*/ 2147483646 h 694"/>
                <a:gd name="T58" fmla="*/ 2147483646 w 5144"/>
                <a:gd name="T59" fmla="*/ 2147483646 h 694"/>
                <a:gd name="T60" fmla="*/ 2147483646 w 5144"/>
                <a:gd name="T61" fmla="*/ 2147483646 h 694"/>
                <a:gd name="T62" fmla="*/ 0 60000 65536"/>
                <a:gd name="T63" fmla="*/ 0 60000 65536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</a:gdLst>
              <a:ahLst/>
              <a:cxnLst>
                <a:cxn ang="T62">
                  <a:pos x="T0" y="T1"/>
                </a:cxn>
                <a:cxn ang="T63">
                  <a:pos x="T2" y="T3"/>
                </a:cxn>
                <a:cxn ang="T64">
                  <a:pos x="T4" y="T5"/>
                </a:cxn>
                <a:cxn ang="T65">
                  <a:pos x="T6" y="T7"/>
                </a:cxn>
                <a:cxn ang="T66">
                  <a:pos x="T8" y="T9"/>
                </a:cxn>
                <a:cxn ang="T67">
                  <a:pos x="T10" y="T11"/>
                </a:cxn>
                <a:cxn ang="T68">
                  <a:pos x="T12" y="T13"/>
                </a:cxn>
                <a:cxn ang="T69">
                  <a:pos x="T14" y="T15"/>
                </a:cxn>
                <a:cxn ang="T70">
                  <a:pos x="T16" y="T17"/>
                </a:cxn>
                <a:cxn ang="T71">
                  <a:pos x="T18" y="T19"/>
                </a:cxn>
                <a:cxn ang="T72">
                  <a:pos x="T20" y="T21"/>
                </a:cxn>
                <a:cxn ang="T73">
                  <a:pos x="T22" y="T23"/>
                </a:cxn>
                <a:cxn ang="T74">
                  <a:pos x="T24" y="T25"/>
                </a:cxn>
                <a:cxn ang="T75">
                  <a:pos x="T26" y="T27"/>
                </a:cxn>
                <a:cxn ang="T76">
                  <a:pos x="T28" y="T29"/>
                </a:cxn>
                <a:cxn ang="T77">
                  <a:pos x="T30" y="T31"/>
                </a:cxn>
                <a:cxn ang="T78">
                  <a:pos x="T32" y="T33"/>
                </a:cxn>
                <a:cxn ang="T79">
                  <a:pos x="T34" y="T35"/>
                </a:cxn>
                <a:cxn ang="T80">
                  <a:pos x="T36" y="T37"/>
                </a:cxn>
                <a:cxn ang="T81">
                  <a:pos x="T38" y="T39"/>
                </a:cxn>
                <a:cxn ang="T82">
                  <a:pos x="T40" y="T41"/>
                </a:cxn>
                <a:cxn ang="T83">
                  <a:pos x="T42" y="T43"/>
                </a:cxn>
                <a:cxn ang="T84">
                  <a:pos x="T44" y="T45"/>
                </a:cxn>
                <a:cxn ang="T85">
                  <a:pos x="T46" y="T47"/>
                </a:cxn>
                <a:cxn ang="T86">
                  <a:pos x="T48" y="T49"/>
                </a:cxn>
                <a:cxn ang="T87">
                  <a:pos x="T50" y="T51"/>
                </a:cxn>
                <a:cxn ang="T88">
                  <a:pos x="T52" y="T53"/>
                </a:cxn>
                <a:cxn ang="T89">
                  <a:pos x="T54" y="T55"/>
                </a:cxn>
                <a:cxn ang="T90">
                  <a:pos x="T56" y="T57"/>
                </a:cxn>
                <a:cxn ang="T91">
                  <a:pos x="T58" y="T59"/>
                </a:cxn>
                <a:cxn ang="T92">
                  <a:pos x="T60" y="T61"/>
                </a:cxn>
              </a:cxnLst>
              <a:rect l="0" t="0" r="r" b="b"/>
              <a:pathLst>
                <a:path w="5144" h="694">
                  <a:moveTo>
                    <a:pt x="0" y="70"/>
                  </a:moveTo>
                  <a:lnTo>
                    <a:pt x="0" y="70"/>
                  </a:lnTo>
                  <a:lnTo>
                    <a:pt x="18" y="66"/>
                  </a:lnTo>
                  <a:lnTo>
                    <a:pt x="72" y="56"/>
                  </a:lnTo>
                  <a:lnTo>
                    <a:pt x="164" y="42"/>
                  </a:lnTo>
                  <a:lnTo>
                    <a:pt x="224" y="34"/>
                  </a:lnTo>
                  <a:lnTo>
                    <a:pt x="294" y="26"/>
                  </a:lnTo>
                  <a:lnTo>
                    <a:pt x="372" y="20"/>
                  </a:lnTo>
                  <a:lnTo>
                    <a:pt x="462" y="14"/>
                  </a:lnTo>
                  <a:lnTo>
                    <a:pt x="560" y="8"/>
                  </a:lnTo>
                  <a:lnTo>
                    <a:pt x="670" y="4"/>
                  </a:lnTo>
                  <a:lnTo>
                    <a:pt x="790" y="2"/>
                  </a:lnTo>
                  <a:lnTo>
                    <a:pt x="920" y="0"/>
                  </a:lnTo>
                  <a:lnTo>
                    <a:pt x="1060" y="2"/>
                  </a:lnTo>
                  <a:lnTo>
                    <a:pt x="1210" y="6"/>
                  </a:lnTo>
                  <a:lnTo>
                    <a:pt x="1372" y="14"/>
                  </a:lnTo>
                  <a:lnTo>
                    <a:pt x="1544" y="24"/>
                  </a:lnTo>
                  <a:lnTo>
                    <a:pt x="1726" y="40"/>
                  </a:lnTo>
                  <a:lnTo>
                    <a:pt x="1920" y="58"/>
                  </a:lnTo>
                  <a:lnTo>
                    <a:pt x="2126" y="80"/>
                  </a:lnTo>
                  <a:lnTo>
                    <a:pt x="2342" y="106"/>
                  </a:lnTo>
                  <a:lnTo>
                    <a:pt x="2570" y="138"/>
                  </a:lnTo>
                  <a:lnTo>
                    <a:pt x="2808" y="174"/>
                  </a:lnTo>
                  <a:lnTo>
                    <a:pt x="3058" y="216"/>
                  </a:lnTo>
                  <a:lnTo>
                    <a:pt x="3320" y="266"/>
                  </a:lnTo>
                  <a:lnTo>
                    <a:pt x="3594" y="320"/>
                  </a:lnTo>
                  <a:lnTo>
                    <a:pt x="3880" y="380"/>
                  </a:lnTo>
                  <a:lnTo>
                    <a:pt x="4178" y="448"/>
                  </a:lnTo>
                  <a:lnTo>
                    <a:pt x="4488" y="522"/>
                  </a:lnTo>
                  <a:lnTo>
                    <a:pt x="4810" y="604"/>
                  </a:lnTo>
                  <a:lnTo>
                    <a:pt x="5144" y="694"/>
                  </a:lnTo>
                </a:path>
              </a:pathLst>
            </a:custGeom>
            <a:noFill/>
            <a:ln w="12">
              <a:solidFill>
                <a:srgbClr val="FFFFFF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057" name="Freeform 26">
              <a:extLst>
                <a:ext uri="{FF2B5EF4-FFF2-40B4-BE49-F238E27FC236}">
                  <a16:creationId xmlns:a16="http://schemas.microsoft.com/office/drawing/2014/main" id="{85DBBD3C-BF3E-4373-A989-1D30B38C9C8F}"/>
                </a:ext>
              </a:extLst>
            </p:cNvPr>
            <p:cNvSpPr>
              <a:spLocks/>
            </p:cNvSpPr>
            <p:nvPr/>
          </p:nvSpPr>
          <p:spPr bwMode="hidden">
            <a:xfrm>
              <a:off x="4155651" y="4317379"/>
              <a:ext cx="4940859" cy="927598"/>
            </a:xfrm>
            <a:custGeom>
              <a:avLst/>
              <a:gdLst>
                <a:gd name="T0" fmla="*/ 0 w 3112"/>
                <a:gd name="T1" fmla="*/ 2147483646 h 584"/>
                <a:gd name="T2" fmla="*/ 0 w 3112"/>
                <a:gd name="T3" fmla="*/ 2147483646 h 584"/>
                <a:gd name="T4" fmla="*/ 2147483646 w 3112"/>
                <a:gd name="T5" fmla="*/ 2147483646 h 584"/>
                <a:gd name="T6" fmla="*/ 2147483646 w 3112"/>
                <a:gd name="T7" fmla="*/ 2147483646 h 584"/>
                <a:gd name="T8" fmla="*/ 2147483646 w 3112"/>
                <a:gd name="T9" fmla="*/ 2147483646 h 584"/>
                <a:gd name="T10" fmla="*/ 2147483646 w 3112"/>
                <a:gd name="T11" fmla="*/ 2147483646 h 584"/>
                <a:gd name="T12" fmla="*/ 2147483646 w 3112"/>
                <a:gd name="T13" fmla="*/ 2147483646 h 584"/>
                <a:gd name="T14" fmla="*/ 2147483646 w 3112"/>
                <a:gd name="T15" fmla="*/ 2147483646 h 584"/>
                <a:gd name="T16" fmla="*/ 2147483646 w 3112"/>
                <a:gd name="T17" fmla="*/ 2147483646 h 584"/>
                <a:gd name="T18" fmla="*/ 2147483646 w 3112"/>
                <a:gd name="T19" fmla="*/ 2147483646 h 584"/>
                <a:gd name="T20" fmla="*/ 2147483646 w 3112"/>
                <a:gd name="T21" fmla="*/ 2147483646 h 584"/>
                <a:gd name="T22" fmla="*/ 2147483646 w 3112"/>
                <a:gd name="T23" fmla="*/ 2147483646 h 584"/>
                <a:gd name="T24" fmla="*/ 2147483646 w 3112"/>
                <a:gd name="T25" fmla="*/ 2147483646 h 584"/>
                <a:gd name="T26" fmla="*/ 2147483646 w 3112"/>
                <a:gd name="T27" fmla="*/ 2147483646 h 584"/>
                <a:gd name="T28" fmla="*/ 2147483646 w 3112"/>
                <a:gd name="T29" fmla="*/ 2147483646 h 584"/>
                <a:gd name="T30" fmla="*/ 2147483646 w 3112"/>
                <a:gd name="T31" fmla="*/ 2147483646 h 584"/>
                <a:gd name="T32" fmla="*/ 2147483646 w 3112"/>
                <a:gd name="T33" fmla="*/ 2147483646 h 584"/>
                <a:gd name="T34" fmla="*/ 2147483646 w 3112"/>
                <a:gd name="T35" fmla="*/ 2147483646 h 584"/>
                <a:gd name="T36" fmla="*/ 2147483646 w 3112"/>
                <a:gd name="T37" fmla="*/ 2147483646 h 584"/>
                <a:gd name="T38" fmla="*/ 2147483646 w 3112"/>
                <a:gd name="T39" fmla="*/ 0 h 584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</a:gdLst>
              <a:ahLst/>
              <a:cxnLst>
                <a:cxn ang="T40">
                  <a:pos x="T0" y="T1"/>
                </a:cxn>
                <a:cxn ang="T41">
                  <a:pos x="T2" y="T3"/>
                </a:cxn>
                <a:cxn ang="T42">
                  <a:pos x="T4" y="T5"/>
                </a:cxn>
                <a:cxn ang="T43">
                  <a:pos x="T6" y="T7"/>
                </a:cxn>
                <a:cxn ang="T44">
                  <a:pos x="T8" y="T9"/>
                </a:cxn>
                <a:cxn ang="T45">
                  <a:pos x="T10" y="T11"/>
                </a:cxn>
                <a:cxn ang="T46">
                  <a:pos x="T12" y="T13"/>
                </a:cxn>
                <a:cxn ang="T47">
                  <a:pos x="T14" y="T15"/>
                </a:cxn>
                <a:cxn ang="T48">
                  <a:pos x="T16" y="T17"/>
                </a:cxn>
                <a:cxn ang="T49">
                  <a:pos x="T18" y="T19"/>
                </a:cxn>
                <a:cxn ang="T50">
                  <a:pos x="T20" y="T21"/>
                </a:cxn>
                <a:cxn ang="T51">
                  <a:pos x="T22" y="T23"/>
                </a:cxn>
                <a:cxn ang="T52">
                  <a:pos x="T24" y="T25"/>
                </a:cxn>
                <a:cxn ang="T53">
                  <a:pos x="T26" y="T27"/>
                </a:cxn>
                <a:cxn ang="T54">
                  <a:pos x="T28" y="T29"/>
                </a:cxn>
                <a:cxn ang="T55">
                  <a:pos x="T30" y="T31"/>
                </a:cxn>
                <a:cxn ang="T56">
                  <a:pos x="T32" y="T33"/>
                </a:cxn>
                <a:cxn ang="T57">
                  <a:pos x="T34" y="T35"/>
                </a:cxn>
                <a:cxn ang="T58">
                  <a:pos x="T36" y="T37"/>
                </a:cxn>
                <a:cxn ang="T59">
                  <a:pos x="T38" y="T39"/>
                </a:cxn>
              </a:cxnLst>
              <a:rect l="0" t="0" r="r" b="b"/>
              <a:pathLst>
                <a:path w="3112" h="584">
                  <a:moveTo>
                    <a:pt x="0" y="584"/>
                  </a:moveTo>
                  <a:lnTo>
                    <a:pt x="0" y="584"/>
                  </a:lnTo>
                  <a:lnTo>
                    <a:pt x="90" y="560"/>
                  </a:lnTo>
                  <a:lnTo>
                    <a:pt x="336" y="498"/>
                  </a:lnTo>
                  <a:lnTo>
                    <a:pt x="506" y="456"/>
                  </a:lnTo>
                  <a:lnTo>
                    <a:pt x="702" y="410"/>
                  </a:lnTo>
                  <a:lnTo>
                    <a:pt x="920" y="360"/>
                  </a:lnTo>
                  <a:lnTo>
                    <a:pt x="1154" y="306"/>
                  </a:lnTo>
                  <a:lnTo>
                    <a:pt x="1402" y="254"/>
                  </a:lnTo>
                  <a:lnTo>
                    <a:pt x="1656" y="202"/>
                  </a:lnTo>
                  <a:lnTo>
                    <a:pt x="1916" y="154"/>
                  </a:lnTo>
                  <a:lnTo>
                    <a:pt x="2174" y="108"/>
                  </a:lnTo>
                  <a:lnTo>
                    <a:pt x="2302" y="88"/>
                  </a:lnTo>
                  <a:lnTo>
                    <a:pt x="2426" y="68"/>
                  </a:lnTo>
                  <a:lnTo>
                    <a:pt x="2550" y="52"/>
                  </a:lnTo>
                  <a:lnTo>
                    <a:pt x="2670" y="36"/>
                  </a:lnTo>
                  <a:lnTo>
                    <a:pt x="2788" y="24"/>
                  </a:lnTo>
                  <a:lnTo>
                    <a:pt x="2900" y="14"/>
                  </a:lnTo>
                  <a:lnTo>
                    <a:pt x="3008" y="6"/>
                  </a:lnTo>
                  <a:lnTo>
                    <a:pt x="3112" y="0"/>
                  </a:lnTo>
                </a:path>
              </a:pathLst>
            </a:custGeom>
            <a:noFill/>
            <a:ln w="12">
              <a:solidFill>
                <a:srgbClr val="FFFFFF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 useBgFill="1">
          <p:nvSpPr>
            <p:cNvPr id="2058" name="Freeform 10">
              <a:extLst>
                <a:ext uri="{FF2B5EF4-FFF2-40B4-BE49-F238E27FC236}">
                  <a16:creationId xmlns:a16="http://schemas.microsoft.com/office/drawing/2014/main" id="{69FD5BCB-11AF-400E-8605-D57EE80B05FC}"/>
                </a:ext>
              </a:extLst>
            </p:cNvPr>
            <p:cNvSpPr>
              <a:spLocks/>
            </p:cNvSpPr>
            <p:nvPr/>
          </p:nvSpPr>
          <p:spPr bwMode="hidden">
            <a:xfrm>
              <a:off x="-3905251" y="4294188"/>
              <a:ext cx="13027839" cy="1892300"/>
            </a:xfrm>
            <a:custGeom>
              <a:avLst/>
              <a:gdLst>
                <a:gd name="T0" fmla="*/ 2147483646 w 8196"/>
                <a:gd name="T1" fmla="*/ 2147483646 h 1192"/>
                <a:gd name="T2" fmla="*/ 2147483646 w 8196"/>
                <a:gd name="T3" fmla="*/ 2147483646 h 1192"/>
                <a:gd name="T4" fmla="*/ 2147483646 w 8196"/>
                <a:gd name="T5" fmla="*/ 2147483646 h 1192"/>
                <a:gd name="T6" fmla="*/ 2147483646 w 8196"/>
                <a:gd name="T7" fmla="*/ 2147483646 h 1192"/>
                <a:gd name="T8" fmla="*/ 2147483646 w 8196"/>
                <a:gd name="T9" fmla="*/ 2147483646 h 1192"/>
                <a:gd name="T10" fmla="*/ 2147483646 w 8196"/>
                <a:gd name="T11" fmla="*/ 2147483646 h 1192"/>
                <a:gd name="T12" fmla="*/ 2147483646 w 8196"/>
                <a:gd name="T13" fmla="*/ 2147483646 h 1192"/>
                <a:gd name="T14" fmla="*/ 2147483646 w 8196"/>
                <a:gd name="T15" fmla="*/ 2147483646 h 1192"/>
                <a:gd name="T16" fmla="*/ 2147483646 w 8196"/>
                <a:gd name="T17" fmla="*/ 2147483646 h 1192"/>
                <a:gd name="T18" fmla="*/ 2147483646 w 8196"/>
                <a:gd name="T19" fmla="*/ 2147483646 h 1192"/>
                <a:gd name="T20" fmla="*/ 2147483646 w 8196"/>
                <a:gd name="T21" fmla="*/ 2147483646 h 1192"/>
                <a:gd name="T22" fmla="*/ 2147483646 w 8196"/>
                <a:gd name="T23" fmla="*/ 2147483646 h 1192"/>
                <a:gd name="T24" fmla="*/ 2147483646 w 8196"/>
                <a:gd name="T25" fmla="*/ 2147483646 h 1192"/>
                <a:gd name="T26" fmla="*/ 2147483646 w 8196"/>
                <a:gd name="T27" fmla="*/ 2147483646 h 1192"/>
                <a:gd name="T28" fmla="*/ 2147483646 w 8196"/>
                <a:gd name="T29" fmla="*/ 2147483646 h 1192"/>
                <a:gd name="T30" fmla="*/ 2147483646 w 8196"/>
                <a:gd name="T31" fmla="*/ 2147483646 h 1192"/>
                <a:gd name="T32" fmla="*/ 2147483646 w 8196"/>
                <a:gd name="T33" fmla="*/ 2147483646 h 1192"/>
                <a:gd name="T34" fmla="*/ 2147483646 w 8196"/>
                <a:gd name="T35" fmla="*/ 2147483646 h 1192"/>
                <a:gd name="T36" fmla="*/ 2147483646 w 8196"/>
                <a:gd name="T37" fmla="*/ 2147483646 h 1192"/>
                <a:gd name="T38" fmla="*/ 2147483646 w 8196"/>
                <a:gd name="T39" fmla="*/ 2147483646 h 1192"/>
                <a:gd name="T40" fmla="*/ 2147483646 w 8196"/>
                <a:gd name="T41" fmla="*/ 2147483646 h 1192"/>
                <a:gd name="T42" fmla="*/ 2147483646 w 8196"/>
                <a:gd name="T43" fmla="*/ 2147483646 h 1192"/>
                <a:gd name="T44" fmla="*/ 2147483646 w 8196"/>
                <a:gd name="T45" fmla="*/ 0 h 1192"/>
                <a:gd name="T46" fmla="*/ 2147483646 w 8196"/>
                <a:gd name="T47" fmla="*/ 2147483646 h 1192"/>
                <a:gd name="T48" fmla="*/ 2147483646 w 8196"/>
                <a:gd name="T49" fmla="*/ 2147483646 h 1192"/>
                <a:gd name="T50" fmla="*/ 2147483646 w 8196"/>
                <a:gd name="T51" fmla="*/ 2147483646 h 1192"/>
                <a:gd name="T52" fmla="*/ 2147483646 w 8196"/>
                <a:gd name="T53" fmla="*/ 2147483646 h 1192"/>
                <a:gd name="T54" fmla="*/ 2147483646 w 8196"/>
                <a:gd name="T55" fmla="*/ 2147483646 h 1192"/>
                <a:gd name="T56" fmla="*/ 2147483646 w 8196"/>
                <a:gd name="T57" fmla="*/ 2147483646 h 1192"/>
                <a:gd name="T58" fmla="*/ 2147483646 w 8196"/>
                <a:gd name="T59" fmla="*/ 2147483646 h 1192"/>
                <a:gd name="T60" fmla="*/ 2147483646 w 8196"/>
                <a:gd name="T61" fmla="*/ 2147483646 h 1192"/>
                <a:gd name="T62" fmla="*/ 0 w 8196"/>
                <a:gd name="T63" fmla="*/ 2147483646 h 1192"/>
                <a:gd name="T64" fmla="*/ 2147483646 w 8196"/>
                <a:gd name="T65" fmla="*/ 2147483646 h 1192"/>
                <a:gd name="T66" fmla="*/ 2147483646 w 8196"/>
                <a:gd name="T67" fmla="*/ 2147483646 h 1192"/>
                <a:gd name="T68" fmla="*/ 2147483646 w 8196"/>
                <a:gd name="T69" fmla="*/ 2147483646 h 1192"/>
                <a:gd name="T70" fmla="*/ 2147483646 w 8196"/>
                <a:gd name="T71" fmla="*/ 2147483646 h 1192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</a:gdLst>
              <a:ahLst/>
              <a:cxnLst>
                <a:cxn ang="T72">
                  <a:pos x="T0" y="T1"/>
                </a:cxn>
                <a:cxn ang="T73">
                  <a:pos x="T2" y="T3"/>
                </a:cxn>
                <a:cxn ang="T74">
                  <a:pos x="T4" y="T5"/>
                </a:cxn>
                <a:cxn ang="T75">
                  <a:pos x="T6" y="T7"/>
                </a:cxn>
                <a:cxn ang="T76">
                  <a:pos x="T8" y="T9"/>
                </a:cxn>
                <a:cxn ang="T77">
                  <a:pos x="T10" y="T11"/>
                </a:cxn>
                <a:cxn ang="T78">
                  <a:pos x="T12" y="T13"/>
                </a:cxn>
                <a:cxn ang="T79">
                  <a:pos x="T14" y="T15"/>
                </a:cxn>
                <a:cxn ang="T80">
                  <a:pos x="T16" y="T17"/>
                </a:cxn>
                <a:cxn ang="T81">
                  <a:pos x="T18" y="T19"/>
                </a:cxn>
                <a:cxn ang="T82">
                  <a:pos x="T20" y="T21"/>
                </a:cxn>
                <a:cxn ang="T83">
                  <a:pos x="T22" y="T23"/>
                </a:cxn>
                <a:cxn ang="T84">
                  <a:pos x="T24" y="T25"/>
                </a:cxn>
                <a:cxn ang="T85">
                  <a:pos x="T26" y="T27"/>
                </a:cxn>
                <a:cxn ang="T86">
                  <a:pos x="T28" y="T29"/>
                </a:cxn>
                <a:cxn ang="T87">
                  <a:pos x="T30" y="T31"/>
                </a:cxn>
                <a:cxn ang="T88">
                  <a:pos x="T32" y="T33"/>
                </a:cxn>
                <a:cxn ang="T89">
                  <a:pos x="T34" y="T35"/>
                </a:cxn>
                <a:cxn ang="T90">
                  <a:pos x="T36" y="T37"/>
                </a:cxn>
                <a:cxn ang="T91">
                  <a:pos x="T38" y="T39"/>
                </a:cxn>
                <a:cxn ang="T92">
                  <a:pos x="T40" y="T41"/>
                </a:cxn>
                <a:cxn ang="T93">
                  <a:pos x="T42" y="T43"/>
                </a:cxn>
                <a:cxn ang="T94">
                  <a:pos x="T44" y="T45"/>
                </a:cxn>
                <a:cxn ang="T95">
                  <a:pos x="T46" y="T47"/>
                </a:cxn>
                <a:cxn ang="T96">
                  <a:pos x="T48" y="T49"/>
                </a:cxn>
                <a:cxn ang="T97">
                  <a:pos x="T50" y="T51"/>
                </a:cxn>
                <a:cxn ang="T98">
                  <a:pos x="T52" y="T53"/>
                </a:cxn>
                <a:cxn ang="T99">
                  <a:pos x="T54" y="T55"/>
                </a:cxn>
                <a:cxn ang="T100">
                  <a:pos x="T56" y="T57"/>
                </a:cxn>
                <a:cxn ang="T101">
                  <a:pos x="T58" y="T59"/>
                </a:cxn>
                <a:cxn ang="T102">
                  <a:pos x="T60" y="T61"/>
                </a:cxn>
                <a:cxn ang="T103">
                  <a:pos x="T62" y="T63"/>
                </a:cxn>
                <a:cxn ang="T104">
                  <a:pos x="T64" y="T65"/>
                </a:cxn>
                <a:cxn ang="T105">
                  <a:pos x="T66" y="T67"/>
                </a:cxn>
                <a:cxn ang="T106">
                  <a:pos x="T68" y="T69"/>
                </a:cxn>
                <a:cxn ang="T107">
                  <a:pos x="T70" y="T71"/>
                </a:cxn>
              </a:cxnLst>
              <a:rect l="0" t="0" r="r" b="b"/>
              <a:pathLst>
                <a:path w="8196" h="1192">
                  <a:moveTo>
                    <a:pt x="8192" y="512"/>
                  </a:moveTo>
                  <a:lnTo>
                    <a:pt x="8192" y="512"/>
                  </a:lnTo>
                  <a:lnTo>
                    <a:pt x="8116" y="542"/>
                  </a:lnTo>
                  <a:lnTo>
                    <a:pt x="8040" y="570"/>
                  </a:lnTo>
                  <a:lnTo>
                    <a:pt x="7960" y="596"/>
                  </a:lnTo>
                  <a:lnTo>
                    <a:pt x="7878" y="620"/>
                  </a:lnTo>
                  <a:lnTo>
                    <a:pt x="7794" y="644"/>
                  </a:lnTo>
                  <a:lnTo>
                    <a:pt x="7706" y="666"/>
                  </a:lnTo>
                  <a:lnTo>
                    <a:pt x="7616" y="684"/>
                  </a:lnTo>
                  <a:lnTo>
                    <a:pt x="7522" y="702"/>
                  </a:lnTo>
                  <a:lnTo>
                    <a:pt x="7424" y="718"/>
                  </a:lnTo>
                  <a:lnTo>
                    <a:pt x="7322" y="730"/>
                  </a:lnTo>
                  <a:lnTo>
                    <a:pt x="7216" y="742"/>
                  </a:lnTo>
                  <a:lnTo>
                    <a:pt x="7106" y="750"/>
                  </a:lnTo>
                  <a:lnTo>
                    <a:pt x="6992" y="758"/>
                  </a:lnTo>
                  <a:lnTo>
                    <a:pt x="6872" y="762"/>
                  </a:lnTo>
                  <a:lnTo>
                    <a:pt x="6748" y="762"/>
                  </a:lnTo>
                  <a:lnTo>
                    <a:pt x="6618" y="760"/>
                  </a:lnTo>
                  <a:lnTo>
                    <a:pt x="6482" y="756"/>
                  </a:lnTo>
                  <a:lnTo>
                    <a:pt x="6342" y="750"/>
                  </a:lnTo>
                  <a:lnTo>
                    <a:pt x="6196" y="740"/>
                  </a:lnTo>
                  <a:lnTo>
                    <a:pt x="6042" y="726"/>
                  </a:lnTo>
                  <a:lnTo>
                    <a:pt x="5882" y="710"/>
                  </a:lnTo>
                  <a:lnTo>
                    <a:pt x="5716" y="690"/>
                  </a:lnTo>
                  <a:lnTo>
                    <a:pt x="5544" y="668"/>
                  </a:lnTo>
                  <a:lnTo>
                    <a:pt x="5364" y="642"/>
                  </a:lnTo>
                  <a:lnTo>
                    <a:pt x="5176" y="612"/>
                  </a:lnTo>
                  <a:lnTo>
                    <a:pt x="4982" y="578"/>
                  </a:lnTo>
                  <a:lnTo>
                    <a:pt x="4778" y="540"/>
                  </a:lnTo>
                  <a:lnTo>
                    <a:pt x="4568" y="500"/>
                  </a:lnTo>
                  <a:lnTo>
                    <a:pt x="4348" y="454"/>
                  </a:lnTo>
                  <a:lnTo>
                    <a:pt x="4122" y="406"/>
                  </a:lnTo>
                  <a:lnTo>
                    <a:pt x="3886" y="354"/>
                  </a:lnTo>
                  <a:lnTo>
                    <a:pt x="3640" y="296"/>
                  </a:lnTo>
                  <a:lnTo>
                    <a:pt x="3396" y="240"/>
                  </a:lnTo>
                  <a:lnTo>
                    <a:pt x="3160" y="192"/>
                  </a:lnTo>
                  <a:lnTo>
                    <a:pt x="2934" y="148"/>
                  </a:lnTo>
                  <a:lnTo>
                    <a:pt x="2718" y="112"/>
                  </a:lnTo>
                  <a:lnTo>
                    <a:pt x="2512" y="82"/>
                  </a:lnTo>
                  <a:lnTo>
                    <a:pt x="2314" y="56"/>
                  </a:lnTo>
                  <a:lnTo>
                    <a:pt x="2126" y="36"/>
                  </a:lnTo>
                  <a:lnTo>
                    <a:pt x="1948" y="20"/>
                  </a:lnTo>
                  <a:lnTo>
                    <a:pt x="1776" y="10"/>
                  </a:lnTo>
                  <a:lnTo>
                    <a:pt x="1616" y="2"/>
                  </a:lnTo>
                  <a:lnTo>
                    <a:pt x="1462" y="0"/>
                  </a:lnTo>
                  <a:lnTo>
                    <a:pt x="1318" y="0"/>
                  </a:lnTo>
                  <a:lnTo>
                    <a:pt x="1182" y="4"/>
                  </a:lnTo>
                  <a:lnTo>
                    <a:pt x="1054" y="10"/>
                  </a:lnTo>
                  <a:lnTo>
                    <a:pt x="934" y="20"/>
                  </a:lnTo>
                  <a:lnTo>
                    <a:pt x="822" y="30"/>
                  </a:lnTo>
                  <a:lnTo>
                    <a:pt x="716" y="44"/>
                  </a:lnTo>
                  <a:lnTo>
                    <a:pt x="620" y="58"/>
                  </a:lnTo>
                  <a:lnTo>
                    <a:pt x="530" y="74"/>
                  </a:lnTo>
                  <a:lnTo>
                    <a:pt x="450" y="92"/>
                  </a:lnTo>
                  <a:lnTo>
                    <a:pt x="374" y="108"/>
                  </a:lnTo>
                  <a:lnTo>
                    <a:pt x="308" y="126"/>
                  </a:lnTo>
                  <a:lnTo>
                    <a:pt x="248" y="144"/>
                  </a:lnTo>
                  <a:lnTo>
                    <a:pt x="194" y="160"/>
                  </a:lnTo>
                  <a:lnTo>
                    <a:pt x="148" y="176"/>
                  </a:lnTo>
                  <a:lnTo>
                    <a:pt x="108" y="192"/>
                  </a:lnTo>
                  <a:lnTo>
                    <a:pt x="48" y="216"/>
                  </a:lnTo>
                  <a:lnTo>
                    <a:pt x="12" y="234"/>
                  </a:lnTo>
                  <a:lnTo>
                    <a:pt x="0" y="240"/>
                  </a:lnTo>
                  <a:lnTo>
                    <a:pt x="0" y="1192"/>
                  </a:lnTo>
                  <a:lnTo>
                    <a:pt x="8192" y="1192"/>
                  </a:lnTo>
                  <a:lnTo>
                    <a:pt x="8196" y="1186"/>
                  </a:lnTo>
                  <a:lnTo>
                    <a:pt x="8196" y="510"/>
                  </a:lnTo>
                  <a:lnTo>
                    <a:pt x="8192" y="512"/>
                  </a:lnTo>
                  <a:close/>
                </a:path>
              </a:pathLst>
            </a:custGeom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</p:grpSp>
      <p:sp>
        <p:nvSpPr>
          <p:cNvPr id="2052" name="Title Placeholder 1">
            <a:extLst>
              <a:ext uri="{FF2B5EF4-FFF2-40B4-BE49-F238E27FC236}">
                <a16:creationId xmlns:a16="http://schemas.microsoft.com/office/drawing/2014/main" id="{4E268AD3-EE5D-4AE6-A29C-E6985D586B93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457200" y="254000"/>
            <a:ext cx="8229600" cy="939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2053" name="Text Placeholder 2">
            <a:extLst>
              <a:ext uri="{FF2B5EF4-FFF2-40B4-BE49-F238E27FC236}">
                <a16:creationId xmlns:a16="http://schemas.microsoft.com/office/drawing/2014/main" id="{C83C4F18-AD6C-410B-BF21-458A960EB2D6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xfrm>
            <a:off x="250825" y="1347788"/>
            <a:ext cx="5976938" cy="3246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5033" r:id="rId1"/>
    <p:sldLayoutId id="2147485029" r:id="rId2"/>
    <p:sldLayoutId id="2147485030" r:id="rId3"/>
  </p:sldLayoutIdLst>
  <p:hf hdr="0" ft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rgbClr val="FFFFFF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rgbClr val="FFFFFF"/>
          </a:solidFill>
          <a:latin typeface="Candara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rgbClr val="FFFFFF"/>
          </a:solidFill>
          <a:latin typeface="Candara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rgbClr val="FFFFFF"/>
          </a:solidFill>
          <a:latin typeface="Candara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rgbClr val="FFFFFF"/>
          </a:solidFill>
          <a:latin typeface="Candara" pitchFamily="34" charset="0"/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71463" indent="-271463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100000"/>
        <a:buFont typeface="Symbol" panose="05050102010706020507" pitchFamily="18" charset="2"/>
        <a:buChar char=""/>
        <a:defRPr sz="2400" kern="1200">
          <a:solidFill>
            <a:schemeClr val="tx2"/>
          </a:solidFill>
          <a:latin typeface="+mn-lt"/>
          <a:ea typeface="+mn-ea"/>
          <a:cs typeface="+mn-cs"/>
        </a:defRPr>
      </a:lvl1pPr>
      <a:lvl2pPr marL="574675" indent="-271463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100000"/>
        <a:buFont typeface="Symbol" panose="05050102010706020507" pitchFamily="18" charset="2"/>
        <a:buChar char=""/>
        <a:defRPr sz="2200" kern="1200">
          <a:solidFill>
            <a:schemeClr val="tx2"/>
          </a:solidFill>
          <a:latin typeface="+mn-lt"/>
          <a:ea typeface="+mn-ea"/>
          <a:cs typeface="+mn-cs"/>
        </a:defRPr>
      </a:lvl2pPr>
      <a:lvl3pPr marL="854075" indent="-227013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100000"/>
        <a:buFont typeface="Symbol" panose="05050102010706020507" pitchFamily="18" charset="2"/>
        <a:buChar char=""/>
        <a:defRPr sz="2000" kern="1200">
          <a:solidFill>
            <a:schemeClr val="tx2"/>
          </a:solidFill>
          <a:latin typeface="+mn-lt"/>
          <a:ea typeface="+mn-ea"/>
          <a:cs typeface="+mn-cs"/>
        </a:defRPr>
      </a:lvl3pPr>
      <a:lvl4pPr marL="1141413" indent="-227013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100000"/>
        <a:buFont typeface="Symbol" panose="05050102010706020507" pitchFamily="18" charset="2"/>
        <a:buChar char=""/>
        <a:defRPr sz="2000" kern="1200">
          <a:solidFill>
            <a:schemeClr val="tx2"/>
          </a:solidFill>
          <a:latin typeface="+mn-lt"/>
          <a:ea typeface="+mn-ea"/>
          <a:cs typeface="+mn-cs"/>
        </a:defRPr>
      </a:lvl4pPr>
      <a:lvl5pPr marL="1460500" indent="-227013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100000"/>
        <a:buFont typeface="Symbol" panose="05050102010706020507" pitchFamily="18" charset="2"/>
        <a:buChar char=""/>
        <a:defRPr sz="1600" kern="1200">
          <a:solidFill>
            <a:schemeClr val="tx2"/>
          </a:solidFill>
          <a:latin typeface="+mn-lt"/>
          <a:ea typeface="+mn-ea"/>
          <a:cs typeface="+mn-cs"/>
        </a:defRPr>
      </a:lvl5pPr>
      <a:lvl6pPr marL="1783036" indent="-228594" algn="l" defTabSz="914378" rtl="0" eaLnBrk="1" latinLnBrk="0" hangingPunct="1">
        <a:spcBef>
          <a:spcPts val="384"/>
        </a:spcBef>
        <a:buClr>
          <a:schemeClr val="accent1"/>
        </a:buClr>
        <a:buFont typeface="Symbol" pitchFamily="18" charset="2"/>
        <a:buChar char="*"/>
        <a:defRPr sz="1400" kern="1200">
          <a:solidFill>
            <a:schemeClr val="tx2"/>
          </a:solidFill>
          <a:latin typeface="+mn-lt"/>
          <a:ea typeface="+mn-ea"/>
          <a:cs typeface="+mn-cs"/>
        </a:defRPr>
      </a:lvl6pPr>
      <a:lvl7pPr marL="2103068" indent="-228594" algn="l" defTabSz="914378" rtl="0" eaLnBrk="1" latinLnBrk="0" hangingPunct="1">
        <a:spcBef>
          <a:spcPts val="384"/>
        </a:spcBef>
        <a:buClr>
          <a:schemeClr val="accent1"/>
        </a:buClr>
        <a:buFont typeface="Symbol" pitchFamily="18" charset="2"/>
        <a:buChar char="*"/>
        <a:defRPr sz="1400" kern="1200">
          <a:solidFill>
            <a:schemeClr val="tx2"/>
          </a:solidFill>
          <a:latin typeface="+mn-lt"/>
          <a:ea typeface="+mn-ea"/>
          <a:cs typeface="+mn-cs"/>
        </a:defRPr>
      </a:lvl7pPr>
      <a:lvl8pPr marL="2423099" indent="-228594" algn="l" defTabSz="914378" rtl="0" eaLnBrk="1" latinLnBrk="0" hangingPunct="1">
        <a:spcBef>
          <a:spcPts val="384"/>
        </a:spcBef>
        <a:buClr>
          <a:schemeClr val="accent1"/>
        </a:buClr>
        <a:buFont typeface="Symbol" pitchFamily="18" charset="2"/>
        <a:buChar char="*"/>
        <a:defRPr sz="1400" kern="1200">
          <a:solidFill>
            <a:schemeClr val="tx2"/>
          </a:solidFill>
          <a:latin typeface="+mn-lt"/>
          <a:ea typeface="+mn-ea"/>
          <a:cs typeface="+mn-cs"/>
        </a:defRPr>
      </a:lvl8pPr>
      <a:lvl9pPr marL="2743132" indent="-228594" algn="l" defTabSz="914378" rtl="0" eaLnBrk="1" latinLnBrk="0" hangingPunct="1">
        <a:spcBef>
          <a:spcPts val="384"/>
        </a:spcBef>
        <a:buClr>
          <a:schemeClr val="accent1"/>
        </a:buClr>
        <a:buFont typeface="Symbol" pitchFamily="18" charset="2"/>
        <a:buChar char="*"/>
        <a:defRPr sz="14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8" algn="l" defTabSz="9143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2" algn="l" defTabSz="9143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E5C3836A-DF9A-48B4-9CE9-1F78EF855A24}"/>
              </a:ext>
            </a:extLst>
          </p:cNvPr>
          <p:cNvSpPr/>
          <p:nvPr/>
        </p:nvSpPr>
        <p:spPr>
          <a:xfrm>
            <a:off x="228600" y="171450"/>
            <a:ext cx="8696325" cy="1404938"/>
          </a:xfrm>
          <a:prstGeom prst="roundRect">
            <a:avLst>
              <a:gd name="adj" fmla="val 3362"/>
            </a:avLst>
          </a:prstGeom>
          <a:gradFill>
            <a:gsLst>
              <a:gs pos="0">
                <a:schemeClr val="accent1">
                  <a:lumMod val="75000"/>
                </a:schemeClr>
              </a:gs>
              <a:gs pos="90000">
                <a:schemeClr val="accent1">
                  <a:lumMod val="60000"/>
                  <a:lumOff val="40000"/>
                </a:scheme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 b="0">
              <a:solidFill>
                <a:prstClr val="white"/>
              </a:solidFill>
            </a:endParaRPr>
          </a:p>
        </p:txBody>
      </p:sp>
      <p:grpSp>
        <p:nvGrpSpPr>
          <p:cNvPr id="3075" name="Group 15">
            <a:extLst>
              <a:ext uri="{FF2B5EF4-FFF2-40B4-BE49-F238E27FC236}">
                <a16:creationId xmlns:a16="http://schemas.microsoft.com/office/drawing/2014/main" id="{2BAE72E7-0A39-45FD-B4D3-28052577DA37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211138" y="1058863"/>
            <a:ext cx="8824912" cy="576262"/>
            <a:chOff x="-3905251" y="4294188"/>
            <a:chExt cx="13027839" cy="1892300"/>
          </a:xfrm>
        </p:grpSpPr>
        <p:sp>
          <p:nvSpPr>
            <p:cNvPr id="3081" name="Freeform 14">
              <a:extLst>
                <a:ext uri="{FF2B5EF4-FFF2-40B4-BE49-F238E27FC236}">
                  <a16:creationId xmlns:a16="http://schemas.microsoft.com/office/drawing/2014/main" id="{A86FCDC4-BA4A-4B9A-BE51-0FC57E75BA0F}"/>
                </a:ext>
              </a:extLst>
            </p:cNvPr>
            <p:cNvSpPr>
              <a:spLocks/>
            </p:cNvSpPr>
            <p:nvPr/>
          </p:nvSpPr>
          <p:spPr bwMode="hidden">
            <a:xfrm>
              <a:off x="4810125" y="4500563"/>
              <a:ext cx="4295775" cy="1016000"/>
            </a:xfrm>
            <a:custGeom>
              <a:avLst/>
              <a:gdLst>
                <a:gd name="T0" fmla="*/ 2147483646 w 2706"/>
                <a:gd name="T1" fmla="*/ 0 h 640"/>
                <a:gd name="T2" fmla="*/ 2147483646 w 2706"/>
                <a:gd name="T3" fmla="*/ 0 h 640"/>
                <a:gd name="T4" fmla="*/ 2147483646 w 2706"/>
                <a:gd name="T5" fmla="*/ 2147483646 h 640"/>
                <a:gd name="T6" fmla="*/ 2147483646 w 2706"/>
                <a:gd name="T7" fmla="*/ 2147483646 h 640"/>
                <a:gd name="T8" fmla="*/ 2147483646 w 2706"/>
                <a:gd name="T9" fmla="*/ 2147483646 h 640"/>
                <a:gd name="T10" fmla="*/ 2147483646 w 2706"/>
                <a:gd name="T11" fmla="*/ 2147483646 h 640"/>
                <a:gd name="T12" fmla="*/ 2147483646 w 2706"/>
                <a:gd name="T13" fmla="*/ 2147483646 h 640"/>
                <a:gd name="T14" fmla="*/ 2147483646 w 2706"/>
                <a:gd name="T15" fmla="*/ 2147483646 h 640"/>
                <a:gd name="T16" fmla="*/ 2147483646 w 2706"/>
                <a:gd name="T17" fmla="*/ 2147483646 h 640"/>
                <a:gd name="T18" fmla="*/ 2147483646 w 2706"/>
                <a:gd name="T19" fmla="*/ 2147483646 h 640"/>
                <a:gd name="T20" fmla="*/ 2147483646 w 2706"/>
                <a:gd name="T21" fmla="*/ 2147483646 h 640"/>
                <a:gd name="T22" fmla="*/ 2147483646 w 2706"/>
                <a:gd name="T23" fmla="*/ 2147483646 h 640"/>
                <a:gd name="T24" fmla="*/ 2147483646 w 2706"/>
                <a:gd name="T25" fmla="*/ 2147483646 h 640"/>
                <a:gd name="T26" fmla="*/ 2147483646 w 2706"/>
                <a:gd name="T27" fmla="*/ 2147483646 h 640"/>
                <a:gd name="T28" fmla="*/ 2147483646 w 2706"/>
                <a:gd name="T29" fmla="*/ 2147483646 h 640"/>
                <a:gd name="T30" fmla="*/ 2147483646 w 2706"/>
                <a:gd name="T31" fmla="*/ 2147483646 h 640"/>
                <a:gd name="T32" fmla="*/ 2147483646 w 2706"/>
                <a:gd name="T33" fmla="*/ 2147483646 h 640"/>
                <a:gd name="T34" fmla="*/ 2147483646 w 2706"/>
                <a:gd name="T35" fmla="*/ 2147483646 h 640"/>
                <a:gd name="T36" fmla="*/ 0 w 2706"/>
                <a:gd name="T37" fmla="*/ 2147483646 h 640"/>
                <a:gd name="T38" fmla="*/ 0 w 2706"/>
                <a:gd name="T39" fmla="*/ 2147483646 h 640"/>
                <a:gd name="T40" fmla="*/ 2147483646 w 2706"/>
                <a:gd name="T41" fmla="*/ 2147483646 h 640"/>
                <a:gd name="T42" fmla="*/ 2147483646 w 2706"/>
                <a:gd name="T43" fmla="*/ 2147483646 h 640"/>
                <a:gd name="T44" fmla="*/ 2147483646 w 2706"/>
                <a:gd name="T45" fmla="*/ 2147483646 h 640"/>
                <a:gd name="T46" fmla="*/ 2147483646 w 2706"/>
                <a:gd name="T47" fmla="*/ 2147483646 h 640"/>
                <a:gd name="T48" fmla="*/ 2147483646 w 2706"/>
                <a:gd name="T49" fmla="*/ 2147483646 h 640"/>
                <a:gd name="T50" fmla="*/ 2147483646 w 2706"/>
                <a:gd name="T51" fmla="*/ 2147483646 h 640"/>
                <a:gd name="T52" fmla="*/ 2147483646 w 2706"/>
                <a:gd name="T53" fmla="*/ 2147483646 h 640"/>
                <a:gd name="T54" fmla="*/ 2147483646 w 2706"/>
                <a:gd name="T55" fmla="*/ 2147483646 h 640"/>
                <a:gd name="T56" fmla="*/ 2147483646 w 2706"/>
                <a:gd name="T57" fmla="*/ 2147483646 h 640"/>
                <a:gd name="T58" fmla="*/ 2147483646 w 2706"/>
                <a:gd name="T59" fmla="*/ 2147483646 h 640"/>
                <a:gd name="T60" fmla="*/ 2147483646 w 2706"/>
                <a:gd name="T61" fmla="*/ 2147483646 h 640"/>
                <a:gd name="T62" fmla="*/ 2147483646 w 2706"/>
                <a:gd name="T63" fmla="*/ 2147483646 h 640"/>
                <a:gd name="T64" fmla="*/ 2147483646 w 2706"/>
                <a:gd name="T65" fmla="*/ 2147483646 h 640"/>
                <a:gd name="T66" fmla="*/ 2147483646 w 2706"/>
                <a:gd name="T67" fmla="*/ 2147483646 h 640"/>
                <a:gd name="T68" fmla="*/ 2147483646 w 2706"/>
                <a:gd name="T69" fmla="*/ 2147483646 h 640"/>
                <a:gd name="T70" fmla="*/ 2147483646 w 2706"/>
                <a:gd name="T71" fmla="*/ 2147483646 h 640"/>
                <a:gd name="T72" fmla="*/ 2147483646 w 2706"/>
                <a:gd name="T73" fmla="*/ 2147483646 h 640"/>
                <a:gd name="T74" fmla="*/ 2147483646 w 2706"/>
                <a:gd name="T75" fmla="*/ 2147483646 h 640"/>
                <a:gd name="T76" fmla="*/ 2147483646 w 2706"/>
                <a:gd name="T77" fmla="*/ 2147483646 h 640"/>
                <a:gd name="T78" fmla="*/ 2147483646 w 2706"/>
                <a:gd name="T79" fmla="*/ 2147483646 h 640"/>
                <a:gd name="T80" fmla="*/ 2147483646 w 2706"/>
                <a:gd name="T81" fmla="*/ 2147483646 h 640"/>
                <a:gd name="T82" fmla="*/ 2147483646 w 2706"/>
                <a:gd name="T83" fmla="*/ 2147483646 h 640"/>
                <a:gd name="T84" fmla="*/ 2147483646 w 2706"/>
                <a:gd name="T85" fmla="*/ 2147483646 h 640"/>
                <a:gd name="T86" fmla="*/ 2147483646 w 2706"/>
                <a:gd name="T87" fmla="*/ 2147483646 h 640"/>
                <a:gd name="T88" fmla="*/ 2147483646 w 2706"/>
                <a:gd name="T89" fmla="*/ 2147483646 h 640"/>
                <a:gd name="T90" fmla="*/ 2147483646 w 2706"/>
                <a:gd name="T91" fmla="*/ 2147483646 h 640"/>
                <a:gd name="T92" fmla="*/ 2147483646 w 2706"/>
                <a:gd name="T93" fmla="*/ 2147483646 h 640"/>
                <a:gd name="T94" fmla="*/ 2147483646 w 2706"/>
                <a:gd name="T95" fmla="*/ 2147483646 h 640"/>
                <a:gd name="T96" fmla="*/ 2147483646 w 2706"/>
                <a:gd name="T97" fmla="*/ 2147483646 h 640"/>
                <a:gd name="T98" fmla="*/ 2147483646 w 2706"/>
                <a:gd name="T99" fmla="*/ 2147483646 h 640"/>
                <a:gd name="T100" fmla="*/ 2147483646 w 2706"/>
                <a:gd name="T101" fmla="*/ 2147483646 h 640"/>
                <a:gd name="T102" fmla="*/ 2147483646 w 2706"/>
                <a:gd name="T103" fmla="*/ 2147483646 h 640"/>
                <a:gd name="T104" fmla="*/ 2147483646 w 2706"/>
                <a:gd name="T105" fmla="*/ 2147483646 h 640"/>
                <a:gd name="T106" fmla="*/ 2147483646 w 2706"/>
                <a:gd name="T107" fmla="*/ 0 h 640"/>
                <a:gd name="T108" fmla="*/ 2147483646 w 2706"/>
                <a:gd name="T109" fmla="*/ 0 h 640"/>
                <a:gd name="T110" fmla="*/ 2147483646 w 2706"/>
                <a:gd name="T111" fmla="*/ 0 h 640"/>
                <a:gd name="T112" fmla="*/ 2147483646 w 2706"/>
                <a:gd name="T113" fmla="*/ 0 h 640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</a:gdLst>
              <a:ahLst/>
              <a:cxnLst>
                <a:cxn ang="T114">
                  <a:pos x="T0" y="T1"/>
                </a:cxn>
                <a:cxn ang="T115">
                  <a:pos x="T2" y="T3"/>
                </a:cxn>
                <a:cxn ang="T116">
                  <a:pos x="T4" y="T5"/>
                </a:cxn>
                <a:cxn ang="T117">
                  <a:pos x="T6" y="T7"/>
                </a:cxn>
                <a:cxn ang="T118">
                  <a:pos x="T8" y="T9"/>
                </a:cxn>
                <a:cxn ang="T119">
                  <a:pos x="T10" y="T11"/>
                </a:cxn>
                <a:cxn ang="T120">
                  <a:pos x="T12" y="T13"/>
                </a:cxn>
                <a:cxn ang="T121">
                  <a:pos x="T14" y="T15"/>
                </a:cxn>
                <a:cxn ang="T122">
                  <a:pos x="T16" y="T17"/>
                </a:cxn>
                <a:cxn ang="T123">
                  <a:pos x="T18" y="T19"/>
                </a:cxn>
                <a:cxn ang="T124">
                  <a:pos x="T20" y="T21"/>
                </a:cxn>
                <a:cxn ang="T125">
                  <a:pos x="T22" y="T23"/>
                </a:cxn>
                <a:cxn ang="T126">
                  <a:pos x="T24" y="T25"/>
                </a:cxn>
                <a:cxn ang="T127">
                  <a:pos x="T26" y="T27"/>
                </a:cxn>
                <a:cxn ang="T128">
                  <a:pos x="T28" y="T29"/>
                </a:cxn>
                <a:cxn ang="T129">
                  <a:pos x="T30" y="T31"/>
                </a:cxn>
                <a:cxn ang="T130">
                  <a:pos x="T32" y="T33"/>
                </a:cxn>
                <a:cxn ang="T131">
                  <a:pos x="T34" y="T35"/>
                </a:cxn>
                <a:cxn ang="T132">
                  <a:pos x="T36" y="T37"/>
                </a:cxn>
                <a:cxn ang="T133">
                  <a:pos x="T38" y="T39"/>
                </a:cxn>
                <a:cxn ang="T134">
                  <a:pos x="T40" y="T41"/>
                </a:cxn>
                <a:cxn ang="T135">
                  <a:pos x="T42" y="T43"/>
                </a:cxn>
                <a:cxn ang="T136">
                  <a:pos x="T44" y="T45"/>
                </a:cxn>
                <a:cxn ang="T137">
                  <a:pos x="T46" y="T47"/>
                </a:cxn>
                <a:cxn ang="T138">
                  <a:pos x="T48" y="T49"/>
                </a:cxn>
                <a:cxn ang="T139">
                  <a:pos x="T50" y="T51"/>
                </a:cxn>
                <a:cxn ang="T140">
                  <a:pos x="T52" y="T53"/>
                </a:cxn>
                <a:cxn ang="T141">
                  <a:pos x="T54" y="T55"/>
                </a:cxn>
                <a:cxn ang="T142">
                  <a:pos x="T56" y="T57"/>
                </a:cxn>
                <a:cxn ang="T143">
                  <a:pos x="T58" y="T59"/>
                </a:cxn>
                <a:cxn ang="T144">
                  <a:pos x="T60" y="T61"/>
                </a:cxn>
                <a:cxn ang="T145">
                  <a:pos x="T62" y="T63"/>
                </a:cxn>
                <a:cxn ang="T146">
                  <a:pos x="T64" y="T65"/>
                </a:cxn>
                <a:cxn ang="T147">
                  <a:pos x="T66" y="T67"/>
                </a:cxn>
                <a:cxn ang="T148">
                  <a:pos x="T68" y="T69"/>
                </a:cxn>
                <a:cxn ang="T149">
                  <a:pos x="T70" y="T71"/>
                </a:cxn>
                <a:cxn ang="T150">
                  <a:pos x="T72" y="T73"/>
                </a:cxn>
                <a:cxn ang="T151">
                  <a:pos x="T74" y="T75"/>
                </a:cxn>
                <a:cxn ang="T152">
                  <a:pos x="T76" y="T77"/>
                </a:cxn>
                <a:cxn ang="T153">
                  <a:pos x="T78" y="T79"/>
                </a:cxn>
                <a:cxn ang="T154">
                  <a:pos x="T80" y="T81"/>
                </a:cxn>
                <a:cxn ang="T155">
                  <a:pos x="T82" y="T83"/>
                </a:cxn>
                <a:cxn ang="T156">
                  <a:pos x="T84" y="T85"/>
                </a:cxn>
                <a:cxn ang="T157">
                  <a:pos x="T86" y="T87"/>
                </a:cxn>
                <a:cxn ang="T158">
                  <a:pos x="T88" y="T89"/>
                </a:cxn>
                <a:cxn ang="T159">
                  <a:pos x="T90" y="T91"/>
                </a:cxn>
                <a:cxn ang="T160">
                  <a:pos x="T92" y="T93"/>
                </a:cxn>
                <a:cxn ang="T161">
                  <a:pos x="T94" y="T95"/>
                </a:cxn>
                <a:cxn ang="T162">
                  <a:pos x="T96" y="T97"/>
                </a:cxn>
                <a:cxn ang="T163">
                  <a:pos x="T98" y="T99"/>
                </a:cxn>
                <a:cxn ang="T164">
                  <a:pos x="T100" y="T101"/>
                </a:cxn>
                <a:cxn ang="T165">
                  <a:pos x="T102" y="T103"/>
                </a:cxn>
                <a:cxn ang="T166">
                  <a:pos x="T104" y="T105"/>
                </a:cxn>
                <a:cxn ang="T167">
                  <a:pos x="T106" y="T107"/>
                </a:cxn>
                <a:cxn ang="T168">
                  <a:pos x="T108" y="T109"/>
                </a:cxn>
                <a:cxn ang="T169">
                  <a:pos x="T110" y="T111"/>
                </a:cxn>
                <a:cxn ang="T170">
                  <a:pos x="T112" y="T113"/>
                </a:cxn>
              </a:cxnLst>
              <a:rect l="0" t="0" r="r" b="b"/>
              <a:pathLst>
                <a:path w="2706" h="640">
                  <a:moveTo>
                    <a:pt x="2700" y="0"/>
                  </a:moveTo>
                  <a:lnTo>
                    <a:pt x="2700" y="0"/>
                  </a:lnTo>
                  <a:lnTo>
                    <a:pt x="2586" y="18"/>
                  </a:lnTo>
                  <a:lnTo>
                    <a:pt x="2470" y="38"/>
                  </a:lnTo>
                  <a:lnTo>
                    <a:pt x="2352" y="60"/>
                  </a:lnTo>
                  <a:lnTo>
                    <a:pt x="2230" y="82"/>
                  </a:lnTo>
                  <a:lnTo>
                    <a:pt x="2106" y="108"/>
                  </a:lnTo>
                  <a:lnTo>
                    <a:pt x="1978" y="134"/>
                  </a:lnTo>
                  <a:lnTo>
                    <a:pt x="1848" y="164"/>
                  </a:lnTo>
                  <a:lnTo>
                    <a:pt x="1714" y="194"/>
                  </a:lnTo>
                  <a:lnTo>
                    <a:pt x="1472" y="252"/>
                  </a:lnTo>
                  <a:lnTo>
                    <a:pt x="1236" y="304"/>
                  </a:lnTo>
                  <a:lnTo>
                    <a:pt x="1010" y="352"/>
                  </a:lnTo>
                  <a:lnTo>
                    <a:pt x="792" y="398"/>
                  </a:lnTo>
                  <a:lnTo>
                    <a:pt x="584" y="438"/>
                  </a:lnTo>
                  <a:lnTo>
                    <a:pt x="382" y="474"/>
                  </a:lnTo>
                  <a:lnTo>
                    <a:pt x="188" y="508"/>
                  </a:lnTo>
                  <a:lnTo>
                    <a:pt x="0" y="538"/>
                  </a:lnTo>
                  <a:lnTo>
                    <a:pt x="130" y="556"/>
                  </a:lnTo>
                  <a:lnTo>
                    <a:pt x="254" y="572"/>
                  </a:lnTo>
                  <a:lnTo>
                    <a:pt x="374" y="586"/>
                  </a:lnTo>
                  <a:lnTo>
                    <a:pt x="492" y="598"/>
                  </a:lnTo>
                  <a:lnTo>
                    <a:pt x="606" y="610"/>
                  </a:lnTo>
                  <a:lnTo>
                    <a:pt x="716" y="618"/>
                  </a:lnTo>
                  <a:lnTo>
                    <a:pt x="822" y="626"/>
                  </a:lnTo>
                  <a:lnTo>
                    <a:pt x="926" y="632"/>
                  </a:lnTo>
                  <a:lnTo>
                    <a:pt x="1028" y="636"/>
                  </a:lnTo>
                  <a:lnTo>
                    <a:pt x="1126" y="638"/>
                  </a:lnTo>
                  <a:lnTo>
                    <a:pt x="1220" y="640"/>
                  </a:lnTo>
                  <a:lnTo>
                    <a:pt x="1312" y="640"/>
                  </a:lnTo>
                  <a:lnTo>
                    <a:pt x="1402" y="638"/>
                  </a:lnTo>
                  <a:lnTo>
                    <a:pt x="1490" y="636"/>
                  </a:lnTo>
                  <a:lnTo>
                    <a:pt x="1574" y="632"/>
                  </a:lnTo>
                  <a:lnTo>
                    <a:pt x="1656" y="626"/>
                  </a:lnTo>
                  <a:lnTo>
                    <a:pt x="1734" y="620"/>
                  </a:lnTo>
                  <a:lnTo>
                    <a:pt x="1812" y="612"/>
                  </a:lnTo>
                  <a:lnTo>
                    <a:pt x="1886" y="602"/>
                  </a:lnTo>
                  <a:lnTo>
                    <a:pt x="1960" y="592"/>
                  </a:lnTo>
                  <a:lnTo>
                    <a:pt x="2030" y="580"/>
                  </a:lnTo>
                  <a:lnTo>
                    <a:pt x="2100" y="568"/>
                  </a:lnTo>
                  <a:lnTo>
                    <a:pt x="2166" y="554"/>
                  </a:lnTo>
                  <a:lnTo>
                    <a:pt x="2232" y="540"/>
                  </a:lnTo>
                  <a:lnTo>
                    <a:pt x="2296" y="524"/>
                  </a:lnTo>
                  <a:lnTo>
                    <a:pt x="2358" y="508"/>
                  </a:lnTo>
                  <a:lnTo>
                    <a:pt x="2418" y="490"/>
                  </a:lnTo>
                  <a:lnTo>
                    <a:pt x="2478" y="472"/>
                  </a:lnTo>
                  <a:lnTo>
                    <a:pt x="2592" y="432"/>
                  </a:lnTo>
                  <a:lnTo>
                    <a:pt x="2702" y="390"/>
                  </a:lnTo>
                  <a:lnTo>
                    <a:pt x="2706" y="388"/>
                  </a:lnTo>
                  <a:lnTo>
                    <a:pt x="2706" y="0"/>
                  </a:lnTo>
                  <a:lnTo>
                    <a:pt x="2700" y="0"/>
                  </a:lnTo>
                  <a:close/>
                </a:path>
              </a:pathLst>
            </a:custGeom>
            <a:solidFill>
              <a:schemeClr val="bg2">
                <a:alpha val="29019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082" name="Freeform 18">
              <a:extLst>
                <a:ext uri="{FF2B5EF4-FFF2-40B4-BE49-F238E27FC236}">
                  <a16:creationId xmlns:a16="http://schemas.microsoft.com/office/drawing/2014/main" id="{0F5CBC18-1F67-446F-AED2-BE6B2FF613AD}"/>
                </a:ext>
              </a:extLst>
            </p:cNvPr>
            <p:cNvSpPr>
              <a:spLocks/>
            </p:cNvSpPr>
            <p:nvPr/>
          </p:nvSpPr>
          <p:spPr bwMode="hidden">
            <a:xfrm>
              <a:off x="-309563" y="4318000"/>
              <a:ext cx="8280401" cy="1209675"/>
            </a:xfrm>
            <a:custGeom>
              <a:avLst/>
              <a:gdLst>
                <a:gd name="T0" fmla="*/ 2147483646 w 5216"/>
                <a:gd name="T1" fmla="*/ 2147483646 h 762"/>
                <a:gd name="T2" fmla="*/ 2147483646 w 5216"/>
                <a:gd name="T3" fmla="*/ 2147483646 h 762"/>
                <a:gd name="T4" fmla="*/ 2147483646 w 5216"/>
                <a:gd name="T5" fmla="*/ 2147483646 h 762"/>
                <a:gd name="T6" fmla="*/ 2147483646 w 5216"/>
                <a:gd name="T7" fmla="*/ 2147483646 h 762"/>
                <a:gd name="T8" fmla="*/ 2147483646 w 5216"/>
                <a:gd name="T9" fmla="*/ 2147483646 h 762"/>
                <a:gd name="T10" fmla="*/ 2147483646 w 5216"/>
                <a:gd name="T11" fmla="*/ 2147483646 h 762"/>
                <a:gd name="T12" fmla="*/ 2147483646 w 5216"/>
                <a:gd name="T13" fmla="*/ 2147483646 h 762"/>
                <a:gd name="T14" fmla="*/ 2147483646 w 5216"/>
                <a:gd name="T15" fmla="*/ 2147483646 h 762"/>
                <a:gd name="T16" fmla="*/ 2147483646 w 5216"/>
                <a:gd name="T17" fmla="*/ 2147483646 h 762"/>
                <a:gd name="T18" fmla="*/ 2147483646 w 5216"/>
                <a:gd name="T19" fmla="*/ 2147483646 h 762"/>
                <a:gd name="T20" fmla="*/ 2147483646 w 5216"/>
                <a:gd name="T21" fmla="*/ 2147483646 h 762"/>
                <a:gd name="T22" fmla="*/ 2147483646 w 5216"/>
                <a:gd name="T23" fmla="*/ 2147483646 h 762"/>
                <a:gd name="T24" fmla="*/ 2147483646 w 5216"/>
                <a:gd name="T25" fmla="*/ 2147483646 h 762"/>
                <a:gd name="T26" fmla="*/ 2147483646 w 5216"/>
                <a:gd name="T27" fmla="*/ 0 h 762"/>
                <a:gd name="T28" fmla="*/ 2147483646 w 5216"/>
                <a:gd name="T29" fmla="*/ 2147483646 h 762"/>
                <a:gd name="T30" fmla="*/ 2147483646 w 5216"/>
                <a:gd name="T31" fmla="*/ 2147483646 h 762"/>
                <a:gd name="T32" fmla="*/ 0 w 5216"/>
                <a:gd name="T33" fmla="*/ 2147483646 h 762"/>
                <a:gd name="T34" fmla="*/ 2147483646 w 5216"/>
                <a:gd name="T35" fmla="*/ 2147483646 h 762"/>
                <a:gd name="T36" fmla="*/ 2147483646 w 5216"/>
                <a:gd name="T37" fmla="*/ 2147483646 h 762"/>
                <a:gd name="T38" fmla="*/ 2147483646 w 5216"/>
                <a:gd name="T39" fmla="*/ 2147483646 h 762"/>
                <a:gd name="T40" fmla="*/ 2147483646 w 5216"/>
                <a:gd name="T41" fmla="*/ 2147483646 h 762"/>
                <a:gd name="T42" fmla="*/ 2147483646 w 5216"/>
                <a:gd name="T43" fmla="*/ 2147483646 h 762"/>
                <a:gd name="T44" fmla="*/ 2147483646 w 5216"/>
                <a:gd name="T45" fmla="*/ 2147483646 h 762"/>
                <a:gd name="T46" fmla="*/ 2147483646 w 5216"/>
                <a:gd name="T47" fmla="*/ 2147483646 h 762"/>
                <a:gd name="T48" fmla="*/ 2147483646 w 5216"/>
                <a:gd name="T49" fmla="*/ 2147483646 h 762"/>
                <a:gd name="T50" fmla="*/ 2147483646 w 5216"/>
                <a:gd name="T51" fmla="*/ 2147483646 h 762"/>
                <a:gd name="T52" fmla="*/ 2147483646 w 5216"/>
                <a:gd name="T53" fmla="*/ 2147483646 h 762"/>
                <a:gd name="T54" fmla="*/ 2147483646 w 5216"/>
                <a:gd name="T55" fmla="*/ 2147483646 h 762"/>
                <a:gd name="T56" fmla="*/ 2147483646 w 5216"/>
                <a:gd name="T57" fmla="*/ 2147483646 h 762"/>
                <a:gd name="T58" fmla="*/ 2147483646 w 5216"/>
                <a:gd name="T59" fmla="*/ 2147483646 h 762"/>
                <a:gd name="T60" fmla="*/ 2147483646 w 5216"/>
                <a:gd name="T61" fmla="*/ 2147483646 h 762"/>
                <a:gd name="T62" fmla="*/ 2147483646 w 5216"/>
                <a:gd name="T63" fmla="*/ 2147483646 h 762"/>
                <a:gd name="T64" fmla="*/ 2147483646 w 5216"/>
                <a:gd name="T65" fmla="*/ 2147483646 h 762"/>
                <a:gd name="T66" fmla="*/ 2147483646 w 5216"/>
                <a:gd name="T67" fmla="*/ 2147483646 h 762"/>
                <a:gd name="T68" fmla="*/ 2147483646 w 5216"/>
                <a:gd name="T69" fmla="*/ 2147483646 h 762"/>
                <a:gd name="T70" fmla="*/ 2147483646 w 5216"/>
                <a:gd name="T71" fmla="*/ 2147483646 h 762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</a:gdLst>
              <a:ahLst/>
              <a:cxnLst>
                <a:cxn ang="T72">
                  <a:pos x="T0" y="T1"/>
                </a:cxn>
                <a:cxn ang="T73">
                  <a:pos x="T2" y="T3"/>
                </a:cxn>
                <a:cxn ang="T74">
                  <a:pos x="T4" y="T5"/>
                </a:cxn>
                <a:cxn ang="T75">
                  <a:pos x="T6" y="T7"/>
                </a:cxn>
                <a:cxn ang="T76">
                  <a:pos x="T8" y="T9"/>
                </a:cxn>
                <a:cxn ang="T77">
                  <a:pos x="T10" y="T11"/>
                </a:cxn>
                <a:cxn ang="T78">
                  <a:pos x="T12" y="T13"/>
                </a:cxn>
                <a:cxn ang="T79">
                  <a:pos x="T14" y="T15"/>
                </a:cxn>
                <a:cxn ang="T80">
                  <a:pos x="T16" y="T17"/>
                </a:cxn>
                <a:cxn ang="T81">
                  <a:pos x="T18" y="T19"/>
                </a:cxn>
                <a:cxn ang="T82">
                  <a:pos x="T20" y="T21"/>
                </a:cxn>
                <a:cxn ang="T83">
                  <a:pos x="T22" y="T23"/>
                </a:cxn>
                <a:cxn ang="T84">
                  <a:pos x="T24" y="T25"/>
                </a:cxn>
                <a:cxn ang="T85">
                  <a:pos x="T26" y="T27"/>
                </a:cxn>
                <a:cxn ang="T86">
                  <a:pos x="T28" y="T29"/>
                </a:cxn>
                <a:cxn ang="T87">
                  <a:pos x="T30" y="T31"/>
                </a:cxn>
                <a:cxn ang="T88">
                  <a:pos x="T32" y="T33"/>
                </a:cxn>
                <a:cxn ang="T89">
                  <a:pos x="T34" y="T35"/>
                </a:cxn>
                <a:cxn ang="T90">
                  <a:pos x="T36" y="T37"/>
                </a:cxn>
                <a:cxn ang="T91">
                  <a:pos x="T38" y="T39"/>
                </a:cxn>
                <a:cxn ang="T92">
                  <a:pos x="T40" y="T41"/>
                </a:cxn>
                <a:cxn ang="T93">
                  <a:pos x="T42" y="T43"/>
                </a:cxn>
                <a:cxn ang="T94">
                  <a:pos x="T44" y="T45"/>
                </a:cxn>
                <a:cxn ang="T95">
                  <a:pos x="T46" y="T47"/>
                </a:cxn>
                <a:cxn ang="T96">
                  <a:pos x="T48" y="T49"/>
                </a:cxn>
                <a:cxn ang="T97">
                  <a:pos x="T50" y="T51"/>
                </a:cxn>
                <a:cxn ang="T98">
                  <a:pos x="T52" y="T53"/>
                </a:cxn>
                <a:cxn ang="T99">
                  <a:pos x="T54" y="T55"/>
                </a:cxn>
                <a:cxn ang="T100">
                  <a:pos x="T56" y="T57"/>
                </a:cxn>
                <a:cxn ang="T101">
                  <a:pos x="T58" y="T59"/>
                </a:cxn>
                <a:cxn ang="T102">
                  <a:pos x="T60" y="T61"/>
                </a:cxn>
                <a:cxn ang="T103">
                  <a:pos x="T62" y="T63"/>
                </a:cxn>
                <a:cxn ang="T104">
                  <a:pos x="T64" y="T65"/>
                </a:cxn>
                <a:cxn ang="T105">
                  <a:pos x="T66" y="T67"/>
                </a:cxn>
                <a:cxn ang="T106">
                  <a:pos x="T68" y="T69"/>
                </a:cxn>
                <a:cxn ang="T107">
                  <a:pos x="T70" y="T71"/>
                </a:cxn>
              </a:cxnLst>
              <a:rect l="0" t="0" r="r" b="b"/>
              <a:pathLst>
                <a:path w="5216" h="762">
                  <a:moveTo>
                    <a:pt x="5216" y="714"/>
                  </a:moveTo>
                  <a:lnTo>
                    <a:pt x="5216" y="714"/>
                  </a:lnTo>
                  <a:lnTo>
                    <a:pt x="5102" y="700"/>
                  </a:lnTo>
                  <a:lnTo>
                    <a:pt x="4984" y="686"/>
                  </a:lnTo>
                  <a:lnTo>
                    <a:pt x="4738" y="652"/>
                  </a:lnTo>
                  <a:lnTo>
                    <a:pt x="4478" y="610"/>
                  </a:lnTo>
                  <a:lnTo>
                    <a:pt x="4204" y="564"/>
                  </a:lnTo>
                  <a:lnTo>
                    <a:pt x="3914" y="508"/>
                  </a:lnTo>
                  <a:lnTo>
                    <a:pt x="3608" y="446"/>
                  </a:lnTo>
                  <a:lnTo>
                    <a:pt x="3286" y="374"/>
                  </a:lnTo>
                  <a:lnTo>
                    <a:pt x="2946" y="296"/>
                  </a:lnTo>
                  <a:lnTo>
                    <a:pt x="2812" y="266"/>
                  </a:lnTo>
                  <a:lnTo>
                    <a:pt x="2682" y="236"/>
                  </a:lnTo>
                  <a:lnTo>
                    <a:pt x="2556" y="210"/>
                  </a:lnTo>
                  <a:lnTo>
                    <a:pt x="2430" y="184"/>
                  </a:lnTo>
                  <a:lnTo>
                    <a:pt x="2308" y="162"/>
                  </a:lnTo>
                  <a:lnTo>
                    <a:pt x="2190" y="140"/>
                  </a:lnTo>
                  <a:lnTo>
                    <a:pt x="2074" y="120"/>
                  </a:lnTo>
                  <a:lnTo>
                    <a:pt x="1960" y="102"/>
                  </a:lnTo>
                  <a:lnTo>
                    <a:pt x="1850" y="86"/>
                  </a:lnTo>
                  <a:lnTo>
                    <a:pt x="1740" y="72"/>
                  </a:lnTo>
                  <a:lnTo>
                    <a:pt x="1532" y="46"/>
                  </a:lnTo>
                  <a:lnTo>
                    <a:pt x="1334" y="28"/>
                  </a:lnTo>
                  <a:lnTo>
                    <a:pt x="1148" y="14"/>
                  </a:lnTo>
                  <a:lnTo>
                    <a:pt x="970" y="4"/>
                  </a:lnTo>
                  <a:lnTo>
                    <a:pt x="802" y="0"/>
                  </a:lnTo>
                  <a:lnTo>
                    <a:pt x="644" y="0"/>
                  </a:lnTo>
                  <a:lnTo>
                    <a:pt x="496" y="4"/>
                  </a:lnTo>
                  <a:lnTo>
                    <a:pt x="358" y="10"/>
                  </a:lnTo>
                  <a:lnTo>
                    <a:pt x="230" y="20"/>
                  </a:lnTo>
                  <a:lnTo>
                    <a:pt x="110" y="32"/>
                  </a:lnTo>
                  <a:lnTo>
                    <a:pt x="0" y="48"/>
                  </a:lnTo>
                  <a:lnTo>
                    <a:pt x="154" y="66"/>
                  </a:lnTo>
                  <a:lnTo>
                    <a:pt x="314" y="86"/>
                  </a:lnTo>
                  <a:lnTo>
                    <a:pt x="480" y="112"/>
                  </a:lnTo>
                  <a:lnTo>
                    <a:pt x="652" y="140"/>
                  </a:lnTo>
                  <a:lnTo>
                    <a:pt x="830" y="174"/>
                  </a:lnTo>
                  <a:lnTo>
                    <a:pt x="1014" y="210"/>
                  </a:lnTo>
                  <a:lnTo>
                    <a:pt x="1206" y="250"/>
                  </a:lnTo>
                  <a:lnTo>
                    <a:pt x="1402" y="296"/>
                  </a:lnTo>
                  <a:lnTo>
                    <a:pt x="1756" y="378"/>
                  </a:lnTo>
                  <a:lnTo>
                    <a:pt x="2092" y="450"/>
                  </a:lnTo>
                  <a:lnTo>
                    <a:pt x="2408" y="516"/>
                  </a:lnTo>
                  <a:lnTo>
                    <a:pt x="2562" y="544"/>
                  </a:lnTo>
                  <a:lnTo>
                    <a:pt x="2708" y="572"/>
                  </a:lnTo>
                  <a:lnTo>
                    <a:pt x="2852" y="598"/>
                  </a:lnTo>
                  <a:lnTo>
                    <a:pt x="2992" y="620"/>
                  </a:lnTo>
                  <a:lnTo>
                    <a:pt x="3128" y="642"/>
                  </a:lnTo>
                  <a:lnTo>
                    <a:pt x="3260" y="662"/>
                  </a:lnTo>
                  <a:lnTo>
                    <a:pt x="3388" y="678"/>
                  </a:lnTo>
                  <a:lnTo>
                    <a:pt x="3512" y="694"/>
                  </a:lnTo>
                  <a:lnTo>
                    <a:pt x="3632" y="708"/>
                  </a:lnTo>
                  <a:lnTo>
                    <a:pt x="3750" y="722"/>
                  </a:lnTo>
                  <a:lnTo>
                    <a:pt x="3864" y="732"/>
                  </a:lnTo>
                  <a:lnTo>
                    <a:pt x="3974" y="740"/>
                  </a:lnTo>
                  <a:lnTo>
                    <a:pt x="4080" y="748"/>
                  </a:lnTo>
                  <a:lnTo>
                    <a:pt x="4184" y="754"/>
                  </a:lnTo>
                  <a:lnTo>
                    <a:pt x="4286" y="758"/>
                  </a:lnTo>
                  <a:lnTo>
                    <a:pt x="4384" y="762"/>
                  </a:lnTo>
                  <a:lnTo>
                    <a:pt x="4478" y="762"/>
                  </a:lnTo>
                  <a:lnTo>
                    <a:pt x="4570" y="762"/>
                  </a:lnTo>
                  <a:lnTo>
                    <a:pt x="4660" y="760"/>
                  </a:lnTo>
                  <a:lnTo>
                    <a:pt x="4746" y="758"/>
                  </a:lnTo>
                  <a:lnTo>
                    <a:pt x="4830" y="754"/>
                  </a:lnTo>
                  <a:lnTo>
                    <a:pt x="4912" y="748"/>
                  </a:lnTo>
                  <a:lnTo>
                    <a:pt x="4992" y="740"/>
                  </a:lnTo>
                  <a:lnTo>
                    <a:pt x="5068" y="732"/>
                  </a:lnTo>
                  <a:lnTo>
                    <a:pt x="5144" y="724"/>
                  </a:lnTo>
                  <a:lnTo>
                    <a:pt x="5216" y="714"/>
                  </a:lnTo>
                  <a:close/>
                </a:path>
              </a:pathLst>
            </a:custGeom>
            <a:solidFill>
              <a:schemeClr val="bg2">
                <a:alpha val="39999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083" name="Freeform 22">
              <a:extLst>
                <a:ext uri="{FF2B5EF4-FFF2-40B4-BE49-F238E27FC236}">
                  <a16:creationId xmlns:a16="http://schemas.microsoft.com/office/drawing/2014/main" id="{3861466D-938C-44D5-9958-84811BFB674F}"/>
                </a:ext>
              </a:extLst>
            </p:cNvPr>
            <p:cNvSpPr>
              <a:spLocks/>
            </p:cNvSpPr>
            <p:nvPr/>
          </p:nvSpPr>
          <p:spPr bwMode="hidden">
            <a:xfrm>
              <a:off x="3175" y="4335463"/>
              <a:ext cx="8166100" cy="1101725"/>
            </a:xfrm>
            <a:custGeom>
              <a:avLst/>
              <a:gdLst>
                <a:gd name="T0" fmla="*/ 0 w 5144"/>
                <a:gd name="T1" fmla="*/ 2147483646 h 694"/>
                <a:gd name="T2" fmla="*/ 0 w 5144"/>
                <a:gd name="T3" fmla="*/ 2147483646 h 694"/>
                <a:gd name="T4" fmla="*/ 2147483646 w 5144"/>
                <a:gd name="T5" fmla="*/ 2147483646 h 694"/>
                <a:gd name="T6" fmla="*/ 2147483646 w 5144"/>
                <a:gd name="T7" fmla="*/ 2147483646 h 694"/>
                <a:gd name="T8" fmla="*/ 2147483646 w 5144"/>
                <a:gd name="T9" fmla="*/ 2147483646 h 694"/>
                <a:gd name="T10" fmla="*/ 2147483646 w 5144"/>
                <a:gd name="T11" fmla="*/ 2147483646 h 694"/>
                <a:gd name="T12" fmla="*/ 2147483646 w 5144"/>
                <a:gd name="T13" fmla="*/ 2147483646 h 694"/>
                <a:gd name="T14" fmla="*/ 2147483646 w 5144"/>
                <a:gd name="T15" fmla="*/ 2147483646 h 694"/>
                <a:gd name="T16" fmla="*/ 2147483646 w 5144"/>
                <a:gd name="T17" fmla="*/ 2147483646 h 694"/>
                <a:gd name="T18" fmla="*/ 2147483646 w 5144"/>
                <a:gd name="T19" fmla="*/ 2147483646 h 694"/>
                <a:gd name="T20" fmla="*/ 2147483646 w 5144"/>
                <a:gd name="T21" fmla="*/ 2147483646 h 694"/>
                <a:gd name="T22" fmla="*/ 2147483646 w 5144"/>
                <a:gd name="T23" fmla="*/ 2147483646 h 694"/>
                <a:gd name="T24" fmla="*/ 2147483646 w 5144"/>
                <a:gd name="T25" fmla="*/ 0 h 694"/>
                <a:gd name="T26" fmla="*/ 2147483646 w 5144"/>
                <a:gd name="T27" fmla="*/ 2147483646 h 694"/>
                <a:gd name="T28" fmla="*/ 2147483646 w 5144"/>
                <a:gd name="T29" fmla="*/ 2147483646 h 694"/>
                <a:gd name="T30" fmla="*/ 2147483646 w 5144"/>
                <a:gd name="T31" fmla="*/ 2147483646 h 694"/>
                <a:gd name="T32" fmla="*/ 2147483646 w 5144"/>
                <a:gd name="T33" fmla="*/ 2147483646 h 694"/>
                <a:gd name="T34" fmla="*/ 2147483646 w 5144"/>
                <a:gd name="T35" fmla="*/ 2147483646 h 694"/>
                <a:gd name="T36" fmla="*/ 2147483646 w 5144"/>
                <a:gd name="T37" fmla="*/ 2147483646 h 694"/>
                <a:gd name="T38" fmla="*/ 2147483646 w 5144"/>
                <a:gd name="T39" fmla="*/ 2147483646 h 694"/>
                <a:gd name="T40" fmla="*/ 2147483646 w 5144"/>
                <a:gd name="T41" fmla="*/ 2147483646 h 694"/>
                <a:gd name="T42" fmla="*/ 2147483646 w 5144"/>
                <a:gd name="T43" fmla="*/ 2147483646 h 694"/>
                <a:gd name="T44" fmla="*/ 2147483646 w 5144"/>
                <a:gd name="T45" fmla="*/ 2147483646 h 694"/>
                <a:gd name="T46" fmla="*/ 2147483646 w 5144"/>
                <a:gd name="T47" fmla="*/ 2147483646 h 694"/>
                <a:gd name="T48" fmla="*/ 2147483646 w 5144"/>
                <a:gd name="T49" fmla="*/ 2147483646 h 694"/>
                <a:gd name="T50" fmla="*/ 2147483646 w 5144"/>
                <a:gd name="T51" fmla="*/ 2147483646 h 694"/>
                <a:gd name="T52" fmla="*/ 2147483646 w 5144"/>
                <a:gd name="T53" fmla="*/ 2147483646 h 694"/>
                <a:gd name="T54" fmla="*/ 2147483646 w 5144"/>
                <a:gd name="T55" fmla="*/ 2147483646 h 694"/>
                <a:gd name="T56" fmla="*/ 2147483646 w 5144"/>
                <a:gd name="T57" fmla="*/ 2147483646 h 694"/>
                <a:gd name="T58" fmla="*/ 2147483646 w 5144"/>
                <a:gd name="T59" fmla="*/ 2147483646 h 694"/>
                <a:gd name="T60" fmla="*/ 2147483646 w 5144"/>
                <a:gd name="T61" fmla="*/ 2147483646 h 694"/>
                <a:gd name="T62" fmla="*/ 0 60000 65536"/>
                <a:gd name="T63" fmla="*/ 0 60000 65536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</a:gdLst>
              <a:ahLst/>
              <a:cxnLst>
                <a:cxn ang="T62">
                  <a:pos x="T0" y="T1"/>
                </a:cxn>
                <a:cxn ang="T63">
                  <a:pos x="T2" y="T3"/>
                </a:cxn>
                <a:cxn ang="T64">
                  <a:pos x="T4" y="T5"/>
                </a:cxn>
                <a:cxn ang="T65">
                  <a:pos x="T6" y="T7"/>
                </a:cxn>
                <a:cxn ang="T66">
                  <a:pos x="T8" y="T9"/>
                </a:cxn>
                <a:cxn ang="T67">
                  <a:pos x="T10" y="T11"/>
                </a:cxn>
                <a:cxn ang="T68">
                  <a:pos x="T12" y="T13"/>
                </a:cxn>
                <a:cxn ang="T69">
                  <a:pos x="T14" y="T15"/>
                </a:cxn>
                <a:cxn ang="T70">
                  <a:pos x="T16" y="T17"/>
                </a:cxn>
                <a:cxn ang="T71">
                  <a:pos x="T18" y="T19"/>
                </a:cxn>
                <a:cxn ang="T72">
                  <a:pos x="T20" y="T21"/>
                </a:cxn>
                <a:cxn ang="T73">
                  <a:pos x="T22" y="T23"/>
                </a:cxn>
                <a:cxn ang="T74">
                  <a:pos x="T24" y="T25"/>
                </a:cxn>
                <a:cxn ang="T75">
                  <a:pos x="T26" y="T27"/>
                </a:cxn>
                <a:cxn ang="T76">
                  <a:pos x="T28" y="T29"/>
                </a:cxn>
                <a:cxn ang="T77">
                  <a:pos x="T30" y="T31"/>
                </a:cxn>
                <a:cxn ang="T78">
                  <a:pos x="T32" y="T33"/>
                </a:cxn>
                <a:cxn ang="T79">
                  <a:pos x="T34" y="T35"/>
                </a:cxn>
                <a:cxn ang="T80">
                  <a:pos x="T36" y="T37"/>
                </a:cxn>
                <a:cxn ang="T81">
                  <a:pos x="T38" y="T39"/>
                </a:cxn>
                <a:cxn ang="T82">
                  <a:pos x="T40" y="T41"/>
                </a:cxn>
                <a:cxn ang="T83">
                  <a:pos x="T42" y="T43"/>
                </a:cxn>
                <a:cxn ang="T84">
                  <a:pos x="T44" y="T45"/>
                </a:cxn>
                <a:cxn ang="T85">
                  <a:pos x="T46" y="T47"/>
                </a:cxn>
                <a:cxn ang="T86">
                  <a:pos x="T48" y="T49"/>
                </a:cxn>
                <a:cxn ang="T87">
                  <a:pos x="T50" y="T51"/>
                </a:cxn>
                <a:cxn ang="T88">
                  <a:pos x="T52" y="T53"/>
                </a:cxn>
                <a:cxn ang="T89">
                  <a:pos x="T54" y="T55"/>
                </a:cxn>
                <a:cxn ang="T90">
                  <a:pos x="T56" y="T57"/>
                </a:cxn>
                <a:cxn ang="T91">
                  <a:pos x="T58" y="T59"/>
                </a:cxn>
                <a:cxn ang="T92">
                  <a:pos x="T60" y="T61"/>
                </a:cxn>
              </a:cxnLst>
              <a:rect l="0" t="0" r="r" b="b"/>
              <a:pathLst>
                <a:path w="5144" h="694">
                  <a:moveTo>
                    <a:pt x="0" y="70"/>
                  </a:moveTo>
                  <a:lnTo>
                    <a:pt x="0" y="70"/>
                  </a:lnTo>
                  <a:lnTo>
                    <a:pt x="18" y="66"/>
                  </a:lnTo>
                  <a:lnTo>
                    <a:pt x="72" y="56"/>
                  </a:lnTo>
                  <a:lnTo>
                    <a:pt x="164" y="42"/>
                  </a:lnTo>
                  <a:lnTo>
                    <a:pt x="224" y="34"/>
                  </a:lnTo>
                  <a:lnTo>
                    <a:pt x="294" y="26"/>
                  </a:lnTo>
                  <a:lnTo>
                    <a:pt x="372" y="20"/>
                  </a:lnTo>
                  <a:lnTo>
                    <a:pt x="462" y="14"/>
                  </a:lnTo>
                  <a:lnTo>
                    <a:pt x="560" y="8"/>
                  </a:lnTo>
                  <a:lnTo>
                    <a:pt x="670" y="4"/>
                  </a:lnTo>
                  <a:lnTo>
                    <a:pt x="790" y="2"/>
                  </a:lnTo>
                  <a:lnTo>
                    <a:pt x="920" y="0"/>
                  </a:lnTo>
                  <a:lnTo>
                    <a:pt x="1060" y="2"/>
                  </a:lnTo>
                  <a:lnTo>
                    <a:pt x="1210" y="6"/>
                  </a:lnTo>
                  <a:lnTo>
                    <a:pt x="1372" y="14"/>
                  </a:lnTo>
                  <a:lnTo>
                    <a:pt x="1544" y="24"/>
                  </a:lnTo>
                  <a:lnTo>
                    <a:pt x="1726" y="40"/>
                  </a:lnTo>
                  <a:lnTo>
                    <a:pt x="1920" y="58"/>
                  </a:lnTo>
                  <a:lnTo>
                    <a:pt x="2126" y="80"/>
                  </a:lnTo>
                  <a:lnTo>
                    <a:pt x="2342" y="106"/>
                  </a:lnTo>
                  <a:lnTo>
                    <a:pt x="2570" y="138"/>
                  </a:lnTo>
                  <a:lnTo>
                    <a:pt x="2808" y="174"/>
                  </a:lnTo>
                  <a:lnTo>
                    <a:pt x="3058" y="216"/>
                  </a:lnTo>
                  <a:lnTo>
                    <a:pt x="3320" y="266"/>
                  </a:lnTo>
                  <a:lnTo>
                    <a:pt x="3594" y="320"/>
                  </a:lnTo>
                  <a:lnTo>
                    <a:pt x="3880" y="380"/>
                  </a:lnTo>
                  <a:lnTo>
                    <a:pt x="4178" y="448"/>
                  </a:lnTo>
                  <a:lnTo>
                    <a:pt x="4488" y="522"/>
                  </a:lnTo>
                  <a:lnTo>
                    <a:pt x="4810" y="604"/>
                  </a:lnTo>
                  <a:lnTo>
                    <a:pt x="5144" y="694"/>
                  </a:lnTo>
                </a:path>
              </a:pathLst>
            </a:custGeom>
            <a:noFill/>
            <a:ln w="12">
              <a:solidFill>
                <a:srgbClr val="FFFFFF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084" name="Freeform 26">
              <a:extLst>
                <a:ext uri="{FF2B5EF4-FFF2-40B4-BE49-F238E27FC236}">
                  <a16:creationId xmlns:a16="http://schemas.microsoft.com/office/drawing/2014/main" id="{32515DC5-FDFA-4FEB-8032-0E1F072F925E}"/>
                </a:ext>
              </a:extLst>
            </p:cNvPr>
            <p:cNvSpPr>
              <a:spLocks/>
            </p:cNvSpPr>
            <p:nvPr/>
          </p:nvSpPr>
          <p:spPr bwMode="hidden">
            <a:xfrm>
              <a:off x="4156075" y="4316413"/>
              <a:ext cx="4940300" cy="927100"/>
            </a:xfrm>
            <a:custGeom>
              <a:avLst/>
              <a:gdLst>
                <a:gd name="T0" fmla="*/ 0 w 3112"/>
                <a:gd name="T1" fmla="*/ 2147483646 h 584"/>
                <a:gd name="T2" fmla="*/ 0 w 3112"/>
                <a:gd name="T3" fmla="*/ 2147483646 h 584"/>
                <a:gd name="T4" fmla="*/ 2147483646 w 3112"/>
                <a:gd name="T5" fmla="*/ 2147483646 h 584"/>
                <a:gd name="T6" fmla="*/ 2147483646 w 3112"/>
                <a:gd name="T7" fmla="*/ 2147483646 h 584"/>
                <a:gd name="T8" fmla="*/ 2147483646 w 3112"/>
                <a:gd name="T9" fmla="*/ 2147483646 h 584"/>
                <a:gd name="T10" fmla="*/ 2147483646 w 3112"/>
                <a:gd name="T11" fmla="*/ 2147483646 h 584"/>
                <a:gd name="T12" fmla="*/ 2147483646 w 3112"/>
                <a:gd name="T13" fmla="*/ 2147483646 h 584"/>
                <a:gd name="T14" fmla="*/ 2147483646 w 3112"/>
                <a:gd name="T15" fmla="*/ 2147483646 h 584"/>
                <a:gd name="T16" fmla="*/ 2147483646 w 3112"/>
                <a:gd name="T17" fmla="*/ 2147483646 h 584"/>
                <a:gd name="T18" fmla="*/ 2147483646 w 3112"/>
                <a:gd name="T19" fmla="*/ 2147483646 h 584"/>
                <a:gd name="T20" fmla="*/ 2147483646 w 3112"/>
                <a:gd name="T21" fmla="*/ 2147483646 h 584"/>
                <a:gd name="T22" fmla="*/ 2147483646 w 3112"/>
                <a:gd name="T23" fmla="*/ 2147483646 h 584"/>
                <a:gd name="T24" fmla="*/ 2147483646 w 3112"/>
                <a:gd name="T25" fmla="*/ 2147483646 h 584"/>
                <a:gd name="T26" fmla="*/ 2147483646 w 3112"/>
                <a:gd name="T27" fmla="*/ 2147483646 h 584"/>
                <a:gd name="T28" fmla="*/ 2147483646 w 3112"/>
                <a:gd name="T29" fmla="*/ 2147483646 h 584"/>
                <a:gd name="T30" fmla="*/ 2147483646 w 3112"/>
                <a:gd name="T31" fmla="*/ 2147483646 h 584"/>
                <a:gd name="T32" fmla="*/ 2147483646 w 3112"/>
                <a:gd name="T33" fmla="*/ 2147483646 h 584"/>
                <a:gd name="T34" fmla="*/ 2147483646 w 3112"/>
                <a:gd name="T35" fmla="*/ 2147483646 h 584"/>
                <a:gd name="T36" fmla="*/ 2147483646 w 3112"/>
                <a:gd name="T37" fmla="*/ 2147483646 h 584"/>
                <a:gd name="T38" fmla="*/ 2147483646 w 3112"/>
                <a:gd name="T39" fmla="*/ 0 h 584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</a:gdLst>
              <a:ahLst/>
              <a:cxnLst>
                <a:cxn ang="T40">
                  <a:pos x="T0" y="T1"/>
                </a:cxn>
                <a:cxn ang="T41">
                  <a:pos x="T2" y="T3"/>
                </a:cxn>
                <a:cxn ang="T42">
                  <a:pos x="T4" y="T5"/>
                </a:cxn>
                <a:cxn ang="T43">
                  <a:pos x="T6" y="T7"/>
                </a:cxn>
                <a:cxn ang="T44">
                  <a:pos x="T8" y="T9"/>
                </a:cxn>
                <a:cxn ang="T45">
                  <a:pos x="T10" y="T11"/>
                </a:cxn>
                <a:cxn ang="T46">
                  <a:pos x="T12" y="T13"/>
                </a:cxn>
                <a:cxn ang="T47">
                  <a:pos x="T14" y="T15"/>
                </a:cxn>
                <a:cxn ang="T48">
                  <a:pos x="T16" y="T17"/>
                </a:cxn>
                <a:cxn ang="T49">
                  <a:pos x="T18" y="T19"/>
                </a:cxn>
                <a:cxn ang="T50">
                  <a:pos x="T20" y="T21"/>
                </a:cxn>
                <a:cxn ang="T51">
                  <a:pos x="T22" y="T23"/>
                </a:cxn>
                <a:cxn ang="T52">
                  <a:pos x="T24" y="T25"/>
                </a:cxn>
                <a:cxn ang="T53">
                  <a:pos x="T26" y="T27"/>
                </a:cxn>
                <a:cxn ang="T54">
                  <a:pos x="T28" y="T29"/>
                </a:cxn>
                <a:cxn ang="T55">
                  <a:pos x="T30" y="T31"/>
                </a:cxn>
                <a:cxn ang="T56">
                  <a:pos x="T32" y="T33"/>
                </a:cxn>
                <a:cxn ang="T57">
                  <a:pos x="T34" y="T35"/>
                </a:cxn>
                <a:cxn ang="T58">
                  <a:pos x="T36" y="T37"/>
                </a:cxn>
                <a:cxn ang="T59">
                  <a:pos x="T38" y="T39"/>
                </a:cxn>
              </a:cxnLst>
              <a:rect l="0" t="0" r="r" b="b"/>
              <a:pathLst>
                <a:path w="3112" h="584">
                  <a:moveTo>
                    <a:pt x="0" y="584"/>
                  </a:moveTo>
                  <a:lnTo>
                    <a:pt x="0" y="584"/>
                  </a:lnTo>
                  <a:lnTo>
                    <a:pt x="90" y="560"/>
                  </a:lnTo>
                  <a:lnTo>
                    <a:pt x="336" y="498"/>
                  </a:lnTo>
                  <a:lnTo>
                    <a:pt x="506" y="456"/>
                  </a:lnTo>
                  <a:lnTo>
                    <a:pt x="702" y="410"/>
                  </a:lnTo>
                  <a:lnTo>
                    <a:pt x="920" y="360"/>
                  </a:lnTo>
                  <a:lnTo>
                    <a:pt x="1154" y="306"/>
                  </a:lnTo>
                  <a:lnTo>
                    <a:pt x="1402" y="254"/>
                  </a:lnTo>
                  <a:lnTo>
                    <a:pt x="1656" y="202"/>
                  </a:lnTo>
                  <a:lnTo>
                    <a:pt x="1916" y="154"/>
                  </a:lnTo>
                  <a:lnTo>
                    <a:pt x="2174" y="108"/>
                  </a:lnTo>
                  <a:lnTo>
                    <a:pt x="2302" y="88"/>
                  </a:lnTo>
                  <a:lnTo>
                    <a:pt x="2426" y="68"/>
                  </a:lnTo>
                  <a:lnTo>
                    <a:pt x="2550" y="52"/>
                  </a:lnTo>
                  <a:lnTo>
                    <a:pt x="2670" y="36"/>
                  </a:lnTo>
                  <a:lnTo>
                    <a:pt x="2788" y="24"/>
                  </a:lnTo>
                  <a:lnTo>
                    <a:pt x="2900" y="14"/>
                  </a:lnTo>
                  <a:lnTo>
                    <a:pt x="3008" y="6"/>
                  </a:lnTo>
                  <a:lnTo>
                    <a:pt x="3112" y="0"/>
                  </a:lnTo>
                </a:path>
              </a:pathLst>
            </a:custGeom>
            <a:noFill/>
            <a:ln w="12">
              <a:solidFill>
                <a:srgbClr val="FFFFFF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 useBgFill="1">
          <p:nvSpPr>
            <p:cNvPr id="3085" name="Freeform 10">
              <a:extLst>
                <a:ext uri="{FF2B5EF4-FFF2-40B4-BE49-F238E27FC236}">
                  <a16:creationId xmlns:a16="http://schemas.microsoft.com/office/drawing/2014/main" id="{4426BC93-AB77-4466-BB73-0AF77A305DB5}"/>
                </a:ext>
              </a:extLst>
            </p:cNvPr>
            <p:cNvSpPr>
              <a:spLocks/>
            </p:cNvSpPr>
            <p:nvPr/>
          </p:nvSpPr>
          <p:spPr bwMode="hidden">
            <a:xfrm>
              <a:off x="-3905251" y="4294188"/>
              <a:ext cx="13027839" cy="1892300"/>
            </a:xfrm>
            <a:custGeom>
              <a:avLst/>
              <a:gdLst>
                <a:gd name="T0" fmla="*/ 2147483646 w 8196"/>
                <a:gd name="T1" fmla="*/ 2147483646 h 1192"/>
                <a:gd name="T2" fmla="*/ 2147483646 w 8196"/>
                <a:gd name="T3" fmla="*/ 2147483646 h 1192"/>
                <a:gd name="T4" fmla="*/ 2147483646 w 8196"/>
                <a:gd name="T5" fmla="*/ 2147483646 h 1192"/>
                <a:gd name="T6" fmla="*/ 2147483646 w 8196"/>
                <a:gd name="T7" fmla="*/ 2147483646 h 1192"/>
                <a:gd name="T8" fmla="*/ 2147483646 w 8196"/>
                <a:gd name="T9" fmla="*/ 2147483646 h 1192"/>
                <a:gd name="T10" fmla="*/ 2147483646 w 8196"/>
                <a:gd name="T11" fmla="*/ 2147483646 h 1192"/>
                <a:gd name="T12" fmla="*/ 2147483646 w 8196"/>
                <a:gd name="T13" fmla="*/ 2147483646 h 1192"/>
                <a:gd name="T14" fmla="*/ 2147483646 w 8196"/>
                <a:gd name="T15" fmla="*/ 2147483646 h 1192"/>
                <a:gd name="T16" fmla="*/ 2147483646 w 8196"/>
                <a:gd name="T17" fmla="*/ 2147483646 h 1192"/>
                <a:gd name="T18" fmla="*/ 2147483646 w 8196"/>
                <a:gd name="T19" fmla="*/ 2147483646 h 1192"/>
                <a:gd name="T20" fmla="*/ 2147483646 w 8196"/>
                <a:gd name="T21" fmla="*/ 2147483646 h 1192"/>
                <a:gd name="T22" fmla="*/ 2147483646 w 8196"/>
                <a:gd name="T23" fmla="*/ 2147483646 h 1192"/>
                <a:gd name="T24" fmla="*/ 2147483646 w 8196"/>
                <a:gd name="T25" fmla="*/ 2147483646 h 1192"/>
                <a:gd name="T26" fmla="*/ 2147483646 w 8196"/>
                <a:gd name="T27" fmla="*/ 2147483646 h 1192"/>
                <a:gd name="T28" fmla="*/ 2147483646 w 8196"/>
                <a:gd name="T29" fmla="*/ 2147483646 h 1192"/>
                <a:gd name="T30" fmla="*/ 2147483646 w 8196"/>
                <a:gd name="T31" fmla="*/ 2147483646 h 1192"/>
                <a:gd name="T32" fmla="*/ 2147483646 w 8196"/>
                <a:gd name="T33" fmla="*/ 2147483646 h 1192"/>
                <a:gd name="T34" fmla="*/ 2147483646 w 8196"/>
                <a:gd name="T35" fmla="*/ 2147483646 h 1192"/>
                <a:gd name="T36" fmla="*/ 2147483646 w 8196"/>
                <a:gd name="T37" fmla="*/ 2147483646 h 1192"/>
                <a:gd name="T38" fmla="*/ 2147483646 w 8196"/>
                <a:gd name="T39" fmla="*/ 2147483646 h 1192"/>
                <a:gd name="T40" fmla="*/ 2147483646 w 8196"/>
                <a:gd name="T41" fmla="*/ 2147483646 h 1192"/>
                <a:gd name="T42" fmla="*/ 2147483646 w 8196"/>
                <a:gd name="T43" fmla="*/ 2147483646 h 1192"/>
                <a:gd name="T44" fmla="*/ 2147483646 w 8196"/>
                <a:gd name="T45" fmla="*/ 0 h 1192"/>
                <a:gd name="T46" fmla="*/ 2147483646 w 8196"/>
                <a:gd name="T47" fmla="*/ 2147483646 h 1192"/>
                <a:gd name="T48" fmla="*/ 2147483646 w 8196"/>
                <a:gd name="T49" fmla="*/ 2147483646 h 1192"/>
                <a:gd name="T50" fmla="*/ 2147483646 w 8196"/>
                <a:gd name="T51" fmla="*/ 2147483646 h 1192"/>
                <a:gd name="T52" fmla="*/ 2147483646 w 8196"/>
                <a:gd name="T53" fmla="*/ 2147483646 h 1192"/>
                <a:gd name="T54" fmla="*/ 2147483646 w 8196"/>
                <a:gd name="T55" fmla="*/ 2147483646 h 1192"/>
                <a:gd name="T56" fmla="*/ 2147483646 w 8196"/>
                <a:gd name="T57" fmla="*/ 2147483646 h 1192"/>
                <a:gd name="T58" fmla="*/ 2147483646 w 8196"/>
                <a:gd name="T59" fmla="*/ 2147483646 h 1192"/>
                <a:gd name="T60" fmla="*/ 2147483646 w 8196"/>
                <a:gd name="T61" fmla="*/ 2147483646 h 1192"/>
                <a:gd name="T62" fmla="*/ 0 w 8196"/>
                <a:gd name="T63" fmla="*/ 2147483646 h 1192"/>
                <a:gd name="T64" fmla="*/ 2147483646 w 8196"/>
                <a:gd name="T65" fmla="*/ 2147483646 h 1192"/>
                <a:gd name="T66" fmla="*/ 2147483646 w 8196"/>
                <a:gd name="T67" fmla="*/ 2147483646 h 1192"/>
                <a:gd name="T68" fmla="*/ 2147483646 w 8196"/>
                <a:gd name="T69" fmla="*/ 2147483646 h 1192"/>
                <a:gd name="T70" fmla="*/ 2147483646 w 8196"/>
                <a:gd name="T71" fmla="*/ 2147483646 h 1192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</a:gdLst>
              <a:ahLst/>
              <a:cxnLst>
                <a:cxn ang="T72">
                  <a:pos x="T0" y="T1"/>
                </a:cxn>
                <a:cxn ang="T73">
                  <a:pos x="T2" y="T3"/>
                </a:cxn>
                <a:cxn ang="T74">
                  <a:pos x="T4" y="T5"/>
                </a:cxn>
                <a:cxn ang="T75">
                  <a:pos x="T6" y="T7"/>
                </a:cxn>
                <a:cxn ang="T76">
                  <a:pos x="T8" y="T9"/>
                </a:cxn>
                <a:cxn ang="T77">
                  <a:pos x="T10" y="T11"/>
                </a:cxn>
                <a:cxn ang="T78">
                  <a:pos x="T12" y="T13"/>
                </a:cxn>
                <a:cxn ang="T79">
                  <a:pos x="T14" y="T15"/>
                </a:cxn>
                <a:cxn ang="T80">
                  <a:pos x="T16" y="T17"/>
                </a:cxn>
                <a:cxn ang="T81">
                  <a:pos x="T18" y="T19"/>
                </a:cxn>
                <a:cxn ang="T82">
                  <a:pos x="T20" y="T21"/>
                </a:cxn>
                <a:cxn ang="T83">
                  <a:pos x="T22" y="T23"/>
                </a:cxn>
                <a:cxn ang="T84">
                  <a:pos x="T24" y="T25"/>
                </a:cxn>
                <a:cxn ang="T85">
                  <a:pos x="T26" y="T27"/>
                </a:cxn>
                <a:cxn ang="T86">
                  <a:pos x="T28" y="T29"/>
                </a:cxn>
                <a:cxn ang="T87">
                  <a:pos x="T30" y="T31"/>
                </a:cxn>
                <a:cxn ang="T88">
                  <a:pos x="T32" y="T33"/>
                </a:cxn>
                <a:cxn ang="T89">
                  <a:pos x="T34" y="T35"/>
                </a:cxn>
                <a:cxn ang="T90">
                  <a:pos x="T36" y="T37"/>
                </a:cxn>
                <a:cxn ang="T91">
                  <a:pos x="T38" y="T39"/>
                </a:cxn>
                <a:cxn ang="T92">
                  <a:pos x="T40" y="T41"/>
                </a:cxn>
                <a:cxn ang="T93">
                  <a:pos x="T42" y="T43"/>
                </a:cxn>
                <a:cxn ang="T94">
                  <a:pos x="T44" y="T45"/>
                </a:cxn>
                <a:cxn ang="T95">
                  <a:pos x="T46" y="T47"/>
                </a:cxn>
                <a:cxn ang="T96">
                  <a:pos x="T48" y="T49"/>
                </a:cxn>
                <a:cxn ang="T97">
                  <a:pos x="T50" y="T51"/>
                </a:cxn>
                <a:cxn ang="T98">
                  <a:pos x="T52" y="T53"/>
                </a:cxn>
                <a:cxn ang="T99">
                  <a:pos x="T54" y="T55"/>
                </a:cxn>
                <a:cxn ang="T100">
                  <a:pos x="T56" y="T57"/>
                </a:cxn>
                <a:cxn ang="T101">
                  <a:pos x="T58" y="T59"/>
                </a:cxn>
                <a:cxn ang="T102">
                  <a:pos x="T60" y="T61"/>
                </a:cxn>
                <a:cxn ang="T103">
                  <a:pos x="T62" y="T63"/>
                </a:cxn>
                <a:cxn ang="T104">
                  <a:pos x="T64" y="T65"/>
                </a:cxn>
                <a:cxn ang="T105">
                  <a:pos x="T66" y="T67"/>
                </a:cxn>
                <a:cxn ang="T106">
                  <a:pos x="T68" y="T69"/>
                </a:cxn>
                <a:cxn ang="T107">
                  <a:pos x="T70" y="T71"/>
                </a:cxn>
              </a:cxnLst>
              <a:rect l="0" t="0" r="r" b="b"/>
              <a:pathLst>
                <a:path w="8196" h="1192">
                  <a:moveTo>
                    <a:pt x="8192" y="512"/>
                  </a:moveTo>
                  <a:lnTo>
                    <a:pt x="8192" y="512"/>
                  </a:lnTo>
                  <a:lnTo>
                    <a:pt x="8116" y="542"/>
                  </a:lnTo>
                  <a:lnTo>
                    <a:pt x="8040" y="570"/>
                  </a:lnTo>
                  <a:lnTo>
                    <a:pt x="7960" y="596"/>
                  </a:lnTo>
                  <a:lnTo>
                    <a:pt x="7878" y="620"/>
                  </a:lnTo>
                  <a:lnTo>
                    <a:pt x="7794" y="644"/>
                  </a:lnTo>
                  <a:lnTo>
                    <a:pt x="7706" y="666"/>
                  </a:lnTo>
                  <a:lnTo>
                    <a:pt x="7616" y="684"/>
                  </a:lnTo>
                  <a:lnTo>
                    <a:pt x="7522" y="702"/>
                  </a:lnTo>
                  <a:lnTo>
                    <a:pt x="7424" y="718"/>
                  </a:lnTo>
                  <a:lnTo>
                    <a:pt x="7322" y="730"/>
                  </a:lnTo>
                  <a:lnTo>
                    <a:pt x="7216" y="742"/>
                  </a:lnTo>
                  <a:lnTo>
                    <a:pt x="7106" y="750"/>
                  </a:lnTo>
                  <a:lnTo>
                    <a:pt x="6992" y="758"/>
                  </a:lnTo>
                  <a:lnTo>
                    <a:pt x="6872" y="762"/>
                  </a:lnTo>
                  <a:lnTo>
                    <a:pt x="6748" y="762"/>
                  </a:lnTo>
                  <a:lnTo>
                    <a:pt x="6618" y="760"/>
                  </a:lnTo>
                  <a:lnTo>
                    <a:pt x="6482" y="756"/>
                  </a:lnTo>
                  <a:lnTo>
                    <a:pt x="6342" y="750"/>
                  </a:lnTo>
                  <a:lnTo>
                    <a:pt x="6196" y="740"/>
                  </a:lnTo>
                  <a:lnTo>
                    <a:pt x="6042" y="726"/>
                  </a:lnTo>
                  <a:lnTo>
                    <a:pt x="5882" y="710"/>
                  </a:lnTo>
                  <a:lnTo>
                    <a:pt x="5716" y="690"/>
                  </a:lnTo>
                  <a:lnTo>
                    <a:pt x="5544" y="668"/>
                  </a:lnTo>
                  <a:lnTo>
                    <a:pt x="5364" y="642"/>
                  </a:lnTo>
                  <a:lnTo>
                    <a:pt x="5176" y="612"/>
                  </a:lnTo>
                  <a:lnTo>
                    <a:pt x="4982" y="578"/>
                  </a:lnTo>
                  <a:lnTo>
                    <a:pt x="4778" y="540"/>
                  </a:lnTo>
                  <a:lnTo>
                    <a:pt x="4568" y="500"/>
                  </a:lnTo>
                  <a:lnTo>
                    <a:pt x="4348" y="454"/>
                  </a:lnTo>
                  <a:lnTo>
                    <a:pt x="4122" y="406"/>
                  </a:lnTo>
                  <a:lnTo>
                    <a:pt x="3886" y="354"/>
                  </a:lnTo>
                  <a:lnTo>
                    <a:pt x="3640" y="296"/>
                  </a:lnTo>
                  <a:lnTo>
                    <a:pt x="3396" y="240"/>
                  </a:lnTo>
                  <a:lnTo>
                    <a:pt x="3160" y="192"/>
                  </a:lnTo>
                  <a:lnTo>
                    <a:pt x="2934" y="148"/>
                  </a:lnTo>
                  <a:lnTo>
                    <a:pt x="2718" y="112"/>
                  </a:lnTo>
                  <a:lnTo>
                    <a:pt x="2512" y="82"/>
                  </a:lnTo>
                  <a:lnTo>
                    <a:pt x="2314" y="56"/>
                  </a:lnTo>
                  <a:lnTo>
                    <a:pt x="2126" y="36"/>
                  </a:lnTo>
                  <a:lnTo>
                    <a:pt x="1948" y="20"/>
                  </a:lnTo>
                  <a:lnTo>
                    <a:pt x="1776" y="10"/>
                  </a:lnTo>
                  <a:lnTo>
                    <a:pt x="1616" y="2"/>
                  </a:lnTo>
                  <a:lnTo>
                    <a:pt x="1462" y="0"/>
                  </a:lnTo>
                  <a:lnTo>
                    <a:pt x="1318" y="0"/>
                  </a:lnTo>
                  <a:lnTo>
                    <a:pt x="1182" y="4"/>
                  </a:lnTo>
                  <a:lnTo>
                    <a:pt x="1054" y="10"/>
                  </a:lnTo>
                  <a:lnTo>
                    <a:pt x="934" y="20"/>
                  </a:lnTo>
                  <a:lnTo>
                    <a:pt x="822" y="30"/>
                  </a:lnTo>
                  <a:lnTo>
                    <a:pt x="716" y="44"/>
                  </a:lnTo>
                  <a:lnTo>
                    <a:pt x="620" y="58"/>
                  </a:lnTo>
                  <a:lnTo>
                    <a:pt x="530" y="74"/>
                  </a:lnTo>
                  <a:lnTo>
                    <a:pt x="450" y="92"/>
                  </a:lnTo>
                  <a:lnTo>
                    <a:pt x="374" y="108"/>
                  </a:lnTo>
                  <a:lnTo>
                    <a:pt x="308" y="126"/>
                  </a:lnTo>
                  <a:lnTo>
                    <a:pt x="248" y="144"/>
                  </a:lnTo>
                  <a:lnTo>
                    <a:pt x="194" y="160"/>
                  </a:lnTo>
                  <a:lnTo>
                    <a:pt x="148" y="176"/>
                  </a:lnTo>
                  <a:lnTo>
                    <a:pt x="108" y="192"/>
                  </a:lnTo>
                  <a:lnTo>
                    <a:pt x="48" y="216"/>
                  </a:lnTo>
                  <a:lnTo>
                    <a:pt x="12" y="234"/>
                  </a:lnTo>
                  <a:lnTo>
                    <a:pt x="0" y="240"/>
                  </a:lnTo>
                  <a:lnTo>
                    <a:pt x="0" y="1192"/>
                  </a:lnTo>
                  <a:lnTo>
                    <a:pt x="8192" y="1192"/>
                  </a:lnTo>
                  <a:lnTo>
                    <a:pt x="8196" y="1186"/>
                  </a:lnTo>
                  <a:lnTo>
                    <a:pt x="8196" y="510"/>
                  </a:lnTo>
                  <a:lnTo>
                    <a:pt x="8192" y="512"/>
                  </a:lnTo>
                  <a:close/>
                </a:path>
              </a:pathLst>
            </a:custGeom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</p:grpSp>
      <p:sp>
        <p:nvSpPr>
          <p:cNvPr id="3076" name="Title Placeholder 1">
            <a:extLst>
              <a:ext uri="{FF2B5EF4-FFF2-40B4-BE49-F238E27FC236}">
                <a16:creationId xmlns:a16="http://schemas.microsoft.com/office/drawing/2014/main" id="{11862BA0-099A-4501-9CEA-44F5EA5F74F3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900113" y="268288"/>
            <a:ext cx="7786687" cy="358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C90BBF-297D-4568-B101-9701906A95B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164138" y="4687888"/>
            <a:ext cx="3786187" cy="273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eaLnBrk="1" hangingPunct="1">
              <a:defRPr sz="1000" b="0">
                <a:solidFill>
                  <a:srgbClr val="073E87"/>
                </a:solidFill>
                <a:latin typeface="Tahoma" panose="020B0604030504040204" pitchFamily="34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68130B-E410-451C-A8D7-BD94967EA4E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3675" y="4687888"/>
            <a:ext cx="3786188" cy="273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hangingPunct="1">
              <a:defRPr sz="1000" b="0">
                <a:solidFill>
                  <a:srgbClr val="073E87"/>
                </a:solidFill>
                <a:latin typeface="Tahoma" panose="020B0604030504040204" pitchFamily="34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FF7FCC-9433-4E20-BB95-7E03C081D78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3990975" y="4687888"/>
            <a:ext cx="1162050" cy="273050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 eaLnBrk="1" hangingPunct="1">
              <a:defRPr sz="1000" b="0" smtClean="0">
                <a:solidFill>
                  <a:srgbClr val="073E87"/>
                </a:solidFill>
              </a:defRPr>
            </a:lvl1pPr>
          </a:lstStyle>
          <a:p>
            <a:pPr>
              <a:defRPr/>
            </a:pPr>
            <a:fld id="{FE30004A-5F2A-410F-8A44-88D9EE0CD65A}" type="slidenum">
              <a:rPr lang="zh-CN" altLang="en-US"/>
              <a:pPr>
                <a:defRPr/>
              </a:pPr>
              <a:t>‹#›</a:t>
            </a:fld>
            <a:endParaRPr lang="en-US" altLang="zh-CN"/>
          </a:p>
        </p:txBody>
      </p:sp>
      <p:sp>
        <p:nvSpPr>
          <p:cNvPr id="3080" name="Text Placeholder 2">
            <a:extLst>
              <a:ext uri="{FF2B5EF4-FFF2-40B4-BE49-F238E27FC236}">
                <a16:creationId xmlns:a16="http://schemas.microsoft.com/office/drawing/2014/main" id="{B59E918A-933E-4F46-BE6D-41360234C093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xfrm>
            <a:off x="228600" y="1368425"/>
            <a:ext cx="5927725" cy="3225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5034" r:id="rId1"/>
    <p:sldLayoutId id="2147485035" r:id="rId2"/>
  </p:sldLayoutIdLst>
  <p:txStyles>
    <p:titleStyle>
      <a:lvl1pPr algn="l" rtl="0" eaLnBrk="0" fontAlgn="base" hangingPunct="0">
        <a:spcBef>
          <a:spcPct val="0"/>
        </a:spcBef>
        <a:spcAft>
          <a:spcPct val="0"/>
        </a:spcAft>
        <a:defRPr sz="4000" kern="1200">
          <a:solidFill>
            <a:srgbClr val="FFFFFF"/>
          </a:solidFill>
          <a:latin typeface="+mj-lt"/>
          <a:ea typeface="黑体" panose="02010609060101010101" pitchFamily="49" charset="-122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4000">
          <a:solidFill>
            <a:srgbClr val="FFFFFF"/>
          </a:solidFill>
          <a:latin typeface="Candara" panose="020E0502030303020204" pitchFamily="34" charset="0"/>
          <a:ea typeface="黑体" panose="02010609060101010101" pitchFamily="49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4000">
          <a:solidFill>
            <a:srgbClr val="FFFFFF"/>
          </a:solidFill>
          <a:latin typeface="Candara" panose="020E0502030303020204" pitchFamily="34" charset="0"/>
          <a:ea typeface="黑体" panose="02010609060101010101" pitchFamily="49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4000">
          <a:solidFill>
            <a:srgbClr val="FFFFFF"/>
          </a:solidFill>
          <a:latin typeface="Candara" panose="020E0502030303020204" pitchFamily="34" charset="0"/>
          <a:ea typeface="黑体" panose="02010609060101010101" pitchFamily="49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4000">
          <a:solidFill>
            <a:srgbClr val="FFFFFF"/>
          </a:solidFill>
          <a:latin typeface="Candara" panose="020E0502030303020204" pitchFamily="34" charset="0"/>
          <a:ea typeface="黑体" panose="02010609060101010101" pitchFamily="49" charset="-122"/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73050" indent="-273050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100000"/>
        <a:buFont typeface="Symbol" panose="05050102010706020507" pitchFamily="18" charset="2"/>
        <a:buChar char=""/>
        <a:defRPr sz="2400" kern="1200">
          <a:solidFill>
            <a:schemeClr val="tx2"/>
          </a:solidFill>
          <a:latin typeface="+mn-lt"/>
          <a:ea typeface="+mn-ea"/>
          <a:cs typeface="+mn-cs"/>
        </a:defRPr>
      </a:lvl1pPr>
      <a:lvl2pPr marL="576263" indent="-273050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100000"/>
        <a:buFont typeface="Symbol" panose="05050102010706020507" pitchFamily="18" charset="2"/>
        <a:buChar char=""/>
        <a:defRPr sz="2200" kern="1200">
          <a:solidFill>
            <a:schemeClr val="tx2"/>
          </a:solidFill>
          <a:latin typeface="+mn-lt"/>
          <a:ea typeface="+mn-ea"/>
          <a:cs typeface="+mn-cs"/>
        </a:defRPr>
      </a:lvl2pPr>
      <a:lvl3pPr marL="855663" indent="-228600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100000"/>
        <a:buFont typeface="Symbol" panose="05050102010706020507" pitchFamily="18" charset="2"/>
        <a:buChar char=""/>
        <a:defRPr sz="2000" kern="1200">
          <a:solidFill>
            <a:schemeClr val="tx2"/>
          </a:solidFill>
          <a:latin typeface="+mn-lt"/>
          <a:ea typeface="+mn-ea"/>
          <a:cs typeface="+mn-cs"/>
        </a:defRPr>
      </a:lvl3pPr>
      <a:lvl4pPr marL="1143000" indent="-228600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100000"/>
        <a:buFont typeface="Symbol" panose="05050102010706020507" pitchFamily="18" charset="2"/>
        <a:buChar char=""/>
        <a:defRPr kern="1200">
          <a:solidFill>
            <a:schemeClr val="tx2"/>
          </a:solidFill>
          <a:latin typeface="+mn-lt"/>
          <a:ea typeface="+mn-ea"/>
          <a:cs typeface="+mn-cs"/>
        </a:defRPr>
      </a:lvl4pPr>
      <a:lvl5pPr marL="1462088" indent="-228600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100000"/>
        <a:buFont typeface="Symbol" panose="05050102010706020507" pitchFamily="18" charset="2"/>
        <a:buChar char=""/>
        <a:defRPr sz="1600" kern="1200">
          <a:solidFill>
            <a:schemeClr val="tx2"/>
          </a:solidFill>
          <a:latin typeface="+mn-lt"/>
          <a:ea typeface="+mn-ea"/>
          <a:cs typeface="+mn-cs"/>
        </a:defRPr>
      </a:lvl5pPr>
      <a:lvl6pPr marL="1783080" indent="-228600" algn="l" defTabSz="914400" rtl="0" eaLnBrk="1" latinLnBrk="0" hangingPunct="1">
        <a:spcBef>
          <a:spcPts val="384"/>
        </a:spcBef>
        <a:buClr>
          <a:schemeClr val="accent1"/>
        </a:buClr>
        <a:buFont typeface="Symbol" pitchFamily="18" charset="2"/>
        <a:buChar char="*"/>
        <a:defRPr sz="1400" kern="1200">
          <a:solidFill>
            <a:schemeClr val="tx2"/>
          </a:solidFill>
          <a:latin typeface="+mn-lt"/>
          <a:ea typeface="+mn-ea"/>
          <a:cs typeface="+mn-cs"/>
        </a:defRPr>
      </a:lvl6pPr>
      <a:lvl7pPr marL="2103120" indent="-228600" algn="l" defTabSz="914400" rtl="0" eaLnBrk="1" latinLnBrk="0" hangingPunct="1">
        <a:spcBef>
          <a:spcPts val="384"/>
        </a:spcBef>
        <a:buClr>
          <a:schemeClr val="accent1"/>
        </a:buClr>
        <a:buFont typeface="Symbol" pitchFamily="18" charset="2"/>
        <a:buChar char="*"/>
        <a:defRPr sz="1400" kern="1200">
          <a:solidFill>
            <a:schemeClr val="tx2"/>
          </a:solidFill>
          <a:latin typeface="+mn-lt"/>
          <a:ea typeface="+mn-ea"/>
          <a:cs typeface="+mn-cs"/>
        </a:defRPr>
      </a:lvl7pPr>
      <a:lvl8pPr marL="2423160" indent="-228600" algn="l" defTabSz="914400" rtl="0" eaLnBrk="1" latinLnBrk="0" hangingPunct="1">
        <a:spcBef>
          <a:spcPts val="384"/>
        </a:spcBef>
        <a:buClr>
          <a:schemeClr val="accent1"/>
        </a:buClr>
        <a:buFont typeface="Symbol" pitchFamily="18" charset="2"/>
        <a:buChar char="*"/>
        <a:defRPr sz="1400" kern="1200">
          <a:solidFill>
            <a:schemeClr val="tx2"/>
          </a:solidFill>
          <a:latin typeface="+mn-lt"/>
          <a:ea typeface="+mn-ea"/>
          <a:cs typeface="+mn-cs"/>
        </a:defRPr>
      </a:lvl8pPr>
      <a:lvl9pPr marL="2743200" indent="-228600" algn="l" defTabSz="914400" rtl="0" eaLnBrk="1" latinLnBrk="0" hangingPunct="1">
        <a:spcBef>
          <a:spcPts val="384"/>
        </a:spcBef>
        <a:buClr>
          <a:schemeClr val="accent1"/>
        </a:buClr>
        <a:buFont typeface="Symbol" pitchFamily="18" charset="2"/>
        <a:buChar char="*"/>
        <a:defRPr sz="14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C1152BBD-4A78-4E5D-9163-C8B159D82DBD}"/>
              </a:ext>
            </a:extLst>
          </p:cNvPr>
          <p:cNvSpPr/>
          <p:nvPr/>
        </p:nvSpPr>
        <p:spPr>
          <a:xfrm>
            <a:off x="228600" y="171450"/>
            <a:ext cx="8696325" cy="1404938"/>
          </a:xfrm>
          <a:prstGeom prst="roundRect">
            <a:avLst>
              <a:gd name="adj" fmla="val 3362"/>
            </a:avLst>
          </a:prstGeom>
          <a:gradFill>
            <a:gsLst>
              <a:gs pos="0">
                <a:schemeClr val="accent1">
                  <a:lumMod val="75000"/>
                </a:schemeClr>
              </a:gs>
              <a:gs pos="90000">
                <a:schemeClr val="accent1">
                  <a:lumMod val="60000"/>
                  <a:lumOff val="40000"/>
                </a:scheme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8580" tIns="34290" rIns="68580" bIns="34290" anchor="ctr"/>
          <a:lstStyle/>
          <a:p>
            <a:pPr algn="ctr" eaLnBrk="1" hangingPunct="1">
              <a:defRPr/>
            </a:pPr>
            <a:endParaRPr lang="en-US" b="0" dirty="0">
              <a:solidFill>
                <a:prstClr val="white"/>
              </a:solidFill>
            </a:endParaRPr>
          </a:p>
        </p:txBody>
      </p:sp>
      <p:grpSp>
        <p:nvGrpSpPr>
          <p:cNvPr id="4099" name="Group 15">
            <a:extLst>
              <a:ext uri="{FF2B5EF4-FFF2-40B4-BE49-F238E27FC236}">
                <a16:creationId xmlns:a16="http://schemas.microsoft.com/office/drawing/2014/main" id="{843949DD-119A-4F17-B680-20C27B2E89E3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211138" y="1058863"/>
            <a:ext cx="8824912" cy="576262"/>
            <a:chOff x="-3905251" y="4294188"/>
            <a:chExt cx="13027839" cy="1892300"/>
          </a:xfrm>
        </p:grpSpPr>
        <p:sp>
          <p:nvSpPr>
            <p:cNvPr id="4105" name="Freeform 14">
              <a:extLst>
                <a:ext uri="{FF2B5EF4-FFF2-40B4-BE49-F238E27FC236}">
                  <a16:creationId xmlns:a16="http://schemas.microsoft.com/office/drawing/2014/main" id="{51ABCD08-8556-4FC9-8465-933287D09BE3}"/>
                </a:ext>
              </a:extLst>
            </p:cNvPr>
            <p:cNvSpPr>
              <a:spLocks/>
            </p:cNvSpPr>
            <p:nvPr/>
          </p:nvSpPr>
          <p:spPr bwMode="hidden">
            <a:xfrm>
              <a:off x="4810441" y="4502706"/>
              <a:ext cx="4295743" cy="1011313"/>
            </a:xfrm>
            <a:custGeom>
              <a:avLst/>
              <a:gdLst>
                <a:gd name="T0" fmla="*/ 2147483646 w 2706"/>
                <a:gd name="T1" fmla="*/ 0 h 640"/>
                <a:gd name="T2" fmla="*/ 2147483646 w 2706"/>
                <a:gd name="T3" fmla="*/ 0 h 640"/>
                <a:gd name="T4" fmla="*/ 2147483646 w 2706"/>
                <a:gd name="T5" fmla="*/ 2147483646 h 640"/>
                <a:gd name="T6" fmla="*/ 2147483646 w 2706"/>
                <a:gd name="T7" fmla="*/ 2147483646 h 640"/>
                <a:gd name="T8" fmla="*/ 2147483646 w 2706"/>
                <a:gd name="T9" fmla="*/ 2147483646 h 640"/>
                <a:gd name="T10" fmla="*/ 2147483646 w 2706"/>
                <a:gd name="T11" fmla="*/ 2147483646 h 640"/>
                <a:gd name="T12" fmla="*/ 2147483646 w 2706"/>
                <a:gd name="T13" fmla="*/ 2147483646 h 640"/>
                <a:gd name="T14" fmla="*/ 2147483646 w 2706"/>
                <a:gd name="T15" fmla="*/ 2147483646 h 640"/>
                <a:gd name="T16" fmla="*/ 2147483646 w 2706"/>
                <a:gd name="T17" fmla="*/ 2147483646 h 640"/>
                <a:gd name="T18" fmla="*/ 2147483646 w 2706"/>
                <a:gd name="T19" fmla="*/ 2147483646 h 640"/>
                <a:gd name="T20" fmla="*/ 2147483646 w 2706"/>
                <a:gd name="T21" fmla="*/ 2147483646 h 640"/>
                <a:gd name="T22" fmla="*/ 2147483646 w 2706"/>
                <a:gd name="T23" fmla="*/ 2147483646 h 640"/>
                <a:gd name="T24" fmla="*/ 2147483646 w 2706"/>
                <a:gd name="T25" fmla="*/ 2147483646 h 640"/>
                <a:gd name="T26" fmla="*/ 2147483646 w 2706"/>
                <a:gd name="T27" fmla="*/ 2147483646 h 640"/>
                <a:gd name="T28" fmla="*/ 2147483646 w 2706"/>
                <a:gd name="T29" fmla="*/ 2147483646 h 640"/>
                <a:gd name="T30" fmla="*/ 2147483646 w 2706"/>
                <a:gd name="T31" fmla="*/ 2147483646 h 640"/>
                <a:gd name="T32" fmla="*/ 2147483646 w 2706"/>
                <a:gd name="T33" fmla="*/ 2147483646 h 640"/>
                <a:gd name="T34" fmla="*/ 2147483646 w 2706"/>
                <a:gd name="T35" fmla="*/ 2147483646 h 640"/>
                <a:gd name="T36" fmla="*/ 0 w 2706"/>
                <a:gd name="T37" fmla="*/ 2147483646 h 640"/>
                <a:gd name="T38" fmla="*/ 0 w 2706"/>
                <a:gd name="T39" fmla="*/ 2147483646 h 640"/>
                <a:gd name="T40" fmla="*/ 2147483646 w 2706"/>
                <a:gd name="T41" fmla="*/ 2147483646 h 640"/>
                <a:gd name="T42" fmla="*/ 2147483646 w 2706"/>
                <a:gd name="T43" fmla="*/ 2147483646 h 640"/>
                <a:gd name="T44" fmla="*/ 2147483646 w 2706"/>
                <a:gd name="T45" fmla="*/ 2147483646 h 640"/>
                <a:gd name="T46" fmla="*/ 2147483646 w 2706"/>
                <a:gd name="T47" fmla="*/ 2147483646 h 640"/>
                <a:gd name="T48" fmla="*/ 2147483646 w 2706"/>
                <a:gd name="T49" fmla="*/ 2147483646 h 640"/>
                <a:gd name="T50" fmla="*/ 2147483646 w 2706"/>
                <a:gd name="T51" fmla="*/ 2147483646 h 640"/>
                <a:gd name="T52" fmla="*/ 2147483646 w 2706"/>
                <a:gd name="T53" fmla="*/ 2147483646 h 640"/>
                <a:gd name="T54" fmla="*/ 2147483646 w 2706"/>
                <a:gd name="T55" fmla="*/ 2147483646 h 640"/>
                <a:gd name="T56" fmla="*/ 2147483646 w 2706"/>
                <a:gd name="T57" fmla="*/ 2147483646 h 640"/>
                <a:gd name="T58" fmla="*/ 2147483646 w 2706"/>
                <a:gd name="T59" fmla="*/ 2147483646 h 640"/>
                <a:gd name="T60" fmla="*/ 2147483646 w 2706"/>
                <a:gd name="T61" fmla="*/ 2147483646 h 640"/>
                <a:gd name="T62" fmla="*/ 2147483646 w 2706"/>
                <a:gd name="T63" fmla="*/ 2147483646 h 640"/>
                <a:gd name="T64" fmla="*/ 2147483646 w 2706"/>
                <a:gd name="T65" fmla="*/ 2147483646 h 640"/>
                <a:gd name="T66" fmla="*/ 2147483646 w 2706"/>
                <a:gd name="T67" fmla="*/ 2147483646 h 640"/>
                <a:gd name="T68" fmla="*/ 2147483646 w 2706"/>
                <a:gd name="T69" fmla="*/ 2147483646 h 640"/>
                <a:gd name="T70" fmla="*/ 2147483646 w 2706"/>
                <a:gd name="T71" fmla="*/ 2147483646 h 640"/>
                <a:gd name="T72" fmla="*/ 2147483646 w 2706"/>
                <a:gd name="T73" fmla="*/ 2147483646 h 640"/>
                <a:gd name="T74" fmla="*/ 2147483646 w 2706"/>
                <a:gd name="T75" fmla="*/ 2147483646 h 640"/>
                <a:gd name="T76" fmla="*/ 2147483646 w 2706"/>
                <a:gd name="T77" fmla="*/ 2147483646 h 640"/>
                <a:gd name="T78" fmla="*/ 2147483646 w 2706"/>
                <a:gd name="T79" fmla="*/ 2147483646 h 640"/>
                <a:gd name="T80" fmla="*/ 2147483646 w 2706"/>
                <a:gd name="T81" fmla="*/ 2147483646 h 640"/>
                <a:gd name="T82" fmla="*/ 2147483646 w 2706"/>
                <a:gd name="T83" fmla="*/ 2147483646 h 640"/>
                <a:gd name="T84" fmla="*/ 2147483646 w 2706"/>
                <a:gd name="T85" fmla="*/ 2147483646 h 640"/>
                <a:gd name="T86" fmla="*/ 2147483646 w 2706"/>
                <a:gd name="T87" fmla="*/ 2147483646 h 640"/>
                <a:gd name="T88" fmla="*/ 2147483646 w 2706"/>
                <a:gd name="T89" fmla="*/ 2147483646 h 640"/>
                <a:gd name="T90" fmla="*/ 2147483646 w 2706"/>
                <a:gd name="T91" fmla="*/ 2147483646 h 640"/>
                <a:gd name="T92" fmla="*/ 2147483646 w 2706"/>
                <a:gd name="T93" fmla="*/ 2147483646 h 640"/>
                <a:gd name="T94" fmla="*/ 2147483646 w 2706"/>
                <a:gd name="T95" fmla="*/ 2147483646 h 640"/>
                <a:gd name="T96" fmla="*/ 2147483646 w 2706"/>
                <a:gd name="T97" fmla="*/ 2147483646 h 640"/>
                <a:gd name="T98" fmla="*/ 2147483646 w 2706"/>
                <a:gd name="T99" fmla="*/ 2147483646 h 640"/>
                <a:gd name="T100" fmla="*/ 2147483646 w 2706"/>
                <a:gd name="T101" fmla="*/ 2147483646 h 640"/>
                <a:gd name="T102" fmla="*/ 2147483646 w 2706"/>
                <a:gd name="T103" fmla="*/ 2147483646 h 640"/>
                <a:gd name="T104" fmla="*/ 2147483646 w 2706"/>
                <a:gd name="T105" fmla="*/ 2147483646 h 640"/>
                <a:gd name="T106" fmla="*/ 2147483646 w 2706"/>
                <a:gd name="T107" fmla="*/ 0 h 640"/>
                <a:gd name="T108" fmla="*/ 2147483646 w 2706"/>
                <a:gd name="T109" fmla="*/ 0 h 640"/>
                <a:gd name="T110" fmla="*/ 2147483646 w 2706"/>
                <a:gd name="T111" fmla="*/ 0 h 640"/>
                <a:gd name="T112" fmla="*/ 2147483646 w 2706"/>
                <a:gd name="T113" fmla="*/ 0 h 640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</a:gdLst>
              <a:ahLst/>
              <a:cxnLst>
                <a:cxn ang="T114">
                  <a:pos x="T0" y="T1"/>
                </a:cxn>
                <a:cxn ang="T115">
                  <a:pos x="T2" y="T3"/>
                </a:cxn>
                <a:cxn ang="T116">
                  <a:pos x="T4" y="T5"/>
                </a:cxn>
                <a:cxn ang="T117">
                  <a:pos x="T6" y="T7"/>
                </a:cxn>
                <a:cxn ang="T118">
                  <a:pos x="T8" y="T9"/>
                </a:cxn>
                <a:cxn ang="T119">
                  <a:pos x="T10" y="T11"/>
                </a:cxn>
                <a:cxn ang="T120">
                  <a:pos x="T12" y="T13"/>
                </a:cxn>
                <a:cxn ang="T121">
                  <a:pos x="T14" y="T15"/>
                </a:cxn>
                <a:cxn ang="T122">
                  <a:pos x="T16" y="T17"/>
                </a:cxn>
                <a:cxn ang="T123">
                  <a:pos x="T18" y="T19"/>
                </a:cxn>
                <a:cxn ang="T124">
                  <a:pos x="T20" y="T21"/>
                </a:cxn>
                <a:cxn ang="T125">
                  <a:pos x="T22" y="T23"/>
                </a:cxn>
                <a:cxn ang="T126">
                  <a:pos x="T24" y="T25"/>
                </a:cxn>
                <a:cxn ang="T127">
                  <a:pos x="T26" y="T27"/>
                </a:cxn>
                <a:cxn ang="T128">
                  <a:pos x="T28" y="T29"/>
                </a:cxn>
                <a:cxn ang="T129">
                  <a:pos x="T30" y="T31"/>
                </a:cxn>
                <a:cxn ang="T130">
                  <a:pos x="T32" y="T33"/>
                </a:cxn>
                <a:cxn ang="T131">
                  <a:pos x="T34" y="T35"/>
                </a:cxn>
                <a:cxn ang="T132">
                  <a:pos x="T36" y="T37"/>
                </a:cxn>
                <a:cxn ang="T133">
                  <a:pos x="T38" y="T39"/>
                </a:cxn>
                <a:cxn ang="T134">
                  <a:pos x="T40" y="T41"/>
                </a:cxn>
                <a:cxn ang="T135">
                  <a:pos x="T42" y="T43"/>
                </a:cxn>
                <a:cxn ang="T136">
                  <a:pos x="T44" y="T45"/>
                </a:cxn>
                <a:cxn ang="T137">
                  <a:pos x="T46" y="T47"/>
                </a:cxn>
                <a:cxn ang="T138">
                  <a:pos x="T48" y="T49"/>
                </a:cxn>
                <a:cxn ang="T139">
                  <a:pos x="T50" y="T51"/>
                </a:cxn>
                <a:cxn ang="T140">
                  <a:pos x="T52" y="T53"/>
                </a:cxn>
                <a:cxn ang="T141">
                  <a:pos x="T54" y="T55"/>
                </a:cxn>
                <a:cxn ang="T142">
                  <a:pos x="T56" y="T57"/>
                </a:cxn>
                <a:cxn ang="T143">
                  <a:pos x="T58" y="T59"/>
                </a:cxn>
                <a:cxn ang="T144">
                  <a:pos x="T60" y="T61"/>
                </a:cxn>
                <a:cxn ang="T145">
                  <a:pos x="T62" y="T63"/>
                </a:cxn>
                <a:cxn ang="T146">
                  <a:pos x="T64" y="T65"/>
                </a:cxn>
                <a:cxn ang="T147">
                  <a:pos x="T66" y="T67"/>
                </a:cxn>
                <a:cxn ang="T148">
                  <a:pos x="T68" y="T69"/>
                </a:cxn>
                <a:cxn ang="T149">
                  <a:pos x="T70" y="T71"/>
                </a:cxn>
                <a:cxn ang="T150">
                  <a:pos x="T72" y="T73"/>
                </a:cxn>
                <a:cxn ang="T151">
                  <a:pos x="T74" y="T75"/>
                </a:cxn>
                <a:cxn ang="T152">
                  <a:pos x="T76" y="T77"/>
                </a:cxn>
                <a:cxn ang="T153">
                  <a:pos x="T78" y="T79"/>
                </a:cxn>
                <a:cxn ang="T154">
                  <a:pos x="T80" y="T81"/>
                </a:cxn>
                <a:cxn ang="T155">
                  <a:pos x="T82" y="T83"/>
                </a:cxn>
                <a:cxn ang="T156">
                  <a:pos x="T84" y="T85"/>
                </a:cxn>
                <a:cxn ang="T157">
                  <a:pos x="T86" y="T87"/>
                </a:cxn>
                <a:cxn ang="T158">
                  <a:pos x="T88" y="T89"/>
                </a:cxn>
                <a:cxn ang="T159">
                  <a:pos x="T90" y="T91"/>
                </a:cxn>
                <a:cxn ang="T160">
                  <a:pos x="T92" y="T93"/>
                </a:cxn>
                <a:cxn ang="T161">
                  <a:pos x="T94" y="T95"/>
                </a:cxn>
                <a:cxn ang="T162">
                  <a:pos x="T96" y="T97"/>
                </a:cxn>
                <a:cxn ang="T163">
                  <a:pos x="T98" y="T99"/>
                </a:cxn>
                <a:cxn ang="T164">
                  <a:pos x="T100" y="T101"/>
                </a:cxn>
                <a:cxn ang="T165">
                  <a:pos x="T102" y="T103"/>
                </a:cxn>
                <a:cxn ang="T166">
                  <a:pos x="T104" y="T105"/>
                </a:cxn>
                <a:cxn ang="T167">
                  <a:pos x="T106" y="T107"/>
                </a:cxn>
                <a:cxn ang="T168">
                  <a:pos x="T108" y="T109"/>
                </a:cxn>
                <a:cxn ang="T169">
                  <a:pos x="T110" y="T111"/>
                </a:cxn>
                <a:cxn ang="T170">
                  <a:pos x="T112" y="T113"/>
                </a:cxn>
              </a:cxnLst>
              <a:rect l="0" t="0" r="r" b="b"/>
              <a:pathLst>
                <a:path w="2706" h="640">
                  <a:moveTo>
                    <a:pt x="2700" y="0"/>
                  </a:moveTo>
                  <a:lnTo>
                    <a:pt x="2700" y="0"/>
                  </a:lnTo>
                  <a:lnTo>
                    <a:pt x="2586" y="18"/>
                  </a:lnTo>
                  <a:lnTo>
                    <a:pt x="2470" y="38"/>
                  </a:lnTo>
                  <a:lnTo>
                    <a:pt x="2352" y="60"/>
                  </a:lnTo>
                  <a:lnTo>
                    <a:pt x="2230" y="82"/>
                  </a:lnTo>
                  <a:lnTo>
                    <a:pt x="2106" y="108"/>
                  </a:lnTo>
                  <a:lnTo>
                    <a:pt x="1978" y="134"/>
                  </a:lnTo>
                  <a:lnTo>
                    <a:pt x="1848" y="164"/>
                  </a:lnTo>
                  <a:lnTo>
                    <a:pt x="1714" y="194"/>
                  </a:lnTo>
                  <a:lnTo>
                    <a:pt x="1472" y="252"/>
                  </a:lnTo>
                  <a:lnTo>
                    <a:pt x="1236" y="304"/>
                  </a:lnTo>
                  <a:lnTo>
                    <a:pt x="1010" y="352"/>
                  </a:lnTo>
                  <a:lnTo>
                    <a:pt x="792" y="398"/>
                  </a:lnTo>
                  <a:lnTo>
                    <a:pt x="584" y="438"/>
                  </a:lnTo>
                  <a:lnTo>
                    <a:pt x="382" y="474"/>
                  </a:lnTo>
                  <a:lnTo>
                    <a:pt x="188" y="508"/>
                  </a:lnTo>
                  <a:lnTo>
                    <a:pt x="0" y="538"/>
                  </a:lnTo>
                  <a:lnTo>
                    <a:pt x="130" y="556"/>
                  </a:lnTo>
                  <a:lnTo>
                    <a:pt x="254" y="572"/>
                  </a:lnTo>
                  <a:lnTo>
                    <a:pt x="374" y="586"/>
                  </a:lnTo>
                  <a:lnTo>
                    <a:pt x="492" y="598"/>
                  </a:lnTo>
                  <a:lnTo>
                    <a:pt x="606" y="610"/>
                  </a:lnTo>
                  <a:lnTo>
                    <a:pt x="716" y="618"/>
                  </a:lnTo>
                  <a:lnTo>
                    <a:pt x="822" y="626"/>
                  </a:lnTo>
                  <a:lnTo>
                    <a:pt x="926" y="632"/>
                  </a:lnTo>
                  <a:lnTo>
                    <a:pt x="1028" y="636"/>
                  </a:lnTo>
                  <a:lnTo>
                    <a:pt x="1126" y="638"/>
                  </a:lnTo>
                  <a:lnTo>
                    <a:pt x="1220" y="640"/>
                  </a:lnTo>
                  <a:lnTo>
                    <a:pt x="1312" y="640"/>
                  </a:lnTo>
                  <a:lnTo>
                    <a:pt x="1402" y="638"/>
                  </a:lnTo>
                  <a:lnTo>
                    <a:pt x="1490" y="636"/>
                  </a:lnTo>
                  <a:lnTo>
                    <a:pt x="1574" y="632"/>
                  </a:lnTo>
                  <a:lnTo>
                    <a:pt x="1656" y="626"/>
                  </a:lnTo>
                  <a:lnTo>
                    <a:pt x="1734" y="620"/>
                  </a:lnTo>
                  <a:lnTo>
                    <a:pt x="1812" y="612"/>
                  </a:lnTo>
                  <a:lnTo>
                    <a:pt x="1886" y="602"/>
                  </a:lnTo>
                  <a:lnTo>
                    <a:pt x="1960" y="592"/>
                  </a:lnTo>
                  <a:lnTo>
                    <a:pt x="2030" y="580"/>
                  </a:lnTo>
                  <a:lnTo>
                    <a:pt x="2100" y="568"/>
                  </a:lnTo>
                  <a:lnTo>
                    <a:pt x="2166" y="554"/>
                  </a:lnTo>
                  <a:lnTo>
                    <a:pt x="2232" y="540"/>
                  </a:lnTo>
                  <a:lnTo>
                    <a:pt x="2296" y="524"/>
                  </a:lnTo>
                  <a:lnTo>
                    <a:pt x="2358" y="508"/>
                  </a:lnTo>
                  <a:lnTo>
                    <a:pt x="2418" y="490"/>
                  </a:lnTo>
                  <a:lnTo>
                    <a:pt x="2478" y="472"/>
                  </a:lnTo>
                  <a:lnTo>
                    <a:pt x="2592" y="432"/>
                  </a:lnTo>
                  <a:lnTo>
                    <a:pt x="2702" y="390"/>
                  </a:lnTo>
                  <a:lnTo>
                    <a:pt x="2706" y="388"/>
                  </a:lnTo>
                  <a:lnTo>
                    <a:pt x="2706" y="0"/>
                  </a:lnTo>
                  <a:lnTo>
                    <a:pt x="2700" y="0"/>
                  </a:lnTo>
                  <a:close/>
                </a:path>
              </a:pathLst>
            </a:custGeom>
            <a:solidFill>
              <a:schemeClr val="bg2">
                <a:alpha val="29019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106" name="Freeform 18">
              <a:extLst>
                <a:ext uri="{FF2B5EF4-FFF2-40B4-BE49-F238E27FC236}">
                  <a16:creationId xmlns:a16="http://schemas.microsoft.com/office/drawing/2014/main" id="{035D9E2A-1CFD-4CD2-B5C2-D14336FDBEB6}"/>
                </a:ext>
              </a:extLst>
            </p:cNvPr>
            <p:cNvSpPr>
              <a:spLocks/>
            </p:cNvSpPr>
            <p:nvPr/>
          </p:nvSpPr>
          <p:spPr bwMode="hidden">
            <a:xfrm>
              <a:off x="-310233" y="4320251"/>
              <a:ext cx="8282134" cy="1209405"/>
            </a:xfrm>
            <a:custGeom>
              <a:avLst/>
              <a:gdLst>
                <a:gd name="T0" fmla="*/ 2147483646 w 5216"/>
                <a:gd name="T1" fmla="*/ 2147483646 h 762"/>
                <a:gd name="T2" fmla="*/ 2147483646 w 5216"/>
                <a:gd name="T3" fmla="*/ 2147483646 h 762"/>
                <a:gd name="T4" fmla="*/ 2147483646 w 5216"/>
                <a:gd name="T5" fmla="*/ 2147483646 h 762"/>
                <a:gd name="T6" fmla="*/ 2147483646 w 5216"/>
                <a:gd name="T7" fmla="*/ 2147483646 h 762"/>
                <a:gd name="T8" fmla="*/ 2147483646 w 5216"/>
                <a:gd name="T9" fmla="*/ 2147483646 h 762"/>
                <a:gd name="T10" fmla="*/ 2147483646 w 5216"/>
                <a:gd name="T11" fmla="*/ 2147483646 h 762"/>
                <a:gd name="T12" fmla="*/ 2147483646 w 5216"/>
                <a:gd name="T13" fmla="*/ 2147483646 h 762"/>
                <a:gd name="T14" fmla="*/ 2147483646 w 5216"/>
                <a:gd name="T15" fmla="*/ 2147483646 h 762"/>
                <a:gd name="T16" fmla="*/ 2147483646 w 5216"/>
                <a:gd name="T17" fmla="*/ 2147483646 h 762"/>
                <a:gd name="T18" fmla="*/ 2147483646 w 5216"/>
                <a:gd name="T19" fmla="*/ 2147483646 h 762"/>
                <a:gd name="T20" fmla="*/ 2147483646 w 5216"/>
                <a:gd name="T21" fmla="*/ 2147483646 h 762"/>
                <a:gd name="T22" fmla="*/ 2147483646 w 5216"/>
                <a:gd name="T23" fmla="*/ 2147483646 h 762"/>
                <a:gd name="T24" fmla="*/ 2147483646 w 5216"/>
                <a:gd name="T25" fmla="*/ 2147483646 h 762"/>
                <a:gd name="T26" fmla="*/ 2147483646 w 5216"/>
                <a:gd name="T27" fmla="*/ 0 h 762"/>
                <a:gd name="T28" fmla="*/ 2147483646 w 5216"/>
                <a:gd name="T29" fmla="*/ 2147483646 h 762"/>
                <a:gd name="T30" fmla="*/ 2147483646 w 5216"/>
                <a:gd name="T31" fmla="*/ 2147483646 h 762"/>
                <a:gd name="T32" fmla="*/ 0 w 5216"/>
                <a:gd name="T33" fmla="*/ 2147483646 h 762"/>
                <a:gd name="T34" fmla="*/ 2147483646 w 5216"/>
                <a:gd name="T35" fmla="*/ 2147483646 h 762"/>
                <a:gd name="T36" fmla="*/ 2147483646 w 5216"/>
                <a:gd name="T37" fmla="*/ 2147483646 h 762"/>
                <a:gd name="T38" fmla="*/ 2147483646 w 5216"/>
                <a:gd name="T39" fmla="*/ 2147483646 h 762"/>
                <a:gd name="T40" fmla="*/ 2147483646 w 5216"/>
                <a:gd name="T41" fmla="*/ 2147483646 h 762"/>
                <a:gd name="T42" fmla="*/ 2147483646 w 5216"/>
                <a:gd name="T43" fmla="*/ 2147483646 h 762"/>
                <a:gd name="T44" fmla="*/ 2147483646 w 5216"/>
                <a:gd name="T45" fmla="*/ 2147483646 h 762"/>
                <a:gd name="T46" fmla="*/ 2147483646 w 5216"/>
                <a:gd name="T47" fmla="*/ 2147483646 h 762"/>
                <a:gd name="T48" fmla="*/ 2147483646 w 5216"/>
                <a:gd name="T49" fmla="*/ 2147483646 h 762"/>
                <a:gd name="T50" fmla="*/ 2147483646 w 5216"/>
                <a:gd name="T51" fmla="*/ 2147483646 h 762"/>
                <a:gd name="T52" fmla="*/ 2147483646 w 5216"/>
                <a:gd name="T53" fmla="*/ 2147483646 h 762"/>
                <a:gd name="T54" fmla="*/ 2147483646 w 5216"/>
                <a:gd name="T55" fmla="*/ 2147483646 h 762"/>
                <a:gd name="T56" fmla="*/ 2147483646 w 5216"/>
                <a:gd name="T57" fmla="*/ 2147483646 h 762"/>
                <a:gd name="T58" fmla="*/ 2147483646 w 5216"/>
                <a:gd name="T59" fmla="*/ 2147483646 h 762"/>
                <a:gd name="T60" fmla="*/ 2147483646 w 5216"/>
                <a:gd name="T61" fmla="*/ 2147483646 h 762"/>
                <a:gd name="T62" fmla="*/ 2147483646 w 5216"/>
                <a:gd name="T63" fmla="*/ 2147483646 h 762"/>
                <a:gd name="T64" fmla="*/ 2147483646 w 5216"/>
                <a:gd name="T65" fmla="*/ 2147483646 h 762"/>
                <a:gd name="T66" fmla="*/ 2147483646 w 5216"/>
                <a:gd name="T67" fmla="*/ 2147483646 h 762"/>
                <a:gd name="T68" fmla="*/ 2147483646 w 5216"/>
                <a:gd name="T69" fmla="*/ 2147483646 h 762"/>
                <a:gd name="T70" fmla="*/ 2147483646 w 5216"/>
                <a:gd name="T71" fmla="*/ 2147483646 h 762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</a:gdLst>
              <a:ahLst/>
              <a:cxnLst>
                <a:cxn ang="T72">
                  <a:pos x="T0" y="T1"/>
                </a:cxn>
                <a:cxn ang="T73">
                  <a:pos x="T2" y="T3"/>
                </a:cxn>
                <a:cxn ang="T74">
                  <a:pos x="T4" y="T5"/>
                </a:cxn>
                <a:cxn ang="T75">
                  <a:pos x="T6" y="T7"/>
                </a:cxn>
                <a:cxn ang="T76">
                  <a:pos x="T8" y="T9"/>
                </a:cxn>
                <a:cxn ang="T77">
                  <a:pos x="T10" y="T11"/>
                </a:cxn>
                <a:cxn ang="T78">
                  <a:pos x="T12" y="T13"/>
                </a:cxn>
                <a:cxn ang="T79">
                  <a:pos x="T14" y="T15"/>
                </a:cxn>
                <a:cxn ang="T80">
                  <a:pos x="T16" y="T17"/>
                </a:cxn>
                <a:cxn ang="T81">
                  <a:pos x="T18" y="T19"/>
                </a:cxn>
                <a:cxn ang="T82">
                  <a:pos x="T20" y="T21"/>
                </a:cxn>
                <a:cxn ang="T83">
                  <a:pos x="T22" y="T23"/>
                </a:cxn>
                <a:cxn ang="T84">
                  <a:pos x="T24" y="T25"/>
                </a:cxn>
                <a:cxn ang="T85">
                  <a:pos x="T26" y="T27"/>
                </a:cxn>
                <a:cxn ang="T86">
                  <a:pos x="T28" y="T29"/>
                </a:cxn>
                <a:cxn ang="T87">
                  <a:pos x="T30" y="T31"/>
                </a:cxn>
                <a:cxn ang="T88">
                  <a:pos x="T32" y="T33"/>
                </a:cxn>
                <a:cxn ang="T89">
                  <a:pos x="T34" y="T35"/>
                </a:cxn>
                <a:cxn ang="T90">
                  <a:pos x="T36" y="T37"/>
                </a:cxn>
                <a:cxn ang="T91">
                  <a:pos x="T38" y="T39"/>
                </a:cxn>
                <a:cxn ang="T92">
                  <a:pos x="T40" y="T41"/>
                </a:cxn>
                <a:cxn ang="T93">
                  <a:pos x="T42" y="T43"/>
                </a:cxn>
                <a:cxn ang="T94">
                  <a:pos x="T44" y="T45"/>
                </a:cxn>
                <a:cxn ang="T95">
                  <a:pos x="T46" y="T47"/>
                </a:cxn>
                <a:cxn ang="T96">
                  <a:pos x="T48" y="T49"/>
                </a:cxn>
                <a:cxn ang="T97">
                  <a:pos x="T50" y="T51"/>
                </a:cxn>
                <a:cxn ang="T98">
                  <a:pos x="T52" y="T53"/>
                </a:cxn>
                <a:cxn ang="T99">
                  <a:pos x="T54" y="T55"/>
                </a:cxn>
                <a:cxn ang="T100">
                  <a:pos x="T56" y="T57"/>
                </a:cxn>
                <a:cxn ang="T101">
                  <a:pos x="T58" y="T59"/>
                </a:cxn>
                <a:cxn ang="T102">
                  <a:pos x="T60" y="T61"/>
                </a:cxn>
                <a:cxn ang="T103">
                  <a:pos x="T62" y="T63"/>
                </a:cxn>
                <a:cxn ang="T104">
                  <a:pos x="T64" y="T65"/>
                </a:cxn>
                <a:cxn ang="T105">
                  <a:pos x="T66" y="T67"/>
                </a:cxn>
                <a:cxn ang="T106">
                  <a:pos x="T68" y="T69"/>
                </a:cxn>
                <a:cxn ang="T107">
                  <a:pos x="T70" y="T71"/>
                </a:cxn>
              </a:cxnLst>
              <a:rect l="0" t="0" r="r" b="b"/>
              <a:pathLst>
                <a:path w="5216" h="762">
                  <a:moveTo>
                    <a:pt x="5216" y="714"/>
                  </a:moveTo>
                  <a:lnTo>
                    <a:pt x="5216" y="714"/>
                  </a:lnTo>
                  <a:lnTo>
                    <a:pt x="5102" y="700"/>
                  </a:lnTo>
                  <a:lnTo>
                    <a:pt x="4984" y="686"/>
                  </a:lnTo>
                  <a:lnTo>
                    <a:pt x="4738" y="652"/>
                  </a:lnTo>
                  <a:lnTo>
                    <a:pt x="4478" y="610"/>
                  </a:lnTo>
                  <a:lnTo>
                    <a:pt x="4204" y="564"/>
                  </a:lnTo>
                  <a:lnTo>
                    <a:pt x="3914" y="508"/>
                  </a:lnTo>
                  <a:lnTo>
                    <a:pt x="3608" y="446"/>
                  </a:lnTo>
                  <a:lnTo>
                    <a:pt x="3286" y="374"/>
                  </a:lnTo>
                  <a:lnTo>
                    <a:pt x="2946" y="296"/>
                  </a:lnTo>
                  <a:lnTo>
                    <a:pt x="2812" y="266"/>
                  </a:lnTo>
                  <a:lnTo>
                    <a:pt x="2682" y="236"/>
                  </a:lnTo>
                  <a:lnTo>
                    <a:pt x="2556" y="210"/>
                  </a:lnTo>
                  <a:lnTo>
                    <a:pt x="2430" y="184"/>
                  </a:lnTo>
                  <a:lnTo>
                    <a:pt x="2308" y="162"/>
                  </a:lnTo>
                  <a:lnTo>
                    <a:pt x="2190" y="140"/>
                  </a:lnTo>
                  <a:lnTo>
                    <a:pt x="2074" y="120"/>
                  </a:lnTo>
                  <a:lnTo>
                    <a:pt x="1960" y="102"/>
                  </a:lnTo>
                  <a:lnTo>
                    <a:pt x="1850" y="86"/>
                  </a:lnTo>
                  <a:lnTo>
                    <a:pt x="1740" y="72"/>
                  </a:lnTo>
                  <a:lnTo>
                    <a:pt x="1532" y="46"/>
                  </a:lnTo>
                  <a:lnTo>
                    <a:pt x="1334" y="28"/>
                  </a:lnTo>
                  <a:lnTo>
                    <a:pt x="1148" y="14"/>
                  </a:lnTo>
                  <a:lnTo>
                    <a:pt x="970" y="4"/>
                  </a:lnTo>
                  <a:lnTo>
                    <a:pt x="802" y="0"/>
                  </a:lnTo>
                  <a:lnTo>
                    <a:pt x="644" y="0"/>
                  </a:lnTo>
                  <a:lnTo>
                    <a:pt x="496" y="4"/>
                  </a:lnTo>
                  <a:lnTo>
                    <a:pt x="358" y="10"/>
                  </a:lnTo>
                  <a:lnTo>
                    <a:pt x="230" y="20"/>
                  </a:lnTo>
                  <a:lnTo>
                    <a:pt x="110" y="32"/>
                  </a:lnTo>
                  <a:lnTo>
                    <a:pt x="0" y="48"/>
                  </a:lnTo>
                  <a:lnTo>
                    <a:pt x="154" y="66"/>
                  </a:lnTo>
                  <a:lnTo>
                    <a:pt x="314" y="86"/>
                  </a:lnTo>
                  <a:lnTo>
                    <a:pt x="480" y="112"/>
                  </a:lnTo>
                  <a:lnTo>
                    <a:pt x="652" y="140"/>
                  </a:lnTo>
                  <a:lnTo>
                    <a:pt x="830" y="174"/>
                  </a:lnTo>
                  <a:lnTo>
                    <a:pt x="1014" y="210"/>
                  </a:lnTo>
                  <a:lnTo>
                    <a:pt x="1206" y="250"/>
                  </a:lnTo>
                  <a:lnTo>
                    <a:pt x="1402" y="296"/>
                  </a:lnTo>
                  <a:lnTo>
                    <a:pt x="1756" y="378"/>
                  </a:lnTo>
                  <a:lnTo>
                    <a:pt x="2092" y="450"/>
                  </a:lnTo>
                  <a:lnTo>
                    <a:pt x="2408" y="516"/>
                  </a:lnTo>
                  <a:lnTo>
                    <a:pt x="2562" y="544"/>
                  </a:lnTo>
                  <a:lnTo>
                    <a:pt x="2708" y="572"/>
                  </a:lnTo>
                  <a:lnTo>
                    <a:pt x="2852" y="598"/>
                  </a:lnTo>
                  <a:lnTo>
                    <a:pt x="2992" y="620"/>
                  </a:lnTo>
                  <a:lnTo>
                    <a:pt x="3128" y="642"/>
                  </a:lnTo>
                  <a:lnTo>
                    <a:pt x="3260" y="662"/>
                  </a:lnTo>
                  <a:lnTo>
                    <a:pt x="3388" y="678"/>
                  </a:lnTo>
                  <a:lnTo>
                    <a:pt x="3512" y="694"/>
                  </a:lnTo>
                  <a:lnTo>
                    <a:pt x="3632" y="708"/>
                  </a:lnTo>
                  <a:lnTo>
                    <a:pt x="3750" y="722"/>
                  </a:lnTo>
                  <a:lnTo>
                    <a:pt x="3864" y="732"/>
                  </a:lnTo>
                  <a:lnTo>
                    <a:pt x="3974" y="740"/>
                  </a:lnTo>
                  <a:lnTo>
                    <a:pt x="4080" y="748"/>
                  </a:lnTo>
                  <a:lnTo>
                    <a:pt x="4184" y="754"/>
                  </a:lnTo>
                  <a:lnTo>
                    <a:pt x="4286" y="758"/>
                  </a:lnTo>
                  <a:lnTo>
                    <a:pt x="4384" y="762"/>
                  </a:lnTo>
                  <a:lnTo>
                    <a:pt x="4478" y="762"/>
                  </a:lnTo>
                  <a:lnTo>
                    <a:pt x="4570" y="762"/>
                  </a:lnTo>
                  <a:lnTo>
                    <a:pt x="4660" y="760"/>
                  </a:lnTo>
                  <a:lnTo>
                    <a:pt x="4746" y="758"/>
                  </a:lnTo>
                  <a:lnTo>
                    <a:pt x="4830" y="754"/>
                  </a:lnTo>
                  <a:lnTo>
                    <a:pt x="4912" y="748"/>
                  </a:lnTo>
                  <a:lnTo>
                    <a:pt x="4992" y="740"/>
                  </a:lnTo>
                  <a:lnTo>
                    <a:pt x="5068" y="732"/>
                  </a:lnTo>
                  <a:lnTo>
                    <a:pt x="5144" y="724"/>
                  </a:lnTo>
                  <a:lnTo>
                    <a:pt x="5216" y="714"/>
                  </a:lnTo>
                  <a:close/>
                </a:path>
              </a:pathLst>
            </a:custGeom>
            <a:solidFill>
              <a:schemeClr val="bg2">
                <a:alpha val="39999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107" name="Freeform 22">
              <a:extLst>
                <a:ext uri="{FF2B5EF4-FFF2-40B4-BE49-F238E27FC236}">
                  <a16:creationId xmlns:a16="http://schemas.microsoft.com/office/drawing/2014/main" id="{9D5C2AA1-03ED-4340-BE0D-00537B586468}"/>
                </a:ext>
              </a:extLst>
            </p:cNvPr>
            <p:cNvSpPr>
              <a:spLocks/>
            </p:cNvSpPr>
            <p:nvPr/>
          </p:nvSpPr>
          <p:spPr bwMode="hidden">
            <a:xfrm>
              <a:off x="3804" y="4335892"/>
              <a:ext cx="8164957" cy="1099931"/>
            </a:xfrm>
            <a:custGeom>
              <a:avLst/>
              <a:gdLst>
                <a:gd name="T0" fmla="*/ 0 w 5144"/>
                <a:gd name="T1" fmla="*/ 2147483646 h 694"/>
                <a:gd name="T2" fmla="*/ 0 w 5144"/>
                <a:gd name="T3" fmla="*/ 2147483646 h 694"/>
                <a:gd name="T4" fmla="*/ 2147483646 w 5144"/>
                <a:gd name="T5" fmla="*/ 2147483646 h 694"/>
                <a:gd name="T6" fmla="*/ 2147483646 w 5144"/>
                <a:gd name="T7" fmla="*/ 2147483646 h 694"/>
                <a:gd name="T8" fmla="*/ 2147483646 w 5144"/>
                <a:gd name="T9" fmla="*/ 2147483646 h 694"/>
                <a:gd name="T10" fmla="*/ 2147483646 w 5144"/>
                <a:gd name="T11" fmla="*/ 2147483646 h 694"/>
                <a:gd name="T12" fmla="*/ 2147483646 w 5144"/>
                <a:gd name="T13" fmla="*/ 2147483646 h 694"/>
                <a:gd name="T14" fmla="*/ 2147483646 w 5144"/>
                <a:gd name="T15" fmla="*/ 2147483646 h 694"/>
                <a:gd name="T16" fmla="*/ 2147483646 w 5144"/>
                <a:gd name="T17" fmla="*/ 2147483646 h 694"/>
                <a:gd name="T18" fmla="*/ 2147483646 w 5144"/>
                <a:gd name="T19" fmla="*/ 2147483646 h 694"/>
                <a:gd name="T20" fmla="*/ 2147483646 w 5144"/>
                <a:gd name="T21" fmla="*/ 2147483646 h 694"/>
                <a:gd name="T22" fmla="*/ 2147483646 w 5144"/>
                <a:gd name="T23" fmla="*/ 2147483646 h 694"/>
                <a:gd name="T24" fmla="*/ 2147483646 w 5144"/>
                <a:gd name="T25" fmla="*/ 0 h 694"/>
                <a:gd name="T26" fmla="*/ 2147483646 w 5144"/>
                <a:gd name="T27" fmla="*/ 2147483646 h 694"/>
                <a:gd name="T28" fmla="*/ 2147483646 w 5144"/>
                <a:gd name="T29" fmla="*/ 2147483646 h 694"/>
                <a:gd name="T30" fmla="*/ 2147483646 w 5144"/>
                <a:gd name="T31" fmla="*/ 2147483646 h 694"/>
                <a:gd name="T32" fmla="*/ 2147483646 w 5144"/>
                <a:gd name="T33" fmla="*/ 2147483646 h 694"/>
                <a:gd name="T34" fmla="*/ 2147483646 w 5144"/>
                <a:gd name="T35" fmla="*/ 2147483646 h 694"/>
                <a:gd name="T36" fmla="*/ 2147483646 w 5144"/>
                <a:gd name="T37" fmla="*/ 2147483646 h 694"/>
                <a:gd name="T38" fmla="*/ 2147483646 w 5144"/>
                <a:gd name="T39" fmla="*/ 2147483646 h 694"/>
                <a:gd name="T40" fmla="*/ 2147483646 w 5144"/>
                <a:gd name="T41" fmla="*/ 2147483646 h 694"/>
                <a:gd name="T42" fmla="*/ 2147483646 w 5144"/>
                <a:gd name="T43" fmla="*/ 2147483646 h 694"/>
                <a:gd name="T44" fmla="*/ 2147483646 w 5144"/>
                <a:gd name="T45" fmla="*/ 2147483646 h 694"/>
                <a:gd name="T46" fmla="*/ 2147483646 w 5144"/>
                <a:gd name="T47" fmla="*/ 2147483646 h 694"/>
                <a:gd name="T48" fmla="*/ 2147483646 w 5144"/>
                <a:gd name="T49" fmla="*/ 2147483646 h 694"/>
                <a:gd name="T50" fmla="*/ 2147483646 w 5144"/>
                <a:gd name="T51" fmla="*/ 2147483646 h 694"/>
                <a:gd name="T52" fmla="*/ 2147483646 w 5144"/>
                <a:gd name="T53" fmla="*/ 2147483646 h 694"/>
                <a:gd name="T54" fmla="*/ 2147483646 w 5144"/>
                <a:gd name="T55" fmla="*/ 2147483646 h 694"/>
                <a:gd name="T56" fmla="*/ 2147483646 w 5144"/>
                <a:gd name="T57" fmla="*/ 2147483646 h 694"/>
                <a:gd name="T58" fmla="*/ 2147483646 w 5144"/>
                <a:gd name="T59" fmla="*/ 2147483646 h 694"/>
                <a:gd name="T60" fmla="*/ 2147483646 w 5144"/>
                <a:gd name="T61" fmla="*/ 2147483646 h 694"/>
                <a:gd name="T62" fmla="*/ 0 60000 65536"/>
                <a:gd name="T63" fmla="*/ 0 60000 65536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</a:gdLst>
              <a:ahLst/>
              <a:cxnLst>
                <a:cxn ang="T62">
                  <a:pos x="T0" y="T1"/>
                </a:cxn>
                <a:cxn ang="T63">
                  <a:pos x="T2" y="T3"/>
                </a:cxn>
                <a:cxn ang="T64">
                  <a:pos x="T4" y="T5"/>
                </a:cxn>
                <a:cxn ang="T65">
                  <a:pos x="T6" y="T7"/>
                </a:cxn>
                <a:cxn ang="T66">
                  <a:pos x="T8" y="T9"/>
                </a:cxn>
                <a:cxn ang="T67">
                  <a:pos x="T10" y="T11"/>
                </a:cxn>
                <a:cxn ang="T68">
                  <a:pos x="T12" y="T13"/>
                </a:cxn>
                <a:cxn ang="T69">
                  <a:pos x="T14" y="T15"/>
                </a:cxn>
                <a:cxn ang="T70">
                  <a:pos x="T16" y="T17"/>
                </a:cxn>
                <a:cxn ang="T71">
                  <a:pos x="T18" y="T19"/>
                </a:cxn>
                <a:cxn ang="T72">
                  <a:pos x="T20" y="T21"/>
                </a:cxn>
                <a:cxn ang="T73">
                  <a:pos x="T22" y="T23"/>
                </a:cxn>
                <a:cxn ang="T74">
                  <a:pos x="T24" y="T25"/>
                </a:cxn>
                <a:cxn ang="T75">
                  <a:pos x="T26" y="T27"/>
                </a:cxn>
                <a:cxn ang="T76">
                  <a:pos x="T28" y="T29"/>
                </a:cxn>
                <a:cxn ang="T77">
                  <a:pos x="T30" y="T31"/>
                </a:cxn>
                <a:cxn ang="T78">
                  <a:pos x="T32" y="T33"/>
                </a:cxn>
                <a:cxn ang="T79">
                  <a:pos x="T34" y="T35"/>
                </a:cxn>
                <a:cxn ang="T80">
                  <a:pos x="T36" y="T37"/>
                </a:cxn>
                <a:cxn ang="T81">
                  <a:pos x="T38" y="T39"/>
                </a:cxn>
                <a:cxn ang="T82">
                  <a:pos x="T40" y="T41"/>
                </a:cxn>
                <a:cxn ang="T83">
                  <a:pos x="T42" y="T43"/>
                </a:cxn>
                <a:cxn ang="T84">
                  <a:pos x="T44" y="T45"/>
                </a:cxn>
                <a:cxn ang="T85">
                  <a:pos x="T46" y="T47"/>
                </a:cxn>
                <a:cxn ang="T86">
                  <a:pos x="T48" y="T49"/>
                </a:cxn>
                <a:cxn ang="T87">
                  <a:pos x="T50" y="T51"/>
                </a:cxn>
                <a:cxn ang="T88">
                  <a:pos x="T52" y="T53"/>
                </a:cxn>
                <a:cxn ang="T89">
                  <a:pos x="T54" y="T55"/>
                </a:cxn>
                <a:cxn ang="T90">
                  <a:pos x="T56" y="T57"/>
                </a:cxn>
                <a:cxn ang="T91">
                  <a:pos x="T58" y="T59"/>
                </a:cxn>
                <a:cxn ang="T92">
                  <a:pos x="T60" y="T61"/>
                </a:cxn>
              </a:cxnLst>
              <a:rect l="0" t="0" r="r" b="b"/>
              <a:pathLst>
                <a:path w="5144" h="694">
                  <a:moveTo>
                    <a:pt x="0" y="70"/>
                  </a:moveTo>
                  <a:lnTo>
                    <a:pt x="0" y="70"/>
                  </a:lnTo>
                  <a:lnTo>
                    <a:pt x="18" y="66"/>
                  </a:lnTo>
                  <a:lnTo>
                    <a:pt x="72" y="56"/>
                  </a:lnTo>
                  <a:lnTo>
                    <a:pt x="164" y="42"/>
                  </a:lnTo>
                  <a:lnTo>
                    <a:pt x="224" y="34"/>
                  </a:lnTo>
                  <a:lnTo>
                    <a:pt x="294" y="26"/>
                  </a:lnTo>
                  <a:lnTo>
                    <a:pt x="372" y="20"/>
                  </a:lnTo>
                  <a:lnTo>
                    <a:pt x="462" y="14"/>
                  </a:lnTo>
                  <a:lnTo>
                    <a:pt x="560" y="8"/>
                  </a:lnTo>
                  <a:lnTo>
                    <a:pt x="670" y="4"/>
                  </a:lnTo>
                  <a:lnTo>
                    <a:pt x="790" y="2"/>
                  </a:lnTo>
                  <a:lnTo>
                    <a:pt x="920" y="0"/>
                  </a:lnTo>
                  <a:lnTo>
                    <a:pt x="1060" y="2"/>
                  </a:lnTo>
                  <a:lnTo>
                    <a:pt x="1210" y="6"/>
                  </a:lnTo>
                  <a:lnTo>
                    <a:pt x="1372" y="14"/>
                  </a:lnTo>
                  <a:lnTo>
                    <a:pt x="1544" y="24"/>
                  </a:lnTo>
                  <a:lnTo>
                    <a:pt x="1726" y="40"/>
                  </a:lnTo>
                  <a:lnTo>
                    <a:pt x="1920" y="58"/>
                  </a:lnTo>
                  <a:lnTo>
                    <a:pt x="2126" y="80"/>
                  </a:lnTo>
                  <a:lnTo>
                    <a:pt x="2342" y="106"/>
                  </a:lnTo>
                  <a:lnTo>
                    <a:pt x="2570" y="138"/>
                  </a:lnTo>
                  <a:lnTo>
                    <a:pt x="2808" y="174"/>
                  </a:lnTo>
                  <a:lnTo>
                    <a:pt x="3058" y="216"/>
                  </a:lnTo>
                  <a:lnTo>
                    <a:pt x="3320" y="266"/>
                  </a:lnTo>
                  <a:lnTo>
                    <a:pt x="3594" y="320"/>
                  </a:lnTo>
                  <a:lnTo>
                    <a:pt x="3880" y="380"/>
                  </a:lnTo>
                  <a:lnTo>
                    <a:pt x="4178" y="448"/>
                  </a:lnTo>
                  <a:lnTo>
                    <a:pt x="4488" y="522"/>
                  </a:lnTo>
                  <a:lnTo>
                    <a:pt x="4810" y="604"/>
                  </a:lnTo>
                  <a:lnTo>
                    <a:pt x="5144" y="694"/>
                  </a:lnTo>
                </a:path>
              </a:pathLst>
            </a:custGeom>
            <a:noFill/>
            <a:ln w="12">
              <a:solidFill>
                <a:srgbClr val="FFFFFF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108" name="Freeform 26">
              <a:extLst>
                <a:ext uri="{FF2B5EF4-FFF2-40B4-BE49-F238E27FC236}">
                  <a16:creationId xmlns:a16="http://schemas.microsoft.com/office/drawing/2014/main" id="{A1652253-40F6-4038-B7C0-B0D4C81DDE59}"/>
                </a:ext>
              </a:extLst>
            </p:cNvPr>
            <p:cNvSpPr>
              <a:spLocks/>
            </p:cNvSpPr>
            <p:nvPr/>
          </p:nvSpPr>
          <p:spPr bwMode="hidden">
            <a:xfrm>
              <a:off x="4156589" y="4315040"/>
              <a:ext cx="4940221" cy="927905"/>
            </a:xfrm>
            <a:custGeom>
              <a:avLst/>
              <a:gdLst>
                <a:gd name="T0" fmla="*/ 0 w 3112"/>
                <a:gd name="T1" fmla="*/ 2147483646 h 584"/>
                <a:gd name="T2" fmla="*/ 0 w 3112"/>
                <a:gd name="T3" fmla="*/ 2147483646 h 584"/>
                <a:gd name="T4" fmla="*/ 2147483646 w 3112"/>
                <a:gd name="T5" fmla="*/ 2147483646 h 584"/>
                <a:gd name="T6" fmla="*/ 2147483646 w 3112"/>
                <a:gd name="T7" fmla="*/ 2147483646 h 584"/>
                <a:gd name="T8" fmla="*/ 2147483646 w 3112"/>
                <a:gd name="T9" fmla="*/ 2147483646 h 584"/>
                <a:gd name="T10" fmla="*/ 2147483646 w 3112"/>
                <a:gd name="T11" fmla="*/ 2147483646 h 584"/>
                <a:gd name="T12" fmla="*/ 2147483646 w 3112"/>
                <a:gd name="T13" fmla="*/ 2147483646 h 584"/>
                <a:gd name="T14" fmla="*/ 2147483646 w 3112"/>
                <a:gd name="T15" fmla="*/ 2147483646 h 584"/>
                <a:gd name="T16" fmla="*/ 2147483646 w 3112"/>
                <a:gd name="T17" fmla="*/ 2147483646 h 584"/>
                <a:gd name="T18" fmla="*/ 2147483646 w 3112"/>
                <a:gd name="T19" fmla="*/ 2147483646 h 584"/>
                <a:gd name="T20" fmla="*/ 2147483646 w 3112"/>
                <a:gd name="T21" fmla="*/ 2147483646 h 584"/>
                <a:gd name="T22" fmla="*/ 2147483646 w 3112"/>
                <a:gd name="T23" fmla="*/ 2147483646 h 584"/>
                <a:gd name="T24" fmla="*/ 2147483646 w 3112"/>
                <a:gd name="T25" fmla="*/ 2147483646 h 584"/>
                <a:gd name="T26" fmla="*/ 2147483646 w 3112"/>
                <a:gd name="T27" fmla="*/ 2147483646 h 584"/>
                <a:gd name="T28" fmla="*/ 2147483646 w 3112"/>
                <a:gd name="T29" fmla="*/ 2147483646 h 584"/>
                <a:gd name="T30" fmla="*/ 2147483646 w 3112"/>
                <a:gd name="T31" fmla="*/ 2147483646 h 584"/>
                <a:gd name="T32" fmla="*/ 2147483646 w 3112"/>
                <a:gd name="T33" fmla="*/ 2147483646 h 584"/>
                <a:gd name="T34" fmla="*/ 2147483646 w 3112"/>
                <a:gd name="T35" fmla="*/ 2147483646 h 584"/>
                <a:gd name="T36" fmla="*/ 2147483646 w 3112"/>
                <a:gd name="T37" fmla="*/ 2147483646 h 584"/>
                <a:gd name="T38" fmla="*/ 2147483646 w 3112"/>
                <a:gd name="T39" fmla="*/ 0 h 584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</a:gdLst>
              <a:ahLst/>
              <a:cxnLst>
                <a:cxn ang="T40">
                  <a:pos x="T0" y="T1"/>
                </a:cxn>
                <a:cxn ang="T41">
                  <a:pos x="T2" y="T3"/>
                </a:cxn>
                <a:cxn ang="T42">
                  <a:pos x="T4" y="T5"/>
                </a:cxn>
                <a:cxn ang="T43">
                  <a:pos x="T6" y="T7"/>
                </a:cxn>
                <a:cxn ang="T44">
                  <a:pos x="T8" y="T9"/>
                </a:cxn>
                <a:cxn ang="T45">
                  <a:pos x="T10" y="T11"/>
                </a:cxn>
                <a:cxn ang="T46">
                  <a:pos x="T12" y="T13"/>
                </a:cxn>
                <a:cxn ang="T47">
                  <a:pos x="T14" y="T15"/>
                </a:cxn>
                <a:cxn ang="T48">
                  <a:pos x="T16" y="T17"/>
                </a:cxn>
                <a:cxn ang="T49">
                  <a:pos x="T18" y="T19"/>
                </a:cxn>
                <a:cxn ang="T50">
                  <a:pos x="T20" y="T21"/>
                </a:cxn>
                <a:cxn ang="T51">
                  <a:pos x="T22" y="T23"/>
                </a:cxn>
                <a:cxn ang="T52">
                  <a:pos x="T24" y="T25"/>
                </a:cxn>
                <a:cxn ang="T53">
                  <a:pos x="T26" y="T27"/>
                </a:cxn>
                <a:cxn ang="T54">
                  <a:pos x="T28" y="T29"/>
                </a:cxn>
                <a:cxn ang="T55">
                  <a:pos x="T30" y="T31"/>
                </a:cxn>
                <a:cxn ang="T56">
                  <a:pos x="T32" y="T33"/>
                </a:cxn>
                <a:cxn ang="T57">
                  <a:pos x="T34" y="T35"/>
                </a:cxn>
                <a:cxn ang="T58">
                  <a:pos x="T36" y="T37"/>
                </a:cxn>
                <a:cxn ang="T59">
                  <a:pos x="T38" y="T39"/>
                </a:cxn>
              </a:cxnLst>
              <a:rect l="0" t="0" r="r" b="b"/>
              <a:pathLst>
                <a:path w="3112" h="584">
                  <a:moveTo>
                    <a:pt x="0" y="584"/>
                  </a:moveTo>
                  <a:lnTo>
                    <a:pt x="0" y="584"/>
                  </a:lnTo>
                  <a:lnTo>
                    <a:pt x="90" y="560"/>
                  </a:lnTo>
                  <a:lnTo>
                    <a:pt x="336" y="498"/>
                  </a:lnTo>
                  <a:lnTo>
                    <a:pt x="506" y="456"/>
                  </a:lnTo>
                  <a:lnTo>
                    <a:pt x="702" y="410"/>
                  </a:lnTo>
                  <a:lnTo>
                    <a:pt x="920" y="360"/>
                  </a:lnTo>
                  <a:lnTo>
                    <a:pt x="1154" y="306"/>
                  </a:lnTo>
                  <a:lnTo>
                    <a:pt x="1402" y="254"/>
                  </a:lnTo>
                  <a:lnTo>
                    <a:pt x="1656" y="202"/>
                  </a:lnTo>
                  <a:lnTo>
                    <a:pt x="1916" y="154"/>
                  </a:lnTo>
                  <a:lnTo>
                    <a:pt x="2174" y="108"/>
                  </a:lnTo>
                  <a:lnTo>
                    <a:pt x="2302" y="88"/>
                  </a:lnTo>
                  <a:lnTo>
                    <a:pt x="2426" y="68"/>
                  </a:lnTo>
                  <a:lnTo>
                    <a:pt x="2550" y="52"/>
                  </a:lnTo>
                  <a:lnTo>
                    <a:pt x="2670" y="36"/>
                  </a:lnTo>
                  <a:lnTo>
                    <a:pt x="2788" y="24"/>
                  </a:lnTo>
                  <a:lnTo>
                    <a:pt x="2900" y="14"/>
                  </a:lnTo>
                  <a:lnTo>
                    <a:pt x="3008" y="6"/>
                  </a:lnTo>
                  <a:lnTo>
                    <a:pt x="3112" y="0"/>
                  </a:lnTo>
                </a:path>
              </a:pathLst>
            </a:custGeom>
            <a:noFill/>
            <a:ln w="12">
              <a:solidFill>
                <a:srgbClr val="FFFFFF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 useBgFill="1">
          <p:nvSpPr>
            <p:cNvPr id="4109" name="Freeform 10">
              <a:extLst>
                <a:ext uri="{FF2B5EF4-FFF2-40B4-BE49-F238E27FC236}">
                  <a16:creationId xmlns:a16="http://schemas.microsoft.com/office/drawing/2014/main" id="{26484970-ED0A-42E1-B8AD-3452736AE901}"/>
                </a:ext>
              </a:extLst>
            </p:cNvPr>
            <p:cNvSpPr>
              <a:spLocks/>
            </p:cNvSpPr>
            <p:nvPr/>
          </p:nvSpPr>
          <p:spPr bwMode="hidden">
            <a:xfrm>
              <a:off x="-3905251" y="4294188"/>
              <a:ext cx="13027839" cy="1892300"/>
            </a:xfrm>
            <a:custGeom>
              <a:avLst/>
              <a:gdLst>
                <a:gd name="T0" fmla="*/ 2147483646 w 8196"/>
                <a:gd name="T1" fmla="*/ 2147483646 h 1192"/>
                <a:gd name="T2" fmla="*/ 2147483646 w 8196"/>
                <a:gd name="T3" fmla="*/ 2147483646 h 1192"/>
                <a:gd name="T4" fmla="*/ 2147483646 w 8196"/>
                <a:gd name="T5" fmla="*/ 2147483646 h 1192"/>
                <a:gd name="T6" fmla="*/ 2147483646 w 8196"/>
                <a:gd name="T7" fmla="*/ 2147483646 h 1192"/>
                <a:gd name="T8" fmla="*/ 2147483646 w 8196"/>
                <a:gd name="T9" fmla="*/ 2147483646 h 1192"/>
                <a:gd name="T10" fmla="*/ 2147483646 w 8196"/>
                <a:gd name="T11" fmla="*/ 2147483646 h 1192"/>
                <a:gd name="T12" fmla="*/ 2147483646 w 8196"/>
                <a:gd name="T13" fmla="*/ 2147483646 h 1192"/>
                <a:gd name="T14" fmla="*/ 2147483646 w 8196"/>
                <a:gd name="T15" fmla="*/ 2147483646 h 1192"/>
                <a:gd name="T16" fmla="*/ 2147483646 w 8196"/>
                <a:gd name="T17" fmla="*/ 2147483646 h 1192"/>
                <a:gd name="T18" fmla="*/ 2147483646 w 8196"/>
                <a:gd name="T19" fmla="*/ 2147483646 h 1192"/>
                <a:gd name="T20" fmla="*/ 2147483646 w 8196"/>
                <a:gd name="T21" fmla="*/ 2147483646 h 1192"/>
                <a:gd name="T22" fmla="*/ 2147483646 w 8196"/>
                <a:gd name="T23" fmla="*/ 2147483646 h 1192"/>
                <a:gd name="T24" fmla="*/ 2147483646 w 8196"/>
                <a:gd name="T25" fmla="*/ 2147483646 h 1192"/>
                <a:gd name="T26" fmla="*/ 2147483646 w 8196"/>
                <a:gd name="T27" fmla="*/ 2147483646 h 1192"/>
                <a:gd name="T28" fmla="*/ 2147483646 w 8196"/>
                <a:gd name="T29" fmla="*/ 2147483646 h 1192"/>
                <a:gd name="T30" fmla="*/ 2147483646 w 8196"/>
                <a:gd name="T31" fmla="*/ 2147483646 h 1192"/>
                <a:gd name="T32" fmla="*/ 2147483646 w 8196"/>
                <a:gd name="T33" fmla="*/ 2147483646 h 1192"/>
                <a:gd name="T34" fmla="*/ 2147483646 w 8196"/>
                <a:gd name="T35" fmla="*/ 2147483646 h 1192"/>
                <a:gd name="T36" fmla="*/ 2147483646 w 8196"/>
                <a:gd name="T37" fmla="*/ 2147483646 h 1192"/>
                <a:gd name="T38" fmla="*/ 2147483646 w 8196"/>
                <a:gd name="T39" fmla="*/ 2147483646 h 1192"/>
                <a:gd name="T40" fmla="*/ 2147483646 w 8196"/>
                <a:gd name="T41" fmla="*/ 2147483646 h 1192"/>
                <a:gd name="T42" fmla="*/ 2147483646 w 8196"/>
                <a:gd name="T43" fmla="*/ 2147483646 h 1192"/>
                <a:gd name="T44" fmla="*/ 2147483646 w 8196"/>
                <a:gd name="T45" fmla="*/ 0 h 1192"/>
                <a:gd name="T46" fmla="*/ 2147483646 w 8196"/>
                <a:gd name="T47" fmla="*/ 2147483646 h 1192"/>
                <a:gd name="T48" fmla="*/ 2147483646 w 8196"/>
                <a:gd name="T49" fmla="*/ 2147483646 h 1192"/>
                <a:gd name="T50" fmla="*/ 2147483646 w 8196"/>
                <a:gd name="T51" fmla="*/ 2147483646 h 1192"/>
                <a:gd name="T52" fmla="*/ 2147483646 w 8196"/>
                <a:gd name="T53" fmla="*/ 2147483646 h 1192"/>
                <a:gd name="T54" fmla="*/ 2147483646 w 8196"/>
                <a:gd name="T55" fmla="*/ 2147483646 h 1192"/>
                <a:gd name="T56" fmla="*/ 2147483646 w 8196"/>
                <a:gd name="T57" fmla="*/ 2147483646 h 1192"/>
                <a:gd name="T58" fmla="*/ 2147483646 w 8196"/>
                <a:gd name="T59" fmla="*/ 2147483646 h 1192"/>
                <a:gd name="T60" fmla="*/ 2147483646 w 8196"/>
                <a:gd name="T61" fmla="*/ 2147483646 h 1192"/>
                <a:gd name="T62" fmla="*/ 0 w 8196"/>
                <a:gd name="T63" fmla="*/ 2147483646 h 1192"/>
                <a:gd name="T64" fmla="*/ 2147483646 w 8196"/>
                <a:gd name="T65" fmla="*/ 2147483646 h 1192"/>
                <a:gd name="T66" fmla="*/ 2147483646 w 8196"/>
                <a:gd name="T67" fmla="*/ 2147483646 h 1192"/>
                <a:gd name="T68" fmla="*/ 2147483646 w 8196"/>
                <a:gd name="T69" fmla="*/ 2147483646 h 1192"/>
                <a:gd name="T70" fmla="*/ 2147483646 w 8196"/>
                <a:gd name="T71" fmla="*/ 2147483646 h 1192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</a:gdLst>
              <a:ahLst/>
              <a:cxnLst>
                <a:cxn ang="T72">
                  <a:pos x="T0" y="T1"/>
                </a:cxn>
                <a:cxn ang="T73">
                  <a:pos x="T2" y="T3"/>
                </a:cxn>
                <a:cxn ang="T74">
                  <a:pos x="T4" y="T5"/>
                </a:cxn>
                <a:cxn ang="T75">
                  <a:pos x="T6" y="T7"/>
                </a:cxn>
                <a:cxn ang="T76">
                  <a:pos x="T8" y="T9"/>
                </a:cxn>
                <a:cxn ang="T77">
                  <a:pos x="T10" y="T11"/>
                </a:cxn>
                <a:cxn ang="T78">
                  <a:pos x="T12" y="T13"/>
                </a:cxn>
                <a:cxn ang="T79">
                  <a:pos x="T14" y="T15"/>
                </a:cxn>
                <a:cxn ang="T80">
                  <a:pos x="T16" y="T17"/>
                </a:cxn>
                <a:cxn ang="T81">
                  <a:pos x="T18" y="T19"/>
                </a:cxn>
                <a:cxn ang="T82">
                  <a:pos x="T20" y="T21"/>
                </a:cxn>
                <a:cxn ang="T83">
                  <a:pos x="T22" y="T23"/>
                </a:cxn>
                <a:cxn ang="T84">
                  <a:pos x="T24" y="T25"/>
                </a:cxn>
                <a:cxn ang="T85">
                  <a:pos x="T26" y="T27"/>
                </a:cxn>
                <a:cxn ang="T86">
                  <a:pos x="T28" y="T29"/>
                </a:cxn>
                <a:cxn ang="T87">
                  <a:pos x="T30" y="T31"/>
                </a:cxn>
                <a:cxn ang="T88">
                  <a:pos x="T32" y="T33"/>
                </a:cxn>
                <a:cxn ang="T89">
                  <a:pos x="T34" y="T35"/>
                </a:cxn>
                <a:cxn ang="T90">
                  <a:pos x="T36" y="T37"/>
                </a:cxn>
                <a:cxn ang="T91">
                  <a:pos x="T38" y="T39"/>
                </a:cxn>
                <a:cxn ang="T92">
                  <a:pos x="T40" y="T41"/>
                </a:cxn>
                <a:cxn ang="T93">
                  <a:pos x="T42" y="T43"/>
                </a:cxn>
                <a:cxn ang="T94">
                  <a:pos x="T44" y="T45"/>
                </a:cxn>
                <a:cxn ang="T95">
                  <a:pos x="T46" y="T47"/>
                </a:cxn>
                <a:cxn ang="T96">
                  <a:pos x="T48" y="T49"/>
                </a:cxn>
                <a:cxn ang="T97">
                  <a:pos x="T50" y="T51"/>
                </a:cxn>
                <a:cxn ang="T98">
                  <a:pos x="T52" y="T53"/>
                </a:cxn>
                <a:cxn ang="T99">
                  <a:pos x="T54" y="T55"/>
                </a:cxn>
                <a:cxn ang="T100">
                  <a:pos x="T56" y="T57"/>
                </a:cxn>
                <a:cxn ang="T101">
                  <a:pos x="T58" y="T59"/>
                </a:cxn>
                <a:cxn ang="T102">
                  <a:pos x="T60" y="T61"/>
                </a:cxn>
                <a:cxn ang="T103">
                  <a:pos x="T62" y="T63"/>
                </a:cxn>
                <a:cxn ang="T104">
                  <a:pos x="T64" y="T65"/>
                </a:cxn>
                <a:cxn ang="T105">
                  <a:pos x="T66" y="T67"/>
                </a:cxn>
                <a:cxn ang="T106">
                  <a:pos x="T68" y="T69"/>
                </a:cxn>
                <a:cxn ang="T107">
                  <a:pos x="T70" y="T71"/>
                </a:cxn>
              </a:cxnLst>
              <a:rect l="0" t="0" r="r" b="b"/>
              <a:pathLst>
                <a:path w="8196" h="1192">
                  <a:moveTo>
                    <a:pt x="8192" y="512"/>
                  </a:moveTo>
                  <a:lnTo>
                    <a:pt x="8192" y="512"/>
                  </a:lnTo>
                  <a:lnTo>
                    <a:pt x="8116" y="542"/>
                  </a:lnTo>
                  <a:lnTo>
                    <a:pt x="8040" y="570"/>
                  </a:lnTo>
                  <a:lnTo>
                    <a:pt x="7960" y="596"/>
                  </a:lnTo>
                  <a:lnTo>
                    <a:pt x="7878" y="620"/>
                  </a:lnTo>
                  <a:lnTo>
                    <a:pt x="7794" y="644"/>
                  </a:lnTo>
                  <a:lnTo>
                    <a:pt x="7706" y="666"/>
                  </a:lnTo>
                  <a:lnTo>
                    <a:pt x="7616" y="684"/>
                  </a:lnTo>
                  <a:lnTo>
                    <a:pt x="7522" y="702"/>
                  </a:lnTo>
                  <a:lnTo>
                    <a:pt x="7424" y="718"/>
                  </a:lnTo>
                  <a:lnTo>
                    <a:pt x="7322" y="730"/>
                  </a:lnTo>
                  <a:lnTo>
                    <a:pt x="7216" y="742"/>
                  </a:lnTo>
                  <a:lnTo>
                    <a:pt x="7106" y="750"/>
                  </a:lnTo>
                  <a:lnTo>
                    <a:pt x="6992" y="758"/>
                  </a:lnTo>
                  <a:lnTo>
                    <a:pt x="6872" y="762"/>
                  </a:lnTo>
                  <a:lnTo>
                    <a:pt x="6748" y="762"/>
                  </a:lnTo>
                  <a:lnTo>
                    <a:pt x="6618" y="760"/>
                  </a:lnTo>
                  <a:lnTo>
                    <a:pt x="6482" y="756"/>
                  </a:lnTo>
                  <a:lnTo>
                    <a:pt x="6342" y="750"/>
                  </a:lnTo>
                  <a:lnTo>
                    <a:pt x="6196" y="740"/>
                  </a:lnTo>
                  <a:lnTo>
                    <a:pt x="6042" y="726"/>
                  </a:lnTo>
                  <a:lnTo>
                    <a:pt x="5882" y="710"/>
                  </a:lnTo>
                  <a:lnTo>
                    <a:pt x="5716" y="690"/>
                  </a:lnTo>
                  <a:lnTo>
                    <a:pt x="5544" y="668"/>
                  </a:lnTo>
                  <a:lnTo>
                    <a:pt x="5364" y="642"/>
                  </a:lnTo>
                  <a:lnTo>
                    <a:pt x="5176" y="612"/>
                  </a:lnTo>
                  <a:lnTo>
                    <a:pt x="4982" y="578"/>
                  </a:lnTo>
                  <a:lnTo>
                    <a:pt x="4778" y="540"/>
                  </a:lnTo>
                  <a:lnTo>
                    <a:pt x="4568" y="500"/>
                  </a:lnTo>
                  <a:lnTo>
                    <a:pt x="4348" y="454"/>
                  </a:lnTo>
                  <a:lnTo>
                    <a:pt x="4122" y="406"/>
                  </a:lnTo>
                  <a:lnTo>
                    <a:pt x="3886" y="354"/>
                  </a:lnTo>
                  <a:lnTo>
                    <a:pt x="3640" y="296"/>
                  </a:lnTo>
                  <a:lnTo>
                    <a:pt x="3396" y="240"/>
                  </a:lnTo>
                  <a:lnTo>
                    <a:pt x="3160" y="192"/>
                  </a:lnTo>
                  <a:lnTo>
                    <a:pt x="2934" y="148"/>
                  </a:lnTo>
                  <a:lnTo>
                    <a:pt x="2718" y="112"/>
                  </a:lnTo>
                  <a:lnTo>
                    <a:pt x="2512" y="82"/>
                  </a:lnTo>
                  <a:lnTo>
                    <a:pt x="2314" y="56"/>
                  </a:lnTo>
                  <a:lnTo>
                    <a:pt x="2126" y="36"/>
                  </a:lnTo>
                  <a:lnTo>
                    <a:pt x="1948" y="20"/>
                  </a:lnTo>
                  <a:lnTo>
                    <a:pt x="1776" y="10"/>
                  </a:lnTo>
                  <a:lnTo>
                    <a:pt x="1616" y="2"/>
                  </a:lnTo>
                  <a:lnTo>
                    <a:pt x="1462" y="0"/>
                  </a:lnTo>
                  <a:lnTo>
                    <a:pt x="1318" y="0"/>
                  </a:lnTo>
                  <a:lnTo>
                    <a:pt x="1182" y="4"/>
                  </a:lnTo>
                  <a:lnTo>
                    <a:pt x="1054" y="10"/>
                  </a:lnTo>
                  <a:lnTo>
                    <a:pt x="934" y="20"/>
                  </a:lnTo>
                  <a:lnTo>
                    <a:pt x="822" y="30"/>
                  </a:lnTo>
                  <a:lnTo>
                    <a:pt x="716" y="44"/>
                  </a:lnTo>
                  <a:lnTo>
                    <a:pt x="620" y="58"/>
                  </a:lnTo>
                  <a:lnTo>
                    <a:pt x="530" y="74"/>
                  </a:lnTo>
                  <a:lnTo>
                    <a:pt x="450" y="92"/>
                  </a:lnTo>
                  <a:lnTo>
                    <a:pt x="374" y="108"/>
                  </a:lnTo>
                  <a:lnTo>
                    <a:pt x="308" y="126"/>
                  </a:lnTo>
                  <a:lnTo>
                    <a:pt x="248" y="144"/>
                  </a:lnTo>
                  <a:lnTo>
                    <a:pt x="194" y="160"/>
                  </a:lnTo>
                  <a:lnTo>
                    <a:pt x="148" y="176"/>
                  </a:lnTo>
                  <a:lnTo>
                    <a:pt x="108" y="192"/>
                  </a:lnTo>
                  <a:lnTo>
                    <a:pt x="48" y="216"/>
                  </a:lnTo>
                  <a:lnTo>
                    <a:pt x="12" y="234"/>
                  </a:lnTo>
                  <a:lnTo>
                    <a:pt x="0" y="240"/>
                  </a:lnTo>
                  <a:lnTo>
                    <a:pt x="0" y="1192"/>
                  </a:lnTo>
                  <a:lnTo>
                    <a:pt x="8192" y="1192"/>
                  </a:lnTo>
                  <a:lnTo>
                    <a:pt x="8196" y="1186"/>
                  </a:lnTo>
                  <a:lnTo>
                    <a:pt x="8196" y="510"/>
                  </a:lnTo>
                  <a:lnTo>
                    <a:pt x="8192" y="512"/>
                  </a:lnTo>
                  <a:close/>
                </a:path>
              </a:pathLst>
            </a:custGeom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</p:grpSp>
      <p:sp>
        <p:nvSpPr>
          <p:cNvPr id="4100" name="Title Placeholder 1">
            <a:extLst>
              <a:ext uri="{FF2B5EF4-FFF2-40B4-BE49-F238E27FC236}">
                <a16:creationId xmlns:a16="http://schemas.microsoft.com/office/drawing/2014/main" id="{39FE26A8-D75C-4B3B-9B5B-210B6A8E12C8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900113" y="268288"/>
            <a:ext cx="7786687" cy="358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AFDDAC-BF49-4D99-B091-8B4819C3669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164138" y="4687888"/>
            <a:ext cx="3786187" cy="273050"/>
          </a:xfrm>
          <a:prstGeom prst="rect">
            <a:avLst/>
          </a:prstGeom>
        </p:spPr>
        <p:txBody>
          <a:bodyPr vert="horz" wrap="square" lIns="68580" tIns="34290" rIns="68580" bIns="34290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000" b="0">
                <a:solidFill>
                  <a:srgbClr val="073E87"/>
                </a:solidFill>
                <a:cs typeface="楷体_GB2312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77C5FD-AC9D-4115-BAA7-C97A0AF3A6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3675" y="4687888"/>
            <a:ext cx="3786188" cy="273050"/>
          </a:xfrm>
          <a:prstGeom prst="rect">
            <a:avLst/>
          </a:prstGeom>
        </p:spPr>
        <p:txBody>
          <a:bodyPr vert="horz" wrap="square" lIns="68580" tIns="34290" rIns="68580" bIns="34290" numCol="1" anchor="ctr" anchorCtr="0" compatLnSpc="1">
            <a:prstTxWarp prst="textNoShape">
              <a:avLst/>
            </a:prstTxWarp>
          </a:bodyPr>
          <a:lstStyle>
            <a:lvl1pPr eaLnBrk="1" hangingPunct="1">
              <a:defRPr sz="1000" b="0">
                <a:solidFill>
                  <a:srgbClr val="073E87"/>
                </a:solidFill>
                <a:cs typeface="楷体_GB2312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03AFE6-63B2-49A3-AEA3-A77310490C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3990975" y="4687888"/>
            <a:ext cx="1162050" cy="273050"/>
          </a:xfrm>
          <a:prstGeom prst="rect">
            <a:avLst/>
          </a:prstGeom>
        </p:spPr>
        <p:txBody>
          <a:bodyPr vert="horz" wrap="square" lIns="68580" tIns="34290" rIns="68580" bIns="34290" numCol="1" anchor="ctr" anchorCtr="0" compatLnSpc="1">
            <a:prstTxWarp prst="textNoShape">
              <a:avLst/>
            </a:prstTxWarp>
          </a:bodyPr>
          <a:lstStyle>
            <a:lvl1pPr algn="ctr" eaLnBrk="1" hangingPunct="1">
              <a:defRPr sz="1000" b="0" smtClean="0">
                <a:solidFill>
                  <a:srgbClr val="073E87"/>
                </a:solidFill>
                <a:cs typeface="楷体_GB2312" charset="0"/>
              </a:defRPr>
            </a:lvl1pPr>
          </a:lstStyle>
          <a:p>
            <a:pPr>
              <a:defRPr/>
            </a:pPr>
            <a:fld id="{7765C771-C9EB-4B09-BE7E-84C1A063A12F}" type="slidenum">
              <a:rPr lang="zh-CN" altLang="en-US"/>
              <a:pPr>
                <a:defRPr/>
              </a:pPr>
              <a:t>‹#›</a:t>
            </a:fld>
            <a:endParaRPr lang="en-US" altLang="zh-CN"/>
          </a:p>
        </p:txBody>
      </p:sp>
      <p:sp>
        <p:nvSpPr>
          <p:cNvPr id="4104" name="Text Placeholder 2">
            <a:extLst>
              <a:ext uri="{FF2B5EF4-FFF2-40B4-BE49-F238E27FC236}">
                <a16:creationId xmlns:a16="http://schemas.microsoft.com/office/drawing/2014/main" id="{11314B14-2651-45A1-8E57-338D854DBF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xfrm>
            <a:off x="228600" y="1368425"/>
            <a:ext cx="5927725" cy="3225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5036" r:id="rId1"/>
    <p:sldLayoutId id="2147485037" r:id="rId2"/>
  </p:sldLayoutIdLst>
  <p:txStyles>
    <p:titleStyle>
      <a:lvl1pPr algn="l" rtl="0" eaLnBrk="0" fontAlgn="base" hangingPunct="0">
        <a:spcBef>
          <a:spcPct val="0"/>
        </a:spcBef>
        <a:spcAft>
          <a:spcPct val="0"/>
        </a:spcAft>
        <a:defRPr sz="4000" kern="1200">
          <a:solidFill>
            <a:srgbClr val="FFFFFF"/>
          </a:solidFill>
          <a:latin typeface="+mj-lt"/>
          <a:ea typeface="黑体" panose="02010609060101010101" pitchFamily="49" charset="-122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4000">
          <a:solidFill>
            <a:srgbClr val="FFFFFF"/>
          </a:solidFill>
          <a:latin typeface="Candara" panose="020E0502030303020204" pitchFamily="34" charset="0"/>
          <a:ea typeface="黑体" panose="02010609060101010101" pitchFamily="49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4000">
          <a:solidFill>
            <a:srgbClr val="FFFFFF"/>
          </a:solidFill>
          <a:latin typeface="Candara" panose="020E0502030303020204" pitchFamily="34" charset="0"/>
          <a:ea typeface="黑体" panose="02010609060101010101" pitchFamily="49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4000">
          <a:solidFill>
            <a:srgbClr val="FFFFFF"/>
          </a:solidFill>
          <a:latin typeface="Candara" panose="020E0502030303020204" pitchFamily="34" charset="0"/>
          <a:ea typeface="黑体" panose="02010609060101010101" pitchFamily="49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4000">
          <a:solidFill>
            <a:srgbClr val="FFFFFF"/>
          </a:solidFill>
          <a:latin typeface="Candara" panose="020E0502030303020204" pitchFamily="34" charset="0"/>
          <a:ea typeface="黑体" panose="02010609060101010101" pitchFamily="49" charset="-122"/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71463" indent="-271463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100000"/>
        <a:buFont typeface="Symbol" panose="05050102010706020507" pitchFamily="18" charset="2"/>
        <a:buChar char=""/>
        <a:defRPr sz="2400" kern="1200">
          <a:solidFill>
            <a:schemeClr val="tx2"/>
          </a:solidFill>
          <a:latin typeface="+mn-lt"/>
          <a:ea typeface="+mn-ea"/>
          <a:cs typeface="+mn-cs"/>
        </a:defRPr>
      </a:lvl1pPr>
      <a:lvl2pPr marL="574675" indent="-271463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100000"/>
        <a:buFont typeface="Symbol" panose="05050102010706020507" pitchFamily="18" charset="2"/>
        <a:buChar char=""/>
        <a:defRPr sz="2200" kern="1200">
          <a:solidFill>
            <a:schemeClr val="tx2"/>
          </a:solidFill>
          <a:latin typeface="+mn-lt"/>
          <a:ea typeface="+mn-ea"/>
          <a:cs typeface="+mn-cs"/>
        </a:defRPr>
      </a:lvl2pPr>
      <a:lvl3pPr marL="854075" indent="-227013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100000"/>
        <a:buFont typeface="Symbol" panose="05050102010706020507" pitchFamily="18" charset="2"/>
        <a:buChar char=""/>
        <a:defRPr sz="2000" kern="1200">
          <a:solidFill>
            <a:schemeClr val="tx2"/>
          </a:solidFill>
          <a:latin typeface="+mn-lt"/>
          <a:ea typeface="+mn-ea"/>
          <a:cs typeface="+mn-cs"/>
        </a:defRPr>
      </a:lvl3pPr>
      <a:lvl4pPr marL="1141413" indent="-227013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100000"/>
        <a:buFont typeface="Symbol" panose="05050102010706020507" pitchFamily="18" charset="2"/>
        <a:buChar char=""/>
        <a:defRPr sz="2000" kern="1200">
          <a:solidFill>
            <a:schemeClr val="tx2"/>
          </a:solidFill>
          <a:latin typeface="+mn-lt"/>
          <a:ea typeface="+mn-ea"/>
          <a:cs typeface="+mn-cs"/>
        </a:defRPr>
      </a:lvl4pPr>
      <a:lvl5pPr marL="1460500" indent="-227013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100000"/>
        <a:buFont typeface="Symbol" panose="05050102010706020507" pitchFamily="18" charset="2"/>
        <a:buChar char=""/>
        <a:defRPr sz="1600" kern="1200">
          <a:solidFill>
            <a:schemeClr val="tx2"/>
          </a:solidFill>
          <a:latin typeface="+mn-lt"/>
          <a:ea typeface="+mn-ea"/>
          <a:cs typeface="+mn-cs"/>
        </a:defRPr>
      </a:lvl5pPr>
      <a:lvl6pPr marL="1783036" indent="-228594" algn="l" defTabSz="914378" rtl="0" eaLnBrk="1" latinLnBrk="0" hangingPunct="1">
        <a:spcBef>
          <a:spcPts val="384"/>
        </a:spcBef>
        <a:buClr>
          <a:schemeClr val="accent1"/>
        </a:buClr>
        <a:buFont typeface="Symbol" pitchFamily="18" charset="2"/>
        <a:buChar char="*"/>
        <a:defRPr sz="1400" kern="1200">
          <a:solidFill>
            <a:schemeClr val="tx2"/>
          </a:solidFill>
          <a:latin typeface="+mn-lt"/>
          <a:ea typeface="+mn-ea"/>
          <a:cs typeface="+mn-cs"/>
        </a:defRPr>
      </a:lvl6pPr>
      <a:lvl7pPr marL="2103068" indent="-228594" algn="l" defTabSz="914378" rtl="0" eaLnBrk="1" latinLnBrk="0" hangingPunct="1">
        <a:spcBef>
          <a:spcPts val="384"/>
        </a:spcBef>
        <a:buClr>
          <a:schemeClr val="accent1"/>
        </a:buClr>
        <a:buFont typeface="Symbol" pitchFamily="18" charset="2"/>
        <a:buChar char="*"/>
        <a:defRPr sz="1400" kern="1200">
          <a:solidFill>
            <a:schemeClr val="tx2"/>
          </a:solidFill>
          <a:latin typeface="+mn-lt"/>
          <a:ea typeface="+mn-ea"/>
          <a:cs typeface="+mn-cs"/>
        </a:defRPr>
      </a:lvl7pPr>
      <a:lvl8pPr marL="2423099" indent="-228594" algn="l" defTabSz="914378" rtl="0" eaLnBrk="1" latinLnBrk="0" hangingPunct="1">
        <a:spcBef>
          <a:spcPts val="384"/>
        </a:spcBef>
        <a:buClr>
          <a:schemeClr val="accent1"/>
        </a:buClr>
        <a:buFont typeface="Symbol" pitchFamily="18" charset="2"/>
        <a:buChar char="*"/>
        <a:defRPr sz="1400" kern="1200">
          <a:solidFill>
            <a:schemeClr val="tx2"/>
          </a:solidFill>
          <a:latin typeface="+mn-lt"/>
          <a:ea typeface="+mn-ea"/>
          <a:cs typeface="+mn-cs"/>
        </a:defRPr>
      </a:lvl8pPr>
      <a:lvl9pPr marL="2743132" indent="-228594" algn="l" defTabSz="914378" rtl="0" eaLnBrk="1" latinLnBrk="0" hangingPunct="1">
        <a:spcBef>
          <a:spcPts val="384"/>
        </a:spcBef>
        <a:buClr>
          <a:schemeClr val="accent1"/>
        </a:buClr>
        <a:buFont typeface="Symbol" pitchFamily="18" charset="2"/>
        <a:buChar char="*"/>
        <a:defRPr sz="14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8" algn="l" defTabSz="9143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2" algn="l" defTabSz="9143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CE71E489-6E0C-4058-930B-FA9322D141DF}"/>
              </a:ext>
            </a:extLst>
          </p:cNvPr>
          <p:cNvSpPr/>
          <p:nvPr/>
        </p:nvSpPr>
        <p:spPr>
          <a:xfrm>
            <a:off x="228600" y="171450"/>
            <a:ext cx="8696325" cy="1404938"/>
          </a:xfrm>
          <a:prstGeom prst="roundRect">
            <a:avLst>
              <a:gd name="adj" fmla="val 3362"/>
            </a:avLst>
          </a:prstGeom>
          <a:gradFill>
            <a:gsLst>
              <a:gs pos="0">
                <a:schemeClr val="accent1">
                  <a:lumMod val="75000"/>
                </a:schemeClr>
              </a:gs>
              <a:gs pos="90000">
                <a:schemeClr val="accent1">
                  <a:lumMod val="60000"/>
                  <a:lumOff val="40000"/>
                </a:scheme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defRPr/>
            </a:pPr>
            <a:endParaRPr lang="en-US" altLang="zh-CN" b="0">
              <a:solidFill>
                <a:srgbClr val="FFFFFF"/>
              </a:solidFill>
              <a:latin typeface="Candara" panose="020E0502030303020204" pitchFamily="34" charset="0"/>
            </a:endParaRPr>
          </a:p>
        </p:txBody>
      </p:sp>
      <p:grpSp>
        <p:nvGrpSpPr>
          <p:cNvPr id="5123" name="Group 15">
            <a:extLst>
              <a:ext uri="{FF2B5EF4-FFF2-40B4-BE49-F238E27FC236}">
                <a16:creationId xmlns:a16="http://schemas.microsoft.com/office/drawing/2014/main" id="{E5F826D4-8E33-4F38-8E7E-03D33BD292D8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211138" y="1058863"/>
            <a:ext cx="8824912" cy="576262"/>
            <a:chOff x="-3905251" y="4294188"/>
            <a:chExt cx="13027839" cy="1892300"/>
          </a:xfrm>
        </p:grpSpPr>
        <p:sp>
          <p:nvSpPr>
            <p:cNvPr id="5129" name="Freeform 14">
              <a:extLst>
                <a:ext uri="{FF2B5EF4-FFF2-40B4-BE49-F238E27FC236}">
                  <a16:creationId xmlns:a16="http://schemas.microsoft.com/office/drawing/2014/main" id="{77C7FB6D-C988-48FD-A2F2-799E3B0029D4}"/>
                </a:ext>
              </a:extLst>
            </p:cNvPr>
            <p:cNvSpPr>
              <a:spLocks/>
            </p:cNvSpPr>
            <p:nvPr/>
          </p:nvSpPr>
          <p:spPr bwMode="hidden">
            <a:xfrm>
              <a:off x="4810441" y="4502706"/>
              <a:ext cx="4295743" cy="1011313"/>
            </a:xfrm>
            <a:custGeom>
              <a:avLst/>
              <a:gdLst>
                <a:gd name="T0" fmla="*/ 2147483646 w 2706"/>
                <a:gd name="T1" fmla="*/ 0 h 640"/>
                <a:gd name="T2" fmla="*/ 2147483646 w 2706"/>
                <a:gd name="T3" fmla="*/ 0 h 640"/>
                <a:gd name="T4" fmla="*/ 2147483646 w 2706"/>
                <a:gd name="T5" fmla="*/ 2147483646 h 640"/>
                <a:gd name="T6" fmla="*/ 2147483646 w 2706"/>
                <a:gd name="T7" fmla="*/ 2147483646 h 640"/>
                <a:gd name="T8" fmla="*/ 2147483646 w 2706"/>
                <a:gd name="T9" fmla="*/ 2147483646 h 640"/>
                <a:gd name="T10" fmla="*/ 2147483646 w 2706"/>
                <a:gd name="T11" fmla="*/ 2147483646 h 640"/>
                <a:gd name="T12" fmla="*/ 2147483646 w 2706"/>
                <a:gd name="T13" fmla="*/ 2147483646 h 640"/>
                <a:gd name="T14" fmla="*/ 2147483646 w 2706"/>
                <a:gd name="T15" fmla="*/ 2147483646 h 640"/>
                <a:gd name="T16" fmla="*/ 2147483646 w 2706"/>
                <a:gd name="T17" fmla="*/ 2147483646 h 640"/>
                <a:gd name="T18" fmla="*/ 2147483646 w 2706"/>
                <a:gd name="T19" fmla="*/ 2147483646 h 640"/>
                <a:gd name="T20" fmla="*/ 2147483646 w 2706"/>
                <a:gd name="T21" fmla="*/ 2147483646 h 640"/>
                <a:gd name="T22" fmla="*/ 2147483646 w 2706"/>
                <a:gd name="T23" fmla="*/ 2147483646 h 640"/>
                <a:gd name="T24" fmla="*/ 2147483646 w 2706"/>
                <a:gd name="T25" fmla="*/ 2147483646 h 640"/>
                <a:gd name="T26" fmla="*/ 2147483646 w 2706"/>
                <a:gd name="T27" fmla="*/ 2147483646 h 640"/>
                <a:gd name="T28" fmla="*/ 2147483646 w 2706"/>
                <a:gd name="T29" fmla="*/ 2147483646 h 640"/>
                <a:gd name="T30" fmla="*/ 2147483646 w 2706"/>
                <a:gd name="T31" fmla="*/ 2147483646 h 640"/>
                <a:gd name="T32" fmla="*/ 2147483646 w 2706"/>
                <a:gd name="T33" fmla="*/ 2147483646 h 640"/>
                <a:gd name="T34" fmla="*/ 2147483646 w 2706"/>
                <a:gd name="T35" fmla="*/ 2147483646 h 640"/>
                <a:gd name="T36" fmla="*/ 0 w 2706"/>
                <a:gd name="T37" fmla="*/ 2147483646 h 640"/>
                <a:gd name="T38" fmla="*/ 0 w 2706"/>
                <a:gd name="T39" fmla="*/ 2147483646 h 640"/>
                <a:gd name="T40" fmla="*/ 2147483646 w 2706"/>
                <a:gd name="T41" fmla="*/ 2147483646 h 640"/>
                <a:gd name="T42" fmla="*/ 2147483646 w 2706"/>
                <a:gd name="T43" fmla="*/ 2147483646 h 640"/>
                <a:gd name="T44" fmla="*/ 2147483646 w 2706"/>
                <a:gd name="T45" fmla="*/ 2147483646 h 640"/>
                <a:gd name="T46" fmla="*/ 2147483646 w 2706"/>
                <a:gd name="T47" fmla="*/ 2147483646 h 640"/>
                <a:gd name="T48" fmla="*/ 2147483646 w 2706"/>
                <a:gd name="T49" fmla="*/ 2147483646 h 640"/>
                <a:gd name="T50" fmla="*/ 2147483646 w 2706"/>
                <a:gd name="T51" fmla="*/ 2147483646 h 640"/>
                <a:gd name="T52" fmla="*/ 2147483646 w 2706"/>
                <a:gd name="T53" fmla="*/ 2147483646 h 640"/>
                <a:gd name="T54" fmla="*/ 2147483646 w 2706"/>
                <a:gd name="T55" fmla="*/ 2147483646 h 640"/>
                <a:gd name="T56" fmla="*/ 2147483646 w 2706"/>
                <a:gd name="T57" fmla="*/ 2147483646 h 640"/>
                <a:gd name="T58" fmla="*/ 2147483646 w 2706"/>
                <a:gd name="T59" fmla="*/ 2147483646 h 640"/>
                <a:gd name="T60" fmla="*/ 2147483646 w 2706"/>
                <a:gd name="T61" fmla="*/ 2147483646 h 640"/>
                <a:gd name="T62" fmla="*/ 2147483646 w 2706"/>
                <a:gd name="T63" fmla="*/ 2147483646 h 640"/>
                <a:gd name="T64" fmla="*/ 2147483646 w 2706"/>
                <a:gd name="T65" fmla="*/ 2147483646 h 640"/>
                <a:gd name="T66" fmla="*/ 2147483646 w 2706"/>
                <a:gd name="T67" fmla="*/ 2147483646 h 640"/>
                <a:gd name="T68" fmla="*/ 2147483646 w 2706"/>
                <a:gd name="T69" fmla="*/ 2147483646 h 640"/>
                <a:gd name="T70" fmla="*/ 2147483646 w 2706"/>
                <a:gd name="T71" fmla="*/ 2147483646 h 640"/>
                <a:gd name="T72" fmla="*/ 2147483646 w 2706"/>
                <a:gd name="T73" fmla="*/ 2147483646 h 640"/>
                <a:gd name="T74" fmla="*/ 2147483646 w 2706"/>
                <a:gd name="T75" fmla="*/ 2147483646 h 640"/>
                <a:gd name="T76" fmla="*/ 2147483646 w 2706"/>
                <a:gd name="T77" fmla="*/ 2147483646 h 640"/>
                <a:gd name="T78" fmla="*/ 2147483646 w 2706"/>
                <a:gd name="T79" fmla="*/ 2147483646 h 640"/>
                <a:gd name="T80" fmla="*/ 2147483646 w 2706"/>
                <a:gd name="T81" fmla="*/ 2147483646 h 640"/>
                <a:gd name="T82" fmla="*/ 2147483646 w 2706"/>
                <a:gd name="T83" fmla="*/ 2147483646 h 640"/>
                <a:gd name="T84" fmla="*/ 2147483646 w 2706"/>
                <a:gd name="T85" fmla="*/ 2147483646 h 640"/>
                <a:gd name="T86" fmla="*/ 2147483646 w 2706"/>
                <a:gd name="T87" fmla="*/ 2147483646 h 640"/>
                <a:gd name="T88" fmla="*/ 2147483646 w 2706"/>
                <a:gd name="T89" fmla="*/ 2147483646 h 640"/>
                <a:gd name="T90" fmla="*/ 2147483646 w 2706"/>
                <a:gd name="T91" fmla="*/ 2147483646 h 640"/>
                <a:gd name="T92" fmla="*/ 2147483646 w 2706"/>
                <a:gd name="T93" fmla="*/ 2147483646 h 640"/>
                <a:gd name="T94" fmla="*/ 2147483646 w 2706"/>
                <a:gd name="T95" fmla="*/ 2147483646 h 640"/>
                <a:gd name="T96" fmla="*/ 2147483646 w 2706"/>
                <a:gd name="T97" fmla="*/ 2147483646 h 640"/>
                <a:gd name="T98" fmla="*/ 2147483646 w 2706"/>
                <a:gd name="T99" fmla="*/ 2147483646 h 640"/>
                <a:gd name="T100" fmla="*/ 2147483646 w 2706"/>
                <a:gd name="T101" fmla="*/ 2147483646 h 640"/>
                <a:gd name="T102" fmla="*/ 2147483646 w 2706"/>
                <a:gd name="T103" fmla="*/ 2147483646 h 640"/>
                <a:gd name="T104" fmla="*/ 2147483646 w 2706"/>
                <a:gd name="T105" fmla="*/ 2147483646 h 640"/>
                <a:gd name="T106" fmla="*/ 2147483646 w 2706"/>
                <a:gd name="T107" fmla="*/ 0 h 640"/>
                <a:gd name="T108" fmla="*/ 2147483646 w 2706"/>
                <a:gd name="T109" fmla="*/ 0 h 640"/>
                <a:gd name="T110" fmla="*/ 2147483646 w 2706"/>
                <a:gd name="T111" fmla="*/ 0 h 640"/>
                <a:gd name="T112" fmla="*/ 2147483646 w 2706"/>
                <a:gd name="T113" fmla="*/ 0 h 640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</a:gdLst>
              <a:ahLst/>
              <a:cxnLst>
                <a:cxn ang="T114">
                  <a:pos x="T0" y="T1"/>
                </a:cxn>
                <a:cxn ang="T115">
                  <a:pos x="T2" y="T3"/>
                </a:cxn>
                <a:cxn ang="T116">
                  <a:pos x="T4" y="T5"/>
                </a:cxn>
                <a:cxn ang="T117">
                  <a:pos x="T6" y="T7"/>
                </a:cxn>
                <a:cxn ang="T118">
                  <a:pos x="T8" y="T9"/>
                </a:cxn>
                <a:cxn ang="T119">
                  <a:pos x="T10" y="T11"/>
                </a:cxn>
                <a:cxn ang="T120">
                  <a:pos x="T12" y="T13"/>
                </a:cxn>
                <a:cxn ang="T121">
                  <a:pos x="T14" y="T15"/>
                </a:cxn>
                <a:cxn ang="T122">
                  <a:pos x="T16" y="T17"/>
                </a:cxn>
                <a:cxn ang="T123">
                  <a:pos x="T18" y="T19"/>
                </a:cxn>
                <a:cxn ang="T124">
                  <a:pos x="T20" y="T21"/>
                </a:cxn>
                <a:cxn ang="T125">
                  <a:pos x="T22" y="T23"/>
                </a:cxn>
                <a:cxn ang="T126">
                  <a:pos x="T24" y="T25"/>
                </a:cxn>
                <a:cxn ang="T127">
                  <a:pos x="T26" y="T27"/>
                </a:cxn>
                <a:cxn ang="T128">
                  <a:pos x="T28" y="T29"/>
                </a:cxn>
                <a:cxn ang="T129">
                  <a:pos x="T30" y="T31"/>
                </a:cxn>
                <a:cxn ang="T130">
                  <a:pos x="T32" y="T33"/>
                </a:cxn>
                <a:cxn ang="T131">
                  <a:pos x="T34" y="T35"/>
                </a:cxn>
                <a:cxn ang="T132">
                  <a:pos x="T36" y="T37"/>
                </a:cxn>
                <a:cxn ang="T133">
                  <a:pos x="T38" y="T39"/>
                </a:cxn>
                <a:cxn ang="T134">
                  <a:pos x="T40" y="T41"/>
                </a:cxn>
                <a:cxn ang="T135">
                  <a:pos x="T42" y="T43"/>
                </a:cxn>
                <a:cxn ang="T136">
                  <a:pos x="T44" y="T45"/>
                </a:cxn>
                <a:cxn ang="T137">
                  <a:pos x="T46" y="T47"/>
                </a:cxn>
                <a:cxn ang="T138">
                  <a:pos x="T48" y="T49"/>
                </a:cxn>
                <a:cxn ang="T139">
                  <a:pos x="T50" y="T51"/>
                </a:cxn>
                <a:cxn ang="T140">
                  <a:pos x="T52" y="T53"/>
                </a:cxn>
                <a:cxn ang="T141">
                  <a:pos x="T54" y="T55"/>
                </a:cxn>
                <a:cxn ang="T142">
                  <a:pos x="T56" y="T57"/>
                </a:cxn>
                <a:cxn ang="T143">
                  <a:pos x="T58" y="T59"/>
                </a:cxn>
                <a:cxn ang="T144">
                  <a:pos x="T60" y="T61"/>
                </a:cxn>
                <a:cxn ang="T145">
                  <a:pos x="T62" y="T63"/>
                </a:cxn>
                <a:cxn ang="T146">
                  <a:pos x="T64" y="T65"/>
                </a:cxn>
                <a:cxn ang="T147">
                  <a:pos x="T66" y="T67"/>
                </a:cxn>
                <a:cxn ang="T148">
                  <a:pos x="T68" y="T69"/>
                </a:cxn>
                <a:cxn ang="T149">
                  <a:pos x="T70" y="T71"/>
                </a:cxn>
                <a:cxn ang="T150">
                  <a:pos x="T72" y="T73"/>
                </a:cxn>
                <a:cxn ang="T151">
                  <a:pos x="T74" y="T75"/>
                </a:cxn>
                <a:cxn ang="T152">
                  <a:pos x="T76" y="T77"/>
                </a:cxn>
                <a:cxn ang="T153">
                  <a:pos x="T78" y="T79"/>
                </a:cxn>
                <a:cxn ang="T154">
                  <a:pos x="T80" y="T81"/>
                </a:cxn>
                <a:cxn ang="T155">
                  <a:pos x="T82" y="T83"/>
                </a:cxn>
                <a:cxn ang="T156">
                  <a:pos x="T84" y="T85"/>
                </a:cxn>
                <a:cxn ang="T157">
                  <a:pos x="T86" y="T87"/>
                </a:cxn>
                <a:cxn ang="T158">
                  <a:pos x="T88" y="T89"/>
                </a:cxn>
                <a:cxn ang="T159">
                  <a:pos x="T90" y="T91"/>
                </a:cxn>
                <a:cxn ang="T160">
                  <a:pos x="T92" y="T93"/>
                </a:cxn>
                <a:cxn ang="T161">
                  <a:pos x="T94" y="T95"/>
                </a:cxn>
                <a:cxn ang="T162">
                  <a:pos x="T96" y="T97"/>
                </a:cxn>
                <a:cxn ang="T163">
                  <a:pos x="T98" y="T99"/>
                </a:cxn>
                <a:cxn ang="T164">
                  <a:pos x="T100" y="T101"/>
                </a:cxn>
                <a:cxn ang="T165">
                  <a:pos x="T102" y="T103"/>
                </a:cxn>
                <a:cxn ang="T166">
                  <a:pos x="T104" y="T105"/>
                </a:cxn>
                <a:cxn ang="T167">
                  <a:pos x="T106" y="T107"/>
                </a:cxn>
                <a:cxn ang="T168">
                  <a:pos x="T108" y="T109"/>
                </a:cxn>
                <a:cxn ang="T169">
                  <a:pos x="T110" y="T111"/>
                </a:cxn>
                <a:cxn ang="T170">
                  <a:pos x="T112" y="T113"/>
                </a:cxn>
              </a:cxnLst>
              <a:rect l="0" t="0" r="r" b="b"/>
              <a:pathLst>
                <a:path w="2706" h="640">
                  <a:moveTo>
                    <a:pt x="2700" y="0"/>
                  </a:moveTo>
                  <a:lnTo>
                    <a:pt x="2700" y="0"/>
                  </a:lnTo>
                  <a:lnTo>
                    <a:pt x="2586" y="18"/>
                  </a:lnTo>
                  <a:lnTo>
                    <a:pt x="2470" y="38"/>
                  </a:lnTo>
                  <a:lnTo>
                    <a:pt x="2352" y="60"/>
                  </a:lnTo>
                  <a:lnTo>
                    <a:pt x="2230" y="82"/>
                  </a:lnTo>
                  <a:lnTo>
                    <a:pt x="2106" y="108"/>
                  </a:lnTo>
                  <a:lnTo>
                    <a:pt x="1978" y="134"/>
                  </a:lnTo>
                  <a:lnTo>
                    <a:pt x="1848" y="164"/>
                  </a:lnTo>
                  <a:lnTo>
                    <a:pt x="1714" y="194"/>
                  </a:lnTo>
                  <a:lnTo>
                    <a:pt x="1472" y="252"/>
                  </a:lnTo>
                  <a:lnTo>
                    <a:pt x="1236" y="304"/>
                  </a:lnTo>
                  <a:lnTo>
                    <a:pt x="1010" y="352"/>
                  </a:lnTo>
                  <a:lnTo>
                    <a:pt x="792" y="398"/>
                  </a:lnTo>
                  <a:lnTo>
                    <a:pt x="584" y="438"/>
                  </a:lnTo>
                  <a:lnTo>
                    <a:pt x="382" y="474"/>
                  </a:lnTo>
                  <a:lnTo>
                    <a:pt x="188" y="508"/>
                  </a:lnTo>
                  <a:lnTo>
                    <a:pt x="0" y="538"/>
                  </a:lnTo>
                  <a:lnTo>
                    <a:pt x="130" y="556"/>
                  </a:lnTo>
                  <a:lnTo>
                    <a:pt x="254" y="572"/>
                  </a:lnTo>
                  <a:lnTo>
                    <a:pt x="374" y="586"/>
                  </a:lnTo>
                  <a:lnTo>
                    <a:pt x="492" y="598"/>
                  </a:lnTo>
                  <a:lnTo>
                    <a:pt x="606" y="610"/>
                  </a:lnTo>
                  <a:lnTo>
                    <a:pt x="716" y="618"/>
                  </a:lnTo>
                  <a:lnTo>
                    <a:pt x="822" y="626"/>
                  </a:lnTo>
                  <a:lnTo>
                    <a:pt x="926" y="632"/>
                  </a:lnTo>
                  <a:lnTo>
                    <a:pt x="1028" y="636"/>
                  </a:lnTo>
                  <a:lnTo>
                    <a:pt x="1126" y="638"/>
                  </a:lnTo>
                  <a:lnTo>
                    <a:pt x="1220" y="640"/>
                  </a:lnTo>
                  <a:lnTo>
                    <a:pt x="1312" y="640"/>
                  </a:lnTo>
                  <a:lnTo>
                    <a:pt x="1402" y="638"/>
                  </a:lnTo>
                  <a:lnTo>
                    <a:pt x="1490" y="636"/>
                  </a:lnTo>
                  <a:lnTo>
                    <a:pt x="1574" y="632"/>
                  </a:lnTo>
                  <a:lnTo>
                    <a:pt x="1656" y="626"/>
                  </a:lnTo>
                  <a:lnTo>
                    <a:pt x="1734" y="620"/>
                  </a:lnTo>
                  <a:lnTo>
                    <a:pt x="1812" y="612"/>
                  </a:lnTo>
                  <a:lnTo>
                    <a:pt x="1886" y="602"/>
                  </a:lnTo>
                  <a:lnTo>
                    <a:pt x="1960" y="592"/>
                  </a:lnTo>
                  <a:lnTo>
                    <a:pt x="2030" y="580"/>
                  </a:lnTo>
                  <a:lnTo>
                    <a:pt x="2100" y="568"/>
                  </a:lnTo>
                  <a:lnTo>
                    <a:pt x="2166" y="554"/>
                  </a:lnTo>
                  <a:lnTo>
                    <a:pt x="2232" y="540"/>
                  </a:lnTo>
                  <a:lnTo>
                    <a:pt x="2296" y="524"/>
                  </a:lnTo>
                  <a:lnTo>
                    <a:pt x="2358" y="508"/>
                  </a:lnTo>
                  <a:lnTo>
                    <a:pt x="2418" y="490"/>
                  </a:lnTo>
                  <a:lnTo>
                    <a:pt x="2478" y="472"/>
                  </a:lnTo>
                  <a:lnTo>
                    <a:pt x="2592" y="432"/>
                  </a:lnTo>
                  <a:lnTo>
                    <a:pt x="2702" y="390"/>
                  </a:lnTo>
                  <a:lnTo>
                    <a:pt x="2706" y="388"/>
                  </a:lnTo>
                  <a:lnTo>
                    <a:pt x="2706" y="0"/>
                  </a:lnTo>
                  <a:lnTo>
                    <a:pt x="2700" y="0"/>
                  </a:lnTo>
                  <a:close/>
                </a:path>
              </a:pathLst>
            </a:custGeom>
            <a:solidFill>
              <a:schemeClr val="bg2">
                <a:alpha val="29019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5130" name="Freeform 18">
              <a:extLst>
                <a:ext uri="{FF2B5EF4-FFF2-40B4-BE49-F238E27FC236}">
                  <a16:creationId xmlns:a16="http://schemas.microsoft.com/office/drawing/2014/main" id="{BA4BB074-5BEF-4417-BD4C-F96F4CFB87EB}"/>
                </a:ext>
              </a:extLst>
            </p:cNvPr>
            <p:cNvSpPr>
              <a:spLocks/>
            </p:cNvSpPr>
            <p:nvPr/>
          </p:nvSpPr>
          <p:spPr bwMode="hidden">
            <a:xfrm>
              <a:off x="-310233" y="4320251"/>
              <a:ext cx="8282134" cy="1209405"/>
            </a:xfrm>
            <a:custGeom>
              <a:avLst/>
              <a:gdLst>
                <a:gd name="T0" fmla="*/ 2147483646 w 5216"/>
                <a:gd name="T1" fmla="*/ 2147483646 h 762"/>
                <a:gd name="T2" fmla="*/ 2147483646 w 5216"/>
                <a:gd name="T3" fmla="*/ 2147483646 h 762"/>
                <a:gd name="T4" fmla="*/ 2147483646 w 5216"/>
                <a:gd name="T5" fmla="*/ 2147483646 h 762"/>
                <a:gd name="T6" fmla="*/ 2147483646 w 5216"/>
                <a:gd name="T7" fmla="*/ 2147483646 h 762"/>
                <a:gd name="T8" fmla="*/ 2147483646 w 5216"/>
                <a:gd name="T9" fmla="*/ 2147483646 h 762"/>
                <a:gd name="T10" fmla="*/ 2147483646 w 5216"/>
                <a:gd name="T11" fmla="*/ 2147483646 h 762"/>
                <a:gd name="T12" fmla="*/ 2147483646 w 5216"/>
                <a:gd name="T13" fmla="*/ 2147483646 h 762"/>
                <a:gd name="T14" fmla="*/ 2147483646 w 5216"/>
                <a:gd name="T15" fmla="*/ 2147483646 h 762"/>
                <a:gd name="T16" fmla="*/ 2147483646 w 5216"/>
                <a:gd name="T17" fmla="*/ 2147483646 h 762"/>
                <a:gd name="T18" fmla="*/ 2147483646 w 5216"/>
                <a:gd name="T19" fmla="*/ 2147483646 h 762"/>
                <a:gd name="T20" fmla="*/ 2147483646 w 5216"/>
                <a:gd name="T21" fmla="*/ 2147483646 h 762"/>
                <a:gd name="T22" fmla="*/ 2147483646 w 5216"/>
                <a:gd name="T23" fmla="*/ 2147483646 h 762"/>
                <a:gd name="T24" fmla="*/ 2147483646 w 5216"/>
                <a:gd name="T25" fmla="*/ 2147483646 h 762"/>
                <a:gd name="T26" fmla="*/ 2147483646 w 5216"/>
                <a:gd name="T27" fmla="*/ 0 h 762"/>
                <a:gd name="T28" fmla="*/ 2147483646 w 5216"/>
                <a:gd name="T29" fmla="*/ 2147483646 h 762"/>
                <a:gd name="T30" fmla="*/ 2147483646 w 5216"/>
                <a:gd name="T31" fmla="*/ 2147483646 h 762"/>
                <a:gd name="T32" fmla="*/ 0 w 5216"/>
                <a:gd name="T33" fmla="*/ 2147483646 h 762"/>
                <a:gd name="T34" fmla="*/ 2147483646 w 5216"/>
                <a:gd name="T35" fmla="*/ 2147483646 h 762"/>
                <a:gd name="T36" fmla="*/ 2147483646 w 5216"/>
                <a:gd name="T37" fmla="*/ 2147483646 h 762"/>
                <a:gd name="T38" fmla="*/ 2147483646 w 5216"/>
                <a:gd name="T39" fmla="*/ 2147483646 h 762"/>
                <a:gd name="T40" fmla="*/ 2147483646 w 5216"/>
                <a:gd name="T41" fmla="*/ 2147483646 h 762"/>
                <a:gd name="T42" fmla="*/ 2147483646 w 5216"/>
                <a:gd name="T43" fmla="*/ 2147483646 h 762"/>
                <a:gd name="T44" fmla="*/ 2147483646 w 5216"/>
                <a:gd name="T45" fmla="*/ 2147483646 h 762"/>
                <a:gd name="T46" fmla="*/ 2147483646 w 5216"/>
                <a:gd name="T47" fmla="*/ 2147483646 h 762"/>
                <a:gd name="T48" fmla="*/ 2147483646 w 5216"/>
                <a:gd name="T49" fmla="*/ 2147483646 h 762"/>
                <a:gd name="T50" fmla="*/ 2147483646 w 5216"/>
                <a:gd name="T51" fmla="*/ 2147483646 h 762"/>
                <a:gd name="T52" fmla="*/ 2147483646 w 5216"/>
                <a:gd name="T53" fmla="*/ 2147483646 h 762"/>
                <a:gd name="T54" fmla="*/ 2147483646 w 5216"/>
                <a:gd name="T55" fmla="*/ 2147483646 h 762"/>
                <a:gd name="T56" fmla="*/ 2147483646 w 5216"/>
                <a:gd name="T57" fmla="*/ 2147483646 h 762"/>
                <a:gd name="T58" fmla="*/ 2147483646 w 5216"/>
                <a:gd name="T59" fmla="*/ 2147483646 h 762"/>
                <a:gd name="T60" fmla="*/ 2147483646 w 5216"/>
                <a:gd name="T61" fmla="*/ 2147483646 h 762"/>
                <a:gd name="T62" fmla="*/ 2147483646 w 5216"/>
                <a:gd name="T63" fmla="*/ 2147483646 h 762"/>
                <a:gd name="T64" fmla="*/ 2147483646 w 5216"/>
                <a:gd name="T65" fmla="*/ 2147483646 h 762"/>
                <a:gd name="T66" fmla="*/ 2147483646 w 5216"/>
                <a:gd name="T67" fmla="*/ 2147483646 h 762"/>
                <a:gd name="T68" fmla="*/ 2147483646 w 5216"/>
                <a:gd name="T69" fmla="*/ 2147483646 h 762"/>
                <a:gd name="T70" fmla="*/ 2147483646 w 5216"/>
                <a:gd name="T71" fmla="*/ 2147483646 h 762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</a:gdLst>
              <a:ahLst/>
              <a:cxnLst>
                <a:cxn ang="T72">
                  <a:pos x="T0" y="T1"/>
                </a:cxn>
                <a:cxn ang="T73">
                  <a:pos x="T2" y="T3"/>
                </a:cxn>
                <a:cxn ang="T74">
                  <a:pos x="T4" y="T5"/>
                </a:cxn>
                <a:cxn ang="T75">
                  <a:pos x="T6" y="T7"/>
                </a:cxn>
                <a:cxn ang="T76">
                  <a:pos x="T8" y="T9"/>
                </a:cxn>
                <a:cxn ang="T77">
                  <a:pos x="T10" y="T11"/>
                </a:cxn>
                <a:cxn ang="T78">
                  <a:pos x="T12" y="T13"/>
                </a:cxn>
                <a:cxn ang="T79">
                  <a:pos x="T14" y="T15"/>
                </a:cxn>
                <a:cxn ang="T80">
                  <a:pos x="T16" y="T17"/>
                </a:cxn>
                <a:cxn ang="T81">
                  <a:pos x="T18" y="T19"/>
                </a:cxn>
                <a:cxn ang="T82">
                  <a:pos x="T20" y="T21"/>
                </a:cxn>
                <a:cxn ang="T83">
                  <a:pos x="T22" y="T23"/>
                </a:cxn>
                <a:cxn ang="T84">
                  <a:pos x="T24" y="T25"/>
                </a:cxn>
                <a:cxn ang="T85">
                  <a:pos x="T26" y="T27"/>
                </a:cxn>
                <a:cxn ang="T86">
                  <a:pos x="T28" y="T29"/>
                </a:cxn>
                <a:cxn ang="T87">
                  <a:pos x="T30" y="T31"/>
                </a:cxn>
                <a:cxn ang="T88">
                  <a:pos x="T32" y="T33"/>
                </a:cxn>
                <a:cxn ang="T89">
                  <a:pos x="T34" y="T35"/>
                </a:cxn>
                <a:cxn ang="T90">
                  <a:pos x="T36" y="T37"/>
                </a:cxn>
                <a:cxn ang="T91">
                  <a:pos x="T38" y="T39"/>
                </a:cxn>
                <a:cxn ang="T92">
                  <a:pos x="T40" y="T41"/>
                </a:cxn>
                <a:cxn ang="T93">
                  <a:pos x="T42" y="T43"/>
                </a:cxn>
                <a:cxn ang="T94">
                  <a:pos x="T44" y="T45"/>
                </a:cxn>
                <a:cxn ang="T95">
                  <a:pos x="T46" y="T47"/>
                </a:cxn>
                <a:cxn ang="T96">
                  <a:pos x="T48" y="T49"/>
                </a:cxn>
                <a:cxn ang="T97">
                  <a:pos x="T50" y="T51"/>
                </a:cxn>
                <a:cxn ang="T98">
                  <a:pos x="T52" y="T53"/>
                </a:cxn>
                <a:cxn ang="T99">
                  <a:pos x="T54" y="T55"/>
                </a:cxn>
                <a:cxn ang="T100">
                  <a:pos x="T56" y="T57"/>
                </a:cxn>
                <a:cxn ang="T101">
                  <a:pos x="T58" y="T59"/>
                </a:cxn>
                <a:cxn ang="T102">
                  <a:pos x="T60" y="T61"/>
                </a:cxn>
                <a:cxn ang="T103">
                  <a:pos x="T62" y="T63"/>
                </a:cxn>
                <a:cxn ang="T104">
                  <a:pos x="T64" y="T65"/>
                </a:cxn>
                <a:cxn ang="T105">
                  <a:pos x="T66" y="T67"/>
                </a:cxn>
                <a:cxn ang="T106">
                  <a:pos x="T68" y="T69"/>
                </a:cxn>
                <a:cxn ang="T107">
                  <a:pos x="T70" y="T71"/>
                </a:cxn>
              </a:cxnLst>
              <a:rect l="0" t="0" r="r" b="b"/>
              <a:pathLst>
                <a:path w="5216" h="762">
                  <a:moveTo>
                    <a:pt x="5216" y="714"/>
                  </a:moveTo>
                  <a:lnTo>
                    <a:pt x="5216" y="714"/>
                  </a:lnTo>
                  <a:lnTo>
                    <a:pt x="5102" y="700"/>
                  </a:lnTo>
                  <a:lnTo>
                    <a:pt x="4984" y="686"/>
                  </a:lnTo>
                  <a:lnTo>
                    <a:pt x="4738" y="652"/>
                  </a:lnTo>
                  <a:lnTo>
                    <a:pt x="4478" y="610"/>
                  </a:lnTo>
                  <a:lnTo>
                    <a:pt x="4204" y="564"/>
                  </a:lnTo>
                  <a:lnTo>
                    <a:pt x="3914" y="508"/>
                  </a:lnTo>
                  <a:lnTo>
                    <a:pt x="3608" y="446"/>
                  </a:lnTo>
                  <a:lnTo>
                    <a:pt x="3286" y="374"/>
                  </a:lnTo>
                  <a:lnTo>
                    <a:pt x="2946" y="296"/>
                  </a:lnTo>
                  <a:lnTo>
                    <a:pt x="2812" y="266"/>
                  </a:lnTo>
                  <a:lnTo>
                    <a:pt x="2682" y="236"/>
                  </a:lnTo>
                  <a:lnTo>
                    <a:pt x="2556" y="210"/>
                  </a:lnTo>
                  <a:lnTo>
                    <a:pt x="2430" y="184"/>
                  </a:lnTo>
                  <a:lnTo>
                    <a:pt x="2308" y="162"/>
                  </a:lnTo>
                  <a:lnTo>
                    <a:pt x="2190" y="140"/>
                  </a:lnTo>
                  <a:lnTo>
                    <a:pt x="2074" y="120"/>
                  </a:lnTo>
                  <a:lnTo>
                    <a:pt x="1960" y="102"/>
                  </a:lnTo>
                  <a:lnTo>
                    <a:pt x="1850" y="86"/>
                  </a:lnTo>
                  <a:lnTo>
                    <a:pt x="1740" y="72"/>
                  </a:lnTo>
                  <a:lnTo>
                    <a:pt x="1532" y="46"/>
                  </a:lnTo>
                  <a:lnTo>
                    <a:pt x="1334" y="28"/>
                  </a:lnTo>
                  <a:lnTo>
                    <a:pt x="1148" y="14"/>
                  </a:lnTo>
                  <a:lnTo>
                    <a:pt x="970" y="4"/>
                  </a:lnTo>
                  <a:lnTo>
                    <a:pt x="802" y="0"/>
                  </a:lnTo>
                  <a:lnTo>
                    <a:pt x="644" y="0"/>
                  </a:lnTo>
                  <a:lnTo>
                    <a:pt x="496" y="4"/>
                  </a:lnTo>
                  <a:lnTo>
                    <a:pt x="358" y="10"/>
                  </a:lnTo>
                  <a:lnTo>
                    <a:pt x="230" y="20"/>
                  </a:lnTo>
                  <a:lnTo>
                    <a:pt x="110" y="32"/>
                  </a:lnTo>
                  <a:lnTo>
                    <a:pt x="0" y="48"/>
                  </a:lnTo>
                  <a:lnTo>
                    <a:pt x="154" y="66"/>
                  </a:lnTo>
                  <a:lnTo>
                    <a:pt x="314" y="86"/>
                  </a:lnTo>
                  <a:lnTo>
                    <a:pt x="480" y="112"/>
                  </a:lnTo>
                  <a:lnTo>
                    <a:pt x="652" y="140"/>
                  </a:lnTo>
                  <a:lnTo>
                    <a:pt x="830" y="174"/>
                  </a:lnTo>
                  <a:lnTo>
                    <a:pt x="1014" y="210"/>
                  </a:lnTo>
                  <a:lnTo>
                    <a:pt x="1206" y="250"/>
                  </a:lnTo>
                  <a:lnTo>
                    <a:pt x="1402" y="296"/>
                  </a:lnTo>
                  <a:lnTo>
                    <a:pt x="1756" y="378"/>
                  </a:lnTo>
                  <a:lnTo>
                    <a:pt x="2092" y="450"/>
                  </a:lnTo>
                  <a:lnTo>
                    <a:pt x="2408" y="516"/>
                  </a:lnTo>
                  <a:lnTo>
                    <a:pt x="2562" y="544"/>
                  </a:lnTo>
                  <a:lnTo>
                    <a:pt x="2708" y="572"/>
                  </a:lnTo>
                  <a:lnTo>
                    <a:pt x="2852" y="598"/>
                  </a:lnTo>
                  <a:lnTo>
                    <a:pt x="2992" y="620"/>
                  </a:lnTo>
                  <a:lnTo>
                    <a:pt x="3128" y="642"/>
                  </a:lnTo>
                  <a:lnTo>
                    <a:pt x="3260" y="662"/>
                  </a:lnTo>
                  <a:lnTo>
                    <a:pt x="3388" y="678"/>
                  </a:lnTo>
                  <a:lnTo>
                    <a:pt x="3512" y="694"/>
                  </a:lnTo>
                  <a:lnTo>
                    <a:pt x="3632" y="708"/>
                  </a:lnTo>
                  <a:lnTo>
                    <a:pt x="3750" y="722"/>
                  </a:lnTo>
                  <a:lnTo>
                    <a:pt x="3864" y="732"/>
                  </a:lnTo>
                  <a:lnTo>
                    <a:pt x="3974" y="740"/>
                  </a:lnTo>
                  <a:lnTo>
                    <a:pt x="4080" y="748"/>
                  </a:lnTo>
                  <a:lnTo>
                    <a:pt x="4184" y="754"/>
                  </a:lnTo>
                  <a:lnTo>
                    <a:pt x="4286" y="758"/>
                  </a:lnTo>
                  <a:lnTo>
                    <a:pt x="4384" y="762"/>
                  </a:lnTo>
                  <a:lnTo>
                    <a:pt x="4478" y="762"/>
                  </a:lnTo>
                  <a:lnTo>
                    <a:pt x="4570" y="762"/>
                  </a:lnTo>
                  <a:lnTo>
                    <a:pt x="4660" y="760"/>
                  </a:lnTo>
                  <a:lnTo>
                    <a:pt x="4746" y="758"/>
                  </a:lnTo>
                  <a:lnTo>
                    <a:pt x="4830" y="754"/>
                  </a:lnTo>
                  <a:lnTo>
                    <a:pt x="4912" y="748"/>
                  </a:lnTo>
                  <a:lnTo>
                    <a:pt x="4992" y="740"/>
                  </a:lnTo>
                  <a:lnTo>
                    <a:pt x="5068" y="732"/>
                  </a:lnTo>
                  <a:lnTo>
                    <a:pt x="5144" y="724"/>
                  </a:lnTo>
                  <a:lnTo>
                    <a:pt x="5216" y="714"/>
                  </a:lnTo>
                  <a:close/>
                </a:path>
              </a:pathLst>
            </a:custGeom>
            <a:solidFill>
              <a:schemeClr val="bg2">
                <a:alpha val="39999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5131" name="Freeform 22">
              <a:extLst>
                <a:ext uri="{FF2B5EF4-FFF2-40B4-BE49-F238E27FC236}">
                  <a16:creationId xmlns:a16="http://schemas.microsoft.com/office/drawing/2014/main" id="{0F41625D-88F4-487C-B793-D1B174830C34}"/>
                </a:ext>
              </a:extLst>
            </p:cNvPr>
            <p:cNvSpPr>
              <a:spLocks/>
            </p:cNvSpPr>
            <p:nvPr/>
          </p:nvSpPr>
          <p:spPr bwMode="hidden">
            <a:xfrm>
              <a:off x="3804" y="4335892"/>
              <a:ext cx="8164957" cy="1099931"/>
            </a:xfrm>
            <a:custGeom>
              <a:avLst/>
              <a:gdLst>
                <a:gd name="T0" fmla="*/ 0 w 5144"/>
                <a:gd name="T1" fmla="*/ 2147483646 h 694"/>
                <a:gd name="T2" fmla="*/ 0 w 5144"/>
                <a:gd name="T3" fmla="*/ 2147483646 h 694"/>
                <a:gd name="T4" fmla="*/ 2147483646 w 5144"/>
                <a:gd name="T5" fmla="*/ 2147483646 h 694"/>
                <a:gd name="T6" fmla="*/ 2147483646 w 5144"/>
                <a:gd name="T7" fmla="*/ 2147483646 h 694"/>
                <a:gd name="T8" fmla="*/ 2147483646 w 5144"/>
                <a:gd name="T9" fmla="*/ 2147483646 h 694"/>
                <a:gd name="T10" fmla="*/ 2147483646 w 5144"/>
                <a:gd name="T11" fmla="*/ 2147483646 h 694"/>
                <a:gd name="T12" fmla="*/ 2147483646 w 5144"/>
                <a:gd name="T13" fmla="*/ 2147483646 h 694"/>
                <a:gd name="T14" fmla="*/ 2147483646 w 5144"/>
                <a:gd name="T15" fmla="*/ 2147483646 h 694"/>
                <a:gd name="T16" fmla="*/ 2147483646 w 5144"/>
                <a:gd name="T17" fmla="*/ 2147483646 h 694"/>
                <a:gd name="T18" fmla="*/ 2147483646 w 5144"/>
                <a:gd name="T19" fmla="*/ 2147483646 h 694"/>
                <a:gd name="T20" fmla="*/ 2147483646 w 5144"/>
                <a:gd name="T21" fmla="*/ 2147483646 h 694"/>
                <a:gd name="T22" fmla="*/ 2147483646 w 5144"/>
                <a:gd name="T23" fmla="*/ 2147483646 h 694"/>
                <a:gd name="T24" fmla="*/ 2147483646 w 5144"/>
                <a:gd name="T25" fmla="*/ 0 h 694"/>
                <a:gd name="T26" fmla="*/ 2147483646 w 5144"/>
                <a:gd name="T27" fmla="*/ 2147483646 h 694"/>
                <a:gd name="T28" fmla="*/ 2147483646 w 5144"/>
                <a:gd name="T29" fmla="*/ 2147483646 h 694"/>
                <a:gd name="T30" fmla="*/ 2147483646 w 5144"/>
                <a:gd name="T31" fmla="*/ 2147483646 h 694"/>
                <a:gd name="T32" fmla="*/ 2147483646 w 5144"/>
                <a:gd name="T33" fmla="*/ 2147483646 h 694"/>
                <a:gd name="T34" fmla="*/ 2147483646 w 5144"/>
                <a:gd name="T35" fmla="*/ 2147483646 h 694"/>
                <a:gd name="T36" fmla="*/ 2147483646 w 5144"/>
                <a:gd name="T37" fmla="*/ 2147483646 h 694"/>
                <a:gd name="T38" fmla="*/ 2147483646 w 5144"/>
                <a:gd name="T39" fmla="*/ 2147483646 h 694"/>
                <a:gd name="T40" fmla="*/ 2147483646 w 5144"/>
                <a:gd name="T41" fmla="*/ 2147483646 h 694"/>
                <a:gd name="T42" fmla="*/ 2147483646 w 5144"/>
                <a:gd name="T43" fmla="*/ 2147483646 h 694"/>
                <a:gd name="T44" fmla="*/ 2147483646 w 5144"/>
                <a:gd name="T45" fmla="*/ 2147483646 h 694"/>
                <a:gd name="T46" fmla="*/ 2147483646 w 5144"/>
                <a:gd name="T47" fmla="*/ 2147483646 h 694"/>
                <a:gd name="T48" fmla="*/ 2147483646 w 5144"/>
                <a:gd name="T49" fmla="*/ 2147483646 h 694"/>
                <a:gd name="T50" fmla="*/ 2147483646 w 5144"/>
                <a:gd name="T51" fmla="*/ 2147483646 h 694"/>
                <a:gd name="T52" fmla="*/ 2147483646 w 5144"/>
                <a:gd name="T53" fmla="*/ 2147483646 h 694"/>
                <a:gd name="T54" fmla="*/ 2147483646 w 5144"/>
                <a:gd name="T55" fmla="*/ 2147483646 h 694"/>
                <a:gd name="T56" fmla="*/ 2147483646 w 5144"/>
                <a:gd name="T57" fmla="*/ 2147483646 h 694"/>
                <a:gd name="T58" fmla="*/ 2147483646 w 5144"/>
                <a:gd name="T59" fmla="*/ 2147483646 h 694"/>
                <a:gd name="T60" fmla="*/ 2147483646 w 5144"/>
                <a:gd name="T61" fmla="*/ 2147483646 h 694"/>
                <a:gd name="T62" fmla="*/ 0 60000 65536"/>
                <a:gd name="T63" fmla="*/ 0 60000 65536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</a:gdLst>
              <a:ahLst/>
              <a:cxnLst>
                <a:cxn ang="T62">
                  <a:pos x="T0" y="T1"/>
                </a:cxn>
                <a:cxn ang="T63">
                  <a:pos x="T2" y="T3"/>
                </a:cxn>
                <a:cxn ang="T64">
                  <a:pos x="T4" y="T5"/>
                </a:cxn>
                <a:cxn ang="T65">
                  <a:pos x="T6" y="T7"/>
                </a:cxn>
                <a:cxn ang="T66">
                  <a:pos x="T8" y="T9"/>
                </a:cxn>
                <a:cxn ang="T67">
                  <a:pos x="T10" y="T11"/>
                </a:cxn>
                <a:cxn ang="T68">
                  <a:pos x="T12" y="T13"/>
                </a:cxn>
                <a:cxn ang="T69">
                  <a:pos x="T14" y="T15"/>
                </a:cxn>
                <a:cxn ang="T70">
                  <a:pos x="T16" y="T17"/>
                </a:cxn>
                <a:cxn ang="T71">
                  <a:pos x="T18" y="T19"/>
                </a:cxn>
                <a:cxn ang="T72">
                  <a:pos x="T20" y="T21"/>
                </a:cxn>
                <a:cxn ang="T73">
                  <a:pos x="T22" y="T23"/>
                </a:cxn>
                <a:cxn ang="T74">
                  <a:pos x="T24" y="T25"/>
                </a:cxn>
                <a:cxn ang="T75">
                  <a:pos x="T26" y="T27"/>
                </a:cxn>
                <a:cxn ang="T76">
                  <a:pos x="T28" y="T29"/>
                </a:cxn>
                <a:cxn ang="T77">
                  <a:pos x="T30" y="T31"/>
                </a:cxn>
                <a:cxn ang="T78">
                  <a:pos x="T32" y="T33"/>
                </a:cxn>
                <a:cxn ang="T79">
                  <a:pos x="T34" y="T35"/>
                </a:cxn>
                <a:cxn ang="T80">
                  <a:pos x="T36" y="T37"/>
                </a:cxn>
                <a:cxn ang="T81">
                  <a:pos x="T38" y="T39"/>
                </a:cxn>
                <a:cxn ang="T82">
                  <a:pos x="T40" y="T41"/>
                </a:cxn>
                <a:cxn ang="T83">
                  <a:pos x="T42" y="T43"/>
                </a:cxn>
                <a:cxn ang="T84">
                  <a:pos x="T44" y="T45"/>
                </a:cxn>
                <a:cxn ang="T85">
                  <a:pos x="T46" y="T47"/>
                </a:cxn>
                <a:cxn ang="T86">
                  <a:pos x="T48" y="T49"/>
                </a:cxn>
                <a:cxn ang="T87">
                  <a:pos x="T50" y="T51"/>
                </a:cxn>
                <a:cxn ang="T88">
                  <a:pos x="T52" y="T53"/>
                </a:cxn>
                <a:cxn ang="T89">
                  <a:pos x="T54" y="T55"/>
                </a:cxn>
                <a:cxn ang="T90">
                  <a:pos x="T56" y="T57"/>
                </a:cxn>
                <a:cxn ang="T91">
                  <a:pos x="T58" y="T59"/>
                </a:cxn>
                <a:cxn ang="T92">
                  <a:pos x="T60" y="T61"/>
                </a:cxn>
              </a:cxnLst>
              <a:rect l="0" t="0" r="r" b="b"/>
              <a:pathLst>
                <a:path w="5144" h="694">
                  <a:moveTo>
                    <a:pt x="0" y="70"/>
                  </a:moveTo>
                  <a:lnTo>
                    <a:pt x="0" y="70"/>
                  </a:lnTo>
                  <a:lnTo>
                    <a:pt x="18" y="66"/>
                  </a:lnTo>
                  <a:lnTo>
                    <a:pt x="72" y="56"/>
                  </a:lnTo>
                  <a:lnTo>
                    <a:pt x="164" y="42"/>
                  </a:lnTo>
                  <a:lnTo>
                    <a:pt x="224" y="34"/>
                  </a:lnTo>
                  <a:lnTo>
                    <a:pt x="294" y="26"/>
                  </a:lnTo>
                  <a:lnTo>
                    <a:pt x="372" y="20"/>
                  </a:lnTo>
                  <a:lnTo>
                    <a:pt x="462" y="14"/>
                  </a:lnTo>
                  <a:lnTo>
                    <a:pt x="560" y="8"/>
                  </a:lnTo>
                  <a:lnTo>
                    <a:pt x="670" y="4"/>
                  </a:lnTo>
                  <a:lnTo>
                    <a:pt x="790" y="2"/>
                  </a:lnTo>
                  <a:lnTo>
                    <a:pt x="920" y="0"/>
                  </a:lnTo>
                  <a:lnTo>
                    <a:pt x="1060" y="2"/>
                  </a:lnTo>
                  <a:lnTo>
                    <a:pt x="1210" y="6"/>
                  </a:lnTo>
                  <a:lnTo>
                    <a:pt x="1372" y="14"/>
                  </a:lnTo>
                  <a:lnTo>
                    <a:pt x="1544" y="24"/>
                  </a:lnTo>
                  <a:lnTo>
                    <a:pt x="1726" y="40"/>
                  </a:lnTo>
                  <a:lnTo>
                    <a:pt x="1920" y="58"/>
                  </a:lnTo>
                  <a:lnTo>
                    <a:pt x="2126" y="80"/>
                  </a:lnTo>
                  <a:lnTo>
                    <a:pt x="2342" y="106"/>
                  </a:lnTo>
                  <a:lnTo>
                    <a:pt x="2570" y="138"/>
                  </a:lnTo>
                  <a:lnTo>
                    <a:pt x="2808" y="174"/>
                  </a:lnTo>
                  <a:lnTo>
                    <a:pt x="3058" y="216"/>
                  </a:lnTo>
                  <a:lnTo>
                    <a:pt x="3320" y="266"/>
                  </a:lnTo>
                  <a:lnTo>
                    <a:pt x="3594" y="320"/>
                  </a:lnTo>
                  <a:lnTo>
                    <a:pt x="3880" y="380"/>
                  </a:lnTo>
                  <a:lnTo>
                    <a:pt x="4178" y="448"/>
                  </a:lnTo>
                  <a:lnTo>
                    <a:pt x="4488" y="522"/>
                  </a:lnTo>
                  <a:lnTo>
                    <a:pt x="4810" y="604"/>
                  </a:lnTo>
                  <a:lnTo>
                    <a:pt x="5144" y="694"/>
                  </a:lnTo>
                </a:path>
              </a:pathLst>
            </a:custGeom>
            <a:noFill/>
            <a:ln w="12">
              <a:solidFill>
                <a:srgbClr val="FFFFFF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5132" name="Freeform 26">
              <a:extLst>
                <a:ext uri="{FF2B5EF4-FFF2-40B4-BE49-F238E27FC236}">
                  <a16:creationId xmlns:a16="http://schemas.microsoft.com/office/drawing/2014/main" id="{17274C7F-CDA9-431E-A840-D4F74BC3DB1C}"/>
                </a:ext>
              </a:extLst>
            </p:cNvPr>
            <p:cNvSpPr>
              <a:spLocks/>
            </p:cNvSpPr>
            <p:nvPr/>
          </p:nvSpPr>
          <p:spPr bwMode="hidden">
            <a:xfrm>
              <a:off x="4156589" y="4315040"/>
              <a:ext cx="4940221" cy="927905"/>
            </a:xfrm>
            <a:custGeom>
              <a:avLst/>
              <a:gdLst>
                <a:gd name="T0" fmla="*/ 0 w 3112"/>
                <a:gd name="T1" fmla="*/ 2147483646 h 584"/>
                <a:gd name="T2" fmla="*/ 0 w 3112"/>
                <a:gd name="T3" fmla="*/ 2147483646 h 584"/>
                <a:gd name="T4" fmla="*/ 2147483646 w 3112"/>
                <a:gd name="T5" fmla="*/ 2147483646 h 584"/>
                <a:gd name="T6" fmla="*/ 2147483646 w 3112"/>
                <a:gd name="T7" fmla="*/ 2147483646 h 584"/>
                <a:gd name="T8" fmla="*/ 2147483646 w 3112"/>
                <a:gd name="T9" fmla="*/ 2147483646 h 584"/>
                <a:gd name="T10" fmla="*/ 2147483646 w 3112"/>
                <a:gd name="T11" fmla="*/ 2147483646 h 584"/>
                <a:gd name="T12" fmla="*/ 2147483646 w 3112"/>
                <a:gd name="T13" fmla="*/ 2147483646 h 584"/>
                <a:gd name="T14" fmla="*/ 2147483646 w 3112"/>
                <a:gd name="T15" fmla="*/ 2147483646 h 584"/>
                <a:gd name="T16" fmla="*/ 2147483646 w 3112"/>
                <a:gd name="T17" fmla="*/ 2147483646 h 584"/>
                <a:gd name="T18" fmla="*/ 2147483646 w 3112"/>
                <a:gd name="T19" fmla="*/ 2147483646 h 584"/>
                <a:gd name="T20" fmla="*/ 2147483646 w 3112"/>
                <a:gd name="T21" fmla="*/ 2147483646 h 584"/>
                <a:gd name="T22" fmla="*/ 2147483646 w 3112"/>
                <a:gd name="T23" fmla="*/ 2147483646 h 584"/>
                <a:gd name="T24" fmla="*/ 2147483646 w 3112"/>
                <a:gd name="T25" fmla="*/ 2147483646 h 584"/>
                <a:gd name="T26" fmla="*/ 2147483646 w 3112"/>
                <a:gd name="T27" fmla="*/ 2147483646 h 584"/>
                <a:gd name="T28" fmla="*/ 2147483646 w 3112"/>
                <a:gd name="T29" fmla="*/ 2147483646 h 584"/>
                <a:gd name="T30" fmla="*/ 2147483646 w 3112"/>
                <a:gd name="T31" fmla="*/ 2147483646 h 584"/>
                <a:gd name="T32" fmla="*/ 2147483646 w 3112"/>
                <a:gd name="T33" fmla="*/ 2147483646 h 584"/>
                <a:gd name="T34" fmla="*/ 2147483646 w 3112"/>
                <a:gd name="T35" fmla="*/ 2147483646 h 584"/>
                <a:gd name="T36" fmla="*/ 2147483646 w 3112"/>
                <a:gd name="T37" fmla="*/ 2147483646 h 584"/>
                <a:gd name="T38" fmla="*/ 2147483646 w 3112"/>
                <a:gd name="T39" fmla="*/ 0 h 584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</a:gdLst>
              <a:ahLst/>
              <a:cxnLst>
                <a:cxn ang="T40">
                  <a:pos x="T0" y="T1"/>
                </a:cxn>
                <a:cxn ang="T41">
                  <a:pos x="T2" y="T3"/>
                </a:cxn>
                <a:cxn ang="T42">
                  <a:pos x="T4" y="T5"/>
                </a:cxn>
                <a:cxn ang="T43">
                  <a:pos x="T6" y="T7"/>
                </a:cxn>
                <a:cxn ang="T44">
                  <a:pos x="T8" y="T9"/>
                </a:cxn>
                <a:cxn ang="T45">
                  <a:pos x="T10" y="T11"/>
                </a:cxn>
                <a:cxn ang="T46">
                  <a:pos x="T12" y="T13"/>
                </a:cxn>
                <a:cxn ang="T47">
                  <a:pos x="T14" y="T15"/>
                </a:cxn>
                <a:cxn ang="T48">
                  <a:pos x="T16" y="T17"/>
                </a:cxn>
                <a:cxn ang="T49">
                  <a:pos x="T18" y="T19"/>
                </a:cxn>
                <a:cxn ang="T50">
                  <a:pos x="T20" y="T21"/>
                </a:cxn>
                <a:cxn ang="T51">
                  <a:pos x="T22" y="T23"/>
                </a:cxn>
                <a:cxn ang="T52">
                  <a:pos x="T24" y="T25"/>
                </a:cxn>
                <a:cxn ang="T53">
                  <a:pos x="T26" y="T27"/>
                </a:cxn>
                <a:cxn ang="T54">
                  <a:pos x="T28" y="T29"/>
                </a:cxn>
                <a:cxn ang="T55">
                  <a:pos x="T30" y="T31"/>
                </a:cxn>
                <a:cxn ang="T56">
                  <a:pos x="T32" y="T33"/>
                </a:cxn>
                <a:cxn ang="T57">
                  <a:pos x="T34" y="T35"/>
                </a:cxn>
                <a:cxn ang="T58">
                  <a:pos x="T36" y="T37"/>
                </a:cxn>
                <a:cxn ang="T59">
                  <a:pos x="T38" y="T39"/>
                </a:cxn>
              </a:cxnLst>
              <a:rect l="0" t="0" r="r" b="b"/>
              <a:pathLst>
                <a:path w="3112" h="584">
                  <a:moveTo>
                    <a:pt x="0" y="584"/>
                  </a:moveTo>
                  <a:lnTo>
                    <a:pt x="0" y="584"/>
                  </a:lnTo>
                  <a:lnTo>
                    <a:pt x="90" y="560"/>
                  </a:lnTo>
                  <a:lnTo>
                    <a:pt x="336" y="498"/>
                  </a:lnTo>
                  <a:lnTo>
                    <a:pt x="506" y="456"/>
                  </a:lnTo>
                  <a:lnTo>
                    <a:pt x="702" y="410"/>
                  </a:lnTo>
                  <a:lnTo>
                    <a:pt x="920" y="360"/>
                  </a:lnTo>
                  <a:lnTo>
                    <a:pt x="1154" y="306"/>
                  </a:lnTo>
                  <a:lnTo>
                    <a:pt x="1402" y="254"/>
                  </a:lnTo>
                  <a:lnTo>
                    <a:pt x="1656" y="202"/>
                  </a:lnTo>
                  <a:lnTo>
                    <a:pt x="1916" y="154"/>
                  </a:lnTo>
                  <a:lnTo>
                    <a:pt x="2174" y="108"/>
                  </a:lnTo>
                  <a:lnTo>
                    <a:pt x="2302" y="88"/>
                  </a:lnTo>
                  <a:lnTo>
                    <a:pt x="2426" y="68"/>
                  </a:lnTo>
                  <a:lnTo>
                    <a:pt x="2550" y="52"/>
                  </a:lnTo>
                  <a:lnTo>
                    <a:pt x="2670" y="36"/>
                  </a:lnTo>
                  <a:lnTo>
                    <a:pt x="2788" y="24"/>
                  </a:lnTo>
                  <a:lnTo>
                    <a:pt x="2900" y="14"/>
                  </a:lnTo>
                  <a:lnTo>
                    <a:pt x="3008" y="6"/>
                  </a:lnTo>
                  <a:lnTo>
                    <a:pt x="3112" y="0"/>
                  </a:lnTo>
                </a:path>
              </a:pathLst>
            </a:custGeom>
            <a:noFill/>
            <a:ln w="12">
              <a:solidFill>
                <a:srgbClr val="FFFFFF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 useBgFill="1">
          <p:nvSpPr>
            <p:cNvPr id="5133" name="Freeform 10">
              <a:extLst>
                <a:ext uri="{FF2B5EF4-FFF2-40B4-BE49-F238E27FC236}">
                  <a16:creationId xmlns:a16="http://schemas.microsoft.com/office/drawing/2014/main" id="{89332AA1-C76D-4EF5-B44D-0D485A5E31F9}"/>
                </a:ext>
              </a:extLst>
            </p:cNvPr>
            <p:cNvSpPr>
              <a:spLocks/>
            </p:cNvSpPr>
            <p:nvPr/>
          </p:nvSpPr>
          <p:spPr bwMode="hidden">
            <a:xfrm>
              <a:off x="-3905251" y="4294188"/>
              <a:ext cx="13027839" cy="1892300"/>
            </a:xfrm>
            <a:custGeom>
              <a:avLst/>
              <a:gdLst>
                <a:gd name="T0" fmla="*/ 2147483646 w 8196"/>
                <a:gd name="T1" fmla="*/ 2147483646 h 1192"/>
                <a:gd name="T2" fmla="*/ 2147483646 w 8196"/>
                <a:gd name="T3" fmla="*/ 2147483646 h 1192"/>
                <a:gd name="T4" fmla="*/ 2147483646 w 8196"/>
                <a:gd name="T5" fmla="*/ 2147483646 h 1192"/>
                <a:gd name="T6" fmla="*/ 2147483646 w 8196"/>
                <a:gd name="T7" fmla="*/ 2147483646 h 1192"/>
                <a:gd name="T8" fmla="*/ 2147483646 w 8196"/>
                <a:gd name="T9" fmla="*/ 2147483646 h 1192"/>
                <a:gd name="T10" fmla="*/ 2147483646 w 8196"/>
                <a:gd name="T11" fmla="*/ 2147483646 h 1192"/>
                <a:gd name="T12" fmla="*/ 2147483646 w 8196"/>
                <a:gd name="T13" fmla="*/ 2147483646 h 1192"/>
                <a:gd name="T14" fmla="*/ 2147483646 w 8196"/>
                <a:gd name="T15" fmla="*/ 2147483646 h 1192"/>
                <a:gd name="T16" fmla="*/ 2147483646 w 8196"/>
                <a:gd name="T17" fmla="*/ 2147483646 h 1192"/>
                <a:gd name="T18" fmla="*/ 2147483646 w 8196"/>
                <a:gd name="T19" fmla="*/ 2147483646 h 1192"/>
                <a:gd name="T20" fmla="*/ 2147483646 w 8196"/>
                <a:gd name="T21" fmla="*/ 2147483646 h 1192"/>
                <a:gd name="T22" fmla="*/ 2147483646 w 8196"/>
                <a:gd name="T23" fmla="*/ 2147483646 h 1192"/>
                <a:gd name="T24" fmla="*/ 2147483646 w 8196"/>
                <a:gd name="T25" fmla="*/ 2147483646 h 1192"/>
                <a:gd name="T26" fmla="*/ 2147483646 w 8196"/>
                <a:gd name="T27" fmla="*/ 2147483646 h 1192"/>
                <a:gd name="T28" fmla="*/ 2147483646 w 8196"/>
                <a:gd name="T29" fmla="*/ 2147483646 h 1192"/>
                <a:gd name="T30" fmla="*/ 2147483646 w 8196"/>
                <a:gd name="T31" fmla="*/ 2147483646 h 1192"/>
                <a:gd name="T32" fmla="*/ 2147483646 w 8196"/>
                <a:gd name="T33" fmla="*/ 2147483646 h 1192"/>
                <a:gd name="T34" fmla="*/ 2147483646 w 8196"/>
                <a:gd name="T35" fmla="*/ 2147483646 h 1192"/>
                <a:gd name="T36" fmla="*/ 2147483646 w 8196"/>
                <a:gd name="T37" fmla="*/ 2147483646 h 1192"/>
                <a:gd name="T38" fmla="*/ 2147483646 w 8196"/>
                <a:gd name="T39" fmla="*/ 2147483646 h 1192"/>
                <a:gd name="T40" fmla="*/ 2147483646 w 8196"/>
                <a:gd name="T41" fmla="*/ 2147483646 h 1192"/>
                <a:gd name="T42" fmla="*/ 2147483646 w 8196"/>
                <a:gd name="T43" fmla="*/ 2147483646 h 1192"/>
                <a:gd name="T44" fmla="*/ 2147483646 w 8196"/>
                <a:gd name="T45" fmla="*/ 0 h 1192"/>
                <a:gd name="T46" fmla="*/ 2147483646 w 8196"/>
                <a:gd name="T47" fmla="*/ 2147483646 h 1192"/>
                <a:gd name="T48" fmla="*/ 2147483646 w 8196"/>
                <a:gd name="T49" fmla="*/ 2147483646 h 1192"/>
                <a:gd name="T50" fmla="*/ 2147483646 w 8196"/>
                <a:gd name="T51" fmla="*/ 2147483646 h 1192"/>
                <a:gd name="T52" fmla="*/ 2147483646 w 8196"/>
                <a:gd name="T53" fmla="*/ 2147483646 h 1192"/>
                <a:gd name="T54" fmla="*/ 2147483646 w 8196"/>
                <a:gd name="T55" fmla="*/ 2147483646 h 1192"/>
                <a:gd name="T56" fmla="*/ 2147483646 w 8196"/>
                <a:gd name="T57" fmla="*/ 2147483646 h 1192"/>
                <a:gd name="T58" fmla="*/ 2147483646 w 8196"/>
                <a:gd name="T59" fmla="*/ 2147483646 h 1192"/>
                <a:gd name="T60" fmla="*/ 2147483646 w 8196"/>
                <a:gd name="T61" fmla="*/ 2147483646 h 1192"/>
                <a:gd name="T62" fmla="*/ 0 w 8196"/>
                <a:gd name="T63" fmla="*/ 2147483646 h 1192"/>
                <a:gd name="T64" fmla="*/ 2147483646 w 8196"/>
                <a:gd name="T65" fmla="*/ 2147483646 h 1192"/>
                <a:gd name="T66" fmla="*/ 2147483646 w 8196"/>
                <a:gd name="T67" fmla="*/ 2147483646 h 1192"/>
                <a:gd name="T68" fmla="*/ 2147483646 w 8196"/>
                <a:gd name="T69" fmla="*/ 2147483646 h 1192"/>
                <a:gd name="T70" fmla="*/ 2147483646 w 8196"/>
                <a:gd name="T71" fmla="*/ 2147483646 h 1192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</a:gdLst>
              <a:ahLst/>
              <a:cxnLst>
                <a:cxn ang="T72">
                  <a:pos x="T0" y="T1"/>
                </a:cxn>
                <a:cxn ang="T73">
                  <a:pos x="T2" y="T3"/>
                </a:cxn>
                <a:cxn ang="T74">
                  <a:pos x="T4" y="T5"/>
                </a:cxn>
                <a:cxn ang="T75">
                  <a:pos x="T6" y="T7"/>
                </a:cxn>
                <a:cxn ang="T76">
                  <a:pos x="T8" y="T9"/>
                </a:cxn>
                <a:cxn ang="T77">
                  <a:pos x="T10" y="T11"/>
                </a:cxn>
                <a:cxn ang="T78">
                  <a:pos x="T12" y="T13"/>
                </a:cxn>
                <a:cxn ang="T79">
                  <a:pos x="T14" y="T15"/>
                </a:cxn>
                <a:cxn ang="T80">
                  <a:pos x="T16" y="T17"/>
                </a:cxn>
                <a:cxn ang="T81">
                  <a:pos x="T18" y="T19"/>
                </a:cxn>
                <a:cxn ang="T82">
                  <a:pos x="T20" y="T21"/>
                </a:cxn>
                <a:cxn ang="T83">
                  <a:pos x="T22" y="T23"/>
                </a:cxn>
                <a:cxn ang="T84">
                  <a:pos x="T24" y="T25"/>
                </a:cxn>
                <a:cxn ang="T85">
                  <a:pos x="T26" y="T27"/>
                </a:cxn>
                <a:cxn ang="T86">
                  <a:pos x="T28" y="T29"/>
                </a:cxn>
                <a:cxn ang="T87">
                  <a:pos x="T30" y="T31"/>
                </a:cxn>
                <a:cxn ang="T88">
                  <a:pos x="T32" y="T33"/>
                </a:cxn>
                <a:cxn ang="T89">
                  <a:pos x="T34" y="T35"/>
                </a:cxn>
                <a:cxn ang="T90">
                  <a:pos x="T36" y="T37"/>
                </a:cxn>
                <a:cxn ang="T91">
                  <a:pos x="T38" y="T39"/>
                </a:cxn>
                <a:cxn ang="T92">
                  <a:pos x="T40" y="T41"/>
                </a:cxn>
                <a:cxn ang="T93">
                  <a:pos x="T42" y="T43"/>
                </a:cxn>
                <a:cxn ang="T94">
                  <a:pos x="T44" y="T45"/>
                </a:cxn>
                <a:cxn ang="T95">
                  <a:pos x="T46" y="T47"/>
                </a:cxn>
                <a:cxn ang="T96">
                  <a:pos x="T48" y="T49"/>
                </a:cxn>
                <a:cxn ang="T97">
                  <a:pos x="T50" y="T51"/>
                </a:cxn>
                <a:cxn ang="T98">
                  <a:pos x="T52" y="T53"/>
                </a:cxn>
                <a:cxn ang="T99">
                  <a:pos x="T54" y="T55"/>
                </a:cxn>
                <a:cxn ang="T100">
                  <a:pos x="T56" y="T57"/>
                </a:cxn>
                <a:cxn ang="T101">
                  <a:pos x="T58" y="T59"/>
                </a:cxn>
                <a:cxn ang="T102">
                  <a:pos x="T60" y="T61"/>
                </a:cxn>
                <a:cxn ang="T103">
                  <a:pos x="T62" y="T63"/>
                </a:cxn>
                <a:cxn ang="T104">
                  <a:pos x="T64" y="T65"/>
                </a:cxn>
                <a:cxn ang="T105">
                  <a:pos x="T66" y="T67"/>
                </a:cxn>
                <a:cxn ang="T106">
                  <a:pos x="T68" y="T69"/>
                </a:cxn>
                <a:cxn ang="T107">
                  <a:pos x="T70" y="T71"/>
                </a:cxn>
              </a:cxnLst>
              <a:rect l="0" t="0" r="r" b="b"/>
              <a:pathLst>
                <a:path w="8196" h="1192">
                  <a:moveTo>
                    <a:pt x="8192" y="512"/>
                  </a:moveTo>
                  <a:lnTo>
                    <a:pt x="8192" y="512"/>
                  </a:lnTo>
                  <a:lnTo>
                    <a:pt x="8116" y="542"/>
                  </a:lnTo>
                  <a:lnTo>
                    <a:pt x="8040" y="570"/>
                  </a:lnTo>
                  <a:lnTo>
                    <a:pt x="7960" y="596"/>
                  </a:lnTo>
                  <a:lnTo>
                    <a:pt x="7878" y="620"/>
                  </a:lnTo>
                  <a:lnTo>
                    <a:pt x="7794" y="644"/>
                  </a:lnTo>
                  <a:lnTo>
                    <a:pt x="7706" y="666"/>
                  </a:lnTo>
                  <a:lnTo>
                    <a:pt x="7616" y="684"/>
                  </a:lnTo>
                  <a:lnTo>
                    <a:pt x="7522" y="702"/>
                  </a:lnTo>
                  <a:lnTo>
                    <a:pt x="7424" y="718"/>
                  </a:lnTo>
                  <a:lnTo>
                    <a:pt x="7322" y="730"/>
                  </a:lnTo>
                  <a:lnTo>
                    <a:pt x="7216" y="742"/>
                  </a:lnTo>
                  <a:lnTo>
                    <a:pt x="7106" y="750"/>
                  </a:lnTo>
                  <a:lnTo>
                    <a:pt x="6992" y="758"/>
                  </a:lnTo>
                  <a:lnTo>
                    <a:pt x="6872" y="762"/>
                  </a:lnTo>
                  <a:lnTo>
                    <a:pt x="6748" y="762"/>
                  </a:lnTo>
                  <a:lnTo>
                    <a:pt x="6618" y="760"/>
                  </a:lnTo>
                  <a:lnTo>
                    <a:pt x="6482" y="756"/>
                  </a:lnTo>
                  <a:lnTo>
                    <a:pt x="6342" y="750"/>
                  </a:lnTo>
                  <a:lnTo>
                    <a:pt x="6196" y="740"/>
                  </a:lnTo>
                  <a:lnTo>
                    <a:pt x="6042" y="726"/>
                  </a:lnTo>
                  <a:lnTo>
                    <a:pt x="5882" y="710"/>
                  </a:lnTo>
                  <a:lnTo>
                    <a:pt x="5716" y="690"/>
                  </a:lnTo>
                  <a:lnTo>
                    <a:pt x="5544" y="668"/>
                  </a:lnTo>
                  <a:lnTo>
                    <a:pt x="5364" y="642"/>
                  </a:lnTo>
                  <a:lnTo>
                    <a:pt x="5176" y="612"/>
                  </a:lnTo>
                  <a:lnTo>
                    <a:pt x="4982" y="578"/>
                  </a:lnTo>
                  <a:lnTo>
                    <a:pt x="4778" y="540"/>
                  </a:lnTo>
                  <a:lnTo>
                    <a:pt x="4568" y="500"/>
                  </a:lnTo>
                  <a:lnTo>
                    <a:pt x="4348" y="454"/>
                  </a:lnTo>
                  <a:lnTo>
                    <a:pt x="4122" y="406"/>
                  </a:lnTo>
                  <a:lnTo>
                    <a:pt x="3886" y="354"/>
                  </a:lnTo>
                  <a:lnTo>
                    <a:pt x="3640" y="296"/>
                  </a:lnTo>
                  <a:lnTo>
                    <a:pt x="3396" y="240"/>
                  </a:lnTo>
                  <a:lnTo>
                    <a:pt x="3160" y="192"/>
                  </a:lnTo>
                  <a:lnTo>
                    <a:pt x="2934" y="148"/>
                  </a:lnTo>
                  <a:lnTo>
                    <a:pt x="2718" y="112"/>
                  </a:lnTo>
                  <a:lnTo>
                    <a:pt x="2512" y="82"/>
                  </a:lnTo>
                  <a:lnTo>
                    <a:pt x="2314" y="56"/>
                  </a:lnTo>
                  <a:lnTo>
                    <a:pt x="2126" y="36"/>
                  </a:lnTo>
                  <a:lnTo>
                    <a:pt x="1948" y="20"/>
                  </a:lnTo>
                  <a:lnTo>
                    <a:pt x="1776" y="10"/>
                  </a:lnTo>
                  <a:lnTo>
                    <a:pt x="1616" y="2"/>
                  </a:lnTo>
                  <a:lnTo>
                    <a:pt x="1462" y="0"/>
                  </a:lnTo>
                  <a:lnTo>
                    <a:pt x="1318" y="0"/>
                  </a:lnTo>
                  <a:lnTo>
                    <a:pt x="1182" y="4"/>
                  </a:lnTo>
                  <a:lnTo>
                    <a:pt x="1054" y="10"/>
                  </a:lnTo>
                  <a:lnTo>
                    <a:pt x="934" y="20"/>
                  </a:lnTo>
                  <a:lnTo>
                    <a:pt x="822" y="30"/>
                  </a:lnTo>
                  <a:lnTo>
                    <a:pt x="716" y="44"/>
                  </a:lnTo>
                  <a:lnTo>
                    <a:pt x="620" y="58"/>
                  </a:lnTo>
                  <a:lnTo>
                    <a:pt x="530" y="74"/>
                  </a:lnTo>
                  <a:lnTo>
                    <a:pt x="450" y="92"/>
                  </a:lnTo>
                  <a:lnTo>
                    <a:pt x="374" y="108"/>
                  </a:lnTo>
                  <a:lnTo>
                    <a:pt x="308" y="126"/>
                  </a:lnTo>
                  <a:lnTo>
                    <a:pt x="248" y="144"/>
                  </a:lnTo>
                  <a:lnTo>
                    <a:pt x="194" y="160"/>
                  </a:lnTo>
                  <a:lnTo>
                    <a:pt x="148" y="176"/>
                  </a:lnTo>
                  <a:lnTo>
                    <a:pt x="108" y="192"/>
                  </a:lnTo>
                  <a:lnTo>
                    <a:pt x="48" y="216"/>
                  </a:lnTo>
                  <a:lnTo>
                    <a:pt x="12" y="234"/>
                  </a:lnTo>
                  <a:lnTo>
                    <a:pt x="0" y="240"/>
                  </a:lnTo>
                  <a:lnTo>
                    <a:pt x="0" y="1192"/>
                  </a:lnTo>
                  <a:lnTo>
                    <a:pt x="8192" y="1192"/>
                  </a:lnTo>
                  <a:lnTo>
                    <a:pt x="8196" y="1186"/>
                  </a:lnTo>
                  <a:lnTo>
                    <a:pt x="8196" y="510"/>
                  </a:lnTo>
                  <a:lnTo>
                    <a:pt x="8192" y="512"/>
                  </a:lnTo>
                  <a:close/>
                </a:path>
              </a:pathLst>
            </a:custGeom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</p:grpSp>
      <p:sp>
        <p:nvSpPr>
          <p:cNvPr id="5124" name="Title Placeholder 1">
            <a:extLst>
              <a:ext uri="{FF2B5EF4-FFF2-40B4-BE49-F238E27FC236}">
                <a16:creationId xmlns:a16="http://schemas.microsoft.com/office/drawing/2014/main" id="{7CB4946A-8368-46A1-9C35-A89E374985CF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900113" y="268288"/>
            <a:ext cx="7786687" cy="358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3E6469-9243-4255-B73B-47EE5B10EA6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164138" y="4687888"/>
            <a:ext cx="3786187" cy="273050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000" b="0">
                <a:solidFill>
                  <a:srgbClr val="073E87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ABC1CE-73D4-4243-A32F-13B211E956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3675" y="4687888"/>
            <a:ext cx="3786188" cy="273050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eaLnBrk="1" hangingPunct="1">
              <a:defRPr sz="1000" b="0">
                <a:solidFill>
                  <a:srgbClr val="073E87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68D3D4-FC6C-4E4F-AC73-711D5547891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3990975" y="4687888"/>
            <a:ext cx="1162050" cy="273050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 eaLnBrk="1" hangingPunct="1">
              <a:defRPr sz="1000" b="0" smtClean="0">
                <a:solidFill>
                  <a:srgbClr val="073E87"/>
                </a:solidFill>
              </a:defRPr>
            </a:lvl1pPr>
          </a:lstStyle>
          <a:p>
            <a:pPr>
              <a:defRPr/>
            </a:pPr>
            <a:fld id="{6122E225-5980-4F2D-AFC7-F796A62771CB}" type="slidenum">
              <a:rPr lang="zh-CN" altLang="en-US"/>
              <a:pPr>
                <a:defRPr/>
              </a:pPr>
              <a:t>‹#›</a:t>
            </a:fld>
            <a:endParaRPr lang="en-US" altLang="zh-CN"/>
          </a:p>
        </p:txBody>
      </p:sp>
      <p:sp>
        <p:nvSpPr>
          <p:cNvPr id="5128" name="Text Placeholder 2">
            <a:extLst>
              <a:ext uri="{FF2B5EF4-FFF2-40B4-BE49-F238E27FC236}">
                <a16:creationId xmlns:a16="http://schemas.microsoft.com/office/drawing/2014/main" id="{5A09CCA6-D1E1-4298-9DEB-1E09719E84BF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xfrm>
            <a:off x="228600" y="1368425"/>
            <a:ext cx="5927725" cy="3225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5038" r:id="rId1"/>
    <p:sldLayoutId id="2147485039" r:id="rId2"/>
  </p:sldLayoutIdLst>
  <p:txStyles>
    <p:titleStyle>
      <a:lvl1pPr algn="l" rtl="0" eaLnBrk="0" fontAlgn="base" hangingPunct="0">
        <a:spcBef>
          <a:spcPct val="0"/>
        </a:spcBef>
        <a:spcAft>
          <a:spcPct val="0"/>
        </a:spcAft>
        <a:defRPr sz="4000" kern="1200">
          <a:solidFill>
            <a:srgbClr val="FFFFFF"/>
          </a:solidFill>
          <a:latin typeface="+mj-lt"/>
          <a:ea typeface="黑体" panose="02010609060101010101" pitchFamily="49" charset="-122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4000">
          <a:solidFill>
            <a:srgbClr val="FFFFFF"/>
          </a:solidFill>
          <a:latin typeface="Candara" panose="020E0502030303020204" pitchFamily="34" charset="0"/>
          <a:ea typeface="黑体" panose="02010609060101010101" pitchFamily="49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4000">
          <a:solidFill>
            <a:srgbClr val="FFFFFF"/>
          </a:solidFill>
          <a:latin typeface="Candara" panose="020E0502030303020204" pitchFamily="34" charset="0"/>
          <a:ea typeface="黑体" panose="02010609060101010101" pitchFamily="49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4000">
          <a:solidFill>
            <a:srgbClr val="FFFFFF"/>
          </a:solidFill>
          <a:latin typeface="Candara" panose="020E0502030303020204" pitchFamily="34" charset="0"/>
          <a:ea typeface="黑体" panose="02010609060101010101" pitchFamily="49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4000">
          <a:solidFill>
            <a:srgbClr val="FFFFFF"/>
          </a:solidFill>
          <a:latin typeface="Candara" panose="020E0502030303020204" pitchFamily="34" charset="0"/>
          <a:ea typeface="黑体" panose="02010609060101010101" pitchFamily="49" charset="-122"/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73050" indent="-273050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100000"/>
        <a:buFont typeface="Symbol" panose="05050102010706020507" pitchFamily="18" charset="2"/>
        <a:buChar char=""/>
        <a:defRPr sz="2400" kern="1200">
          <a:solidFill>
            <a:schemeClr val="tx2"/>
          </a:solidFill>
          <a:latin typeface="+mn-lt"/>
          <a:ea typeface="+mn-ea"/>
          <a:cs typeface="+mn-cs"/>
        </a:defRPr>
      </a:lvl1pPr>
      <a:lvl2pPr marL="576263" indent="-273050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100000"/>
        <a:buFont typeface="Symbol" panose="05050102010706020507" pitchFamily="18" charset="2"/>
        <a:buChar char=""/>
        <a:defRPr sz="2200" kern="1200">
          <a:solidFill>
            <a:schemeClr val="tx2"/>
          </a:solidFill>
          <a:latin typeface="+mn-lt"/>
          <a:ea typeface="+mn-ea"/>
          <a:cs typeface="+mn-cs"/>
        </a:defRPr>
      </a:lvl2pPr>
      <a:lvl3pPr marL="855663" indent="-228600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100000"/>
        <a:buFont typeface="Symbol" panose="05050102010706020507" pitchFamily="18" charset="2"/>
        <a:buChar char=""/>
        <a:defRPr sz="2000" kern="1200">
          <a:solidFill>
            <a:schemeClr val="tx2"/>
          </a:solidFill>
          <a:latin typeface="+mn-lt"/>
          <a:ea typeface="+mn-ea"/>
          <a:cs typeface="+mn-cs"/>
        </a:defRPr>
      </a:lvl3pPr>
      <a:lvl4pPr marL="1143000" indent="-228600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100000"/>
        <a:buFont typeface="Symbol" panose="05050102010706020507" pitchFamily="18" charset="2"/>
        <a:buChar char=""/>
        <a:defRPr sz="2000" kern="1200">
          <a:solidFill>
            <a:schemeClr val="tx2"/>
          </a:solidFill>
          <a:latin typeface="+mn-lt"/>
          <a:ea typeface="+mn-ea"/>
          <a:cs typeface="+mn-cs"/>
        </a:defRPr>
      </a:lvl4pPr>
      <a:lvl5pPr marL="1462088" indent="-228600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100000"/>
        <a:buFont typeface="Symbol" panose="05050102010706020507" pitchFamily="18" charset="2"/>
        <a:buChar char=""/>
        <a:defRPr sz="1600" kern="1200">
          <a:solidFill>
            <a:schemeClr val="tx2"/>
          </a:solidFill>
          <a:latin typeface="+mn-lt"/>
          <a:ea typeface="+mn-ea"/>
          <a:cs typeface="+mn-cs"/>
        </a:defRPr>
      </a:lvl5pPr>
      <a:lvl6pPr marL="1783080" indent="-228600" algn="l" defTabSz="914400" rtl="0" eaLnBrk="1" latinLnBrk="0" hangingPunct="1">
        <a:spcBef>
          <a:spcPts val="384"/>
        </a:spcBef>
        <a:buClr>
          <a:schemeClr val="accent1"/>
        </a:buClr>
        <a:buFont typeface="Symbol" pitchFamily="18" charset="2"/>
        <a:buChar char="*"/>
        <a:defRPr sz="1400" kern="1200">
          <a:solidFill>
            <a:schemeClr val="tx2"/>
          </a:solidFill>
          <a:latin typeface="+mn-lt"/>
          <a:ea typeface="+mn-ea"/>
          <a:cs typeface="+mn-cs"/>
        </a:defRPr>
      </a:lvl6pPr>
      <a:lvl7pPr marL="2103120" indent="-228600" algn="l" defTabSz="914400" rtl="0" eaLnBrk="1" latinLnBrk="0" hangingPunct="1">
        <a:spcBef>
          <a:spcPts val="384"/>
        </a:spcBef>
        <a:buClr>
          <a:schemeClr val="accent1"/>
        </a:buClr>
        <a:buFont typeface="Symbol" pitchFamily="18" charset="2"/>
        <a:buChar char="*"/>
        <a:defRPr sz="1400" kern="1200">
          <a:solidFill>
            <a:schemeClr val="tx2"/>
          </a:solidFill>
          <a:latin typeface="+mn-lt"/>
          <a:ea typeface="+mn-ea"/>
          <a:cs typeface="+mn-cs"/>
        </a:defRPr>
      </a:lvl7pPr>
      <a:lvl8pPr marL="2423160" indent="-228600" algn="l" defTabSz="914400" rtl="0" eaLnBrk="1" latinLnBrk="0" hangingPunct="1">
        <a:spcBef>
          <a:spcPts val="384"/>
        </a:spcBef>
        <a:buClr>
          <a:schemeClr val="accent1"/>
        </a:buClr>
        <a:buFont typeface="Symbol" pitchFamily="18" charset="2"/>
        <a:buChar char="*"/>
        <a:defRPr sz="1400" kern="1200">
          <a:solidFill>
            <a:schemeClr val="tx2"/>
          </a:solidFill>
          <a:latin typeface="+mn-lt"/>
          <a:ea typeface="+mn-ea"/>
          <a:cs typeface="+mn-cs"/>
        </a:defRPr>
      </a:lvl8pPr>
      <a:lvl9pPr marL="2743200" indent="-228600" algn="l" defTabSz="914400" rtl="0" eaLnBrk="1" latinLnBrk="0" hangingPunct="1">
        <a:spcBef>
          <a:spcPts val="384"/>
        </a:spcBef>
        <a:buClr>
          <a:schemeClr val="accent1"/>
        </a:buClr>
        <a:buFont typeface="Symbol" pitchFamily="18" charset="2"/>
        <a:buChar char="*"/>
        <a:defRPr sz="14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070B4AF8-BFAE-42DA-825D-E6A4096F9EBC}"/>
              </a:ext>
            </a:extLst>
          </p:cNvPr>
          <p:cNvSpPr/>
          <p:nvPr/>
        </p:nvSpPr>
        <p:spPr>
          <a:xfrm>
            <a:off x="228600" y="171450"/>
            <a:ext cx="8696325" cy="1404938"/>
          </a:xfrm>
          <a:prstGeom prst="roundRect">
            <a:avLst>
              <a:gd name="adj" fmla="val 3362"/>
            </a:avLst>
          </a:prstGeom>
          <a:gradFill>
            <a:gsLst>
              <a:gs pos="0">
                <a:schemeClr val="accent1">
                  <a:lumMod val="75000"/>
                </a:schemeClr>
              </a:gs>
              <a:gs pos="90000">
                <a:schemeClr val="accent1">
                  <a:lumMod val="60000"/>
                  <a:lumOff val="40000"/>
                </a:scheme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defRPr/>
            </a:pPr>
            <a:endParaRPr lang="en-US" altLang="zh-CN" b="0">
              <a:solidFill>
                <a:srgbClr val="FFFFFF"/>
              </a:solidFill>
              <a:latin typeface="Candara" panose="020E0502030303020204" pitchFamily="34" charset="0"/>
            </a:endParaRPr>
          </a:p>
        </p:txBody>
      </p:sp>
      <p:grpSp>
        <p:nvGrpSpPr>
          <p:cNvPr id="6147" name="Group 15">
            <a:extLst>
              <a:ext uri="{FF2B5EF4-FFF2-40B4-BE49-F238E27FC236}">
                <a16:creationId xmlns:a16="http://schemas.microsoft.com/office/drawing/2014/main" id="{C0F4D914-6A12-4098-BFE8-77E7BFB85521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211138" y="1058863"/>
            <a:ext cx="8824912" cy="576262"/>
            <a:chOff x="-3905251" y="4294188"/>
            <a:chExt cx="13027839" cy="1892300"/>
          </a:xfrm>
        </p:grpSpPr>
        <p:sp>
          <p:nvSpPr>
            <p:cNvPr id="6153" name="Freeform 14">
              <a:extLst>
                <a:ext uri="{FF2B5EF4-FFF2-40B4-BE49-F238E27FC236}">
                  <a16:creationId xmlns:a16="http://schemas.microsoft.com/office/drawing/2014/main" id="{80669168-8706-45D0-A7B3-A95BDBB8F3BA}"/>
                </a:ext>
              </a:extLst>
            </p:cNvPr>
            <p:cNvSpPr>
              <a:spLocks/>
            </p:cNvSpPr>
            <p:nvPr/>
          </p:nvSpPr>
          <p:spPr bwMode="hidden">
            <a:xfrm>
              <a:off x="4810441" y="4502706"/>
              <a:ext cx="4295743" cy="1011313"/>
            </a:xfrm>
            <a:custGeom>
              <a:avLst/>
              <a:gdLst>
                <a:gd name="T0" fmla="*/ 2147483646 w 2706"/>
                <a:gd name="T1" fmla="*/ 0 h 640"/>
                <a:gd name="T2" fmla="*/ 2147483646 w 2706"/>
                <a:gd name="T3" fmla="*/ 0 h 640"/>
                <a:gd name="T4" fmla="*/ 2147483646 w 2706"/>
                <a:gd name="T5" fmla="*/ 2147483646 h 640"/>
                <a:gd name="T6" fmla="*/ 2147483646 w 2706"/>
                <a:gd name="T7" fmla="*/ 2147483646 h 640"/>
                <a:gd name="T8" fmla="*/ 2147483646 w 2706"/>
                <a:gd name="T9" fmla="*/ 2147483646 h 640"/>
                <a:gd name="T10" fmla="*/ 2147483646 w 2706"/>
                <a:gd name="T11" fmla="*/ 2147483646 h 640"/>
                <a:gd name="T12" fmla="*/ 2147483646 w 2706"/>
                <a:gd name="T13" fmla="*/ 2147483646 h 640"/>
                <a:gd name="T14" fmla="*/ 2147483646 w 2706"/>
                <a:gd name="T15" fmla="*/ 2147483646 h 640"/>
                <a:gd name="T16" fmla="*/ 2147483646 w 2706"/>
                <a:gd name="T17" fmla="*/ 2147483646 h 640"/>
                <a:gd name="T18" fmla="*/ 2147483646 w 2706"/>
                <a:gd name="T19" fmla="*/ 2147483646 h 640"/>
                <a:gd name="T20" fmla="*/ 2147483646 w 2706"/>
                <a:gd name="T21" fmla="*/ 2147483646 h 640"/>
                <a:gd name="T22" fmla="*/ 2147483646 w 2706"/>
                <a:gd name="T23" fmla="*/ 2147483646 h 640"/>
                <a:gd name="T24" fmla="*/ 2147483646 w 2706"/>
                <a:gd name="T25" fmla="*/ 2147483646 h 640"/>
                <a:gd name="T26" fmla="*/ 2147483646 w 2706"/>
                <a:gd name="T27" fmla="*/ 2147483646 h 640"/>
                <a:gd name="T28" fmla="*/ 2147483646 w 2706"/>
                <a:gd name="T29" fmla="*/ 2147483646 h 640"/>
                <a:gd name="T30" fmla="*/ 2147483646 w 2706"/>
                <a:gd name="T31" fmla="*/ 2147483646 h 640"/>
                <a:gd name="T32" fmla="*/ 2147483646 w 2706"/>
                <a:gd name="T33" fmla="*/ 2147483646 h 640"/>
                <a:gd name="T34" fmla="*/ 2147483646 w 2706"/>
                <a:gd name="T35" fmla="*/ 2147483646 h 640"/>
                <a:gd name="T36" fmla="*/ 0 w 2706"/>
                <a:gd name="T37" fmla="*/ 2147483646 h 640"/>
                <a:gd name="T38" fmla="*/ 0 w 2706"/>
                <a:gd name="T39" fmla="*/ 2147483646 h 640"/>
                <a:gd name="T40" fmla="*/ 2147483646 w 2706"/>
                <a:gd name="T41" fmla="*/ 2147483646 h 640"/>
                <a:gd name="T42" fmla="*/ 2147483646 w 2706"/>
                <a:gd name="T43" fmla="*/ 2147483646 h 640"/>
                <a:gd name="T44" fmla="*/ 2147483646 w 2706"/>
                <a:gd name="T45" fmla="*/ 2147483646 h 640"/>
                <a:gd name="T46" fmla="*/ 2147483646 w 2706"/>
                <a:gd name="T47" fmla="*/ 2147483646 h 640"/>
                <a:gd name="T48" fmla="*/ 2147483646 w 2706"/>
                <a:gd name="T49" fmla="*/ 2147483646 h 640"/>
                <a:gd name="T50" fmla="*/ 2147483646 w 2706"/>
                <a:gd name="T51" fmla="*/ 2147483646 h 640"/>
                <a:gd name="T52" fmla="*/ 2147483646 w 2706"/>
                <a:gd name="T53" fmla="*/ 2147483646 h 640"/>
                <a:gd name="T54" fmla="*/ 2147483646 w 2706"/>
                <a:gd name="T55" fmla="*/ 2147483646 h 640"/>
                <a:gd name="T56" fmla="*/ 2147483646 w 2706"/>
                <a:gd name="T57" fmla="*/ 2147483646 h 640"/>
                <a:gd name="T58" fmla="*/ 2147483646 w 2706"/>
                <a:gd name="T59" fmla="*/ 2147483646 h 640"/>
                <a:gd name="T60" fmla="*/ 2147483646 w 2706"/>
                <a:gd name="T61" fmla="*/ 2147483646 h 640"/>
                <a:gd name="T62" fmla="*/ 2147483646 w 2706"/>
                <a:gd name="T63" fmla="*/ 2147483646 h 640"/>
                <a:gd name="T64" fmla="*/ 2147483646 w 2706"/>
                <a:gd name="T65" fmla="*/ 2147483646 h 640"/>
                <a:gd name="T66" fmla="*/ 2147483646 w 2706"/>
                <a:gd name="T67" fmla="*/ 2147483646 h 640"/>
                <a:gd name="T68" fmla="*/ 2147483646 w 2706"/>
                <a:gd name="T69" fmla="*/ 2147483646 h 640"/>
                <a:gd name="T70" fmla="*/ 2147483646 w 2706"/>
                <a:gd name="T71" fmla="*/ 2147483646 h 640"/>
                <a:gd name="T72" fmla="*/ 2147483646 w 2706"/>
                <a:gd name="T73" fmla="*/ 2147483646 h 640"/>
                <a:gd name="T74" fmla="*/ 2147483646 w 2706"/>
                <a:gd name="T75" fmla="*/ 2147483646 h 640"/>
                <a:gd name="T76" fmla="*/ 2147483646 w 2706"/>
                <a:gd name="T77" fmla="*/ 2147483646 h 640"/>
                <a:gd name="T78" fmla="*/ 2147483646 w 2706"/>
                <a:gd name="T79" fmla="*/ 2147483646 h 640"/>
                <a:gd name="T80" fmla="*/ 2147483646 w 2706"/>
                <a:gd name="T81" fmla="*/ 2147483646 h 640"/>
                <a:gd name="T82" fmla="*/ 2147483646 w 2706"/>
                <a:gd name="T83" fmla="*/ 2147483646 h 640"/>
                <a:gd name="T84" fmla="*/ 2147483646 w 2706"/>
                <a:gd name="T85" fmla="*/ 2147483646 h 640"/>
                <a:gd name="T86" fmla="*/ 2147483646 w 2706"/>
                <a:gd name="T87" fmla="*/ 2147483646 h 640"/>
                <a:gd name="T88" fmla="*/ 2147483646 w 2706"/>
                <a:gd name="T89" fmla="*/ 2147483646 h 640"/>
                <a:gd name="T90" fmla="*/ 2147483646 w 2706"/>
                <a:gd name="T91" fmla="*/ 2147483646 h 640"/>
                <a:gd name="T92" fmla="*/ 2147483646 w 2706"/>
                <a:gd name="T93" fmla="*/ 2147483646 h 640"/>
                <a:gd name="T94" fmla="*/ 2147483646 w 2706"/>
                <a:gd name="T95" fmla="*/ 2147483646 h 640"/>
                <a:gd name="T96" fmla="*/ 2147483646 w 2706"/>
                <a:gd name="T97" fmla="*/ 2147483646 h 640"/>
                <a:gd name="T98" fmla="*/ 2147483646 w 2706"/>
                <a:gd name="T99" fmla="*/ 2147483646 h 640"/>
                <a:gd name="T100" fmla="*/ 2147483646 w 2706"/>
                <a:gd name="T101" fmla="*/ 2147483646 h 640"/>
                <a:gd name="T102" fmla="*/ 2147483646 w 2706"/>
                <a:gd name="T103" fmla="*/ 2147483646 h 640"/>
                <a:gd name="T104" fmla="*/ 2147483646 w 2706"/>
                <a:gd name="T105" fmla="*/ 2147483646 h 640"/>
                <a:gd name="T106" fmla="*/ 2147483646 w 2706"/>
                <a:gd name="T107" fmla="*/ 0 h 640"/>
                <a:gd name="T108" fmla="*/ 2147483646 w 2706"/>
                <a:gd name="T109" fmla="*/ 0 h 640"/>
                <a:gd name="T110" fmla="*/ 2147483646 w 2706"/>
                <a:gd name="T111" fmla="*/ 0 h 640"/>
                <a:gd name="T112" fmla="*/ 2147483646 w 2706"/>
                <a:gd name="T113" fmla="*/ 0 h 640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</a:gdLst>
              <a:ahLst/>
              <a:cxnLst>
                <a:cxn ang="T114">
                  <a:pos x="T0" y="T1"/>
                </a:cxn>
                <a:cxn ang="T115">
                  <a:pos x="T2" y="T3"/>
                </a:cxn>
                <a:cxn ang="T116">
                  <a:pos x="T4" y="T5"/>
                </a:cxn>
                <a:cxn ang="T117">
                  <a:pos x="T6" y="T7"/>
                </a:cxn>
                <a:cxn ang="T118">
                  <a:pos x="T8" y="T9"/>
                </a:cxn>
                <a:cxn ang="T119">
                  <a:pos x="T10" y="T11"/>
                </a:cxn>
                <a:cxn ang="T120">
                  <a:pos x="T12" y="T13"/>
                </a:cxn>
                <a:cxn ang="T121">
                  <a:pos x="T14" y="T15"/>
                </a:cxn>
                <a:cxn ang="T122">
                  <a:pos x="T16" y="T17"/>
                </a:cxn>
                <a:cxn ang="T123">
                  <a:pos x="T18" y="T19"/>
                </a:cxn>
                <a:cxn ang="T124">
                  <a:pos x="T20" y="T21"/>
                </a:cxn>
                <a:cxn ang="T125">
                  <a:pos x="T22" y="T23"/>
                </a:cxn>
                <a:cxn ang="T126">
                  <a:pos x="T24" y="T25"/>
                </a:cxn>
                <a:cxn ang="T127">
                  <a:pos x="T26" y="T27"/>
                </a:cxn>
                <a:cxn ang="T128">
                  <a:pos x="T28" y="T29"/>
                </a:cxn>
                <a:cxn ang="T129">
                  <a:pos x="T30" y="T31"/>
                </a:cxn>
                <a:cxn ang="T130">
                  <a:pos x="T32" y="T33"/>
                </a:cxn>
                <a:cxn ang="T131">
                  <a:pos x="T34" y="T35"/>
                </a:cxn>
                <a:cxn ang="T132">
                  <a:pos x="T36" y="T37"/>
                </a:cxn>
                <a:cxn ang="T133">
                  <a:pos x="T38" y="T39"/>
                </a:cxn>
                <a:cxn ang="T134">
                  <a:pos x="T40" y="T41"/>
                </a:cxn>
                <a:cxn ang="T135">
                  <a:pos x="T42" y="T43"/>
                </a:cxn>
                <a:cxn ang="T136">
                  <a:pos x="T44" y="T45"/>
                </a:cxn>
                <a:cxn ang="T137">
                  <a:pos x="T46" y="T47"/>
                </a:cxn>
                <a:cxn ang="T138">
                  <a:pos x="T48" y="T49"/>
                </a:cxn>
                <a:cxn ang="T139">
                  <a:pos x="T50" y="T51"/>
                </a:cxn>
                <a:cxn ang="T140">
                  <a:pos x="T52" y="T53"/>
                </a:cxn>
                <a:cxn ang="T141">
                  <a:pos x="T54" y="T55"/>
                </a:cxn>
                <a:cxn ang="T142">
                  <a:pos x="T56" y="T57"/>
                </a:cxn>
                <a:cxn ang="T143">
                  <a:pos x="T58" y="T59"/>
                </a:cxn>
                <a:cxn ang="T144">
                  <a:pos x="T60" y="T61"/>
                </a:cxn>
                <a:cxn ang="T145">
                  <a:pos x="T62" y="T63"/>
                </a:cxn>
                <a:cxn ang="T146">
                  <a:pos x="T64" y="T65"/>
                </a:cxn>
                <a:cxn ang="T147">
                  <a:pos x="T66" y="T67"/>
                </a:cxn>
                <a:cxn ang="T148">
                  <a:pos x="T68" y="T69"/>
                </a:cxn>
                <a:cxn ang="T149">
                  <a:pos x="T70" y="T71"/>
                </a:cxn>
                <a:cxn ang="T150">
                  <a:pos x="T72" y="T73"/>
                </a:cxn>
                <a:cxn ang="T151">
                  <a:pos x="T74" y="T75"/>
                </a:cxn>
                <a:cxn ang="T152">
                  <a:pos x="T76" y="T77"/>
                </a:cxn>
                <a:cxn ang="T153">
                  <a:pos x="T78" y="T79"/>
                </a:cxn>
                <a:cxn ang="T154">
                  <a:pos x="T80" y="T81"/>
                </a:cxn>
                <a:cxn ang="T155">
                  <a:pos x="T82" y="T83"/>
                </a:cxn>
                <a:cxn ang="T156">
                  <a:pos x="T84" y="T85"/>
                </a:cxn>
                <a:cxn ang="T157">
                  <a:pos x="T86" y="T87"/>
                </a:cxn>
                <a:cxn ang="T158">
                  <a:pos x="T88" y="T89"/>
                </a:cxn>
                <a:cxn ang="T159">
                  <a:pos x="T90" y="T91"/>
                </a:cxn>
                <a:cxn ang="T160">
                  <a:pos x="T92" y="T93"/>
                </a:cxn>
                <a:cxn ang="T161">
                  <a:pos x="T94" y="T95"/>
                </a:cxn>
                <a:cxn ang="T162">
                  <a:pos x="T96" y="T97"/>
                </a:cxn>
                <a:cxn ang="T163">
                  <a:pos x="T98" y="T99"/>
                </a:cxn>
                <a:cxn ang="T164">
                  <a:pos x="T100" y="T101"/>
                </a:cxn>
                <a:cxn ang="T165">
                  <a:pos x="T102" y="T103"/>
                </a:cxn>
                <a:cxn ang="T166">
                  <a:pos x="T104" y="T105"/>
                </a:cxn>
                <a:cxn ang="T167">
                  <a:pos x="T106" y="T107"/>
                </a:cxn>
                <a:cxn ang="T168">
                  <a:pos x="T108" y="T109"/>
                </a:cxn>
                <a:cxn ang="T169">
                  <a:pos x="T110" y="T111"/>
                </a:cxn>
                <a:cxn ang="T170">
                  <a:pos x="T112" y="T113"/>
                </a:cxn>
              </a:cxnLst>
              <a:rect l="0" t="0" r="r" b="b"/>
              <a:pathLst>
                <a:path w="2706" h="640">
                  <a:moveTo>
                    <a:pt x="2700" y="0"/>
                  </a:moveTo>
                  <a:lnTo>
                    <a:pt x="2700" y="0"/>
                  </a:lnTo>
                  <a:lnTo>
                    <a:pt x="2586" y="18"/>
                  </a:lnTo>
                  <a:lnTo>
                    <a:pt x="2470" y="38"/>
                  </a:lnTo>
                  <a:lnTo>
                    <a:pt x="2352" y="60"/>
                  </a:lnTo>
                  <a:lnTo>
                    <a:pt x="2230" y="82"/>
                  </a:lnTo>
                  <a:lnTo>
                    <a:pt x="2106" y="108"/>
                  </a:lnTo>
                  <a:lnTo>
                    <a:pt x="1978" y="134"/>
                  </a:lnTo>
                  <a:lnTo>
                    <a:pt x="1848" y="164"/>
                  </a:lnTo>
                  <a:lnTo>
                    <a:pt x="1714" y="194"/>
                  </a:lnTo>
                  <a:lnTo>
                    <a:pt x="1472" y="252"/>
                  </a:lnTo>
                  <a:lnTo>
                    <a:pt x="1236" y="304"/>
                  </a:lnTo>
                  <a:lnTo>
                    <a:pt x="1010" y="352"/>
                  </a:lnTo>
                  <a:lnTo>
                    <a:pt x="792" y="398"/>
                  </a:lnTo>
                  <a:lnTo>
                    <a:pt x="584" y="438"/>
                  </a:lnTo>
                  <a:lnTo>
                    <a:pt x="382" y="474"/>
                  </a:lnTo>
                  <a:lnTo>
                    <a:pt x="188" y="508"/>
                  </a:lnTo>
                  <a:lnTo>
                    <a:pt x="0" y="538"/>
                  </a:lnTo>
                  <a:lnTo>
                    <a:pt x="130" y="556"/>
                  </a:lnTo>
                  <a:lnTo>
                    <a:pt x="254" y="572"/>
                  </a:lnTo>
                  <a:lnTo>
                    <a:pt x="374" y="586"/>
                  </a:lnTo>
                  <a:lnTo>
                    <a:pt x="492" y="598"/>
                  </a:lnTo>
                  <a:lnTo>
                    <a:pt x="606" y="610"/>
                  </a:lnTo>
                  <a:lnTo>
                    <a:pt x="716" y="618"/>
                  </a:lnTo>
                  <a:lnTo>
                    <a:pt x="822" y="626"/>
                  </a:lnTo>
                  <a:lnTo>
                    <a:pt x="926" y="632"/>
                  </a:lnTo>
                  <a:lnTo>
                    <a:pt x="1028" y="636"/>
                  </a:lnTo>
                  <a:lnTo>
                    <a:pt x="1126" y="638"/>
                  </a:lnTo>
                  <a:lnTo>
                    <a:pt x="1220" y="640"/>
                  </a:lnTo>
                  <a:lnTo>
                    <a:pt x="1312" y="640"/>
                  </a:lnTo>
                  <a:lnTo>
                    <a:pt x="1402" y="638"/>
                  </a:lnTo>
                  <a:lnTo>
                    <a:pt x="1490" y="636"/>
                  </a:lnTo>
                  <a:lnTo>
                    <a:pt x="1574" y="632"/>
                  </a:lnTo>
                  <a:lnTo>
                    <a:pt x="1656" y="626"/>
                  </a:lnTo>
                  <a:lnTo>
                    <a:pt x="1734" y="620"/>
                  </a:lnTo>
                  <a:lnTo>
                    <a:pt x="1812" y="612"/>
                  </a:lnTo>
                  <a:lnTo>
                    <a:pt x="1886" y="602"/>
                  </a:lnTo>
                  <a:lnTo>
                    <a:pt x="1960" y="592"/>
                  </a:lnTo>
                  <a:lnTo>
                    <a:pt x="2030" y="580"/>
                  </a:lnTo>
                  <a:lnTo>
                    <a:pt x="2100" y="568"/>
                  </a:lnTo>
                  <a:lnTo>
                    <a:pt x="2166" y="554"/>
                  </a:lnTo>
                  <a:lnTo>
                    <a:pt x="2232" y="540"/>
                  </a:lnTo>
                  <a:lnTo>
                    <a:pt x="2296" y="524"/>
                  </a:lnTo>
                  <a:lnTo>
                    <a:pt x="2358" y="508"/>
                  </a:lnTo>
                  <a:lnTo>
                    <a:pt x="2418" y="490"/>
                  </a:lnTo>
                  <a:lnTo>
                    <a:pt x="2478" y="472"/>
                  </a:lnTo>
                  <a:lnTo>
                    <a:pt x="2592" y="432"/>
                  </a:lnTo>
                  <a:lnTo>
                    <a:pt x="2702" y="390"/>
                  </a:lnTo>
                  <a:lnTo>
                    <a:pt x="2706" y="388"/>
                  </a:lnTo>
                  <a:lnTo>
                    <a:pt x="2706" y="0"/>
                  </a:lnTo>
                  <a:lnTo>
                    <a:pt x="2700" y="0"/>
                  </a:lnTo>
                  <a:close/>
                </a:path>
              </a:pathLst>
            </a:custGeom>
            <a:solidFill>
              <a:schemeClr val="bg2">
                <a:alpha val="29019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6154" name="Freeform 18">
              <a:extLst>
                <a:ext uri="{FF2B5EF4-FFF2-40B4-BE49-F238E27FC236}">
                  <a16:creationId xmlns:a16="http://schemas.microsoft.com/office/drawing/2014/main" id="{9BB3E852-FDFA-4690-A41B-ED4D85C233BC}"/>
                </a:ext>
              </a:extLst>
            </p:cNvPr>
            <p:cNvSpPr>
              <a:spLocks/>
            </p:cNvSpPr>
            <p:nvPr/>
          </p:nvSpPr>
          <p:spPr bwMode="hidden">
            <a:xfrm>
              <a:off x="-310233" y="4320251"/>
              <a:ext cx="8282134" cy="1209405"/>
            </a:xfrm>
            <a:custGeom>
              <a:avLst/>
              <a:gdLst>
                <a:gd name="T0" fmla="*/ 2147483646 w 5216"/>
                <a:gd name="T1" fmla="*/ 2147483646 h 762"/>
                <a:gd name="T2" fmla="*/ 2147483646 w 5216"/>
                <a:gd name="T3" fmla="*/ 2147483646 h 762"/>
                <a:gd name="T4" fmla="*/ 2147483646 w 5216"/>
                <a:gd name="T5" fmla="*/ 2147483646 h 762"/>
                <a:gd name="T6" fmla="*/ 2147483646 w 5216"/>
                <a:gd name="T7" fmla="*/ 2147483646 h 762"/>
                <a:gd name="T8" fmla="*/ 2147483646 w 5216"/>
                <a:gd name="T9" fmla="*/ 2147483646 h 762"/>
                <a:gd name="T10" fmla="*/ 2147483646 w 5216"/>
                <a:gd name="T11" fmla="*/ 2147483646 h 762"/>
                <a:gd name="T12" fmla="*/ 2147483646 w 5216"/>
                <a:gd name="T13" fmla="*/ 2147483646 h 762"/>
                <a:gd name="T14" fmla="*/ 2147483646 w 5216"/>
                <a:gd name="T15" fmla="*/ 2147483646 h 762"/>
                <a:gd name="T16" fmla="*/ 2147483646 w 5216"/>
                <a:gd name="T17" fmla="*/ 2147483646 h 762"/>
                <a:gd name="T18" fmla="*/ 2147483646 w 5216"/>
                <a:gd name="T19" fmla="*/ 2147483646 h 762"/>
                <a:gd name="T20" fmla="*/ 2147483646 w 5216"/>
                <a:gd name="T21" fmla="*/ 2147483646 h 762"/>
                <a:gd name="T22" fmla="*/ 2147483646 w 5216"/>
                <a:gd name="T23" fmla="*/ 2147483646 h 762"/>
                <a:gd name="T24" fmla="*/ 2147483646 w 5216"/>
                <a:gd name="T25" fmla="*/ 2147483646 h 762"/>
                <a:gd name="T26" fmla="*/ 2147483646 w 5216"/>
                <a:gd name="T27" fmla="*/ 0 h 762"/>
                <a:gd name="T28" fmla="*/ 2147483646 w 5216"/>
                <a:gd name="T29" fmla="*/ 2147483646 h 762"/>
                <a:gd name="T30" fmla="*/ 2147483646 w 5216"/>
                <a:gd name="T31" fmla="*/ 2147483646 h 762"/>
                <a:gd name="T32" fmla="*/ 0 w 5216"/>
                <a:gd name="T33" fmla="*/ 2147483646 h 762"/>
                <a:gd name="T34" fmla="*/ 2147483646 w 5216"/>
                <a:gd name="T35" fmla="*/ 2147483646 h 762"/>
                <a:gd name="T36" fmla="*/ 2147483646 w 5216"/>
                <a:gd name="T37" fmla="*/ 2147483646 h 762"/>
                <a:gd name="T38" fmla="*/ 2147483646 w 5216"/>
                <a:gd name="T39" fmla="*/ 2147483646 h 762"/>
                <a:gd name="T40" fmla="*/ 2147483646 w 5216"/>
                <a:gd name="T41" fmla="*/ 2147483646 h 762"/>
                <a:gd name="T42" fmla="*/ 2147483646 w 5216"/>
                <a:gd name="T43" fmla="*/ 2147483646 h 762"/>
                <a:gd name="T44" fmla="*/ 2147483646 w 5216"/>
                <a:gd name="T45" fmla="*/ 2147483646 h 762"/>
                <a:gd name="T46" fmla="*/ 2147483646 w 5216"/>
                <a:gd name="T47" fmla="*/ 2147483646 h 762"/>
                <a:gd name="T48" fmla="*/ 2147483646 w 5216"/>
                <a:gd name="T49" fmla="*/ 2147483646 h 762"/>
                <a:gd name="T50" fmla="*/ 2147483646 w 5216"/>
                <a:gd name="T51" fmla="*/ 2147483646 h 762"/>
                <a:gd name="T52" fmla="*/ 2147483646 w 5216"/>
                <a:gd name="T53" fmla="*/ 2147483646 h 762"/>
                <a:gd name="T54" fmla="*/ 2147483646 w 5216"/>
                <a:gd name="T55" fmla="*/ 2147483646 h 762"/>
                <a:gd name="T56" fmla="*/ 2147483646 w 5216"/>
                <a:gd name="T57" fmla="*/ 2147483646 h 762"/>
                <a:gd name="T58" fmla="*/ 2147483646 w 5216"/>
                <a:gd name="T59" fmla="*/ 2147483646 h 762"/>
                <a:gd name="T60" fmla="*/ 2147483646 w 5216"/>
                <a:gd name="T61" fmla="*/ 2147483646 h 762"/>
                <a:gd name="T62" fmla="*/ 2147483646 w 5216"/>
                <a:gd name="T63" fmla="*/ 2147483646 h 762"/>
                <a:gd name="T64" fmla="*/ 2147483646 w 5216"/>
                <a:gd name="T65" fmla="*/ 2147483646 h 762"/>
                <a:gd name="T66" fmla="*/ 2147483646 w 5216"/>
                <a:gd name="T67" fmla="*/ 2147483646 h 762"/>
                <a:gd name="T68" fmla="*/ 2147483646 w 5216"/>
                <a:gd name="T69" fmla="*/ 2147483646 h 762"/>
                <a:gd name="T70" fmla="*/ 2147483646 w 5216"/>
                <a:gd name="T71" fmla="*/ 2147483646 h 762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</a:gdLst>
              <a:ahLst/>
              <a:cxnLst>
                <a:cxn ang="T72">
                  <a:pos x="T0" y="T1"/>
                </a:cxn>
                <a:cxn ang="T73">
                  <a:pos x="T2" y="T3"/>
                </a:cxn>
                <a:cxn ang="T74">
                  <a:pos x="T4" y="T5"/>
                </a:cxn>
                <a:cxn ang="T75">
                  <a:pos x="T6" y="T7"/>
                </a:cxn>
                <a:cxn ang="T76">
                  <a:pos x="T8" y="T9"/>
                </a:cxn>
                <a:cxn ang="T77">
                  <a:pos x="T10" y="T11"/>
                </a:cxn>
                <a:cxn ang="T78">
                  <a:pos x="T12" y="T13"/>
                </a:cxn>
                <a:cxn ang="T79">
                  <a:pos x="T14" y="T15"/>
                </a:cxn>
                <a:cxn ang="T80">
                  <a:pos x="T16" y="T17"/>
                </a:cxn>
                <a:cxn ang="T81">
                  <a:pos x="T18" y="T19"/>
                </a:cxn>
                <a:cxn ang="T82">
                  <a:pos x="T20" y="T21"/>
                </a:cxn>
                <a:cxn ang="T83">
                  <a:pos x="T22" y="T23"/>
                </a:cxn>
                <a:cxn ang="T84">
                  <a:pos x="T24" y="T25"/>
                </a:cxn>
                <a:cxn ang="T85">
                  <a:pos x="T26" y="T27"/>
                </a:cxn>
                <a:cxn ang="T86">
                  <a:pos x="T28" y="T29"/>
                </a:cxn>
                <a:cxn ang="T87">
                  <a:pos x="T30" y="T31"/>
                </a:cxn>
                <a:cxn ang="T88">
                  <a:pos x="T32" y="T33"/>
                </a:cxn>
                <a:cxn ang="T89">
                  <a:pos x="T34" y="T35"/>
                </a:cxn>
                <a:cxn ang="T90">
                  <a:pos x="T36" y="T37"/>
                </a:cxn>
                <a:cxn ang="T91">
                  <a:pos x="T38" y="T39"/>
                </a:cxn>
                <a:cxn ang="T92">
                  <a:pos x="T40" y="T41"/>
                </a:cxn>
                <a:cxn ang="T93">
                  <a:pos x="T42" y="T43"/>
                </a:cxn>
                <a:cxn ang="T94">
                  <a:pos x="T44" y="T45"/>
                </a:cxn>
                <a:cxn ang="T95">
                  <a:pos x="T46" y="T47"/>
                </a:cxn>
                <a:cxn ang="T96">
                  <a:pos x="T48" y="T49"/>
                </a:cxn>
                <a:cxn ang="T97">
                  <a:pos x="T50" y="T51"/>
                </a:cxn>
                <a:cxn ang="T98">
                  <a:pos x="T52" y="T53"/>
                </a:cxn>
                <a:cxn ang="T99">
                  <a:pos x="T54" y="T55"/>
                </a:cxn>
                <a:cxn ang="T100">
                  <a:pos x="T56" y="T57"/>
                </a:cxn>
                <a:cxn ang="T101">
                  <a:pos x="T58" y="T59"/>
                </a:cxn>
                <a:cxn ang="T102">
                  <a:pos x="T60" y="T61"/>
                </a:cxn>
                <a:cxn ang="T103">
                  <a:pos x="T62" y="T63"/>
                </a:cxn>
                <a:cxn ang="T104">
                  <a:pos x="T64" y="T65"/>
                </a:cxn>
                <a:cxn ang="T105">
                  <a:pos x="T66" y="T67"/>
                </a:cxn>
                <a:cxn ang="T106">
                  <a:pos x="T68" y="T69"/>
                </a:cxn>
                <a:cxn ang="T107">
                  <a:pos x="T70" y="T71"/>
                </a:cxn>
              </a:cxnLst>
              <a:rect l="0" t="0" r="r" b="b"/>
              <a:pathLst>
                <a:path w="5216" h="762">
                  <a:moveTo>
                    <a:pt x="5216" y="714"/>
                  </a:moveTo>
                  <a:lnTo>
                    <a:pt x="5216" y="714"/>
                  </a:lnTo>
                  <a:lnTo>
                    <a:pt x="5102" y="700"/>
                  </a:lnTo>
                  <a:lnTo>
                    <a:pt x="4984" y="686"/>
                  </a:lnTo>
                  <a:lnTo>
                    <a:pt x="4738" y="652"/>
                  </a:lnTo>
                  <a:lnTo>
                    <a:pt x="4478" y="610"/>
                  </a:lnTo>
                  <a:lnTo>
                    <a:pt x="4204" y="564"/>
                  </a:lnTo>
                  <a:lnTo>
                    <a:pt x="3914" y="508"/>
                  </a:lnTo>
                  <a:lnTo>
                    <a:pt x="3608" y="446"/>
                  </a:lnTo>
                  <a:lnTo>
                    <a:pt x="3286" y="374"/>
                  </a:lnTo>
                  <a:lnTo>
                    <a:pt x="2946" y="296"/>
                  </a:lnTo>
                  <a:lnTo>
                    <a:pt x="2812" y="266"/>
                  </a:lnTo>
                  <a:lnTo>
                    <a:pt x="2682" y="236"/>
                  </a:lnTo>
                  <a:lnTo>
                    <a:pt x="2556" y="210"/>
                  </a:lnTo>
                  <a:lnTo>
                    <a:pt x="2430" y="184"/>
                  </a:lnTo>
                  <a:lnTo>
                    <a:pt x="2308" y="162"/>
                  </a:lnTo>
                  <a:lnTo>
                    <a:pt x="2190" y="140"/>
                  </a:lnTo>
                  <a:lnTo>
                    <a:pt x="2074" y="120"/>
                  </a:lnTo>
                  <a:lnTo>
                    <a:pt x="1960" y="102"/>
                  </a:lnTo>
                  <a:lnTo>
                    <a:pt x="1850" y="86"/>
                  </a:lnTo>
                  <a:lnTo>
                    <a:pt x="1740" y="72"/>
                  </a:lnTo>
                  <a:lnTo>
                    <a:pt x="1532" y="46"/>
                  </a:lnTo>
                  <a:lnTo>
                    <a:pt x="1334" y="28"/>
                  </a:lnTo>
                  <a:lnTo>
                    <a:pt x="1148" y="14"/>
                  </a:lnTo>
                  <a:lnTo>
                    <a:pt x="970" y="4"/>
                  </a:lnTo>
                  <a:lnTo>
                    <a:pt x="802" y="0"/>
                  </a:lnTo>
                  <a:lnTo>
                    <a:pt x="644" y="0"/>
                  </a:lnTo>
                  <a:lnTo>
                    <a:pt x="496" y="4"/>
                  </a:lnTo>
                  <a:lnTo>
                    <a:pt x="358" y="10"/>
                  </a:lnTo>
                  <a:lnTo>
                    <a:pt x="230" y="20"/>
                  </a:lnTo>
                  <a:lnTo>
                    <a:pt x="110" y="32"/>
                  </a:lnTo>
                  <a:lnTo>
                    <a:pt x="0" y="48"/>
                  </a:lnTo>
                  <a:lnTo>
                    <a:pt x="154" y="66"/>
                  </a:lnTo>
                  <a:lnTo>
                    <a:pt x="314" y="86"/>
                  </a:lnTo>
                  <a:lnTo>
                    <a:pt x="480" y="112"/>
                  </a:lnTo>
                  <a:lnTo>
                    <a:pt x="652" y="140"/>
                  </a:lnTo>
                  <a:lnTo>
                    <a:pt x="830" y="174"/>
                  </a:lnTo>
                  <a:lnTo>
                    <a:pt x="1014" y="210"/>
                  </a:lnTo>
                  <a:lnTo>
                    <a:pt x="1206" y="250"/>
                  </a:lnTo>
                  <a:lnTo>
                    <a:pt x="1402" y="296"/>
                  </a:lnTo>
                  <a:lnTo>
                    <a:pt x="1756" y="378"/>
                  </a:lnTo>
                  <a:lnTo>
                    <a:pt x="2092" y="450"/>
                  </a:lnTo>
                  <a:lnTo>
                    <a:pt x="2408" y="516"/>
                  </a:lnTo>
                  <a:lnTo>
                    <a:pt x="2562" y="544"/>
                  </a:lnTo>
                  <a:lnTo>
                    <a:pt x="2708" y="572"/>
                  </a:lnTo>
                  <a:lnTo>
                    <a:pt x="2852" y="598"/>
                  </a:lnTo>
                  <a:lnTo>
                    <a:pt x="2992" y="620"/>
                  </a:lnTo>
                  <a:lnTo>
                    <a:pt x="3128" y="642"/>
                  </a:lnTo>
                  <a:lnTo>
                    <a:pt x="3260" y="662"/>
                  </a:lnTo>
                  <a:lnTo>
                    <a:pt x="3388" y="678"/>
                  </a:lnTo>
                  <a:lnTo>
                    <a:pt x="3512" y="694"/>
                  </a:lnTo>
                  <a:lnTo>
                    <a:pt x="3632" y="708"/>
                  </a:lnTo>
                  <a:lnTo>
                    <a:pt x="3750" y="722"/>
                  </a:lnTo>
                  <a:lnTo>
                    <a:pt x="3864" y="732"/>
                  </a:lnTo>
                  <a:lnTo>
                    <a:pt x="3974" y="740"/>
                  </a:lnTo>
                  <a:lnTo>
                    <a:pt x="4080" y="748"/>
                  </a:lnTo>
                  <a:lnTo>
                    <a:pt x="4184" y="754"/>
                  </a:lnTo>
                  <a:lnTo>
                    <a:pt x="4286" y="758"/>
                  </a:lnTo>
                  <a:lnTo>
                    <a:pt x="4384" y="762"/>
                  </a:lnTo>
                  <a:lnTo>
                    <a:pt x="4478" y="762"/>
                  </a:lnTo>
                  <a:lnTo>
                    <a:pt x="4570" y="762"/>
                  </a:lnTo>
                  <a:lnTo>
                    <a:pt x="4660" y="760"/>
                  </a:lnTo>
                  <a:lnTo>
                    <a:pt x="4746" y="758"/>
                  </a:lnTo>
                  <a:lnTo>
                    <a:pt x="4830" y="754"/>
                  </a:lnTo>
                  <a:lnTo>
                    <a:pt x="4912" y="748"/>
                  </a:lnTo>
                  <a:lnTo>
                    <a:pt x="4992" y="740"/>
                  </a:lnTo>
                  <a:lnTo>
                    <a:pt x="5068" y="732"/>
                  </a:lnTo>
                  <a:lnTo>
                    <a:pt x="5144" y="724"/>
                  </a:lnTo>
                  <a:lnTo>
                    <a:pt x="5216" y="714"/>
                  </a:lnTo>
                  <a:close/>
                </a:path>
              </a:pathLst>
            </a:custGeom>
            <a:solidFill>
              <a:schemeClr val="bg2">
                <a:alpha val="39999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6155" name="Freeform 22">
              <a:extLst>
                <a:ext uri="{FF2B5EF4-FFF2-40B4-BE49-F238E27FC236}">
                  <a16:creationId xmlns:a16="http://schemas.microsoft.com/office/drawing/2014/main" id="{00926550-3326-47FF-B92E-E0C7539D4944}"/>
                </a:ext>
              </a:extLst>
            </p:cNvPr>
            <p:cNvSpPr>
              <a:spLocks/>
            </p:cNvSpPr>
            <p:nvPr/>
          </p:nvSpPr>
          <p:spPr bwMode="hidden">
            <a:xfrm>
              <a:off x="3804" y="4335892"/>
              <a:ext cx="8164957" cy="1099931"/>
            </a:xfrm>
            <a:custGeom>
              <a:avLst/>
              <a:gdLst>
                <a:gd name="T0" fmla="*/ 0 w 5144"/>
                <a:gd name="T1" fmla="*/ 2147483646 h 694"/>
                <a:gd name="T2" fmla="*/ 0 w 5144"/>
                <a:gd name="T3" fmla="*/ 2147483646 h 694"/>
                <a:gd name="T4" fmla="*/ 2147483646 w 5144"/>
                <a:gd name="T5" fmla="*/ 2147483646 h 694"/>
                <a:gd name="T6" fmla="*/ 2147483646 w 5144"/>
                <a:gd name="T7" fmla="*/ 2147483646 h 694"/>
                <a:gd name="T8" fmla="*/ 2147483646 w 5144"/>
                <a:gd name="T9" fmla="*/ 2147483646 h 694"/>
                <a:gd name="T10" fmla="*/ 2147483646 w 5144"/>
                <a:gd name="T11" fmla="*/ 2147483646 h 694"/>
                <a:gd name="T12" fmla="*/ 2147483646 w 5144"/>
                <a:gd name="T13" fmla="*/ 2147483646 h 694"/>
                <a:gd name="T14" fmla="*/ 2147483646 w 5144"/>
                <a:gd name="T15" fmla="*/ 2147483646 h 694"/>
                <a:gd name="T16" fmla="*/ 2147483646 w 5144"/>
                <a:gd name="T17" fmla="*/ 2147483646 h 694"/>
                <a:gd name="T18" fmla="*/ 2147483646 w 5144"/>
                <a:gd name="T19" fmla="*/ 2147483646 h 694"/>
                <a:gd name="T20" fmla="*/ 2147483646 w 5144"/>
                <a:gd name="T21" fmla="*/ 2147483646 h 694"/>
                <a:gd name="T22" fmla="*/ 2147483646 w 5144"/>
                <a:gd name="T23" fmla="*/ 2147483646 h 694"/>
                <a:gd name="T24" fmla="*/ 2147483646 w 5144"/>
                <a:gd name="T25" fmla="*/ 0 h 694"/>
                <a:gd name="T26" fmla="*/ 2147483646 w 5144"/>
                <a:gd name="T27" fmla="*/ 2147483646 h 694"/>
                <a:gd name="T28" fmla="*/ 2147483646 w 5144"/>
                <a:gd name="T29" fmla="*/ 2147483646 h 694"/>
                <a:gd name="T30" fmla="*/ 2147483646 w 5144"/>
                <a:gd name="T31" fmla="*/ 2147483646 h 694"/>
                <a:gd name="T32" fmla="*/ 2147483646 w 5144"/>
                <a:gd name="T33" fmla="*/ 2147483646 h 694"/>
                <a:gd name="T34" fmla="*/ 2147483646 w 5144"/>
                <a:gd name="T35" fmla="*/ 2147483646 h 694"/>
                <a:gd name="T36" fmla="*/ 2147483646 w 5144"/>
                <a:gd name="T37" fmla="*/ 2147483646 h 694"/>
                <a:gd name="T38" fmla="*/ 2147483646 w 5144"/>
                <a:gd name="T39" fmla="*/ 2147483646 h 694"/>
                <a:gd name="T40" fmla="*/ 2147483646 w 5144"/>
                <a:gd name="T41" fmla="*/ 2147483646 h 694"/>
                <a:gd name="T42" fmla="*/ 2147483646 w 5144"/>
                <a:gd name="T43" fmla="*/ 2147483646 h 694"/>
                <a:gd name="T44" fmla="*/ 2147483646 w 5144"/>
                <a:gd name="T45" fmla="*/ 2147483646 h 694"/>
                <a:gd name="T46" fmla="*/ 2147483646 w 5144"/>
                <a:gd name="T47" fmla="*/ 2147483646 h 694"/>
                <a:gd name="T48" fmla="*/ 2147483646 w 5144"/>
                <a:gd name="T49" fmla="*/ 2147483646 h 694"/>
                <a:gd name="T50" fmla="*/ 2147483646 w 5144"/>
                <a:gd name="T51" fmla="*/ 2147483646 h 694"/>
                <a:gd name="T52" fmla="*/ 2147483646 w 5144"/>
                <a:gd name="T53" fmla="*/ 2147483646 h 694"/>
                <a:gd name="T54" fmla="*/ 2147483646 w 5144"/>
                <a:gd name="T55" fmla="*/ 2147483646 h 694"/>
                <a:gd name="T56" fmla="*/ 2147483646 w 5144"/>
                <a:gd name="T57" fmla="*/ 2147483646 h 694"/>
                <a:gd name="T58" fmla="*/ 2147483646 w 5144"/>
                <a:gd name="T59" fmla="*/ 2147483646 h 694"/>
                <a:gd name="T60" fmla="*/ 2147483646 w 5144"/>
                <a:gd name="T61" fmla="*/ 2147483646 h 694"/>
                <a:gd name="T62" fmla="*/ 0 60000 65536"/>
                <a:gd name="T63" fmla="*/ 0 60000 65536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</a:gdLst>
              <a:ahLst/>
              <a:cxnLst>
                <a:cxn ang="T62">
                  <a:pos x="T0" y="T1"/>
                </a:cxn>
                <a:cxn ang="T63">
                  <a:pos x="T2" y="T3"/>
                </a:cxn>
                <a:cxn ang="T64">
                  <a:pos x="T4" y="T5"/>
                </a:cxn>
                <a:cxn ang="T65">
                  <a:pos x="T6" y="T7"/>
                </a:cxn>
                <a:cxn ang="T66">
                  <a:pos x="T8" y="T9"/>
                </a:cxn>
                <a:cxn ang="T67">
                  <a:pos x="T10" y="T11"/>
                </a:cxn>
                <a:cxn ang="T68">
                  <a:pos x="T12" y="T13"/>
                </a:cxn>
                <a:cxn ang="T69">
                  <a:pos x="T14" y="T15"/>
                </a:cxn>
                <a:cxn ang="T70">
                  <a:pos x="T16" y="T17"/>
                </a:cxn>
                <a:cxn ang="T71">
                  <a:pos x="T18" y="T19"/>
                </a:cxn>
                <a:cxn ang="T72">
                  <a:pos x="T20" y="T21"/>
                </a:cxn>
                <a:cxn ang="T73">
                  <a:pos x="T22" y="T23"/>
                </a:cxn>
                <a:cxn ang="T74">
                  <a:pos x="T24" y="T25"/>
                </a:cxn>
                <a:cxn ang="T75">
                  <a:pos x="T26" y="T27"/>
                </a:cxn>
                <a:cxn ang="T76">
                  <a:pos x="T28" y="T29"/>
                </a:cxn>
                <a:cxn ang="T77">
                  <a:pos x="T30" y="T31"/>
                </a:cxn>
                <a:cxn ang="T78">
                  <a:pos x="T32" y="T33"/>
                </a:cxn>
                <a:cxn ang="T79">
                  <a:pos x="T34" y="T35"/>
                </a:cxn>
                <a:cxn ang="T80">
                  <a:pos x="T36" y="T37"/>
                </a:cxn>
                <a:cxn ang="T81">
                  <a:pos x="T38" y="T39"/>
                </a:cxn>
                <a:cxn ang="T82">
                  <a:pos x="T40" y="T41"/>
                </a:cxn>
                <a:cxn ang="T83">
                  <a:pos x="T42" y="T43"/>
                </a:cxn>
                <a:cxn ang="T84">
                  <a:pos x="T44" y="T45"/>
                </a:cxn>
                <a:cxn ang="T85">
                  <a:pos x="T46" y="T47"/>
                </a:cxn>
                <a:cxn ang="T86">
                  <a:pos x="T48" y="T49"/>
                </a:cxn>
                <a:cxn ang="T87">
                  <a:pos x="T50" y="T51"/>
                </a:cxn>
                <a:cxn ang="T88">
                  <a:pos x="T52" y="T53"/>
                </a:cxn>
                <a:cxn ang="T89">
                  <a:pos x="T54" y="T55"/>
                </a:cxn>
                <a:cxn ang="T90">
                  <a:pos x="T56" y="T57"/>
                </a:cxn>
                <a:cxn ang="T91">
                  <a:pos x="T58" y="T59"/>
                </a:cxn>
                <a:cxn ang="T92">
                  <a:pos x="T60" y="T61"/>
                </a:cxn>
              </a:cxnLst>
              <a:rect l="0" t="0" r="r" b="b"/>
              <a:pathLst>
                <a:path w="5144" h="694">
                  <a:moveTo>
                    <a:pt x="0" y="70"/>
                  </a:moveTo>
                  <a:lnTo>
                    <a:pt x="0" y="70"/>
                  </a:lnTo>
                  <a:lnTo>
                    <a:pt x="18" y="66"/>
                  </a:lnTo>
                  <a:lnTo>
                    <a:pt x="72" y="56"/>
                  </a:lnTo>
                  <a:lnTo>
                    <a:pt x="164" y="42"/>
                  </a:lnTo>
                  <a:lnTo>
                    <a:pt x="224" y="34"/>
                  </a:lnTo>
                  <a:lnTo>
                    <a:pt x="294" y="26"/>
                  </a:lnTo>
                  <a:lnTo>
                    <a:pt x="372" y="20"/>
                  </a:lnTo>
                  <a:lnTo>
                    <a:pt x="462" y="14"/>
                  </a:lnTo>
                  <a:lnTo>
                    <a:pt x="560" y="8"/>
                  </a:lnTo>
                  <a:lnTo>
                    <a:pt x="670" y="4"/>
                  </a:lnTo>
                  <a:lnTo>
                    <a:pt x="790" y="2"/>
                  </a:lnTo>
                  <a:lnTo>
                    <a:pt x="920" y="0"/>
                  </a:lnTo>
                  <a:lnTo>
                    <a:pt x="1060" y="2"/>
                  </a:lnTo>
                  <a:lnTo>
                    <a:pt x="1210" y="6"/>
                  </a:lnTo>
                  <a:lnTo>
                    <a:pt x="1372" y="14"/>
                  </a:lnTo>
                  <a:lnTo>
                    <a:pt x="1544" y="24"/>
                  </a:lnTo>
                  <a:lnTo>
                    <a:pt x="1726" y="40"/>
                  </a:lnTo>
                  <a:lnTo>
                    <a:pt x="1920" y="58"/>
                  </a:lnTo>
                  <a:lnTo>
                    <a:pt x="2126" y="80"/>
                  </a:lnTo>
                  <a:lnTo>
                    <a:pt x="2342" y="106"/>
                  </a:lnTo>
                  <a:lnTo>
                    <a:pt x="2570" y="138"/>
                  </a:lnTo>
                  <a:lnTo>
                    <a:pt x="2808" y="174"/>
                  </a:lnTo>
                  <a:lnTo>
                    <a:pt x="3058" y="216"/>
                  </a:lnTo>
                  <a:lnTo>
                    <a:pt x="3320" y="266"/>
                  </a:lnTo>
                  <a:lnTo>
                    <a:pt x="3594" y="320"/>
                  </a:lnTo>
                  <a:lnTo>
                    <a:pt x="3880" y="380"/>
                  </a:lnTo>
                  <a:lnTo>
                    <a:pt x="4178" y="448"/>
                  </a:lnTo>
                  <a:lnTo>
                    <a:pt x="4488" y="522"/>
                  </a:lnTo>
                  <a:lnTo>
                    <a:pt x="4810" y="604"/>
                  </a:lnTo>
                  <a:lnTo>
                    <a:pt x="5144" y="694"/>
                  </a:lnTo>
                </a:path>
              </a:pathLst>
            </a:custGeom>
            <a:noFill/>
            <a:ln w="12">
              <a:solidFill>
                <a:srgbClr val="FFFFFF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6156" name="Freeform 26">
              <a:extLst>
                <a:ext uri="{FF2B5EF4-FFF2-40B4-BE49-F238E27FC236}">
                  <a16:creationId xmlns:a16="http://schemas.microsoft.com/office/drawing/2014/main" id="{F378E77F-8788-48BA-BAB6-3E2AA2959582}"/>
                </a:ext>
              </a:extLst>
            </p:cNvPr>
            <p:cNvSpPr>
              <a:spLocks/>
            </p:cNvSpPr>
            <p:nvPr/>
          </p:nvSpPr>
          <p:spPr bwMode="hidden">
            <a:xfrm>
              <a:off x="4156589" y="4315040"/>
              <a:ext cx="4940221" cy="927905"/>
            </a:xfrm>
            <a:custGeom>
              <a:avLst/>
              <a:gdLst>
                <a:gd name="T0" fmla="*/ 0 w 3112"/>
                <a:gd name="T1" fmla="*/ 2147483646 h 584"/>
                <a:gd name="T2" fmla="*/ 0 w 3112"/>
                <a:gd name="T3" fmla="*/ 2147483646 h 584"/>
                <a:gd name="T4" fmla="*/ 2147483646 w 3112"/>
                <a:gd name="T5" fmla="*/ 2147483646 h 584"/>
                <a:gd name="T6" fmla="*/ 2147483646 w 3112"/>
                <a:gd name="T7" fmla="*/ 2147483646 h 584"/>
                <a:gd name="T8" fmla="*/ 2147483646 w 3112"/>
                <a:gd name="T9" fmla="*/ 2147483646 h 584"/>
                <a:gd name="T10" fmla="*/ 2147483646 w 3112"/>
                <a:gd name="T11" fmla="*/ 2147483646 h 584"/>
                <a:gd name="T12" fmla="*/ 2147483646 w 3112"/>
                <a:gd name="T13" fmla="*/ 2147483646 h 584"/>
                <a:gd name="T14" fmla="*/ 2147483646 w 3112"/>
                <a:gd name="T15" fmla="*/ 2147483646 h 584"/>
                <a:gd name="T16" fmla="*/ 2147483646 w 3112"/>
                <a:gd name="T17" fmla="*/ 2147483646 h 584"/>
                <a:gd name="T18" fmla="*/ 2147483646 w 3112"/>
                <a:gd name="T19" fmla="*/ 2147483646 h 584"/>
                <a:gd name="T20" fmla="*/ 2147483646 w 3112"/>
                <a:gd name="T21" fmla="*/ 2147483646 h 584"/>
                <a:gd name="T22" fmla="*/ 2147483646 w 3112"/>
                <a:gd name="T23" fmla="*/ 2147483646 h 584"/>
                <a:gd name="T24" fmla="*/ 2147483646 w 3112"/>
                <a:gd name="T25" fmla="*/ 2147483646 h 584"/>
                <a:gd name="T26" fmla="*/ 2147483646 w 3112"/>
                <a:gd name="T27" fmla="*/ 2147483646 h 584"/>
                <a:gd name="T28" fmla="*/ 2147483646 w 3112"/>
                <a:gd name="T29" fmla="*/ 2147483646 h 584"/>
                <a:gd name="T30" fmla="*/ 2147483646 w 3112"/>
                <a:gd name="T31" fmla="*/ 2147483646 h 584"/>
                <a:gd name="T32" fmla="*/ 2147483646 w 3112"/>
                <a:gd name="T33" fmla="*/ 2147483646 h 584"/>
                <a:gd name="T34" fmla="*/ 2147483646 w 3112"/>
                <a:gd name="T35" fmla="*/ 2147483646 h 584"/>
                <a:gd name="T36" fmla="*/ 2147483646 w 3112"/>
                <a:gd name="T37" fmla="*/ 2147483646 h 584"/>
                <a:gd name="T38" fmla="*/ 2147483646 w 3112"/>
                <a:gd name="T39" fmla="*/ 0 h 584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</a:gdLst>
              <a:ahLst/>
              <a:cxnLst>
                <a:cxn ang="T40">
                  <a:pos x="T0" y="T1"/>
                </a:cxn>
                <a:cxn ang="T41">
                  <a:pos x="T2" y="T3"/>
                </a:cxn>
                <a:cxn ang="T42">
                  <a:pos x="T4" y="T5"/>
                </a:cxn>
                <a:cxn ang="T43">
                  <a:pos x="T6" y="T7"/>
                </a:cxn>
                <a:cxn ang="T44">
                  <a:pos x="T8" y="T9"/>
                </a:cxn>
                <a:cxn ang="T45">
                  <a:pos x="T10" y="T11"/>
                </a:cxn>
                <a:cxn ang="T46">
                  <a:pos x="T12" y="T13"/>
                </a:cxn>
                <a:cxn ang="T47">
                  <a:pos x="T14" y="T15"/>
                </a:cxn>
                <a:cxn ang="T48">
                  <a:pos x="T16" y="T17"/>
                </a:cxn>
                <a:cxn ang="T49">
                  <a:pos x="T18" y="T19"/>
                </a:cxn>
                <a:cxn ang="T50">
                  <a:pos x="T20" y="T21"/>
                </a:cxn>
                <a:cxn ang="T51">
                  <a:pos x="T22" y="T23"/>
                </a:cxn>
                <a:cxn ang="T52">
                  <a:pos x="T24" y="T25"/>
                </a:cxn>
                <a:cxn ang="T53">
                  <a:pos x="T26" y="T27"/>
                </a:cxn>
                <a:cxn ang="T54">
                  <a:pos x="T28" y="T29"/>
                </a:cxn>
                <a:cxn ang="T55">
                  <a:pos x="T30" y="T31"/>
                </a:cxn>
                <a:cxn ang="T56">
                  <a:pos x="T32" y="T33"/>
                </a:cxn>
                <a:cxn ang="T57">
                  <a:pos x="T34" y="T35"/>
                </a:cxn>
                <a:cxn ang="T58">
                  <a:pos x="T36" y="T37"/>
                </a:cxn>
                <a:cxn ang="T59">
                  <a:pos x="T38" y="T39"/>
                </a:cxn>
              </a:cxnLst>
              <a:rect l="0" t="0" r="r" b="b"/>
              <a:pathLst>
                <a:path w="3112" h="584">
                  <a:moveTo>
                    <a:pt x="0" y="584"/>
                  </a:moveTo>
                  <a:lnTo>
                    <a:pt x="0" y="584"/>
                  </a:lnTo>
                  <a:lnTo>
                    <a:pt x="90" y="560"/>
                  </a:lnTo>
                  <a:lnTo>
                    <a:pt x="336" y="498"/>
                  </a:lnTo>
                  <a:lnTo>
                    <a:pt x="506" y="456"/>
                  </a:lnTo>
                  <a:lnTo>
                    <a:pt x="702" y="410"/>
                  </a:lnTo>
                  <a:lnTo>
                    <a:pt x="920" y="360"/>
                  </a:lnTo>
                  <a:lnTo>
                    <a:pt x="1154" y="306"/>
                  </a:lnTo>
                  <a:lnTo>
                    <a:pt x="1402" y="254"/>
                  </a:lnTo>
                  <a:lnTo>
                    <a:pt x="1656" y="202"/>
                  </a:lnTo>
                  <a:lnTo>
                    <a:pt x="1916" y="154"/>
                  </a:lnTo>
                  <a:lnTo>
                    <a:pt x="2174" y="108"/>
                  </a:lnTo>
                  <a:lnTo>
                    <a:pt x="2302" y="88"/>
                  </a:lnTo>
                  <a:lnTo>
                    <a:pt x="2426" y="68"/>
                  </a:lnTo>
                  <a:lnTo>
                    <a:pt x="2550" y="52"/>
                  </a:lnTo>
                  <a:lnTo>
                    <a:pt x="2670" y="36"/>
                  </a:lnTo>
                  <a:lnTo>
                    <a:pt x="2788" y="24"/>
                  </a:lnTo>
                  <a:lnTo>
                    <a:pt x="2900" y="14"/>
                  </a:lnTo>
                  <a:lnTo>
                    <a:pt x="3008" y="6"/>
                  </a:lnTo>
                  <a:lnTo>
                    <a:pt x="3112" y="0"/>
                  </a:lnTo>
                </a:path>
              </a:pathLst>
            </a:custGeom>
            <a:noFill/>
            <a:ln w="12">
              <a:solidFill>
                <a:srgbClr val="FFFFFF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 useBgFill="1">
          <p:nvSpPr>
            <p:cNvPr id="6157" name="Freeform 10">
              <a:extLst>
                <a:ext uri="{FF2B5EF4-FFF2-40B4-BE49-F238E27FC236}">
                  <a16:creationId xmlns:a16="http://schemas.microsoft.com/office/drawing/2014/main" id="{FDDFA122-4556-4B0C-9785-7AF61736AA37}"/>
                </a:ext>
              </a:extLst>
            </p:cNvPr>
            <p:cNvSpPr>
              <a:spLocks/>
            </p:cNvSpPr>
            <p:nvPr/>
          </p:nvSpPr>
          <p:spPr bwMode="hidden">
            <a:xfrm>
              <a:off x="-3905251" y="4294188"/>
              <a:ext cx="13027839" cy="1892300"/>
            </a:xfrm>
            <a:custGeom>
              <a:avLst/>
              <a:gdLst>
                <a:gd name="T0" fmla="*/ 2147483646 w 8196"/>
                <a:gd name="T1" fmla="*/ 2147483646 h 1192"/>
                <a:gd name="T2" fmla="*/ 2147483646 w 8196"/>
                <a:gd name="T3" fmla="*/ 2147483646 h 1192"/>
                <a:gd name="T4" fmla="*/ 2147483646 w 8196"/>
                <a:gd name="T5" fmla="*/ 2147483646 h 1192"/>
                <a:gd name="T6" fmla="*/ 2147483646 w 8196"/>
                <a:gd name="T7" fmla="*/ 2147483646 h 1192"/>
                <a:gd name="T8" fmla="*/ 2147483646 w 8196"/>
                <a:gd name="T9" fmla="*/ 2147483646 h 1192"/>
                <a:gd name="T10" fmla="*/ 2147483646 w 8196"/>
                <a:gd name="T11" fmla="*/ 2147483646 h 1192"/>
                <a:gd name="T12" fmla="*/ 2147483646 w 8196"/>
                <a:gd name="T13" fmla="*/ 2147483646 h 1192"/>
                <a:gd name="T14" fmla="*/ 2147483646 w 8196"/>
                <a:gd name="T15" fmla="*/ 2147483646 h 1192"/>
                <a:gd name="T16" fmla="*/ 2147483646 w 8196"/>
                <a:gd name="T17" fmla="*/ 2147483646 h 1192"/>
                <a:gd name="T18" fmla="*/ 2147483646 w 8196"/>
                <a:gd name="T19" fmla="*/ 2147483646 h 1192"/>
                <a:gd name="T20" fmla="*/ 2147483646 w 8196"/>
                <a:gd name="T21" fmla="*/ 2147483646 h 1192"/>
                <a:gd name="T22" fmla="*/ 2147483646 w 8196"/>
                <a:gd name="T23" fmla="*/ 2147483646 h 1192"/>
                <a:gd name="T24" fmla="*/ 2147483646 w 8196"/>
                <a:gd name="T25" fmla="*/ 2147483646 h 1192"/>
                <a:gd name="T26" fmla="*/ 2147483646 w 8196"/>
                <a:gd name="T27" fmla="*/ 2147483646 h 1192"/>
                <a:gd name="T28" fmla="*/ 2147483646 w 8196"/>
                <a:gd name="T29" fmla="*/ 2147483646 h 1192"/>
                <a:gd name="T30" fmla="*/ 2147483646 w 8196"/>
                <a:gd name="T31" fmla="*/ 2147483646 h 1192"/>
                <a:gd name="T32" fmla="*/ 2147483646 w 8196"/>
                <a:gd name="T33" fmla="*/ 2147483646 h 1192"/>
                <a:gd name="T34" fmla="*/ 2147483646 w 8196"/>
                <a:gd name="T35" fmla="*/ 2147483646 h 1192"/>
                <a:gd name="T36" fmla="*/ 2147483646 w 8196"/>
                <a:gd name="T37" fmla="*/ 2147483646 h 1192"/>
                <a:gd name="T38" fmla="*/ 2147483646 w 8196"/>
                <a:gd name="T39" fmla="*/ 2147483646 h 1192"/>
                <a:gd name="T40" fmla="*/ 2147483646 w 8196"/>
                <a:gd name="T41" fmla="*/ 2147483646 h 1192"/>
                <a:gd name="T42" fmla="*/ 2147483646 w 8196"/>
                <a:gd name="T43" fmla="*/ 2147483646 h 1192"/>
                <a:gd name="T44" fmla="*/ 2147483646 w 8196"/>
                <a:gd name="T45" fmla="*/ 0 h 1192"/>
                <a:gd name="T46" fmla="*/ 2147483646 w 8196"/>
                <a:gd name="T47" fmla="*/ 2147483646 h 1192"/>
                <a:gd name="T48" fmla="*/ 2147483646 w 8196"/>
                <a:gd name="T49" fmla="*/ 2147483646 h 1192"/>
                <a:gd name="T50" fmla="*/ 2147483646 w 8196"/>
                <a:gd name="T51" fmla="*/ 2147483646 h 1192"/>
                <a:gd name="T52" fmla="*/ 2147483646 w 8196"/>
                <a:gd name="T53" fmla="*/ 2147483646 h 1192"/>
                <a:gd name="T54" fmla="*/ 2147483646 w 8196"/>
                <a:gd name="T55" fmla="*/ 2147483646 h 1192"/>
                <a:gd name="T56" fmla="*/ 2147483646 w 8196"/>
                <a:gd name="T57" fmla="*/ 2147483646 h 1192"/>
                <a:gd name="T58" fmla="*/ 2147483646 w 8196"/>
                <a:gd name="T59" fmla="*/ 2147483646 h 1192"/>
                <a:gd name="T60" fmla="*/ 2147483646 w 8196"/>
                <a:gd name="T61" fmla="*/ 2147483646 h 1192"/>
                <a:gd name="T62" fmla="*/ 0 w 8196"/>
                <a:gd name="T63" fmla="*/ 2147483646 h 1192"/>
                <a:gd name="T64" fmla="*/ 2147483646 w 8196"/>
                <a:gd name="T65" fmla="*/ 2147483646 h 1192"/>
                <a:gd name="T66" fmla="*/ 2147483646 w 8196"/>
                <a:gd name="T67" fmla="*/ 2147483646 h 1192"/>
                <a:gd name="T68" fmla="*/ 2147483646 w 8196"/>
                <a:gd name="T69" fmla="*/ 2147483646 h 1192"/>
                <a:gd name="T70" fmla="*/ 2147483646 w 8196"/>
                <a:gd name="T71" fmla="*/ 2147483646 h 1192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</a:gdLst>
              <a:ahLst/>
              <a:cxnLst>
                <a:cxn ang="T72">
                  <a:pos x="T0" y="T1"/>
                </a:cxn>
                <a:cxn ang="T73">
                  <a:pos x="T2" y="T3"/>
                </a:cxn>
                <a:cxn ang="T74">
                  <a:pos x="T4" y="T5"/>
                </a:cxn>
                <a:cxn ang="T75">
                  <a:pos x="T6" y="T7"/>
                </a:cxn>
                <a:cxn ang="T76">
                  <a:pos x="T8" y="T9"/>
                </a:cxn>
                <a:cxn ang="T77">
                  <a:pos x="T10" y="T11"/>
                </a:cxn>
                <a:cxn ang="T78">
                  <a:pos x="T12" y="T13"/>
                </a:cxn>
                <a:cxn ang="T79">
                  <a:pos x="T14" y="T15"/>
                </a:cxn>
                <a:cxn ang="T80">
                  <a:pos x="T16" y="T17"/>
                </a:cxn>
                <a:cxn ang="T81">
                  <a:pos x="T18" y="T19"/>
                </a:cxn>
                <a:cxn ang="T82">
                  <a:pos x="T20" y="T21"/>
                </a:cxn>
                <a:cxn ang="T83">
                  <a:pos x="T22" y="T23"/>
                </a:cxn>
                <a:cxn ang="T84">
                  <a:pos x="T24" y="T25"/>
                </a:cxn>
                <a:cxn ang="T85">
                  <a:pos x="T26" y="T27"/>
                </a:cxn>
                <a:cxn ang="T86">
                  <a:pos x="T28" y="T29"/>
                </a:cxn>
                <a:cxn ang="T87">
                  <a:pos x="T30" y="T31"/>
                </a:cxn>
                <a:cxn ang="T88">
                  <a:pos x="T32" y="T33"/>
                </a:cxn>
                <a:cxn ang="T89">
                  <a:pos x="T34" y="T35"/>
                </a:cxn>
                <a:cxn ang="T90">
                  <a:pos x="T36" y="T37"/>
                </a:cxn>
                <a:cxn ang="T91">
                  <a:pos x="T38" y="T39"/>
                </a:cxn>
                <a:cxn ang="T92">
                  <a:pos x="T40" y="T41"/>
                </a:cxn>
                <a:cxn ang="T93">
                  <a:pos x="T42" y="T43"/>
                </a:cxn>
                <a:cxn ang="T94">
                  <a:pos x="T44" y="T45"/>
                </a:cxn>
                <a:cxn ang="T95">
                  <a:pos x="T46" y="T47"/>
                </a:cxn>
                <a:cxn ang="T96">
                  <a:pos x="T48" y="T49"/>
                </a:cxn>
                <a:cxn ang="T97">
                  <a:pos x="T50" y="T51"/>
                </a:cxn>
                <a:cxn ang="T98">
                  <a:pos x="T52" y="T53"/>
                </a:cxn>
                <a:cxn ang="T99">
                  <a:pos x="T54" y="T55"/>
                </a:cxn>
                <a:cxn ang="T100">
                  <a:pos x="T56" y="T57"/>
                </a:cxn>
                <a:cxn ang="T101">
                  <a:pos x="T58" y="T59"/>
                </a:cxn>
                <a:cxn ang="T102">
                  <a:pos x="T60" y="T61"/>
                </a:cxn>
                <a:cxn ang="T103">
                  <a:pos x="T62" y="T63"/>
                </a:cxn>
                <a:cxn ang="T104">
                  <a:pos x="T64" y="T65"/>
                </a:cxn>
                <a:cxn ang="T105">
                  <a:pos x="T66" y="T67"/>
                </a:cxn>
                <a:cxn ang="T106">
                  <a:pos x="T68" y="T69"/>
                </a:cxn>
                <a:cxn ang="T107">
                  <a:pos x="T70" y="T71"/>
                </a:cxn>
              </a:cxnLst>
              <a:rect l="0" t="0" r="r" b="b"/>
              <a:pathLst>
                <a:path w="8196" h="1192">
                  <a:moveTo>
                    <a:pt x="8192" y="512"/>
                  </a:moveTo>
                  <a:lnTo>
                    <a:pt x="8192" y="512"/>
                  </a:lnTo>
                  <a:lnTo>
                    <a:pt x="8116" y="542"/>
                  </a:lnTo>
                  <a:lnTo>
                    <a:pt x="8040" y="570"/>
                  </a:lnTo>
                  <a:lnTo>
                    <a:pt x="7960" y="596"/>
                  </a:lnTo>
                  <a:lnTo>
                    <a:pt x="7878" y="620"/>
                  </a:lnTo>
                  <a:lnTo>
                    <a:pt x="7794" y="644"/>
                  </a:lnTo>
                  <a:lnTo>
                    <a:pt x="7706" y="666"/>
                  </a:lnTo>
                  <a:lnTo>
                    <a:pt x="7616" y="684"/>
                  </a:lnTo>
                  <a:lnTo>
                    <a:pt x="7522" y="702"/>
                  </a:lnTo>
                  <a:lnTo>
                    <a:pt x="7424" y="718"/>
                  </a:lnTo>
                  <a:lnTo>
                    <a:pt x="7322" y="730"/>
                  </a:lnTo>
                  <a:lnTo>
                    <a:pt x="7216" y="742"/>
                  </a:lnTo>
                  <a:lnTo>
                    <a:pt x="7106" y="750"/>
                  </a:lnTo>
                  <a:lnTo>
                    <a:pt x="6992" y="758"/>
                  </a:lnTo>
                  <a:lnTo>
                    <a:pt x="6872" y="762"/>
                  </a:lnTo>
                  <a:lnTo>
                    <a:pt x="6748" y="762"/>
                  </a:lnTo>
                  <a:lnTo>
                    <a:pt x="6618" y="760"/>
                  </a:lnTo>
                  <a:lnTo>
                    <a:pt x="6482" y="756"/>
                  </a:lnTo>
                  <a:lnTo>
                    <a:pt x="6342" y="750"/>
                  </a:lnTo>
                  <a:lnTo>
                    <a:pt x="6196" y="740"/>
                  </a:lnTo>
                  <a:lnTo>
                    <a:pt x="6042" y="726"/>
                  </a:lnTo>
                  <a:lnTo>
                    <a:pt x="5882" y="710"/>
                  </a:lnTo>
                  <a:lnTo>
                    <a:pt x="5716" y="690"/>
                  </a:lnTo>
                  <a:lnTo>
                    <a:pt x="5544" y="668"/>
                  </a:lnTo>
                  <a:lnTo>
                    <a:pt x="5364" y="642"/>
                  </a:lnTo>
                  <a:lnTo>
                    <a:pt x="5176" y="612"/>
                  </a:lnTo>
                  <a:lnTo>
                    <a:pt x="4982" y="578"/>
                  </a:lnTo>
                  <a:lnTo>
                    <a:pt x="4778" y="540"/>
                  </a:lnTo>
                  <a:lnTo>
                    <a:pt x="4568" y="500"/>
                  </a:lnTo>
                  <a:lnTo>
                    <a:pt x="4348" y="454"/>
                  </a:lnTo>
                  <a:lnTo>
                    <a:pt x="4122" y="406"/>
                  </a:lnTo>
                  <a:lnTo>
                    <a:pt x="3886" y="354"/>
                  </a:lnTo>
                  <a:lnTo>
                    <a:pt x="3640" y="296"/>
                  </a:lnTo>
                  <a:lnTo>
                    <a:pt x="3396" y="240"/>
                  </a:lnTo>
                  <a:lnTo>
                    <a:pt x="3160" y="192"/>
                  </a:lnTo>
                  <a:lnTo>
                    <a:pt x="2934" y="148"/>
                  </a:lnTo>
                  <a:lnTo>
                    <a:pt x="2718" y="112"/>
                  </a:lnTo>
                  <a:lnTo>
                    <a:pt x="2512" y="82"/>
                  </a:lnTo>
                  <a:lnTo>
                    <a:pt x="2314" y="56"/>
                  </a:lnTo>
                  <a:lnTo>
                    <a:pt x="2126" y="36"/>
                  </a:lnTo>
                  <a:lnTo>
                    <a:pt x="1948" y="20"/>
                  </a:lnTo>
                  <a:lnTo>
                    <a:pt x="1776" y="10"/>
                  </a:lnTo>
                  <a:lnTo>
                    <a:pt x="1616" y="2"/>
                  </a:lnTo>
                  <a:lnTo>
                    <a:pt x="1462" y="0"/>
                  </a:lnTo>
                  <a:lnTo>
                    <a:pt x="1318" y="0"/>
                  </a:lnTo>
                  <a:lnTo>
                    <a:pt x="1182" y="4"/>
                  </a:lnTo>
                  <a:lnTo>
                    <a:pt x="1054" y="10"/>
                  </a:lnTo>
                  <a:lnTo>
                    <a:pt x="934" y="20"/>
                  </a:lnTo>
                  <a:lnTo>
                    <a:pt x="822" y="30"/>
                  </a:lnTo>
                  <a:lnTo>
                    <a:pt x="716" y="44"/>
                  </a:lnTo>
                  <a:lnTo>
                    <a:pt x="620" y="58"/>
                  </a:lnTo>
                  <a:lnTo>
                    <a:pt x="530" y="74"/>
                  </a:lnTo>
                  <a:lnTo>
                    <a:pt x="450" y="92"/>
                  </a:lnTo>
                  <a:lnTo>
                    <a:pt x="374" y="108"/>
                  </a:lnTo>
                  <a:lnTo>
                    <a:pt x="308" y="126"/>
                  </a:lnTo>
                  <a:lnTo>
                    <a:pt x="248" y="144"/>
                  </a:lnTo>
                  <a:lnTo>
                    <a:pt x="194" y="160"/>
                  </a:lnTo>
                  <a:lnTo>
                    <a:pt x="148" y="176"/>
                  </a:lnTo>
                  <a:lnTo>
                    <a:pt x="108" y="192"/>
                  </a:lnTo>
                  <a:lnTo>
                    <a:pt x="48" y="216"/>
                  </a:lnTo>
                  <a:lnTo>
                    <a:pt x="12" y="234"/>
                  </a:lnTo>
                  <a:lnTo>
                    <a:pt x="0" y="240"/>
                  </a:lnTo>
                  <a:lnTo>
                    <a:pt x="0" y="1192"/>
                  </a:lnTo>
                  <a:lnTo>
                    <a:pt x="8192" y="1192"/>
                  </a:lnTo>
                  <a:lnTo>
                    <a:pt x="8196" y="1186"/>
                  </a:lnTo>
                  <a:lnTo>
                    <a:pt x="8196" y="510"/>
                  </a:lnTo>
                  <a:lnTo>
                    <a:pt x="8192" y="512"/>
                  </a:lnTo>
                  <a:close/>
                </a:path>
              </a:pathLst>
            </a:custGeom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</p:grpSp>
      <p:sp>
        <p:nvSpPr>
          <p:cNvPr id="6148" name="Title Placeholder 1">
            <a:extLst>
              <a:ext uri="{FF2B5EF4-FFF2-40B4-BE49-F238E27FC236}">
                <a16:creationId xmlns:a16="http://schemas.microsoft.com/office/drawing/2014/main" id="{750DD6D4-69B8-412E-94BA-1C3AB9FE5DE1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900113" y="268288"/>
            <a:ext cx="7786687" cy="358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313BDC-803C-4AB3-BF55-9DEF1D686DA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164138" y="4687888"/>
            <a:ext cx="3786187" cy="273050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000" b="0">
                <a:solidFill>
                  <a:srgbClr val="073E87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EA0EC8-153A-43FF-BFEB-96236D397BC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3675" y="4687888"/>
            <a:ext cx="3786188" cy="273050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eaLnBrk="1" hangingPunct="1">
              <a:defRPr sz="1000" b="0">
                <a:solidFill>
                  <a:srgbClr val="073E87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C21030-1DD1-457E-93B3-DD8C97F3676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3990975" y="4687888"/>
            <a:ext cx="1162050" cy="273050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 eaLnBrk="1" hangingPunct="1">
              <a:defRPr sz="1000" b="0" smtClean="0">
                <a:solidFill>
                  <a:srgbClr val="073E87"/>
                </a:solidFill>
              </a:defRPr>
            </a:lvl1pPr>
          </a:lstStyle>
          <a:p>
            <a:pPr>
              <a:defRPr/>
            </a:pPr>
            <a:fld id="{DDA65CF7-5424-44AD-85B4-8549D5DA416C}" type="slidenum">
              <a:rPr lang="zh-CN" altLang="en-US"/>
              <a:pPr>
                <a:defRPr/>
              </a:pPr>
              <a:t>‹#›</a:t>
            </a:fld>
            <a:endParaRPr lang="en-US" altLang="zh-CN"/>
          </a:p>
        </p:txBody>
      </p:sp>
      <p:sp>
        <p:nvSpPr>
          <p:cNvPr id="6152" name="Text Placeholder 2">
            <a:extLst>
              <a:ext uri="{FF2B5EF4-FFF2-40B4-BE49-F238E27FC236}">
                <a16:creationId xmlns:a16="http://schemas.microsoft.com/office/drawing/2014/main" id="{BADB5A38-F0E7-461D-9A3B-1C2278427BC0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xfrm>
            <a:off x="228600" y="1368425"/>
            <a:ext cx="5927725" cy="3225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5040" r:id="rId1"/>
    <p:sldLayoutId id="2147485041" r:id="rId2"/>
  </p:sldLayoutIdLst>
  <p:txStyles>
    <p:titleStyle>
      <a:lvl1pPr algn="l" rtl="0" eaLnBrk="0" fontAlgn="base" hangingPunct="0">
        <a:spcBef>
          <a:spcPct val="0"/>
        </a:spcBef>
        <a:spcAft>
          <a:spcPct val="0"/>
        </a:spcAft>
        <a:defRPr sz="4000" kern="1200">
          <a:solidFill>
            <a:srgbClr val="FFFFFF"/>
          </a:solidFill>
          <a:latin typeface="+mj-lt"/>
          <a:ea typeface="黑体" panose="02010609060101010101" pitchFamily="49" charset="-122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4000">
          <a:solidFill>
            <a:srgbClr val="FFFFFF"/>
          </a:solidFill>
          <a:latin typeface="Candara" panose="020E0502030303020204" pitchFamily="34" charset="0"/>
          <a:ea typeface="黑体" panose="02010609060101010101" pitchFamily="49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4000">
          <a:solidFill>
            <a:srgbClr val="FFFFFF"/>
          </a:solidFill>
          <a:latin typeface="Candara" panose="020E0502030303020204" pitchFamily="34" charset="0"/>
          <a:ea typeface="黑体" panose="02010609060101010101" pitchFamily="49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4000">
          <a:solidFill>
            <a:srgbClr val="FFFFFF"/>
          </a:solidFill>
          <a:latin typeface="Candara" panose="020E0502030303020204" pitchFamily="34" charset="0"/>
          <a:ea typeface="黑体" panose="02010609060101010101" pitchFamily="49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4000">
          <a:solidFill>
            <a:srgbClr val="FFFFFF"/>
          </a:solidFill>
          <a:latin typeface="Candara" panose="020E0502030303020204" pitchFamily="34" charset="0"/>
          <a:ea typeface="黑体" panose="02010609060101010101" pitchFamily="49" charset="-122"/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73050" indent="-273050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100000"/>
        <a:buFont typeface="Symbol" panose="05050102010706020507" pitchFamily="18" charset="2"/>
        <a:buChar char=""/>
        <a:defRPr sz="2400" kern="1200">
          <a:solidFill>
            <a:schemeClr val="tx2"/>
          </a:solidFill>
          <a:latin typeface="+mn-lt"/>
          <a:ea typeface="+mn-ea"/>
          <a:cs typeface="+mn-cs"/>
        </a:defRPr>
      </a:lvl1pPr>
      <a:lvl2pPr marL="576263" indent="-273050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100000"/>
        <a:buFont typeface="Symbol" panose="05050102010706020507" pitchFamily="18" charset="2"/>
        <a:buChar char=""/>
        <a:defRPr sz="2200" kern="1200">
          <a:solidFill>
            <a:schemeClr val="tx2"/>
          </a:solidFill>
          <a:latin typeface="+mn-lt"/>
          <a:ea typeface="+mn-ea"/>
          <a:cs typeface="+mn-cs"/>
        </a:defRPr>
      </a:lvl2pPr>
      <a:lvl3pPr marL="855663" indent="-228600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100000"/>
        <a:buFont typeface="Symbol" panose="05050102010706020507" pitchFamily="18" charset="2"/>
        <a:buChar char=""/>
        <a:defRPr sz="2000" kern="1200">
          <a:solidFill>
            <a:schemeClr val="tx2"/>
          </a:solidFill>
          <a:latin typeface="+mn-lt"/>
          <a:ea typeface="+mn-ea"/>
          <a:cs typeface="+mn-cs"/>
        </a:defRPr>
      </a:lvl3pPr>
      <a:lvl4pPr marL="1143000" indent="-228600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100000"/>
        <a:buFont typeface="Symbol" panose="05050102010706020507" pitchFamily="18" charset="2"/>
        <a:buChar char=""/>
        <a:defRPr sz="2000" kern="1200">
          <a:solidFill>
            <a:schemeClr val="tx2"/>
          </a:solidFill>
          <a:latin typeface="+mn-lt"/>
          <a:ea typeface="+mn-ea"/>
          <a:cs typeface="+mn-cs"/>
        </a:defRPr>
      </a:lvl4pPr>
      <a:lvl5pPr marL="1462088" indent="-228600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100000"/>
        <a:buFont typeface="Symbol" panose="05050102010706020507" pitchFamily="18" charset="2"/>
        <a:buChar char=""/>
        <a:defRPr sz="1600" kern="1200">
          <a:solidFill>
            <a:schemeClr val="tx2"/>
          </a:solidFill>
          <a:latin typeface="+mn-lt"/>
          <a:ea typeface="+mn-ea"/>
          <a:cs typeface="+mn-cs"/>
        </a:defRPr>
      </a:lvl5pPr>
      <a:lvl6pPr marL="1783080" indent="-228600" algn="l" defTabSz="914400" rtl="0" eaLnBrk="1" latinLnBrk="0" hangingPunct="1">
        <a:spcBef>
          <a:spcPts val="384"/>
        </a:spcBef>
        <a:buClr>
          <a:schemeClr val="accent1"/>
        </a:buClr>
        <a:buFont typeface="Symbol" pitchFamily="18" charset="2"/>
        <a:buChar char="*"/>
        <a:defRPr sz="1400" kern="1200">
          <a:solidFill>
            <a:schemeClr val="tx2"/>
          </a:solidFill>
          <a:latin typeface="+mn-lt"/>
          <a:ea typeface="+mn-ea"/>
          <a:cs typeface="+mn-cs"/>
        </a:defRPr>
      </a:lvl6pPr>
      <a:lvl7pPr marL="2103120" indent="-228600" algn="l" defTabSz="914400" rtl="0" eaLnBrk="1" latinLnBrk="0" hangingPunct="1">
        <a:spcBef>
          <a:spcPts val="384"/>
        </a:spcBef>
        <a:buClr>
          <a:schemeClr val="accent1"/>
        </a:buClr>
        <a:buFont typeface="Symbol" pitchFamily="18" charset="2"/>
        <a:buChar char="*"/>
        <a:defRPr sz="1400" kern="1200">
          <a:solidFill>
            <a:schemeClr val="tx2"/>
          </a:solidFill>
          <a:latin typeface="+mn-lt"/>
          <a:ea typeface="+mn-ea"/>
          <a:cs typeface="+mn-cs"/>
        </a:defRPr>
      </a:lvl7pPr>
      <a:lvl8pPr marL="2423160" indent="-228600" algn="l" defTabSz="914400" rtl="0" eaLnBrk="1" latinLnBrk="0" hangingPunct="1">
        <a:spcBef>
          <a:spcPts val="384"/>
        </a:spcBef>
        <a:buClr>
          <a:schemeClr val="accent1"/>
        </a:buClr>
        <a:buFont typeface="Symbol" pitchFamily="18" charset="2"/>
        <a:buChar char="*"/>
        <a:defRPr sz="1400" kern="1200">
          <a:solidFill>
            <a:schemeClr val="tx2"/>
          </a:solidFill>
          <a:latin typeface="+mn-lt"/>
          <a:ea typeface="+mn-ea"/>
          <a:cs typeface="+mn-cs"/>
        </a:defRPr>
      </a:lvl8pPr>
      <a:lvl9pPr marL="2743200" indent="-228600" algn="l" defTabSz="914400" rtl="0" eaLnBrk="1" latinLnBrk="0" hangingPunct="1">
        <a:spcBef>
          <a:spcPts val="384"/>
        </a:spcBef>
        <a:buClr>
          <a:schemeClr val="accent1"/>
        </a:buClr>
        <a:buFont typeface="Symbol" pitchFamily="18" charset="2"/>
        <a:buChar char="*"/>
        <a:defRPr sz="14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2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6.xml"/><Relationship Id="rId1" Type="http://schemas.openxmlformats.org/officeDocument/2006/relationships/slideLayout" Target="../slideLayouts/slideLayout2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7.xml"/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8.xml"/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9.xml"/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0.xml"/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1.xml"/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2.xml"/><Relationship Id="rId1" Type="http://schemas.openxmlformats.org/officeDocument/2006/relationships/slideLayout" Target="../slideLayouts/slideLayout2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3.xml"/><Relationship Id="rId1" Type="http://schemas.openxmlformats.org/officeDocument/2006/relationships/slideLayout" Target="../slideLayouts/slideLayout2.xml"/></Relationships>
</file>

<file path=ppt/slides/_rels/slide1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4.xml"/><Relationship Id="rId1" Type="http://schemas.openxmlformats.org/officeDocument/2006/relationships/slideLayout" Target="../slideLayouts/slideLayout11.xm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5.xml"/><Relationship Id="rId1" Type="http://schemas.openxmlformats.org/officeDocument/2006/relationships/slideLayout" Target="../slideLayouts/slideLayout11.xml"/></Relationships>
</file>

<file path=ppt/slides/_rels/slide1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36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82" name="Picture 3" descr="G:\QQ截图201607142012副本.jpg">
            <a:extLst>
              <a:ext uri="{FF2B5EF4-FFF2-40B4-BE49-F238E27FC236}">
                <a16:creationId xmlns:a16="http://schemas.microsoft.com/office/drawing/2014/main" id="{705315BF-E52A-448B-AB33-915B315122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144000" cy="51514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Rectangle 2">
            <a:extLst>
              <a:ext uri="{FF2B5EF4-FFF2-40B4-BE49-F238E27FC236}">
                <a16:creationId xmlns:a16="http://schemas.microsoft.com/office/drawing/2014/main" id="{8A1E5415-9B8A-4958-8BB4-A3842609474D}"/>
              </a:ext>
            </a:extLst>
          </p:cNvPr>
          <p:cNvSpPr txBox="1">
            <a:spLocks noChangeArrowheads="1"/>
          </p:cNvSpPr>
          <p:nvPr/>
        </p:nvSpPr>
        <p:spPr>
          <a:xfrm>
            <a:off x="4500563" y="1489075"/>
            <a:ext cx="3443287" cy="939800"/>
          </a:xfrm>
          <a:prstGeom prst="rect">
            <a:avLst/>
          </a:prstGeom>
        </p:spPr>
        <p:txBody>
          <a:bodyPr anchor="ctr"/>
          <a:lstStyle/>
          <a:p>
            <a:pPr algn="ctr" eaLnBrk="1" fontAlgn="auto" hangingPunct="1">
              <a:spcAft>
                <a:spcPts val="0"/>
              </a:spcAft>
              <a:defRPr/>
            </a:pPr>
            <a:r>
              <a:rPr lang="zh-CN" altLang="en-US" sz="2400" b="0" spc="600" dirty="0">
                <a:solidFill>
                  <a:prstClr val="white"/>
                </a:solidFill>
                <a:latin typeface="微软雅黑" pitchFamily="34" charset="-122"/>
                <a:ea typeface="微软雅黑" pitchFamily="34" charset="-122"/>
              </a:rPr>
              <a:t>第八章 </a:t>
            </a:r>
            <a:endParaRPr lang="en-US" altLang="zh-CN" sz="2400" b="0" spc="600" dirty="0">
              <a:solidFill>
                <a:prstClr val="white"/>
              </a:solidFill>
              <a:latin typeface="微软雅黑" pitchFamily="34" charset="-122"/>
              <a:ea typeface="微软雅黑" pitchFamily="34" charset="-122"/>
            </a:endParaRPr>
          </a:p>
          <a:p>
            <a:pPr algn="ctr" eaLnBrk="1" fontAlgn="auto" hangingPunct="1">
              <a:spcAft>
                <a:spcPts val="0"/>
              </a:spcAft>
              <a:defRPr/>
            </a:pPr>
            <a:r>
              <a:rPr lang="zh-CN" altLang="en-US" sz="3500" b="0" spc="300" dirty="0">
                <a:solidFill>
                  <a:prstClr val="white"/>
                </a:solidFill>
                <a:latin typeface="微软雅黑" pitchFamily="34" charset="-122"/>
                <a:ea typeface="微软雅黑" pitchFamily="34" charset="-122"/>
              </a:rPr>
              <a:t>代码优化</a:t>
            </a:r>
            <a:endParaRPr lang="en-US" altLang="zh-CN" sz="3500" b="0" spc="600" dirty="0">
              <a:solidFill>
                <a:prstClr val="white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E1E057C8-5A0F-44C6-B51D-14C77EC304EA}"/>
              </a:ext>
            </a:extLst>
          </p:cNvPr>
          <p:cNvSpPr txBox="1">
            <a:spLocks noChangeArrowheads="1"/>
          </p:cNvSpPr>
          <p:nvPr/>
        </p:nvSpPr>
        <p:spPr>
          <a:xfrm>
            <a:off x="4644008" y="2428875"/>
            <a:ext cx="3657030" cy="939800"/>
          </a:xfrm>
          <a:prstGeom prst="rect">
            <a:avLst/>
          </a:prstGeom>
        </p:spPr>
        <p:txBody>
          <a:bodyPr anchor="ctr"/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altLang="zh-CN" sz="2500" dirty="0">
                <a:solidFill>
                  <a:prstClr val="white"/>
                </a:solidFill>
                <a:latin typeface="Candara"/>
                <a:ea typeface="楷体" pitchFamily="49" charset="-122"/>
              </a:rPr>
              <a:t> </a:t>
            </a:r>
            <a:r>
              <a:rPr lang="zh-CN" altLang="en-US" sz="2000" dirty="0">
                <a:solidFill>
                  <a:prstClr val="white"/>
                </a:solidFill>
                <a:latin typeface="Candara"/>
                <a:ea typeface="楷体" pitchFamily="49" charset="-122"/>
              </a:rPr>
              <a:t>哈尔滨工业大学  陈鄞  单丽莉</a:t>
            </a:r>
            <a:endParaRPr lang="zh-CN" altLang="en-US" sz="2000" spc="600" dirty="0">
              <a:solidFill>
                <a:prstClr val="white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CE4B34BC-4482-4E60-80CA-01A0822D9FC8}"/>
              </a:ext>
            </a:extLst>
          </p:cNvPr>
          <p:cNvSpPr txBox="1">
            <a:spLocks noChangeArrowheads="1"/>
          </p:cNvSpPr>
          <p:nvPr/>
        </p:nvSpPr>
        <p:spPr>
          <a:xfrm>
            <a:off x="5508625" y="984250"/>
            <a:ext cx="3143250" cy="441325"/>
          </a:xfrm>
          <a:prstGeom prst="rect">
            <a:avLst/>
          </a:prstGeom>
          <a:ln w="12700">
            <a:noFill/>
          </a:ln>
        </p:spPr>
        <p:txBody>
          <a:bodyPr anchor="ctr"/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zh-CN" altLang="en-US" sz="2000" b="0" spc="300" dirty="0">
                <a:solidFill>
                  <a:prstClr val="white"/>
                </a:solidFill>
                <a:latin typeface="微软雅黑" pitchFamily="34" charset="-122"/>
                <a:ea typeface="微软雅黑" pitchFamily="34" charset="-122"/>
              </a:rPr>
              <a:t>编译原理</a:t>
            </a:r>
            <a:endParaRPr lang="zh-CN" altLang="en-US" sz="800" b="0" spc="300" dirty="0">
              <a:solidFill>
                <a:prstClr val="white"/>
              </a:solidFill>
              <a:latin typeface="微软雅黑" pitchFamily="34" charset="-122"/>
              <a:ea typeface="微软雅黑" pitchFamily="34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内容占位符 4">
            <a:extLst>
              <a:ext uri="{FF2B5EF4-FFF2-40B4-BE49-F238E27FC236}">
                <a16:creationId xmlns:a16="http://schemas.microsoft.com/office/drawing/2014/main" id="{C96EE6DF-3D73-4E18-90B0-973DF877F7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7543" y="1044338"/>
            <a:ext cx="8219257" cy="3975684"/>
          </a:xfrm>
        </p:spPr>
        <p:txBody>
          <a:bodyPr/>
          <a:lstStyle/>
          <a:p>
            <a:r>
              <a:rPr lang="zh-CN" altLang="en-US" b="1" dirty="0">
                <a:solidFill>
                  <a:srgbClr val="0070C0"/>
                </a:solidFill>
              </a:rPr>
              <a:t>优化编译器</a:t>
            </a:r>
            <a:endParaRPr lang="en-US" altLang="zh-CN" b="1" dirty="0">
              <a:solidFill>
                <a:srgbClr val="0070C0"/>
              </a:solidFill>
            </a:endParaRPr>
          </a:p>
          <a:p>
            <a:pPr lvl="1"/>
            <a:r>
              <a:rPr lang="zh-CN" altLang="en-US" b="1" dirty="0"/>
              <a:t>将程序</a:t>
            </a:r>
            <a:r>
              <a:rPr lang="en-US" altLang="zh-CN" b="1" i="1" dirty="0"/>
              <a:t>P</a:t>
            </a:r>
            <a:r>
              <a:rPr lang="zh-CN" altLang="en-US" b="1" dirty="0"/>
              <a:t>转换为与其语义等价的（具有相同输入</a:t>
            </a:r>
            <a:r>
              <a:rPr lang="en-US" altLang="zh-CN" b="1" dirty="0"/>
              <a:t>/</a:t>
            </a:r>
            <a:r>
              <a:rPr lang="zh-CN" altLang="en-US" b="1" dirty="0"/>
              <a:t>输出行为）程序</a:t>
            </a:r>
            <a:r>
              <a:rPr lang="en-US" altLang="zh-CN" b="1" i="1" dirty="0">
                <a:cs typeface="Times New Roman" panose="02020603050405020304" pitchFamily="18" charset="0"/>
              </a:rPr>
              <a:t>P</a:t>
            </a:r>
            <a:r>
              <a:rPr lang="en-US" altLang="zh-CN" b="1" i="1" dirty="0">
                <a:latin typeface="Book Antiqua" panose="02040602050305030304" pitchFamily="18" charset="0"/>
                <a:cs typeface="Times New Roman" panose="02020603050405020304" pitchFamily="18" charset="0"/>
              </a:rPr>
              <a:t>’</a:t>
            </a:r>
            <a:r>
              <a:rPr lang="en-US" altLang="zh-CN" b="1" dirty="0"/>
              <a:t>,</a:t>
            </a:r>
            <a:r>
              <a:rPr lang="zh-CN" altLang="en-US" b="1" dirty="0"/>
              <a:t> 但</a:t>
            </a:r>
            <a:r>
              <a:rPr lang="en-US" altLang="zh-CN" b="1" i="1" dirty="0"/>
              <a:t>P</a:t>
            </a:r>
            <a:r>
              <a:rPr lang="en-US" altLang="zh-CN" b="1" i="1" dirty="0">
                <a:latin typeface="Book Antiqua" panose="02040602050305030304" pitchFamily="18" charset="0"/>
                <a:cs typeface="Times New Roman" panose="02020603050405020304" pitchFamily="18" charset="0"/>
              </a:rPr>
              <a:t>’</a:t>
            </a:r>
            <a:r>
              <a:rPr lang="zh-CN" altLang="en-US" b="1" dirty="0"/>
              <a:t>可能比</a:t>
            </a:r>
            <a:r>
              <a:rPr lang="en-US" altLang="zh-CN" b="1" i="1" dirty="0"/>
              <a:t>P</a:t>
            </a:r>
            <a:r>
              <a:rPr lang="zh-CN" altLang="en-US" b="1" dirty="0"/>
              <a:t>更小或更快</a:t>
            </a:r>
            <a:endParaRPr lang="en-US" altLang="zh-CN" b="1" dirty="0"/>
          </a:p>
          <a:p>
            <a:r>
              <a:rPr lang="zh-CN" altLang="en-US" b="1" dirty="0">
                <a:solidFill>
                  <a:srgbClr val="0070C0"/>
                </a:solidFill>
              </a:rPr>
              <a:t>完全优化编译器</a:t>
            </a:r>
            <a:endParaRPr lang="en-US" altLang="zh-CN" b="1" dirty="0">
              <a:solidFill>
                <a:srgbClr val="0070C0"/>
              </a:solidFill>
            </a:endParaRPr>
          </a:p>
          <a:p>
            <a:pPr lvl="1"/>
            <a:r>
              <a:rPr lang="zh-CN" altLang="en-US" b="1" dirty="0"/>
              <a:t>它能将每一个程序</a:t>
            </a:r>
            <a:r>
              <a:rPr lang="en-US" altLang="zh-CN" b="1" i="1" dirty="0"/>
              <a:t>P</a:t>
            </a:r>
            <a:r>
              <a:rPr lang="zh-CN" altLang="en-US" b="1" dirty="0"/>
              <a:t>转换为与其</a:t>
            </a:r>
            <a:r>
              <a:rPr lang="zh-CN" altLang="en-US" b="1" dirty="0">
                <a:solidFill>
                  <a:srgbClr val="0070C0"/>
                </a:solidFill>
              </a:rPr>
              <a:t>语义等价的最小</a:t>
            </a:r>
            <a:r>
              <a:rPr lang="zh-CN" altLang="en-US" b="1" dirty="0"/>
              <a:t>程序</a:t>
            </a:r>
            <a:r>
              <a:rPr lang="en-US" altLang="zh-CN" b="1" i="1" dirty="0"/>
              <a:t>P</a:t>
            </a:r>
            <a:r>
              <a:rPr lang="en-US" altLang="zh-CN" b="1" i="1" dirty="0">
                <a:latin typeface="Book Antiqua" panose="02040602050305030304" pitchFamily="18" charset="0"/>
                <a:cs typeface="Times New Roman" panose="02020603050405020304" pitchFamily="18" charset="0"/>
              </a:rPr>
              <a:t>’</a:t>
            </a:r>
          </a:p>
          <a:p>
            <a:pPr lvl="2"/>
            <a:r>
              <a:rPr lang="zh-CN" altLang="en-US" b="1" dirty="0"/>
              <a:t>此处最小代指最短或最快</a:t>
            </a:r>
            <a:endParaRPr lang="en-US" altLang="zh-CN" b="1" dirty="0"/>
          </a:p>
          <a:p>
            <a:pPr lvl="1"/>
            <a:r>
              <a:rPr lang="zh-CN" altLang="en-US" b="1" dirty="0"/>
              <a:t>可计算性理论证明了</a:t>
            </a:r>
            <a:r>
              <a:rPr lang="zh-CN" altLang="en-US" b="1" dirty="0">
                <a:solidFill>
                  <a:srgbClr val="0070C0"/>
                </a:solidFill>
              </a:rPr>
              <a:t>不存在</a:t>
            </a:r>
            <a:r>
              <a:rPr lang="zh-CN" altLang="en-US" b="1" dirty="0"/>
              <a:t>完全优化编译器</a:t>
            </a:r>
            <a:endParaRPr lang="en-US" altLang="zh-CN" b="1" dirty="0"/>
          </a:p>
          <a:p>
            <a:r>
              <a:rPr lang="zh-CN" altLang="en-US" b="1" dirty="0">
                <a:solidFill>
                  <a:srgbClr val="0070C0"/>
                </a:solidFill>
              </a:rPr>
              <a:t>充分就业定理</a:t>
            </a:r>
            <a:endParaRPr lang="en-US" altLang="zh-CN" b="1" dirty="0">
              <a:solidFill>
                <a:srgbClr val="0070C0"/>
              </a:solidFill>
            </a:endParaRPr>
          </a:p>
          <a:p>
            <a:pPr lvl="1"/>
            <a:r>
              <a:rPr lang="zh-CN" altLang="en-US" b="1" dirty="0"/>
              <a:t>对于任何优化编译器，总是</a:t>
            </a:r>
            <a:r>
              <a:rPr lang="zh-CN" altLang="en-US" b="1" dirty="0">
                <a:solidFill>
                  <a:srgbClr val="0070C0"/>
                </a:solidFill>
              </a:rPr>
              <a:t>存在一个比它更好的</a:t>
            </a:r>
            <a:r>
              <a:rPr lang="zh-CN" altLang="en-US" b="1" dirty="0"/>
              <a:t>编译器</a:t>
            </a:r>
          </a:p>
        </p:txBody>
      </p:sp>
      <p:sp>
        <p:nvSpPr>
          <p:cNvPr id="4" name="标题 3">
            <a:extLst>
              <a:ext uri="{FF2B5EF4-FFF2-40B4-BE49-F238E27FC236}">
                <a16:creationId xmlns:a16="http://schemas.microsoft.com/office/drawing/2014/main" id="{A1A06514-ECCB-4319-AA44-E6C9E7A3A5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代码优化</a:t>
            </a:r>
          </a:p>
        </p:txBody>
      </p:sp>
    </p:spTree>
    <p:extLst>
      <p:ext uri="{BB962C8B-B14F-4D97-AF65-F5344CB8AC3E}">
        <p14:creationId xmlns:p14="http://schemas.microsoft.com/office/powerpoint/2010/main" val="36286425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8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4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BEA193F4-D839-49BD-A3FA-8F7F312F2AF4}"/>
              </a:ext>
            </a:extLst>
          </p:cNvPr>
          <p:cNvSpPr/>
          <p:nvPr/>
        </p:nvSpPr>
        <p:spPr>
          <a:xfrm>
            <a:off x="0" y="0"/>
            <a:ext cx="9144000" cy="150018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2870" tIns="51435" rIns="102870" bIns="51435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 sz="1600" b="0" dirty="0">
              <a:solidFill>
                <a:prstClr val="black">
                  <a:lumMod val="85000"/>
                  <a:lumOff val="15000"/>
                </a:prstClr>
              </a:solidFill>
            </a:endParaRPr>
          </a:p>
        </p:txBody>
      </p:sp>
      <p:sp>
        <p:nvSpPr>
          <p:cNvPr id="22531" name="矩形 7">
            <a:extLst>
              <a:ext uri="{FF2B5EF4-FFF2-40B4-BE49-F238E27FC236}">
                <a16:creationId xmlns:a16="http://schemas.microsoft.com/office/drawing/2014/main" id="{0EEC7D43-174F-4C62-8209-6E603A1A139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00563" y="1357313"/>
            <a:ext cx="4357687" cy="309507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>
            <a:spAutoFit/>
          </a:bodyPr>
          <a:lstStyle/>
          <a:p>
            <a:pPr>
              <a:lnSpc>
                <a:spcPts val="4000"/>
              </a:lnSpc>
            </a:pPr>
            <a:r>
              <a:rPr lang="en-US" altLang="zh-CN" sz="2500" b="0" dirty="0">
                <a:solidFill>
                  <a:srgbClr val="2D83F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楷体_GB2312" charset="0"/>
              </a:rPr>
              <a:t>8.1 </a:t>
            </a:r>
            <a:r>
              <a:rPr lang="zh-CN" altLang="en-US" sz="2500" b="0" dirty="0">
                <a:solidFill>
                  <a:srgbClr val="2D83F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楷体_GB2312" charset="0"/>
              </a:rPr>
              <a:t>流图</a:t>
            </a:r>
          </a:p>
          <a:p>
            <a:pPr>
              <a:lnSpc>
                <a:spcPts val="4000"/>
              </a:lnSpc>
            </a:pPr>
            <a:r>
              <a:rPr lang="en-US" altLang="zh-CN" sz="2500" b="0" dirty="0">
                <a:solidFill>
                  <a:srgbClr val="2D83F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楷体_GB2312" charset="0"/>
              </a:rPr>
              <a:t>8.2 </a:t>
            </a:r>
            <a:r>
              <a:rPr lang="zh-CN" altLang="en-US" sz="2500" b="0" dirty="0">
                <a:solidFill>
                  <a:srgbClr val="2D83F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楷体_GB2312" charset="0"/>
              </a:rPr>
              <a:t>优化的分类</a:t>
            </a:r>
          </a:p>
          <a:p>
            <a:pPr>
              <a:lnSpc>
                <a:spcPts val="4000"/>
              </a:lnSpc>
            </a:pPr>
            <a:r>
              <a:rPr lang="en-US" altLang="zh-CN" sz="2500" b="0" dirty="0">
                <a:solidFill>
                  <a:srgbClr val="2D83F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楷体_GB2312" charset="0"/>
              </a:rPr>
              <a:t>8.3 </a:t>
            </a:r>
            <a:r>
              <a:rPr lang="zh-CN" altLang="en-US" sz="2500" b="0" dirty="0">
                <a:solidFill>
                  <a:srgbClr val="2D83F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楷体_GB2312" charset="0"/>
              </a:rPr>
              <a:t>基本块的优化</a:t>
            </a:r>
          </a:p>
          <a:p>
            <a:pPr>
              <a:lnSpc>
                <a:spcPts val="4000"/>
              </a:lnSpc>
            </a:pPr>
            <a:r>
              <a:rPr lang="en-US" altLang="zh-CN" sz="2500" b="0" dirty="0">
                <a:solidFill>
                  <a:srgbClr val="2D83F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楷体_GB2312" charset="0"/>
              </a:rPr>
              <a:t>8.4 </a:t>
            </a:r>
            <a:r>
              <a:rPr lang="zh-CN" altLang="en-US" sz="2500" b="0" dirty="0">
                <a:solidFill>
                  <a:srgbClr val="2D83F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楷体_GB2312" charset="0"/>
              </a:rPr>
              <a:t>数据流分析</a:t>
            </a:r>
          </a:p>
          <a:p>
            <a:pPr>
              <a:lnSpc>
                <a:spcPts val="4000"/>
              </a:lnSpc>
            </a:pPr>
            <a:r>
              <a:rPr lang="en-US" altLang="zh-CN" sz="2500" b="0" dirty="0">
                <a:solidFill>
                  <a:srgbClr val="2D83F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楷体_GB2312" charset="0"/>
              </a:rPr>
              <a:t>8.5 </a:t>
            </a:r>
            <a:r>
              <a:rPr lang="zh-CN" altLang="en-US" sz="2500" b="0" dirty="0">
                <a:solidFill>
                  <a:srgbClr val="2D83F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楷体_GB2312" charset="0"/>
              </a:rPr>
              <a:t>流图中的循环</a:t>
            </a:r>
          </a:p>
          <a:p>
            <a:pPr>
              <a:lnSpc>
                <a:spcPts val="4000"/>
              </a:lnSpc>
            </a:pPr>
            <a:r>
              <a:rPr lang="en-US" altLang="zh-CN" sz="2500" b="0" dirty="0">
                <a:solidFill>
                  <a:srgbClr val="2D83F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楷体_GB2312" charset="0"/>
              </a:rPr>
              <a:t>8.6 </a:t>
            </a:r>
            <a:r>
              <a:rPr lang="zh-CN" altLang="en-US" sz="2500" b="0" dirty="0">
                <a:solidFill>
                  <a:srgbClr val="2D83F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楷体_GB2312" charset="0"/>
              </a:rPr>
              <a:t>全局优化</a:t>
            </a:r>
          </a:p>
        </p:txBody>
      </p:sp>
      <p:pic>
        <p:nvPicPr>
          <p:cNvPr id="22532" name="Picture 7" descr="E:\工大编译\ppt\制作\0330e9c554c768200000158fc50d53d.jpg">
            <a:extLst>
              <a:ext uri="{FF2B5EF4-FFF2-40B4-BE49-F238E27FC236}">
                <a16:creationId xmlns:a16="http://schemas.microsoft.com/office/drawing/2014/main" id="{EDAC316A-33E3-4583-9BAC-2E194AC667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538" r="21837"/>
          <a:stretch>
            <a:fillRect/>
          </a:stretch>
        </p:blipFill>
        <p:spPr bwMode="auto">
          <a:xfrm>
            <a:off x="-6350" y="0"/>
            <a:ext cx="4295775" cy="5143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6" name="矩形 15">
            <a:extLst>
              <a:ext uri="{FF2B5EF4-FFF2-40B4-BE49-F238E27FC236}">
                <a16:creationId xmlns:a16="http://schemas.microsoft.com/office/drawing/2014/main" id="{CC5ABDC2-022C-49C8-ADA5-5DC300DEA310}"/>
              </a:ext>
            </a:extLst>
          </p:cNvPr>
          <p:cNvSpPr/>
          <p:nvPr/>
        </p:nvSpPr>
        <p:spPr>
          <a:xfrm>
            <a:off x="4143375" y="357188"/>
            <a:ext cx="1928813" cy="78581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254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2870" tIns="51435" rIns="102870" bIns="51435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4000" spc="600" dirty="0">
                <a:solidFill>
                  <a:prstClr val="white"/>
                </a:solidFill>
                <a:latin typeface="微软雅黑" pitchFamily="34" charset="-122"/>
                <a:ea typeface="微软雅黑" pitchFamily="34" charset="-122"/>
              </a:rPr>
              <a:t>提纲</a:t>
            </a:r>
            <a:endParaRPr lang="zh-CN" altLang="en-US" sz="1600" b="0" dirty="0">
              <a:solidFill>
                <a:prstClr val="black">
                  <a:lumMod val="85000"/>
                  <a:lumOff val="15000"/>
                </a:prstClr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3">
            <a:extLst>
              <a:ext uri="{FF2B5EF4-FFF2-40B4-BE49-F238E27FC236}">
                <a16:creationId xmlns:a16="http://schemas.microsoft.com/office/drawing/2014/main" id="{82304712-A303-4D36-896F-4347B85DDF38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428625" y="785813"/>
            <a:ext cx="8286750" cy="3225800"/>
          </a:xfrm>
        </p:spPr>
        <p:txBody>
          <a:bodyPr vert="horz"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lnSpc>
                <a:spcPts val="40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 </a:t>
            </a:r>
            <a:r>
              <a:rPr lang="zh-CN" altLang="en-US" b="1" dirty="0">
                <a:solidFill>
                  <a:srgbClr val="FF0000"/>
                </a:solidFill>
                <a:cs typeface="Times New Roman" panose="02020603050405020304" pitchFamily="18" charset="0"/>
              </a:rPr>
              <a:t>基本块</a:t>
            </a:r>
            <a:r>
              <a:rPr lang="en-US" altLang="zh-CN" b="1" dirty="0">
                <a:solidFill>
                  <a:schemeClr val="tx1"/>
                </a:solidFill>
                <a:cs typeface="Times New Roman" panose="02020603050405020304" pitchFamily="18" charset="0"/>
              </a:rPr>
              <a:t>(</a:t>
            </a:r>
            <a:r>
              <a:rPr lang="en-US" altLang="zh-CN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Basic Block</a:t>
            </a:r>
            <a:r>
              <a:rPr lang="en-US" altLang="zh-CN" b="1" dirty="0">
                <a:solidFill>
                  <a:schemeClr val="tx1"/>
                </a:solidFill>
                <a:cs typeface="Times New Roman" panose="02020603050405020304" pitchFamily="18" charset="0"/>
              </a:rPr>
              <a:t>)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由一组总是一起执行的指令组成，即满足下列条件的</a:t>
            </a:r>
            <a:r>
              <a:rPr lang="zh-CN" altLang="en-US" b="1" dirty="0">
                <a:solidFill>
                  <a:srgbClr val="0070C0"/>
                </a:solidFill>
                <a:cs typeface="Times New Roman" panose="02020603050405020304" pitchFamily="18" charset="0"/>
              </a:rPr>
              <a:t>最大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的</a:t>
            </a:r>
            <a:r>
              <a:rPr lang="zh-CN" altLang="en-US" b="1" dirty="0">
                <a:solidFill>
                  <a:srgbClr val="0070C0"/>
                </a:solidFill>
                <a:cs typeface="Times New Roman" panose="02020603050405020304" pitchFamily="18" charset="0"/>
              </a:rPr>
              <a:t>连续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三地址指令序列</a:t>
            </a:r>
          </a:p>
          <a:p>
            <a:pPr lvl="1" eaLnBrk="1" hangingPunct="1">
              <a:lnSpc>
                <a:spcPts val="40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b="1" dirty="0">
                <a:solidFill>
                  <a:srgbClr val="0070C0"/>
                </a:solidFill>
                <a:cs typeface="Times New Roman" panose="02020603050405020304" pitchFamily="18" charset="0"/>
              </a:rPr>
              <a:t>控制流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只能从基本块的</a:t>
            </a:r>
            <a:r>
              <a:rPr lang="zh-CN" altLang="en-US" b="1" dirty="0">
                <a:solidFill>
                  <a:srgbClr val="0070C0"/>
                </a:solidFill>
                <a:cs typeface="Times New Roman" panose="02020603050405020304" pitchFamily="18" charset="0"/>
              </a:rPr>
              <a:t>第一条指令进入该块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。也就是说，没有跳转到基本块中间或末尾指令的转移指令</a:t>
            </a:r>
            <a:endParaRPr lang="en-US" altLang="zh-CN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lvl="1" eaLnBrk="1" hangingPunct="1">
              <a:lnSpc>
                <a:spcPts val="40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除了基本块的</a:t>
            </a:r>
            <a:r>
              <a:rPr lang="zh-CN" altLang="en-US" b="1" dirty="0">
                <a:solidFill>
                  <a:srgbClr val="0070C0"/>
                </a:solidFill>
                <a:cs typeface="Times New Roman" panose="02020603050405020304" pitchFamily="18" charset="0"/>
              </a:rPr>
              <a:t>最后一个指令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，控制流在离开基本块之前不会</a:t>
            </a:r>
            <a:r>
              <a:rPr lang="zh-CN" altLang="en-US" b="1" dirty="0">
                <a:solidFill>
                  <a:srgbClr val="0070C0"/>
                </a:solidFill>
                <a:cs typeface="Times New Roman" panose="02020603050405020304" pitchFamily="18" charset="0"/>
              </a:rPr>
              <a:t>跳转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或者</a:t>
            </a:r>
            <a:r>
              <a:rPr lang="zh-CN" altLang="en-US" b="1" dirty="0">
                <a:solidFill>
                  <a:srgbClr val="0070C0"/>
                </a:solidFill>
                <a:cs typeface="Times New Roman" panose="02020603050405020304" pitchFamily="18" charset="0"/>
              </a:rPr>
              <a:t>停机</a:t>
            </a:r>
            <a:endParaRPr lang="en-US" altLang="zh-CN" b="1" dirty="0">
              <a:solidFill>
                <a:srgbClr val="0070C0"/>
              </a:solidFill>
              <a:cs typeface="Times New Roman" panose="02020603050405020304" pitchFamily="18" charset="0"/>
            </a:endParaRPr>
          </a:p>
        </p:txBody>
      </p:sp>
      <p:sp>
        <p:nvSpPr>
          <p:cNvPr id="24579" name="Rectangle 2">
            <a:extLst>
              <a:ext uri="{FF2B5EF4-FFF2-40B4-BE49-F238E27FC236}">
                <a16:creationId xmlns:a16="http://schemas.microsoft.com/office/drawing/2014/main" id="{68B52981-46EA-4F0A-BB90-F237C0A3A4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en-US" altLang="zh-CN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8.1 </a:t>
            </a:r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流图</a:t>
            </a:r>
            <a:endParaRPr lang="zh-CN" altLang="en-US" sz="2500">
              <a:solidFill>
                <a:schemeClr val="tx1"/>
              </a:solidFill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" name="AutoShape 26">
            <a:extLst>
              <a:ext uri="{FF2B5EF4-FFF2-40B4-BE49-F238E27FC236}">
                <a16:creationId xmlns:a16="http://schemas.microsoft.com/office/drawing/2014/main" id="{FAD00ECD-891C-4DC7-B097-15AED376AC9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21225" y="3738562"/>
            <a:ext cx="3529013" cy="1238250"/>
          </a:xfrm>
          <a:prstGeom prst="cloudCallout">
            <a:avLst>
              <a:gd name="adj1" fmla="val -66867"/>
              <a:gd name="adj2" fmla="val -57108"/>
            </a:avLst>
          </a:prstGeom>
          <a:solidFill>
            <a:schemeClr val="tx2">
              <a:lumMod val="60000"/>
              <a:lumOff val="40000"/>
            </a:schemeClr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lIns="68580" tIns="34290" rIns="68580" bIns="34290"/>
          <a:lstStyle/>
          <a:p>
            <a:pPr eaLnBrk="1" hangingPunct="1">
              <a:defRPr/>
            </a:pPr>
            <a:endParaRPr lang="en-US" altLang="zh-CN" sz="800" dirty="0">
              <a:solidFill>
                <a:schemeClr val="bg1"/>
              </a:solidFill>
              <a:latin typeface="楷体" pitchFamily="49" charset="-122"/>
              <a:ea typeface="楷体" pitchFamily="49" charset="-122"/>
              <a:cs typeface="Times New Roman" pitchFamily="18" charset="0"/>
            </a:endParaRPr>
          </a:p>
          <a:p>
            <a:pPr eaLnBrk="1" hangingPunct="1">
              <a:defRPr/>
            </a:pPr>
            <a:r>
              <a:rPr lang="zh-CN" altLang="en-US" sz="2400" dirty="0">
                <a:solidFill>
                  <a:schemeClr val="bg1"/>
                </a:solidFill>
                <a:latin typeface="楷体" pitchFamily="49" charset="-122"/>
                <a:ea typeface="楷体" pitchFamily="49" charset="-122"/>
                <a:cs typeface="Times New Roman" pitchFamily="18" charset="0"/>
              </a:rPr>
              <a:t>如何划分基本块？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3">
            <a:extLst>
              <a:ext uri="{FF2B5EF4-FFF2-40B4-BE49-F238E27FC236}">
                <a16:creationId xmlns:a16="http://schemas.microsoft.com/office/drawing/2014/main" id="{C724436F-B975-43B4-A7F2-AE2A4C8D6DF2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428625" y="714375"/>
            <a:ext cx="8319839" cy="4305647"/>
          </a:xfrm>
          <a:ln>
            <a:miter lim="800000"/>
            <a:headEnd/>
            <a:tailEnd/>
          </a:ln>
        </p:spPr>
        <p:txBody>
          <a:bodyPr vert="horz"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lnSpc>
                <a:spcPts val="2400"/>
              </a:lnSpc>
              <a:buClrTx/>
              <a:buFont typeface="Wingdings" pitchFamily="2" charset="2"/>
              <a:buChar char="Ø"/>
              <a:defRPr/>
            </a:pPr>
            <a:r>
              <a:rPr lang="zh-CN" altLang="en-US" sz="2200" b="1" dirty="0">
                <a:solidFill>
                  <a:schemeClr val="tx1"/>
                </a:solidFill>
              </a:rPr>
              <a:t>输入：</a:t>
            </a:r>
            <a:r>
              <a:rPr lang="en-US" altLang="zh-CN" sz="2200" b="1" dirty="0">
                <a:solidFill>
                  <a:schemeClr val="tx1"/>
                </a:solidFill>
              </a:rPr>
              <a:t> </a:t>
            </a:r>
            <a:r>
              <a:rPr lang="zh-CN" altLang="en-US" sz="2000" b="1" dirty="0">
                <a:solidFill>
                  <a:schemeClr val="tx1"/>
                </a:solidFill>
              </a:rPr>
              <a:t>三地址指令序列</a:t>
            </a:r>
            <a:endParaRPr lang="en-US" altLang="zh-CN" sz="2000" b="1" dirty="0">
              <a:solidFill>
                <a:schemeClr val="tx1"/>
              </a:solidFill>
            </a:endParaRPr>
          </a:p>
          <a:p>
            <a:pPr marL="266700" indent="-266700" eaLnBrk="1" hangingPunct="1">
              <a:lnSpc>
                <a:spcPts val="2400"/>
              </a:lnSpc>
              <a:buClrTx/>
              <a:buFont typeface="Wingdings" pitchFamily="2" charset="2"/>
              <a:buChar char="Ø"/>
              <a:defRPr/>
            </a:pPr>
            <a:r>
              <a:rPr lang="zh-CN" altLang="en-US" sz="2200" b="1" dirty="0">
                <a:solidFill>
                  <a:schemeClr val="tx1"/>
                </a:solidFill>
              </a:rPr>
              <a:t>输出：</a:t>
            </a:r>
            <a:r>
              <a:rPr lang="en-US" altLang="zh-CN" sz="2200" b="1" dirty="0">
                <a:solidFill>
                  <a:schemeClr val="tx1"/>
                </a:solidFill>
              </a:rPr>
              <a:t> </a:t>
            </a:r>
            <a:r>
              <a:rPr lang="zh-CN" altLang="en-US" sz="2000" b="1" dirty="0">
                <a:solidFill>
                  <a:schemeClr val="tx1"/>
                </a:solidFill>
              </a:rPr>
              <a:t>输入序列对应的</a:t>
            </a:r>
            <a:r>
              <a:rPr lang="zh-CN" altLang="en-US" sz="2000" b="1" dirty="0">
                <a:solidFill>
                  <a:srgbClr val="0070C0"/>
                </a:solidFill>
              </a:rPr>
              <a:t>基本块列表</a:t>
            </a:r>
            <a:r>
              <a:rPr lang="zh-CN" altLang="en-US" sz="2000" b="1" dirty="0">
                <a:solidFill>
                  <a:schemeClr val="tx1"/>
                </a:solidFill>
              </a:rPr>
              <a:t>，其中每个指令恰好被分配给一个</a:t>
            </a:r>
            <a:endParaRPr lang="en-US" altLang="zh-CN" sz="2000" b="1" dirty="0">
              <a:solidFill>
                <a:schemeClr val="tx1"/>
              </a:solidFill>
            </a:endParaRPr>
          </a:p>
          <a:p>
            <a:pPr marL="0" indent="0" eaLnBrk="1" hangingPunct="1">
              <a:lnSpc>
                <a:spcPts val="2400"/>
              </a:lnSpc>
              <a:buClrTx/>
              <a:buNone/>
              <a:defRPr/>
            </a:pPr>
            <a:r>
              <a:rPr lang="en-US" altLang="zh-CN" sz="2000" b="1" dirty="0"/>
              <a:t>                  </a:t>
            </a:r>
            <a:r>
              <a:rPr lang="zh-CN" altLang="en-US" sz="2000" b="1" dirty="0">
                <a:solidFill>
                  <a:schemeClr val="tx1"/>
                </a:solidFill>
              </a:rPr>
              <a:t>基本块</a:t>
            </a:r>
            <a:endParaRPr lang="en-US" altLang="zh-CN" sz="2000" b="1" dirty="0">
              <a:solidFill>
                <a:schemeClr val="tx1"/>
              </a:solidFill>
            </a:endParaRPr>
          </a:p>
          <a:p>
            <a:pPr eaLnBrk="1" hangingPunct="1">
              <a:lnSpc>
                <a:spcPts val="2400"/>
              </a:lnSpc>
              <a:buClrTx/>
              <a:buFont typeface="Wingdings" pitchFamily="2" charset="2"/>
              <a:buChar char="Ø"/>
              <a:defRPr/>
            </a:pPr>
            <a:r>
              <a:rPr lang="zh-CN" altLang="en-US" sz="2200" b="1" dirty="0">
                <a:solidFill>
                  <a:schemeClr val="tx1"/>
                </a:solidFill>
              </a:rPr>
              <a:t>方法：</a:t>
            </a:r>
            <a:r>
              <a:rPr lang="en-US" altLang="zh-CN" sz="2200" b="1" dirty="0">
                <a:solidFill>
                  <a:schemeClr val="tx1"/>
                </a:solidFill>
              </a:rPr>
              <a:t> </a:t>
            </a:r>
          </a:p>
          <a:p>
            <a:pPr lvl="1" eaLnBrk="1" hangingPunct="1">
              <a:lnSpc>
                <a:spcPts val="2800"/>
              </a:lnSpc>
              <a:buClrTx/>
              <a:buFont typeface="Wingdings" pitchFamily="2" charset="2"/>
              <a:buChar char="Ø"/>
              <a:defRPr/>
            </a:pPr>
            <a:r>
              <a:rPr lang="zh-CN" altLang="en-US" sz="2000" b="1" dirty="0">
                <a:solidFill>
                  <a:srgbClr val="0070C0"/>
                </a:solidFill>
              </a:rPr>
              <a:t>首先</a:t>
            </a:r>
            <a:r>
              <a:rPr lang="zh-CN" altLang="en-US" sz="2000" b="1" dirty="0">
                <a:solidFill>
                  <a:schemeClr val="tx1"/>
                </a:solidFill>
              </a:rPr>
              <a:t>，确定指令序列中哪些指令是</a:t>
            </a:r>
            <a:r>
              <a:rPr lang="zh-CN" altLang="en-US" sz="2000" b="1" dirty="0">
                <a:solidFill>
                  <a:srgbClr val="FF0000"/>
                </a:solidFill>
              </a:rPr>
              <a:t>首指令</a:t>
            </a:r>
            <a:r>
              <a:rPr lang="en-US" altLang="zh-CN" sz="1800" b="1" dirty="0">
                <a:solidFill>
                  <a:schemeClr val="tx1"/>
                </a:solidFill>
              </a:rPr>
              <a:t>(</a:t>
            </a:r>
            <a:r>
              <a:rPr lang="en-US" altLang="zh-CN" sz="1800" b="1" i="1" dirty="0">
                <a:solidFill>
                  <a:schemeClr val="tx1"/>
                </a:solidFill>
              </a:rPr>
              <a:t>leaders</a:t>
            </a:r>
            <a:r>
              <a:rPr lang="en-US" altLang="zh-CN" sz="1800" b="1" dirty="0">
                <a:solidFill>
                  <a:schemeClr val="tx1"/>
                </a:solidFill>
              </a:rPr>
              <a:t>)</a:t>
            </a:r>
            <a:r>
              <a:rPr lang="zh-CN" altLang="en-US" sz="2000" b="1" dirty="0">
                <a:solidFill>
                  <a:schemeClr val="tx1"/>
                </a:solidFill>
              </a:rPr>
              <a:t>，即</a:t>
            </a:r>
            <a:r>
              <a:rPr lang="zh-CN" altLang="en-US" sz="2000" b="1" dirty="0">
                <a:solidFill>
                  <a:srgbClr val="0070C0"/>
                </a:solidFill>
              </a:rPr>
              <a:t>某个基本块的第一个指令</a:t>
            </a:r>
            <a:endParaRPr lang="en-US" altLang="zh-CN" sz="2000" b="1" dirty="0">
              <a:solidFill>
                <a:srgbClr val="0070C0"/>
              </a:solidFill>
            </a:endParaRPr>
          </a:p>
          <a:p>
            <a:pPr lvl="2" eaLnBrk="1" hangingPunct="1">
              <a:lnSpc>
                <a:spcPts val="2800"/>
              </a:lnSpc>
              <a:buClrTx/>
              <a:buFont typeface="Symbol" panose="05050102010706020507" pitchFamily="18" charset="2"/>
              <a:buNone/>
              <a:defRPr/>
            </a:pPr>
            <a:r>
              <a:rPr lang="en-US" altLang="zh-CN" b="1" dirty="0">
                <a:solidFill>
                  <a:schemeClr val="tx1"/>
                </a:solidFill>
              </a:rPr>
              <a:t>1. </a:t>
            </a:r>
            <a:r>
              <a:rPr lang="zh-CN" altLang="en-US" b="1" dirty="0">
                <a:solidFill>
                  <a:schemeClr val="tx1"/>
                </a:solidFill>
              </a:rPr>
              <a:t>指令序列的</a:t>
            </a:r>
            <a:r>
              <a:rPr lang="zh-CN" altLang="en-US" b="1" dirty="0">
                <a:solidFill>
                  <a:srgbClr val="0070C0"/>
                </a:solidFill>
              </a:rPr>
              <a:t>第一个三地址指令</a:t>
            </a:r>
            <a:r>
              <a:rPr lang="zh-CN" altLang="en-US" b="1" dirty="0">
                <a:solidFill>
                  <a:schemeClr val="tx1"/>
                </a:solidFill>
              </a:rPr>
              <a:t>是一个首指令</a:t>
            </a:r>
            <a:endParaRPr lang="en-US" altLang="zh-CN" b="1" dirty="0">
              <a:solidFill>
                <a:schemeClr val="tx1"/>
              </a:solidFill>
            </a:endParaRPr>
          </a:p>
          <a:p>
            <a:pPr lvl="2" eaLnBrk="1" hangingPunct="1">
              <a:lnSpc>
                <a:spcPts val="2800"/>
              </a:lnSpc>
              <a:buClrTx/>
              <a:buFont typeface="Symbol" panose="05050102010706020507" pitchFamily="18" charset="2"/>
              <a:buNone/>
              <a:defRPr/>
            </a:pPr>
            <a:r>
              <a:rPr lang="en-US" altLang="zh-CN" b="1" dirty="0">
                <a:solidFill>
                  <a:schemeClr val="tx1"/>
                </a:solidFill>
              </a:rPr>
              <a:t>2. </a:t>
            </a:r>
            <a:r>
              <a:rPr lang="zh-CN" altLang="en-US" b="1" dirty="0">
                <a:solidFill>
                  <a:schemeClr val="tx1"/>
                </a:solidFill>
              </a:rPr>
              <a:t>任意一个条件或无条件</a:t>
            </a:r>
            <a:r>
              <a:rPr lang="zh-CN" altLang="en-US" b="1" dirty="0">
                <a:solidFill>
                  <a:srgbClr val="0070C0"/>
                </a:solidFill>
              </a:rPr>
              <a:t>转移指令的</a:t>
            </a:r>
            <a:r>
              <a:rPr lang="zh-CN" altLang="en-US" b="1" u="sng" dirty="0">
                <a:solidFill>
                  <a:srgbClr val="0070C0"/>
                </a:solidFill>
              </a:rPr>
              <a:t>目标指令</a:t>
            </a:r>
            <a:r>
              <a:rPr lang="zh-CN" altLang="en-US" b="1" dirty="0">
                <a:solidFill>
                  <a:schemeClr val="tx1"/>
                </a:solidFill>
              </a:rPr>
              <a:t>是一个首指令</a:t>
            </a:r>
            <a:endParaRPr lang="en-US" altLang="zh-CN" b="1" dirty="0">
              <a:solidFill>
                <a:schemeClr val="tx1"/>
              </a:solidFill>
            </a:endParaRPr>
          </a:p>
          <a:p>
            <a:pPr lvl="2" eaLnBrk="1" hangingPunct="1">
              <a:lnSpc>
                <a:spcPts val="2800"/>
              </a:lnSpc>
              <a:buClrTx/>
              <a:buFont typeface="Symbol" panose="05050102010706020507" pitchFamily="18" charset="2"/>
              <a:buNone/>
              <a:defRPr/>
            </a:pPr>
            <a:r>
              <a:rPr lang="en-US" altLang="zh-CN" b="1" dirty="0">
                <a:solidFill>
                  <a:schemeClr val="tx1"/>
                </a:solidFill>
              </a:rPr>
              <a:t>3. </a:t>
            </a:r>
            <a:r>
              <a:rPr lang="zh-CN" altLang="en-US" b="1" dirty="0">
                <a:solidFill>
                  <a:schemeClr val="tx1"/>
                </a:solidFill>
              </a:rPr>
              <a:t>紧跟在一个条件或无条件</a:t>
            </a:r>
            <a:r>
              <a:rPr lang="zh-CN" altLang="en-US" b="1" dirty="0">
                <a:solidFill>
                  <a:srgbClr val="0070C0"/>
                </a:solidFill>
              </a:rPr>
              <a:t>转移指令</a:t>
            </a:r>
            <a:r>
              <a:rPr lang="zh-CN" altLang="en-US" b="1" u="sng" dirty="0">
                <a:solidFill>
                  <a:srgbClr val="0070C0"/>
                </a:solidFill>
              </a:rPr>
              <a:t>之后的指令</a:t>
            </a:r>
            <a:r>
              <a:rPr lang="zh-CN" altLang="en-US" b="1" dirty="0">
                <a:solidFill>
                  <a:schemeClr val="tx1"/>
                </a:solidFill>
              </a:rPr>
              <a:t>是一个首指令</a:t>
            </a:r>
            <a:endParaRPr lang="en-US" altLang="zh-CN" b="1" dirty="0">
              <a:solidFill>
                <a:schemeClr val="tx1"/>
              </a:solidFill>
            </a:endParaRPr>
          </a:p>
          <a:p>
            <a:pPr lvl="1" eaLnBrk="1" hangingPunct="1">
              <a:lnSpc>
                <a:spcPts val="2800"/>
              </a:lnSpc>
              <a:buClrTx/>
              <a:buFont typeface="Wingdings" pitchFamily="2" charset="2"/>
              <a:buChar char="Ø"/>
              <a:defRPr/>
            </a:pPr>
            <a:r>
              <a:rPr lang="zh-CN" altLang="en-US" sz="2000" b="1" dirty="0">
                <a:solidFill>
                  <a:srgbClr val="0070C0"/>
                </a:solidFill>
              </a:rPr>
              <a:t>然后</a:t>
            </a:r>
            <a:r>
              <a:rPr lang="zh-CN" altLang="en-US" sz="2000" b="1" dirty="0">
                <a:solidFill>
                  <a:schemeClr val="tx1"/>
                </a:solidFill>
              </a:rPr>
              <a:t>，每个首指令对应的基本块包括了从它自己开始，直到</a:t>
            </a:r>
            <a:r>
              <a:rPr lang="zh-CN" altLang="en-US" sz="2000" b="1" dirty="0">
                <a:solidFill>
                  <a:srgbClr val="0070C0"/>
                </a:solidFill>
              </a:rPr>
              <a:t>下一个首指令</a:t>
            </a:r>
            <a:r>
              <a:rPr lang="en-US" altLang="zh-CN" sz="2000" b="1" dirty="0">
                <a:solidFill>
                  <a:schemeClr val="tx1"/>
                </a:solidFill>
              </a:rPr>
              <a:t>(</a:t>
            </a:r>
            <a:r>
              <a:rPr lang="zh-CN" altLang="en-US" sz="2000" b="1" dirty="0">
                <a:solidFill>
                  <a:schemeClr val="tx1"/>
                </a:solidFill>
              </a:rPr>
              <a:t>不含</a:t>
            </a:r>
            <a:r>
              <a:rPr lang="en-US" altLang="zh-CN" sz="2000" b="1" dirty="0">
                <a:solidFill>
                  <a:schemeClr val="tx1"/>
                </a:solidFill>
              </a:rPr>
              <a:t>)</a:t>
            </a:r>
            <a:r>
              <a:rPr lang="zh-CN" altLang="en-US" sz="2000" b="1" dirty="0">
                <a:solidFill>
                  <a:schemeClr val="tx1"/>
                </a:solidFill>
              </a:rPr>
              <a:t>或者</a:t>
            </a:r>
            <a:r>
              <a:rPr lang="zh-CN" altLang="en-US" sz="2000" b="1" dirty="0">
                <a:solidFill>
                  <a:srgbClr val="0070C0"/>
                </a:solidFill>
              </a:rPr>
              <a:t>指令序列结尾</a:t>
            </a:r>
            <a:r>
              <a:rPr lang="zh-CN" altLang="en-US" sz="2000" b="1" dirty="0">
                <a:solidFill>
                  <a:schemeClr val="tx1"/>
                </a:solidFill>
              </a:rPr>
              <a:t>之间的所有指令</a:t>
            </a:r>
            <a:endParaRPr lang="en-US" altLang="zh-CN" sz="2000" b="1" dirty="0">
              <a:solidFill>
                <a:schemeClr val="tx1"/>
              </a:solidFill>
            </a:endParaRPr>
          </a:p>
        </p:txBody>
      </p:sp>
      <p:sp>
        <p:nvSpPr>
          <p:cNvPr id="26627" name="Rectangle 2">
            <a:extLst>
              <a:ext uri="{FF2B5EF4-FFF2-40B4-BE49-F238E27FC236}">
                <a16:creationId xmlns:a16="http://schemas.microsoft.com/office/drawing/2014/main" id="{81FE2AE0-1D5A-477D-AA01-6BC6A5B986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基本块划分算法</a:t>
            </a:r>
            <a:endParaRPr lang="zh-CN" altLang="en-US" sz="3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6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11266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" dur="500"/>
                                        <p:tgtEl>
                                          <p:spTgt spid="1126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" dur="500"/>
                                        <p:tgtEl>
                                          <p:spTgt spid="1126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6" dur="500"/>
                                        <p:tgtEl>
                                          <p:spTgt spid="1126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500"/>
                                        <p:tgtEl>
                                          <p:spTgt spid="1126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4" dur="500"/>
                                        <p:tgtEl>
                                          <p:spTgt spid="1126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500"/>
                                        <p:tgtEl>
                                          <p:spTgt spid="1126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4" dur="500"/>
                                        <p:tgtEl>
                                          <p:spTgt spid="1126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9" dur="500"/>
                                        <p:tgtEl>
                                          <p:spTgt spid="1126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4" dur="500"/>
                                        <p:tgtEl>
                                          <p:spTgt spid="1126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266" grpId="0" uiExpand="1" build="p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6">
            <a:extLst>
              <a:ext uri="{FF2B5EF4-FFF2-40B4-BE49-F238E27FC236}">
                <a16:creationId xmlns:a16="http://schemas.microsoft.com/office/drawing/2014/main" id="{9BDE82AC-B071-49C9-9029-DFE1EB10320E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425450" y="1425575"/>
            <a:ext cx="2855913" cy="2428875"/>
          </a:xfr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  <a:miter lim="800000"/>
            <a:headEnd/>
            <a:tailEnd/>
          </a:ln>
        </p:spPr>
        <p:txBody>
          <a:bodyPr vert="horz" wrap="square" numCol="1" anchor="t" anchorCtr="0" compatLnSpc="1">
            <a:prstTxWarp prst="textNoShape">
              <a:avLst/>
            </a:prstTxWarp>
          </a:bodyPr>
          <a:lstStyle/>
          <a:p>
            <a:pPr marL="272654" indent="-272654" eaLnBrk="1" hangingPunct="1">
              <a:lnSpc>
                <a:spcPts val="1900"/>
              </a:lnSpc>
              <a:buFont typeface="Wingdings" pitchFamily="2" charset="2"/>
              <a:buNone/>
              <a:defRPr/>
            </a:pPr>
            <a:r>
              <a:rPr lang="en-US" altLang="zh-CN" sz="1800" b="1" i="1">
                <a:solidFill>
                  <a:schemeClr val="tx1"/>
                </a:solidFill>
              </a:rPr>
              <a:t>i</a:t>
            </a:r>
            <a:r>
              <a:rPr lang="en-US" altLang="zh-CN" sz="1800" b="1" dirty="0">
                <a:solidFill>
                  <a:schemeClr val="tx1"/>
                </a:solidFill>
              </a:rPr>
              <a:t> = </a:t>
            </a:r>
            <a:r>
              <a:rPr lang="en-US" altLang="zh-CN" sz="1800" b="1" i="1" dirty="0">
                <a:solidFill>
                  <a:schemeClr val="tx1"/>
                </a:solidFill>
              </a:rPr>
              <a:t>m</a:t>
            </a:r>
            <a:r>
              <a:rPr lang="en-US" altLang="zh-CN" sz="1800" b="1" dirty="0">
                <a:solidFill>
                  <a:schemeClr val="tx1"/>
                </a:solidFill>
              </a:rPr>
              <a:t> </a:t>
            </a:r>
            <a:r>
              <a:rPr lang="en-US" altLang="zh-CN" sz="1800" b="1" dirty="0">
                <a:solidFill>
                  <a:schemeClr val="tx1"/>
                </a:solidFill>
                <a:sym typeface="Symbol" pitchFamily="18" charset="2"/>
              </a:rPr>
              <a:t></a:t>
            </a:r>
            <a:r>
              <a:rPr lang="en-US" altLang="zh-CN" sz="1800" b="1" dirty="0">
                <a:solidFill>
                  <a:schemeClr val="tx1"/>
                </a:solidFill>
              </a:rPr>
              <a:t>1; </a:t>
            </a:r>
            <a:r>
              <a:rPr lang="en-US" altLang="zh-CN" sz="1800" b="1" i="1" dirty="0">
                <a:solidFill>
                  <a:schemeClr val="tx1"/>
                </a:solidFill>
              </a:rPr>
              <a:t>j</a:t>
            </a:r>
            <a:r>
              <a:rPr lang="en-US" altLang="zh-CN" sz="1800" b="1" dirty="0">
                <a:solidFill>
                  <a:schemeClr val="tx1"/>
                </a:solidFill>
              </a:rPr>
              <a:t> = </a:t>
            </a:r>
            <a:r>
              <a:rPr lang="en-US" altLang="zh-CN" sz="1800" b="1" i="1" dirty="0">
                <a:solidFill>
                  <a:schemeClr val="tx1"/>
                </a:solidFill>
              </a:rPr>
              <a:t>n</a:t>
            </a:r>
            <a:r>
              <a:rPr lang="en-US" altLang="zh-CN" sz="1800" b="1" dirty="0">
                <a:solidFill>
                  <a:schemeClr val="tx1"/>
                </a:solidFill>
              </a:rPr>
              <a:t>; </a:t>
            </a:r>
            <a:r>
              <a:rPr lang="en-US" altLang="zh-CN" sz="1800" b="1" i="1" dirty="0">
                <a:solidFill>
                  <a:schemeClr val="tx1"/>
                </a:solidFill>
              </a:rPr>
              <a:t>v</a:t>
            </a:r>
            <a:r>
              <a:rPr lang="en-US" altLang="zh-CN" sz="1800" b="1" dirty="0">
                <a:solidFill>
                  <a:schemeClr val="tx1"/>
                </a:solidFill>
              </a:rPr>
              <a:t> = </a:t>
            </a:r>
            <a:r>
              <a:rPr lang="en-US" altLang="zh-CN" sz="1800" b="1" i="1" dirty="0">
                <a:solidFill>
                  <a:schemeClr val="tx1"/>
                </a:solidFill>
              </a:rPr>
              <a:t>a</a:t>
            </a:r>
            <a:r>
              <a:rPr lang="en-US" altLang="zh-CN" sz="1800" b="1" dirty="0">
                <a:solidFill>
                  <a:schemeClr val="tx1"/>
                </a:solidFill>
              </a:rPr>
              <a:t>[</a:t>
            </a:r>
            <a:r>
              <a:rPr lang="en-US" altLang="zh-CN" sz="1800" b="1" i="1" dirty="0">
                <a:solidFill>
                  <a:schemeClr val="tx1"/>
                </a:solidFill>
              </a:rPr>
              <a:t>n</a:t>
            </a:r>
            <a:r>
              <a:rPr lang="en-US" altLang="zh-CN" sz="1800" b="1" dirty="0">
                <a:solidFill>
                  <a:schemeClr val="tx1"/>
                </a:solidFill>
              </a:rPr>
              <a:t>];</a:t>
            </a:r>
          </a:p>
          <a:p>
            <a:pPr marL="272654" indent="-272654" eaLnBrk="1" hangingPunct="1">
              <a:lnSpc>
                <a:spcPts val="1900"/>
              </a:lnSpc>
              <a:buFont typeface="Wingdings" pitchFamily="2" charset="2"/>
              <a:buNone/>
              <a:defRPr/>
            </a:pPr>
            <a:r>
              <a:rPr lang="en-US" altLang="zh-CN" sz="1800" b="1" i="1" dirty="0">
                <a:solidFill>
                  <a:srgbClr val="0000FF"/>
                </a:solidFill>
              </a:rPr>
              <a:t>while</a:t>
            </a:r>
            <a:r>
              <a:rPr lang="en-US" altLang="zh-CN" sz="1800" b="1" dirty="0">
                <a:solidFill>
                  <a:schemeClr val="tx1"/>
                </a:solidFill>
              </a:rPr>
              <a:t> (1) {	</a:t>
            </a:r>
          </a:p>
          <a:p>
            <a:pPr marL="272654" indent="-272654" eaLnBrk="1" hangingPunct="1">
              <a:lnSpc>
                <a:spcPts val="1900"/>
              </a:lnSpc>
              <a:buFont typeface="Wingdings" pitchFamily="2" charset="2"/>
              <a:buNone/>
              <a:defRPr/>
            </a:pPr>
            <a:r>
              <a:rPr lang="en-US" altLang="zh-CN" sz="1800" b="1" dirty="0">
                <a:solidFill>
                  <a:schemeClr val="tx1"/>
                </a:solidFill>
              </a:rPr>
              <a:t> 	</a:t>
            </a:r>
            <a:r>
              <a:rPr lang="en-US" altLang="zh-CN" sz="1800" b="1" i="1" dirty="0">
                <a:solidFill>
                  <a:srgbClr val="0000FF"/>
                </a:solidFill>
              </a:rPr>
              <a:t>do</a:t>
            </a:r>
            <a:r>
              <a:rPr lang="en-US" altLang="zh-CN" sz="1800" b="1" dirty="0">
                <a:solidFill>
                  <a:schemeClr val="tx1"/>
                </a:solidFill>
              </a:rPr>
              <a:t> </a:t>
            </a:r>
            <a:r>
              <a:rPr lang="en-US" altLang="zh-CN" sz="1800" b="1" i="1">
                <a:solidFill>
                  <a:schemeClr val="tx1"/>
                </a:solidFill>
              </a:rPr>
              <a:t>i</a:t>
            </a:r>
            <a:r>
              <a:rPr lang="en-US" altLang="zh-CN" sz="1800" b="1" dirty="0">
                <a:solidFill>
                  <a:schemeClr val="tx1"/>
                </a:solidFill>
              </a:rPr>
              <a:t> = </a:t>
            </a:r>
            <a:r>
              <a:rPr lang="en-US" altLang="zh-CN" sz="1800" b="1" i="1">
                <a:solidFill>
                  <a:schemeClr val="tx1"/>
                </a:solidFill>
              </a:rPr>
              <a:t>i</a:t>
            </a:r>
            <a:r>
              <a:rPr lang="en-US" altLang="zh-CN" sz="1800" b="1" dirty="0">
                <a:solidFill>
                  <a:schemeClr val="tx1"/>
                </a:solidFill>
              </a:rPr>
              <a:t> +1; </a:t>
            </a:r>
            <a:r>
              <a:rPr lang="en-US" altLang="zh-CN" sz="1800" b="1" i="1" dirty="0">
                <a:solidFill>
                  <a:srgbClr val="0000FF"/>
                </a:solidFill>
              </a:rPr>
              <a:t>while</a:t>
            </a:r>
            <a:r>
              <a:rPr lang="en-US" altLang="zh-CN" sz="1800" b="1" dirty="0">
                <a:solidFill>
                  <a:schemeClr val="tx1"/>
                </a:solidFill>
              </a:rPr>
              <a:t>(</a:t>
            </a:r>
            <a:r>
              <a:rPr lang="en-US" altLang="zh-CN" sz="1800" b="1" i="1" dirty="0">
                <a:solidFill>
                  <a:schemeClr val="tx1"/>
                </a:solidFill>
              </a:rPr>
              <a:t>a</a:t>
            </a:r>
            <a:r>
              <a:rPr lang="en-US" altLang="zh-CN" sz="1800" b="1" dirty="0">
                <a:solidFill>
                  <a:schemeClr val="tx1"/>
                </a:solidFill>
              </a:rPr>
              <a:t>[</a:t>
            </a:r>
            <a:r>
              <a:rPr lang="en-US" altLang="zh-CN" sz="1800" b="1" i="1">
                <a:solidFill>
                  <a:schemeClr val="tx1"/>
                </a:solidFill>
              </a:rPr>
              <a:t>i</a:t>
            </a:r>
            <a:r>
              <a:rPr lang="en-US" altLang="zh-CN" sz="1800" b="1" dirty="0">
                <a:solidFill>
                  <a:schemeClr val="tx1"/>
                </a:solidFill>
              </a:rPr>
              <a:t>]&lt;</a:t>
            </a:r>
            <a:r>
              <a:rPr lang="en-US" altLang="zh-CN" sz="1800" b="1" i="1" dirty="0">
                <a:solidFill>
                  <a:schemeClr val="tx1"/>
                </a:solidFill>
              </a:rPr>
              <a:t>v</a:t>
            </a:r>
            <a:r>
              <a:rPr lang="en-US" altLang="zh-CN" sz="1800" b="1" dirty="0">
                <a:solidFill>
                  <a:schemeClr val="tx1"/>
                </a:solidFill>
              </a:rPr>
              <a:t>);</a:t>
            </a:r>
          </a:p>
          <a:p>
            <a:pPr marL="272654" indent="-272654" eaLnBrk="1" hangingPunct="1">
              <a:lnSpc>
                <a:spcPts val="1900"/>
              </a:lnSpc>
              <a:buFont typeface="Wingdings" pitchFamily="2" charset="2"/>
              <a:buNone/>
              <a:defRPr/>
            </a:pPr>
            <a:r>
              <a:rPr lang="en-US" altLang="zh-CN" sz="1800" b="1" dirty="0">
                <a:solidFill>
                  <a:schemeClr val="tx1"/>
                </a:solidFill>
              </a:rPr>
              <a:t> 	</a:t>
            </a:r>
            <a:r>
              <a:rPr lang="en-US" altLang="zh-CN" sz="1800" b="1" i="1" dirty="0">
                <a:solidFill>
                  <a:srgbClr val="0000FF"/>
                </a:solidFill>
              </a:rPr>
              <a:t>do</a:t>
            </a:r>
            <a:r>
              <a:rPr lang="en-US" altLang="zh-CN" sz="1800" b="1" dirty="0">
                <a:solidFill>
                  <a:schemeClr val="tx1"/>
                </a:solidFill>
              </a:rPr>
              <a:t> </a:t>
            </a:r>
            <a:r>
              <a:rPr lang="en-US" altLang="zh-CN" sz="1800" b="1" i="1" dirty="0">
                <a:solidFill>
                  <a:schemeClr val="tx1"/>
                </a:solidFill>
              </a:rPr>
              <a:t>j</a:t>
            </a:r>
            <a:r>
              <a:rPr lang="en-US" altLang="zh-CN" sz="1800" b="1" dirty="0">
                <a:solidFill>
                  <a:schemeClr val="tx1"/>
                </a:solidFill>
              </a:rPr>
              <a:t> = </a:t>
            </a:r>
            <a:r>
              <a:rPr lang="en-US" altLang="zh-CN" sz="1800" b="1" i="1" dirty="0">
                <a:solidFill>
                  <a:schemeClr val="tx1"/>
                </a:solidFill>
              </a:rPr>
              <a:t>j</a:t>
            </a:r>
            <a:r>
              <a:rPr lang="en-US" altLang="zh-CN" sz="1800" b="1" dirty="0">
                <a:solidFill>
                  <a:schemeClr val="tx1"/>
                </a:solidFill>
              </a:rPr>
              <a:t> </a:t>
            </a:r>
            <a:r>
              <a:rPr lang="en-US" altLang="zh-CN" sz="1800" b="1" dirty="0">
                <a:solidFill>
                  <a:schemeClr val="tx1"/>
                </a:solidFill>
                <a:sym typeface="Symbol" pitchFamily="18" charset="2"/>
              </a:rPr>
              <a:t></a:t>
            </a:r>
            <a:r>
              <a:rPr lang="en-US" altLang="zh-CN" sz="1800" b="1" dirty="0">
                <a:solidFill>
                  <a:schemeClr val="tx1"/>
                </a:solidFill>
              </a:rPr>
              <a:t>1;</a:t>
            </a:r>
            <a:r>
              <a:rPr lang="en-US" altLang="zh-CN" sz="1800" b="1" i="1" dirty="0">
                <a:solidFill>
                  <a:srgbClr val="0000FF"/>
                </a:solidFill>
              </a:rPr>
              <a:t>while</a:t>
            </a:r>
            <a:r>
              <a:rPr lang="en-US" altLang="zh-CN" sz="1800" b="1" i="1" dirty="0">
                <a:solidFill>
                  <a:schemeClr val="tx1"/>
                </a:solidFill>
              </a:rPr>
              <a:t> </a:t>
            </a:r>
            <a:r>
              <a:rPr lang="en-US" altLang="zh-CN" sz="1800" b="1" dirty="0">
                <a:solidFill>
                  <a:schemeClr val="tx1"/>
                </a:solidFill>
              </a:rPr>
              <a:t>(</a:t>
            </a:r>
            <a:r>
              <a:rPr lang="en-US" altLang="zh-CN" sz="1800" b="1" i="1" dirty="0">
                <a:solidFill>
                  <a:schemeClr val="tx1"/>
                </a:solidFill>
              </a:rPr>
              <a:t>a</a:t>
            </a:r>
            <a:r>
              <a:rPr lang="en-US" altLang="zh-CN" sz="1800" b="1" dirty="0">
                <a:solidFill>
                  <a:schemeClr val="tx1"/>
                </a:solidFill>
              </a:rPr>
              <a:t>[</a:t>
            </a:r>
            <a:r>
              <a:rPr lang="en-US" altLang="zh-CN" sz="1800" b="1" i="1" dirty="0">
                <a:solidFill>
                  <a:schemeClr val="tx1"/>
                </a:solidFill>
              </a:rPr>
              <a:t>j</a:t>
            </a:r>
            <a:r>
              <a:rPr lang="en-US" altLang="zh-CN" sz="1800" b="1" dirty="0">
                <a:solidFill>
                  <a:schemeClr val="tx1"/>
                </a:solidFill>
              </a:rPr>
              <a:t>]&gt;</a:t>
            </a:r>
            <a:r>
              <a:rPr lang="en-US" altLang="zh-CN" sz="1800" b="1" i="1" dirty="0">
                <a:solidFill>
                  <a:schemeClr val="tx1"/>
                </a:solidFill>
              </a:rPr>
              <a:t>v</a:t>
            </a:r>
            <a:r>
              <a:rPr lang="en-US" altLang="zh-CN" sz="1800" b="1" dirty="0">
                <a:solidFill>
                  <a:schemeClr val="tx1"/>
                </a:solidFill>
              </a:rPr>
              <a:t>);</a:t>
            </a:r>
          </a:p>
          <a:p>
            <a:pPr marL="272654" indent="-272654" eaLnBrk="1" hangingPunct="1">
              <a:lnSpc>
                <a:spcPts val="1900"/>
              </a:lnSpc>
              <a:buFont typeface="Wingdings" pitchFamily="2" charset="2"/>
              <a:buNone/>
              <a:defRPr/>
            </a:pPr>
            <a:r>
              <a:rPr lang="en-US" altLang="zh-CN" sz="1800" b="1" dirty="0">
                <a:solidFill>
                  <a:schemeClr val="tx1"/>
                </a:solidFill>
              </a:rPr>
              <a:t> 	</a:t>
            </a:r>
            <a:r>
              <a:rPr lang="en-US" altLang="zh-CN" sz="1800" b="1" i="1" dirty="0">
                <a:solidFill>
                  <a:srgbClr val="0000FF"/>
                </a:solidFill>
              </a:rPr>
              <a:t>if</a:t>
            </a:r>
            <a:r>
              <a:rPr lang="en-US" altLang="zh-CN" sz="1800" b="1" dirty="0">
                <a:solidFill>
                  <a:srgbClr val="0000FF"/>
                </a:solidFill>
              </a:rPr>
              <a:t> </a:t>
            </a:r>
            <a:r>
              <a:rPr lang="en-US" altLang="zh-CN" sz="1800" b="1" dirty="0">
                <a:solidFill>
                  <a:schemeClr val="tx1"/>
                </a:solidFill>
              </a:rPr>
              <a:t>(</a:t>
            </a:r>
            <a:r>
              <a:rPr lang="en-US" altLang="zh-CN" sz="1800" b="1" i="1">
                <a:solidFill>
                  <a:schemeClr val="tx1"/>
                </a:solidFill>
              </a:rPr>
              <a:t>i</a:t>
            </a:r>
            <a:r>
              <a:rPr lang="en-US" altLang="zh-CN" sz="1800" b="1" dirty="0">
                <a:solidFill>
                  <a:schemeClr val="tx1"/>
                </a:solidFill>
              </a:rPr>
              <a:t> &gt;= </a:t>
            </a:r>
            <a:r>
              <a:rPr lang="en-US" altLang="zh-CN" sz="1800" b="1" i="1" dirty="0">
                <a:solidFill>
                  <a:schemeClr val="tx1"/>
                </a:solidFill>
              </a:rPr>
              <a:t>j</a:t>
            </a:r>
            <a:r>
              <a:rPr lang="en-US" altLang="zh-CN" sz="1800" b="1" dirty="0">
                <a:solidFill>
                  <a:schemeClr val="tx1"/>
                </a:solidFill>
              </a:rPr>
              <a:t>) </a:t>
            </a:r>
            <a:r>
              <a:rPr lang="en-US" altLang="zh-CN" sz="1800" b="1" i="1" dirty="0">
                <a:solidFill>
                  <a:srgbClr val="0000FF"/>
                </a:solidFill>
              </a:rPr>
              <a:t>break</a:t>
            </a:r>
            <a:r>
              <a:rPr lang="en-US" altLang="zh-CN" sz="1800" b="1" dirty="0">
                <a:solidFill>
                  <a:schemeClr val="tx1"/>
                </a:solidFill>
              </a:rPr>
              <a:t>;	</a:t>
            </a:r>
          </a:p>
          <a:p>
            <a:pPr marL="272654" indent="-272654" eaLnBrk="1" hangingPunct="1">
              <a:lnSpc>
                <a:spcPts val="1900"/>
              </a:lnSpc>
              <a:buFont typeface="Wingdings" pitchFamily="2" charset="2"/>
              <a:buNone/>
              <a:defRPr/>
            </a:pPr>
            <a:r>
              <a:rPr lang="en-US" altLang="zh-CN" sz="1800" b="1" dirty="0">
                <a:solidFill>
                  <a:schemeClr val="tx1"/>
                </a:solidFill>
              </a:rPr>
              <a:t> 	</a:t>
            </a:r>
            <a:r>
              <a:rPr lang="en-US" altLang="zh-CN" sz="1800" b="1" i="1" dirty="0">
                <a:solidFill>
                  <a:schemeClr val="tx1"/>
                </a:solidFill>
              </a:rPr>
              <a:t>x</a:t>
            </a:r>
            <a:r>
              <a:rPr lang="en-US" altLang="zh-CN" sz="1800" b="1" dirty="0">
                <a:solidFill>
                  <a:schemeClr val="tx1"/>
                </a:solidFill>
              </a:rPr>
              <a:t>=</a:t>
            </a:r>
            <a:r>
              <a:rPr lang="en-US" altLang="zh-CN" sz="1800" b="1" i="1" dirty="0">
                <a:solidFill>
                  <a:schemeClr val="tx1"/>
                </a:solidFill>
              </a:rPr>
              <a:t>a</a:t>
            </a:r>
            <a:r>
              <a:rPr lang="en-US" altLang="zh-CN" sz="1800" b="1" dirty="0">
                <a:solidFill>
                  <a:schemeClr val="tx1"/>
                </a:solidFill>
              </a:rPr>
              <a:t>[</a:t>
            </a:r>
            <a:r>
              <a:rPr lang="en-US" altLang="zh-CN" sz="1800" b="1" i="1">
                <a:solidFill>
                  <a:schemeClr val="tx1"/>
                </a:solidFill>
              </a:rPr>
              <a:t>i</a:t>
            </a:r>
            <a:r>
              <a:rPr lang="en-US" altLang="zh-CN" sz="1800" b="1" dirty="0">
                <a:solidFill>
                  <a:schemeClr val="tx1"/>
                </a:solidFill>
              </a:rPr>
              <a:t>]; </a:t>
            </a:r>
            <a:r>
              <a:rPr lang="en-US" altLang="zh-CN" sz="1800" b="1" i="1" dirty="0">
                <a:solidFill>
                  <a:schemeClr val="tx1"/>
                </a:solidFill>
              </a:rPr>
              <a:t>a</a:t>
            </a:r>
            <a:r>
              <a:rPr lang="en-US" altLang="zh-CN" sz="1800" b="1" dirty="0">
                <a:solidFill>
                  <a:schemeClr val="tx1"/>
                </a:solidFill>
              </a:rPr>
              <a:t>[</a:t>
            </a:r>
            <a:r>
              <a:rPr lang="en-US" altLang="zh-CN" sz="1800" b="1" i="1">
                <a:solidFill>
                  <a:schemeClr val="tx1"/>
                </a:solidFill>
              </a:rPr>
              <a:t>i</a:t>
            </a:r>
            <a:r>
              <a:rPr lang="en-US" altLang="zh-CN" sz="1800" b="1" dirty="0">
                <a:solidFill>
                  <a:schemeClr val="tx1"/>
                </a:solidFill>
              </a:rPr>
              <a:t>]=</a:t>
            </a:r>
            <a:r>
              <a:rPr lang="en-US" altLang="zh-CN" sz="1800" b="1" i="1" dirty="0">
                <a:solidFill>
                  <a:schemeClr val="tx1"/>
                </a:solidFill>
              </a:rPr>
              <a:t>a</a:t>
            </a:r>
            <a:r>
              <a:rPr lang="en-US" altLang="zh-CN" sz="1800" b="1" dirty="0">
                <a:solidFill>
                  <a:schemeClr val="tx1"/>
                </a:solidFill>
              </a:rPr>
              <a:t>[</a:t>
            </a:r>
            <a:r>
              <a:rPr lang="en-US" altLang="zh-CN" sz="1800" b="1" i="1" dirty="0">
                <a:solidFill>
                  <a:schemeClr val="tx1"/>
                </a:solidFill>
              </a:rPr>
              <a:t>j</a:t>
            </a:r>
            <a:r>
              <a:rPr lang="en-US" altLang="zh-CN" sz="1800" b="1" dirty="0">
                <a:solidFill>
                  <a:schemeClr val="tx1"/>
                </a:solidFill>
              </a:rPr>
              <a:t>]; </a:t>
            </a:r>
            <a:r>
              <a:rPr lang="en-US" altLang="zh-CN" sz="1800" b="1" i="1" dirty="0">
                <a:solidFill>
                  <a:schemeClr val="tx1"/>
                </a:solidFill>
              </a:rPr>
              <a:t>a</a:t>
            </a:r>
            <a:r>
              <a:rPr lang="en-US" altLang="zh-CN" sz="1800" b="1" dirty="0">
                <a:solidFill>
                  <a:schemeClr val="tx1"/>
                </a:solidFill>
              </a:rPr>
              <a:t>[</a:t>
            </a:r>
            <a:r>
              <a:rPr lang="en-US" altLang="zh-CN" sz="1800" b="1" i="1" dirty="0">
                <a:solidFill>
                  <a:schemeClr val="tx1"/>
                </a:solidFill>
              </a:rPr>
              <a:t>j</a:t>
            </a:r>
            <a:r>
              <a:rPr lang="en-US" altLang="zh-CN" sz="1800" b="1" dirty="0">
                <a:solidFill>
                  <a:schemeClr val="tx1"/>
                </a:solidFill>
              </a:rPr>
              <a:t>]=</a:t>
            </a:r>
            <a:r>
              <a:rPr lang="en-US" altLang="zh-CN" sz="1800" b="1" i="1" dirty="0">
                <a:solidFill>
                  <a:schemeClr val="tx1"/>
                </a:solidFill>
              </a:rPr>
              <a:t>x</a:t>
            </a:r>
            <a:r>
              <a:rPr lang="en-US" altLang="zh-CN" sz="1800" b="1" dirty="0">
                <a:solidFill>
                  <a:schemeClr val="tx1"/>
                </a:solidFill>
              </a:rPr>
              <a:t>;</a:t>
            </a:r>
          </a:p>
          <a:p>
            <a:pPr marL="272654" indent="-272654" eaLnBrk="1" hangingPunct="1">
              <a:lnSpc>
                <a:spcPts val="1900"/>
              </a:lnSpc>
              <a:buFont typeface="Wingdings" pitchFamily="2" charset="2"/>
              <a:buNone/>
              <a:defRPr/>
            </a:pPr>
            <a:r>
              <a:rPr lang="en-US" altLang="zh-CN" sz="1800" b="1" dirty="0">
                <a:solidFill>
                  <a:schemeClr val="tx1"/>
                </a:solidFill>
              </a:rPr>
              <a:t>}			</a:t>
            </a:r>
          </a:p>
          <a:p>
            <a:pPr marL="272654" indent="-272654" eaLnBrk="1" hangingPunct="1">
              <a:lnSpc>
                <a:spcPts val="1900"/>
              </a:lnSpc>
              <a:buFont typeface="Wingdings" pitchFamily="2" charset="2"/>
              <a:buNone/>
              <a:defRPr/>
            </a:pPr>
            <a:r>
              <a:rPr lang="en-US" altLang="zh-CN" sz="1800" b="1" i="1" dirty="0">
                <a:solidFill>
                  <a:schemeClr val="tx1"/>
                </a:solidFill>
              </a:rPr>
              <a:t>x</a:t>
            </a:r>
            <a:r>
              <a:rPr lang="en-US" altLang="zh-CN" sz="1800" b="1" dirty="0">
                <a:solidFill>
                  <a:schemeClr val="tx1"/>
                </a:solidFill>
              </a:rPr>
              <a:t>=</a:t>
            </a:r>
            <a:r>
              <a:rPr lang="en-US" altLang="zh-CN" sz="1800" b="1" i="1" dirty="0">
                <a:solidFill>
                  <a:schemeClr val="tx1"/>
                </a:solidFill>
              </a:rPr>
              <a:t>a</a:t>
            </a:r>
            <a:r>
              <a:rPr lang="en-US" altLang="zh-CN" sz="1800" b="1" dirty="0">
                <a:solidFill>
                  <a:schemeClr val="tx1"/>
                </a:solidFill>
              </a:rPr>
              <a:t>[</a:t>
            </a:r>
            <a:r>
              <a:rPr lang="en-US" altLang="zh-CN" sz="1800" b="1" i="1">
                <a:solidFill>
                  <a:schemeClr val="tx1"/>
                </a:solidFill>
              </a:rPr>
              <a:t>i</a:t>
            </a:r>
            <a:r>
              <a:rPr lang="en-US" altLang="zh-CN" sz="1800" b="1" dirty="0">
                <a:solidFill>
                  <a:schemeClr val="tx1"/>
                </a:solidFill>
              </a:rPr>
              <a:t>]; </a:t>
            </a:r>
            <a:r>
              <a:rPr lang="en-US" altLang="zh-CN" sz="1800" b="1" i="1" dirty="0">
                <a:solidFill>
                  <a:schemeClr val="tx1"/>
                </a:solidFill>
              </a:rPr>
              <a:t>a</a:t>
            </a:r>
            <a:r>
              <a:rPr lang="en-US" altLang="zh-CN" sz="1800" b="1" dirty="0">
                <a:solidFill>
                  <a:schemeClr val="tx1"/>
                </a:solidFill>
              </a:rPr>
              <a:t>[</a:t>
            </a:r>
            <a:r>
              <a:rPr lang="en-US" altLang="zh-CN" sz="1800" b="1" i="1">
                <a:solidFill>
                  <a:schemeClr val="tx1"/>
                </a:solidFill>
              </a:rPr>
              <a:t>i</a:t>
            </a:r>
            <a:r>
              <a:rPr lang="en-US" altLang="zh-CN" sz="1800" b="1" dirty="0">
                <a:solidFill>
                  <a:schemeClr val="tx1"/>
                </a:solidFill>
              </a:rPr>
              <a:t>]=</a:t>
            </a:r>
            <a:r>
              <a:rPr lang="en-US" altLang="zh-CN" sz="1800" b="1" i="1" dirty="0">
                <a:solidFill>
                  <a:schemeClr val="tx1"/>
                </a:solidFill>
              </a:rPr>
              <a:t>a</a:t>
            </a:r>
            <a:r>
              <a:rPr lang="en-US" altLang="zh-CN" sz="1800" b="1" dirty="0">
                <a:solidFill>
                  <a:schemeClr val="tx1"/>
                </a:solidFill>
              </a:rPr>
              <a:t>[</a:t>
            </a:r>
            <a:r>
              <a:rPr lang="en-US" altLang="zh-CN" sz="1800" b="1" i="1" dirty="0">
                <a:solidFill>
                  <a:schemeClr val="tx1"/>
                </a:solidFill>
              </a:rPr>
              <a:t>n</a:t>
            </a:r>
            <a:r>
              <a:rPr lang="en-US" altLang="zh-CN" sz="1800" b="1" dirty="0">
                <a:solidFill>
                  <a:schemeClr val="tx1"/>
                </a:solidFill>
              </a:rPr>
              <a:t>]; </a:t>
            </a:r>
            <a:r>
              <a:rPr lang="en-US" altLang="zh-CN" sz="1800" b="1" i="1" dirty="0">
                <a:solidFill>
                  <a:schemeClr val="tx1"/>
                </a:solidFill>
              </a:rPr>
              <a:t>a</a:t>
            </a:r>
            <a:r>
              <a:rPr lang="en-US" altLang="zh-CN" sz="1800" b="1" dirty="0">
                <a:solidFill>
                  <a:schemeClr val="tx1"/>
                </a:solidFill>
              </a:rPr>
              <a:t>[</a:t>
            </a:r>
            <a:r>
              <a:rPr lang="en-US" altLang="zh-CN" sz="1800" b="1" i="1" dirty="0">
                <a:solidFill>
                  <a:schemeClr val="tx1"/>
                </a:solidFill>
              </a:rPr>
              <a:t>n</a:t>
            </a:r>
            <a:r>
              <a:rPr lang="en-US" altLang="zh-CN" sz="1800" b="1" dirty="0">
                <a:solidFill>
                  <a:schemeClr val="tx1"/>
                </a:solidFill>
              </a:rPr>
              <a:t>]=</a:t>
            </a:r>
            <a:r>
              <a:rPr lang="en-US" altLang="zh-CN" sz="1800" b="1" i="1" dirty="0">
                <a:solidFill>
                  <a:schemeClr val="tx1"/>
                </a:solidFill>
              </a:rPr>
              <a:t>x</a:t>
            </a:r>
            <a:r>
              <a:rPr lang="en-US" altLang="zh-CN" sz="1800" b="1" dirty="0">
                <a:solidFill>
                  <a:schemeClr val="tx1"/>
                </a:solidFill>
              </a:rPr>
              <a:t>;  </a:t>
            </a:r>
          </a:p>
        </p:txBody>
      </p:sp>
      <p:sp>
        <p:nvSpPr>
          <p:cNvPr id="752645" name="Rectangle 5">
            <a:extLst>
              <a:ext uri="{FF2B5EF4-FFF2-40B4-BE49-F238E27FC236}">
                <a16:creationId xmlns:a16="http://schemas.microsoft.com/office/drawing/2014/main" id="{595302F8-C18E-499B-847C-21D71CB3500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11625" y="222250"/>
            <a:ext cx="2286000" cy="35639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 marL="257175" indent="-257175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lnSpc>
                <a:spcPts val="2025"/>
              </a:lnSpc>
              <a:spcBef>
                <a:spcPct val="20000"/>
              </a:spcBef>
              <a:buClr>
                <a:schemeClr val="folHlink"/>
              </a:buClr>
              <a:buSzPct val="60000"/>
            </a:pPr>
            <a:r>
              <a:rPr lang="en-US" altLang="zh-CN" sz="2000" dirty="0">
                <a:latin typeface="Times New Roman" panose="02020603050405020304" pitchFamily="18" charset="0"/>
              </a:rPr>
              <a:t>(1)  </a:t>
            </a:r>
            <a:r>
              <a:rPr lang="en-US" altLang="zh-CN" sz="2000" i="1" dirty="0" err="1">
                <a:latin typeface="Times New Roman" panose="02020603050405020304" pitchFamily="18" charset="0"/>
              </a:rPr>
              <a:t>i</a:t>
            </a:r>
            <a:r>
              <a:rPr lang="en-US" altLang="zh-CN" sz="2000" dirty="0">
                <a:latin typeface="Times New Roman" panose="02020603050405020304" pitchFamily="18" charset="0"/>
              </a:rPr>
              <a:t> = </a:t>
            </a:r>
            <a:r>
              <a:rPr lang="en-US" altLang="zh-CN" sz="2000" i="1" dirty="0">
                <a:latin typeface="Times New Roman" panose="02020603050405020304" pitchFamily="18" charset="0"/>
              </a:rPr>
              <a:t>m</a:t>
            </a:r>
            <a:r>
              <a:rPr lang="en-US" altLang="zh-CN" sz="2000" dirty="0">
                <a:latin typeface="Times New Roman" panose="02020603050405020304" pitchFamily="18" charset="0"/>
              </a:rPr>
              <a:t> </a:t>
            </a:r>
            <a:r>
              <a:rPr lang="en-US" altLang="zh-CN" sz="2000" dirty="0">
                <a:latin typeface="Times New Roman" panose="02020603050405020304" pitchFamily="18" charset="0"/>
                <a:sym typeface="Symbol" panose="05050102010706020507" pitchFamily="18" charset="2"/>
              </a:rPr>
              <a:t></a:t>
            </a:r>
            <a:r>
              <a:rPr lang="en-US" altLang="zh-CN" sz="2000" dirty="0">
                <a:latin typeface="Times New Roman" panose="02020603050405020304" pitchFamily="18" charset="0"/>
              </a:rPr>
              <a:t>1</a:t>
            </a:r>
          </a:p>
          <a:p>
            <a:pPr eaLnBrk="1" hangingPunct="1">
              <a:lnSpc>
                <a:spcPts val="2025"/>
              </a:lnSpc>
              <a:spcBef>
                <a:spcPct val="20000"/>
              </a:spcBef>
              <a:buClr>
                <a:schemeClr val="folHlink"/>
              </a:buClr>
              <a:buSzPct val="60000"/>
            </a:pPr>
            <a:r>
              <a:rPr lang="en-US" altLang="zh-CN" sz="2000" dirty="0">
                <a:latin typeface="Times New Roman" panose="02020603050405020304" pitchFamily="18" charset="0"/>
              </a:rPr>
              <a:t>(2)  </a:t>
            </a:r>
            <a:r>
              <a:rPr lang="en-US" altLang="zh-CN" sz="2000" i="1" dirty="0">
                <a:latin typeface="Times New Roman" panose="02020603050405020304" pitchFamily="18" charset="0"/>
              </a:rPr>
              <a:t>j </a:t>
            </a:r>
            <a:r>
              <a:rPr lang="en-US" altLang="zh-CN" sz="2000" dirty="0">
                <a:latin typeface="Times New Roman" panose="02020603050405020304" pitchFamily="18" charset="0"/>
              </a:rPr>
              <a:t>= </a:t>
            </a:r>
            <a:r>
              <a:rPr lang="en-US" altLang="zh-CN" sz="2000" i="1" dirty="0">
                <a:latin typeface="Times New Roman" panose="02020603050405020304" pitchFamily="18" charset="0"/>
              </a:rPr>
              <a:t>n</a:t>
            </a:r>
          </a:p>
          <a:p>
            <a:pPr eaLnBrk="1" hangingPunct="1">
              <a:lnSpc>
                <a:spcPts val="2025"/>
              </a:lnSpc>
              <a:spcBef>
                <a:spcPct val="20000"/>
              </a:spcBef>
              <a:buClr>
                <a:schemeClr val="folHlink"/>
              </a:buClr>
              <a:buSzPct val="60000"/>
            </a:pPr>
            <a:r>
              <a:rPr lang="en-US" altLang="zh-CN" sz="2000" dirty="0">
                <a:latin typeface="Times New Roman" panose="02020603050405020304" pitchFamily="18" charset="0"/>
              </a:rPr>
              <a:t>(3)  </a:t>
            </a:r>
            <a:r>
              <a:rPr lang="en-US" altLang="zh-CN" sz="2000" i="1" dirty="0">
                <a:latin typeface="Times New Roman" panose="02020603050405020304" pitchFamily="18" charset="0"/>
              </a:rPr>
              <a:t>t</a:t>
            </a:r>
            <a:r>
              <a:rPr lang="en-US" altLang="zh-CN" sz="2000" i="1" baseline="-30000" dirty="0">
                <a:latin typeface="Times New Roman" panose="02020603050405020304" pitchFamily="18" charset="0"/>
              </a:rPr>
              <a:t>1</a:t>
            </a:r>
            <a:r>
              <a:rPr lang="en-US" altLang="zh-CN" sz="2000" dirty="0">
                <a:latin typeface="Times New Roman" panose="02020603050405020304" pitchFamily="18" charset="0"/>
              </a:rPr>
              <a:t> = 4 * </a:t>
            </a:r>
            <a:r>
              <a:rPr lang="en-US" altLang="zh-CN" sz="2000" i="1" dirty="0">
                <a:latin typeface="Times New Roman" panose="02020603050405020304" pitchFamily="18" charset="0"/>
              </a:rPr>
              <a:t>n</a:t>
            </a:r>
            <a:r>
              <a:rPr lang="en-US" altLang="zh-CN" sz="2000" dirty="0">
                <a:latin typeface="Times New Roman" panose="02020603050405020304" pitchFamily="18" charset="0"/>
              </a:rPr>
              <a:t> </a:t>
            </a:r>
          </a:p>
          <a:p>
            <a:pPr eaLnBrk="1" hangingPunct="1">
              <a:lnSpc>
                <a:spcPts val="2025"/>
              </a:lnSpc>
              <a:spcBef>
                <a:spcPct val="20000"/>
              </a:spcBef>
              <a:buClr>
                <a:schemeClr val="folHlink"/>
              </a:buClr>
              <a:buSzPct val="60000"/>
            </a:pPr>
            <a:r>
              <a:rPr lang="en-US" altLang="zh-CN" sz="2000" dirty="0">
                <a:latin typeface="Times New Roman" panose="02020603050405020304" pitchFamily="18" charset="0"/>
              </a:rPr>
              <a:t>(4)  </a:t>
            </a:r>
            <a:r>
              <a:rPr lang="en-US" altLang="zh-CN" sz="2000" i="1" dirty="0">
                <a:latin typeface="Times New Roman" panose="02020603050405020304" pitchFamily="18" charset="0"/>
              </a:rPr>
              <a:t>v</a:t>
            </a:r>
            <a:r>
              <a:rPr lang="en-US" altLang="zh-CN" sz="2000" dirty="0">
                <a:latin typeface="Times New Roman" panose="02020603050405020304" pitchFamily="18" charset="0"/>
              </a:rPr>
              <a:t> = </a:t>
            </a:r>
            <a:r>
              <a:rPr lang="en-US" altLang="zh-CN" sz="2000" i="1" dirty="0">
                <a:latin typeface="Times New Roman" panose="02020603050405020304" pitchFamily="18" charset="0"/>
              </a:rPr>
              <a:t>a</a:t>
            </a:r>
            <a:r>
              <a:rPr lang="en-US" altLang="zh-CN" sz="2000" dirty="0">
                <a:latin typeface="Times New Roman" panose="02020603050405020304" pitchFamily="18" charset="0"/>
              </a:rPr>
              <a:t>[</a:t>
            </a:r>
            <a:r>
              <a:rPr lang="en-US" altLang="zh-CN" sz="2000" i="1" dirty="0">
                <a:latin typeface="Times New Roman" panose="02020603050405020304" pitchFamily="18" charset="0"/>
              </a:rPr>
              <a:t>t</a:t>
            </a:r>
            <a:r>
              <a:rPr lang="en-US" altLang="zh-CN" sz="2000" i="1" baseline="-30000" dirty="0">
                <a:latin typeface="Times New Roman" panose="02020603050405020304" pitchFamily="18" charset="0"/>
              </a:rPr>
              <a:t>1</a:t>
            </a:r>
            <a:r>
              <a:rPr lang="en-US" altLang="zh-CN" sz="2000" dirty="0">
                <a:latin typeface="Times New Roman" panose="02020603050405020304" pitchFamily="18" charset="0"/>
              </a:rPr>
              <a:t>]</a:t>
            </a:r>
          </a:p>
          <a:p>
            <a:pPr eaLnBrk="1" hangingPunct="1">
              <a:lnSpc>
                <a:spcPts val="2025"/>
              </a:lnSpc>
              <a:spcBef>
                <a:spcPct val="20000"/>
              </a:spcBef>
              <a:buClr>
                <a:schemeClr val="folHlink"/>
              </a:buClr>
              <a:buSzPct val="60000"/>
            </a:pPr>
            <a:r>
              <a:rPr lang="en-US" altLang="zh-CN" sz="2000" dirty="0">
                <a:latin typeface="Times New Roman" panose="02020603050405020304" pitchFamily="18" charset="0"/>
              </a:rPr>
              <a:t>(5)  </a:t>
            </a:r>
            <a:r>
              <a:rPr lang="en-US" altLang="zh-CN" sz="2000" i="1" dirty="0" err="1">
                <a:latin typeface="Times New Roman" panose="02020603050405020304" pitchFamily="18" charset="0"/>
              </a:rPr>
              <a:t>i</a:t>
            </a:r>
            <a:r>
              <a:rPr lang="en-US" altLang="zh-CN" sz="2000" dirty="0">
                <a:latin typeface="Times New Roman" panose="02020603050405020304" pitchFamily="18" charset="0"/>
              </a:rPr>
              <a:t> = </a:t>
            </a:r>
            <a:r>
              <a:rPr lang="en-US" altLang="zh-CN" sz="2000" i="1" dirty="0" err="1">
                <a:latin typeface="Times New Roman" panose="02020603050405020304" pitchFamily="18" charset="0"/>
              </a:rPr>
              <a:t>i</a:t>
            </a:r>
            <a:r>
              <a:rPr lang="en-US" altLang="zh-CN" sz="2000" dirty="0">
                <a:latin typeface="Times New Roman" panose="02020603050405020304" pitchFamily="18" charset="0"/>
              </a:rPr>
              <a:t> + 1 </a:t>
            </a:r>
          </a:p>
          <a:p>
            <a:pPr eaLnBrk="1" hangingPunct="1">
              <a:lnSpc>
                <a:spcPts val="2025"/>
              </a:lnSpc>
              <a:spcBef>
                <a:spcPct val="20000"/>
              </a:spcBef>
              <a:buClr>
                <a:schemeClr val="folHlink"/>
              </a:buClr>
              <a:buSzPct val="60000"/>
            </a:pPr>
            <a:r>
              <a:rPr lang="en-US" altLang="zh-CN" sz="2000" dirty="0">
                <a:latin typeface="Times New Roman" panose="02020603050405020304" pitchFamily="18" charset="0"/>
              </a:rPr>
              <a:t>(6)  </a:t>
            </a:r>
            <a:r>
              <a:rPr lang="en-US" altLang="zh-CN" sz="2000" i="1" dirty="0">
                <a:latin typeface="Times New Roman" panose="02020603050405020304" pitchFamily="18" charset="0"/>
              </a:rPr>
              <a:t>t</a:t>
            </a:r>
            <a:r>
              <a:rPr lang="en-US" altLang="zh-CN" sz="2000" i="1" baseline="-30000" dirty="0">
                <a:latin typeface="Times New Roman" panose="02020603050405020304" pitchFamily="18" charset="0"/>
              </a:rPr>
              <a:t>2</a:t>
            </a:r>
            <a:r>
              <a:rPr lang="en-US" altLang="zh-CN" sz="2000" dirty="0">
                <a:latin typeface="Times New Roman" panose="02020603050405020304" pitchFamily="18" charset="0"/>
              </a:rPr>
              <a:t> = 4 * </a:t>
            </a:r>
            <a:r>
              <a:rPr lang="en-US" altLang="zh-CN" sz="2000" i="1" dirty="0" err="1">
                <a:latin typeface="Times New Roman" panose="02020603050405020304" pitchFamily="18" charset="0"/>
              </a:rPr>
              <a:t>i</a:t>
            </a:r>
            <a:r>
              <a:rPr lang="en-US" altLang="zh-CN" sz="2000" dirty="0">
                <a:latin typeface="Times New Roman" panose="02020603050405020304" pitchFamily="18" charset="0"/>
              </a:rPr>
              <a:t> </a:t>
            </a:r>
          </a:p>
          <a:p>
            <a:pPr eaLnBrk="1" hangingPunct="1">
              <a:lnSpc>
                <a:spcPts val="2025"/>
              </a:lnSpc>
              <a:spcBef>
                <a:spcPct val="20000"/>
              </a:spcBef>
              <a:buClr>
                <a:schemeClr val="folHlink"/>
              </a:buClr>
              <a:buSzPct val="60000"/>
            </a:pPr>
            <a:r>
              <a:rPr lang="en-US" altLang="zh-CN" sz="2000" dirty="0">
                <a:latin typeface="Times New Roman" panose="02020603050405020304" pitchFamily="18" charset="0"/>
              </a:rPr>
              <a:t>(7)  </a:t>
            </a:r>
            <a:r>
              <a:rPr lang="en-US" altLang="zh-CN" sz="2000" i="1" dirty="0">
                <a:latin typeface="Times New Roman" panose="02020603050405020304" pitchFamily="18" charset="0"/>
              </a:rPr>
              <a:t>t</a:t>
            </a:r>
            <a:r>
              <a:rPr lang="en-US" altLang="zh-CN" sz="2000" i="1" baseline="-30000" dirty="0">
                <a:latin typeface="Times New Roman" panose="02020603050405020304" pitchFamily="18" charset="0"/>
              </a:rPr>
              <a:t>3</a:t>
            </a:r>
            <a:r>
              <a:rPr lang="en-US" altLang="zh-CN" sz="2000" dirty="0">
                <a:latin typeface="Times New Roman" panose="02020603050405020304" pitchFamily="18" charset="0"/>
              </a:rPr>
              <a:t> = </a:t>
            </a:r>
            <a:r>
              <a:rPr lang="en-US" altLang="zh-CN" sz="2000" i="1" dirty="0">
                <a:latin typeface="Times New Roman" panose="02020603050405020304" pitchFamily="18" charset="0"/>
              </a:rPr>
              <a:t>a</a:t>
            </a:r>
            <a:r>
              <a:rPr lang="en-US" altLang="zh-CN" sz="2000" dirty="0">
                <a:latin typeface="Times New Roman" panose="02020603050405020304" pitchFamily="18" charset="0"/>
              </a:rPr>
              <a:t>[</a:t>
            </a:r>
            <a:r>
              <a:rPr lang="en-US" altLang="zh-CN" sz="2000" i="1" dirty="0">
                <a:latin typeface="Times New Roman" panose="02020603050405020304" pitchFamily="18" charset="0"/>
              </a:rPr>
              <a:t>t</a:t>
            </a:r>
            <a:r>
              <a:rPr lang="en-US" altLang="zh-CN" sz="2000" i="1" baseline="-30000" dirty="0">
                <a:latin typeface="Times New Roman" panose="02020603050405020304" pitchFamily="18" charset="0"/>
              </a:rPr>
              <a:t>2</a:t>
            </a:r>
            <a:r>
              <a:rPr lang="en-US" altLang="zh-CN" sz="2000" dirty="0">
                <a:latin typeface="Times New Roman" panose="02020603050405020304" pitchFamily="18" charset="0"/>
              </a:rPr>
              <a:t>] </a:t>
            </a:r>
          </a:p>
          <a:p>
            <a:pPr eaLnBrk="1" hangingPunct="1">
              <a:lnSpc>
                <a:spcPts val="2025"/>
              </a:lnSpc>
              <a:spcBef>
                <a:spcPct val="20000"/>
              </a:spcBef>
              <a:buClr>
                <a:schemeClr val="folHlink"/>
              </a:buClr>
              <a:buSzPct val="60000"/>
            </a:pPr>
            <a:r>
              <a:rPr lang="zh-CN" altLang="en-US" sz="2000" dirty="0">
                <a:latin typeface="Times New Roman" panose="02020603050405020304" pitchFamily="18" charset="0"/>
              </a:rPr>
              <a:t>(8) </a:t>
            </a:r>
            <a:r>
              <a:rPr lang="zh-CN" altLang="en-US" sz="2000" i="1" dirty="0">
                <a:latin typeface="Times New Roman" panose="02020603050405020304" pitchFamily="18" charset="0"/>
              </a:rPr>
              <a:t> </a:t>
            </a:r>
            <a:r>
              <a:rPr lang="en-US" altLang="zh-CN" sz="2000" i="1" dirty="0">
                <a:latin typeface="Times New Roman" panose="02020603050405020304" pitchFamily="18" charset="0"/>
              </a:rPr>
              <a:t>if t</a:t>
            </a:r>
            <a:r>
              <a:rPr lang="en-US" altLang="zh-CN" sz="2000" i="1" baseline="-30000" dirty="0">
                <a:latin typeface="Times New Roman" panose="02020603050405020304" pitchFamily="18" charset="0"/>
              </a:rPr>
              <a:t>3</a:t>
            </a:r>
            <a:r>
              <a:rPr lang="en-US" altLang="zh-CN" sz="2000" dirty="0">
                <a:latin typeface="Times New Roman" panose="02020603050405020304" pitchFamily="18" charset="0"/>
              </a:rPr>
              <a:t>&lt;</a:t>
            </a:r>
            <a:r>
              <a:rPr lang="en-US" altLang="zh-CN" sz="2000" i="1" dirty="0">
                <a:latin typeface="Times New Roman" panose="02020603050405020304" pitchFamily="18" charset="0"/>
              </a:rPr>
              <a:t>v</a:t>
            </a:r>
            <a:r>
              <a:rPr lang="en-US" altLang="zh-CN" sz="2000" dirty="0">
                <a:latin typeface="Times New Roman" panose="02020603050405020304" pitchFamily="18" charset="0"/>
              </a:rPr>
              <a:t> </a:t>
            </a:r>
            <a:r>
              <a:rPr lang="en-US" altLang="zh-CN" sz="2000" i="1" dirty="0" err="1">
                <a:latin typeface="Times New Roman" panose="02020603050405020304" pitchFamily="18" charset="0"/>
              </a:rPr>
              <a:t>goto</a:t>
            </a:r>
            <a:r>
              <a:rPr lang="en-US" altLang="zh-CN" sz="2000" dirty="0">
                <a:latin typeface="Times New Roman" panose="02020603050405020304" pitchFamily="18" charset="0"/>
              </a:rPr>
              <a:t>(5)</a:t>
            </a:r>
          </a:p>
          <a:p>
            <a:pPr eaLnBrk="1" hangingPunct="1">
              <a:lnSpc>
                <a:spcPts val="2025"/>
              </a:lnSpc>
              <a:spcBef>
                <a:spcPct val="20000"/>
              </a:spcBef>
              <a:buClr>
                <a:schemeClr val="folHlink"/>
              </a:buClr>
              <a:buSzPct val="60000"/>
            </a:pPr>
            <a:r>
              <a:rPr lang="en-US" altLang="zh-CN" sz="2000" dirty="0">
                <a:latin typeface="Times New Roman" panose="02020603050405020304" pitchFamily="18" charset="0"/>
              </a:rPr>
              <a:t>(9)  </a:t>
            </a:r>
            <a:r>
              <a:rPr lang="en-US" altLang="zh-CN" sz="2000" i="1" dirty="0">
                <a:latin typeface="Times New Roman" panose="02020603050405020304" pitchFamily="18" charset="0"/>
              </a:rPr>
              <a:t>j</a:t>
            </a:r>
            <a:r>
              <a:rPr lang="en-US" altLang="zh-CN" sz="2000" dirty="0">
                <a:latin typeface="Times New Roman" panose="02020603050405020304" pitchFamily="18" charset="0"/>
              </a:rPr>
              <a:t> = </a:t>
            </a:r>
            <a:r>
              <a:rPr lang="en-US" altLang="zh-CN" sz="2000" i="1" dirty="0">
                <a:latin typeface="Times New Roman" panose="02020603050405020304" pitchFamily="18" charset="0"/>
              </a:rPr>
              <a:t>j</a:t>
            </a:r>
            <a:r>
              <a:rPr lang="en-US" altLang="zh-CN" sz="2000" dirty="0">
                <a:latin typeface="Times New Roman" panose="02020603050405020304" pitchFamily="18" charset="0"/>
              </a:rPr>
              <a:t> </a:t>
            </a:r>
            <a:r>
              <a:rPr lang="en-US" altLang="zh-CN" sz="2000" dirty="0">
                <a:latin typeface="Times New Roman" panose="02020603050405020304" pitchFamily="18" charset="0"/>
                <a:sym typeface="Symbol" panose="05050102010706020507" pitchFamily="18" charset="2"/>
              </a:rPr>
              <a:t></a:t>
            </a:r>
            <a:r>
              <a:rPr lang="en-US" altLang="zh-CN" sz="2000" dirty="0">
                <a:latin typeface="Times New Roman" panose="02020603050405020304" pitchFamily="18" charset="0"/>
              </a:rPr>
              <a:t>1 </a:t>
            </a:r>
          </a:p>
          <a:p>
            <a:pPr eaLnBrk="1" hangingPunct="1">
              <a:lnSpc>
                <a:spcPts val="2025"/>
              </a:lnSpc>
              <a:spcBef>
                <a:spcPct val="20000"/>
              </a:spcBef>
              <a:buClr>
                <a:schemeClr val="folHlink"/>
              </a:buClr>
              <a:buSzPct val="60000"/>
            </a:pPr>
            <a:r>
              <a:rPr lang="en-US" altLang="zh-CN" sz="2000" dirty="0">
                <a:latin typeface="Times New Roman" panose="02020603050405020304" pitchFamily="18" charset="0"/>
              </a:rPr>
              <a:t>(10) </a:t>
            </a:r>
            <a:r>
              <a:rPr lang="en-US" altLang="zh-CN" sz="2000" i="1" dirty="0">
                <a:latin typeface="Times New Roman" panose="02020603050405020304" pitchFamily="18" charset="0"/>
              </a:rPr>
              <a:t>t</a:t>
            </a:r>
            <a:r>
              <a:rPr lang="en-US" altLang="zh-CN" sz="2000" i="1" baseline="-30000" dirty="0">
                <a:latin typeface="Times New Roman" panose="02020603050405020304" pitchFamily="18" charset="0"/>
              </a:rPr>
              <a:t>4</a:t>
            </a:r>
            <a:r>
              <a:rPr lang="en-US" altLang="zh-CN" sz="2000" dirty="0">
                <a:latin typeface="Times New Roman" panose="02020603050405020304" pitchFamily="18" charset="0"/>
              </a:rPr>
              <a:t> = 4 * </a:t>
            </a:r>
            <a:r>
              <a:rPr lang="en-US" altLang="zh-CN" sz="2000" i="1" dirty="0">
                <a:latin typeface="Times New Roman" panose="02020603050405020304" pitchFamily="18" charset="0"/>
              </a:rPr>
              <a:t>j</a:t>
            </a:r>
            <a:r>
              <a:rPr lang="en-US" altLang="zh-CN" sz="2000" dirty="0">
                <a:latin typeface="Times New Roman" panose="02020603050405020304" pitchFamily="18" charset="0"/>
              </a:rPr>
              <a:t> </a:t>
            </a:r>
          </a:p>
          <a:p>
            <a:pPr eaLnBrk="1" hangingPunct="1">
              <a:lnSpc>
                <a:spcPts val="2025"/>
              </a:lnSpc>
              <a:spcBef>
                <a:spcPct val="20000"/>
              </a:spcBef>
              <a:buClr>
                <a:schemeClr val="folHlink"/>
              </a:buClr>
              <a:buSzPct val="60000"/>
            </a:pPr>
            <a:r>
              <a:rPr lang="en-US" altLang="zh-CN" sz="2000" dirty="0">
                <a:latin typeface="Times New Roman" panose="02020603050405020304" pitchFamily="18" charset="0"/>
              </a:rPr>
              <a:t>(11) </a:t>
            </a:r>
            <a:r>
              <a:rPr lang="en-US" altLang="zh-CN" sz="2000" i="1" dirty="0">
                <a:latin typeface="Times New Roman" panose="02020603050405020304" pitchFamily="18" charset="0"/>
              </a:rPr>
              <a:t>t</a:t>
            </a:r>
            <a:r>
              <a:rPr lang="en-US" altLang="zh-CN" sz="2000" i="1" baseline="-30000" dirty="0">
                <a:latin typeface="Times New Roman" panose="02020603050405020304" pitchFamily="18" charset="0"/>
              </a:rPr>
              <a:t>5</a:t>
            </a:r>
            <a:r>
              <a:rPr lang="en-US" altLang="zh-CN" sz="2000" dirty="0">
                <a:latin typeface="Times New Roman" panose="02020603050405020304" pitchFamily="18" charset="0"/>
              </a:rPr>
              <a:t> = </a:t>
            </a:r>
            <a:r>
              <a:rPr lang="en-US" altLang="zh-CN" sz="2000" i="1" dirty="0">
                <a:latin typeface="Times New Roman" panose="02020603050405020304" pitchFamily="18" charset="0"/>
              </a:rPr>
              <a:t>a</a:t>
            </a:r>
            <a:r>
              <a:rPr lang="en-US" altLang="zh-CN" sz="2000" dirty="0">
                <a:latin typeface="Times New Roman" panose="02020603050405020304" pitchFamily="18" charset="0"/>
              </a:rPr>
              <a:t>[</a:t>
            </a:r>
            <a:r>
              <a:rPr lang="en-US" altLang="zh-CN" sz="2000" i="1" dirty="0">
                <a:latin typeface="Times New Roman" panose="02020603050405020304" pitchFamily="18" charset="0"/>
              </a:rPr>
              <a:t>t</a:t>
            </a:r>
            <a:r>
              <a:rPr lang="en-US" altLang="zh-CN" sz="2000" i="1" baseline="-30000" dirty="0">
                <a:latin typeface="Times New Roman" panose="02020603050405020304" pitchFamily="18" charset="0"/>
              </a:rPr>
              <a:t>4</a:t>
            </a:r>
            <a:r>
              <a:rPr lang="en-US" altLang="zh-CN" sz="2000" dirty="0">
                <a:latin typeface="Times New Roman" panose="02020603050405020304" pitchFamily="18" charset="0"/>
              </a:rPr>
              <a:t>]	 </a:t>
            </a:r>
          </a:p>
          <a:p>
            <a:pPr eaLnBrk="1" hangingPunct="1">
              <a:lnSpc>
                <a:spcPts val="2025"/>
              </a:lnSpc>
              <a:spcBef>
                <a:spcPct val="20000"/>
              </a:spcBef>
              <a:buClr>
                <a:schemeClr val="folHlink"/>
              </a:buClr>
              <a:buSzPct val="60000"/>
            </a:pPr>
            <a:r>
              <a:rPr lang="en-US" altLang="zh-CN" sz="2000" dirty="0">
                <a:latin typeface="Times New Roman" panose="02020603050405020304" pitchFamily="18" charset="0"/>
              </a:rPr>
              <a:t>(12) </a:t>
            </a:r>
            <a:r>
              <a:rPr lang="en-US" altLang="zh-CN" sz="2000" i="1" dirty="0">
                <a:latin typeface="Times New Roman" panose="02020603050405020304" pitchFamily="18" charset="0"/>
              </a:rPr>
              <a:t>if</a:t>
            </a:r>
            <a:r>
              <a:rPr lang="en-US" altLang="zh-CN" sz="2000" dirty="0">
                <a:latin typeface="Times New Roman" panose="02020603050405020304" pitchFamily="18" charset="0"/>
              </a:rPr>
              <a:t> </a:t>
            </a:r>
            <a:r>
              <a:rPr lang="en-US" altLang="zh-CN" sz="2000" i="1" dirty="0">
                <a:latin typeface="Times New Roman" panose="02020603050405020304" pitchFamily="18" charset="0"/>
              </a:rPr>
              <a:t>t</a:t>
            </a:r>
            <a:r>
              <a:rPr lang="en-US" altLang="zh-CN" sz="2000" i="1" baseline="-30000" dirty="0">
                <a:latin typeface="Times New Roman" panose="02020603050405020304" pitchFamily="18" charset="0"/>
              </a:rPr>
              <a:t>5</a:t>
            </a:r>
            <a:r>
              <a:rPr lang="en-US" altLang="zh-CN" sz="2000" dirty="0">
                <a:latin typeface="Times New Roman" panose="02020603050405020304" pitchFamily="18" charset="0"/>
              </a:rPr>
              <a:t>&gt;</a:t>
            </a:r>
            <a:r>
              <a:rPr lang="en-US" altLang="zh-CN" sz="2000" i="1" dirty="0">
                <a:latin typeface="Times New Roman" panose="02020603050405020304" pitchFamily="18" charset="0"/>
              </a:rPr>
              <a:t>v</a:t>
            </a:r>
            <a:r>
              <a:rPr lang="en-US" altLang="zh-CN" sz="2000" dirty="0">
                <a:latin typeface="Times New Roman" panose="02020603050405020304" pitchFamily="18" charset="0"/>
              </a:rPr>
              <a:t> </a:t>
            </a:r>
            <a:r>
              <a:rPr lang="en-US" altLang="zh-CN" sz="2000" i="1" dirty="0" err="1">
                <a:latin typeface="Times New Roman" panose="02020603050405020304" pitchFamily="18" charset="0"/>
              </a:rPr>
              <a:t>goto</a:t>
            </a:r>
            <a:r>
              <a:rPr lang="en-US" altLang="zh-CN" sz="2000" dirty="0">
                <a:latin typeface="Times New Roman" panose="02020603050405020304" pitchFamily="18" charset="0"/>
              </a:rPr>
              <a:t>(9) </a:t>
            </a:r>
          </a:p>
          <a:p>
            <a:pPr eaLnBrk="1" hangingPunct="1">
              <a:lnSpc>
                <a:spcPts val="2025"/>
              </a:lnSpc>
              <a:spcBef>
                <a:spcPct val="20000"/>
              </a:spcBef>
              <a:buClr>
                <a:schemeClr val="folHlink"/>
              </a:buClr>
              <a:buSzPct val="60000"/>
            </a:pPr>
            <a:r>
              <a:rPr lang="en-US" altLang="zh-CN" sz="2000" dirty="0">
                <a:latin typeface="Times New Roman" panose="02020603050405020304" pitchFamily="18" charset="0"/>
              </a:rPr>
              <a:t>(13) </a:t>
            </a:r>
            <a:r>
              <a:rPr lang="en-US" altLang="zh-CN" sz="2000" i="1" dirty="0">
                <a:latin typeface="Times New Roman" panose="02020603050405020304" pitchFamily="18" charset="0"/>
              </a:rPr>
              <a:t>if</a:t>
            </a:r>
            <a:r>
              <a:rPr lang="en-US" altLang="zh-CN" sz="2000" dirty="0">
                <a:latin typeface="Times New Roman" panose="02020603050405020304" pitchFamily="18" charset="0"/>
              </a:rPr>
              <a:t> </a:t>
            </a:r>
            <a:r>
              <a:rPr lang="en-US" altLang="zh-CN" sz="2000" i="1" dirty="0" err="1">
                <a:latin typeface="Times New Roman" panose="02020603050405020304" pitchFamily="18" charset="0"/>
              </a:rPr>
              <a:t>i</a:t>
            </a:r>
            <a:r>
              <a:rPr lang="en-US" altLang="zh-CN" sz="2000" dirty="0">
                <a:latin typeface="Times New Roman" panose="02020603050405020304" pitchFamily="18" charset="0"/>
              </a:rPr>
              <a:t>&gt;=</a:t>
            </a:r>
            <a:r>
              <a:rPr lang="en-US" altLang="zh-CN" sz="2000" i="1" dirty="0">
                <a:latin typeface="Times New Roman" panose="02020603050405020304" pitchFamily="18" charset="0"/>
              </a:rPr>
              <a:t>j</a:t>
            </a:r>
            <a:r>
              <a:rPr lang="en-US" altLang="zh-CN" sz="2000" dirty="0">
                <a:latin typeface="Times New Roman" panose="02020603050405020304" pitchFamily="18" charset="0"/>
              </a:rPr>
              <a:t> </a:t>
            </a:r>
            <a:r>
              <a:rPr lang="en-US" altLang="zh-CN" sz="2000" i="1" dirty="0" err="1">
                <a:latin typeface="Times New Roman" panose="02020603050405020304" pitchFamily="18" charset="0"/>
              </a:rPr>
              <a:t>goto</a:t>
            </a:r>
            <a:r>
              <a:rPr lang="en-US" altLang="zh-CN" sz="2000" dirty="0">
                <a:latin typeface="Times New Roman" panose="02020603050405020304" pitchFamily="18" charset="0"/>
              </a:rPr>
              <a:t>(23) </a:t>
            </a:r>
          </a:p>
          <a:p>
            <a:pPr eaLnBrk="1" hangingPunct="1">
              <a:lnSpc>
                <a:spcPts val="2025"/>
              </a:lnSpc>
              <a:spcBef>
                <a:spcPct val="20000"/>
              </a:spcBef>
              <a:buClr>
                <a:schemeClr val="folHlink"/>
              </a:buClr>
              <a:buSzPct val="60000"/>
            </a:pPr>
            <a:r>
              <a:rPr lang="en-US" altLang="zh-CN" sz="2000" dirty="0">
                <a:latin typeface="Times New Roman" panose="02020603050405020304" pitchFamily="18" charset="0"/>
              </a:rPr>
              <a:t>(14) </a:t>
            </a:r>
            <a:r>
              <a:rPr lang="en-US" altLang="zh-CN" sz="2000" i="1" dirty="0">
                <a:latin typeface="Times New Roman" panose="02020603050405020304" pitchFamily="18" charset="0"/>
              </a:rPr>
              <a:t>t</a:t>
            </a:r>
            <a:r>
              <a:rPr lang="en-US" altLang="zh-CN" sz="2000" i="1" baseline="-30000" dirty="0">
                <a:latin typeface="Times New Roman" panose="02020603050405020304" pitchFamily="18" charset="0"/>
              </a:rPr>
              <a:t>6</a:t>
            </a:r>
            <a:r>
              <a:rPr lang="en-US" altLang="zh-CN" sz="2000" dirty="0">
                <a:latin typeface="Times New Roman" panose="02020603050405020304" pitchFamily="18" charset="0"/>
              </a:rPr>
              <a:t>  =4 * </a:t>
            </a:r>
            <a:r>
              <a:rPr lang="en-US" altLang="zh-CN" sz="2000" i="1" dirty="0" err="1">
                <a:latin typeface="Times New Roman" panose="02020603050405020304" pitchFamily="18" charset="0"/>
              </a:rPr>
              <a:t>i</a:t>
            </a:r>
            <a:endParaRPr lang="en-US" altLang="zh-CN" sz="2000" i="1" dirty="0">
              <a:latin typeface="Times New Roman" panose="02020603050405020304" pitchFamily="18" charset="0"/>
            </a:endParaRPr>
          </a:p>
          <a:p>
            <a:pPr eaLnBrk="1" hangingPunct="1">
              <a:lnSpc>
                <a:spcPts val="2025"/>
              </a:lnSpc>
              <a:spcBef>
                <a:spcPct val="20000"/>
              </a:spcBef>
              <a:buClr>
                <a:schemeClr val="folHlink"/>
              </a:buClr>
              <a:buSzPct val="60000"/>
            </a:pPr>
            <a:r>
              <a:rPr lang="en-US" altLang="zh-CN" sz="2000" dirty="0">
                <a:latin typeface="Times New Roman" panose="02020603050405020304" pitchFamily="18" charset="0"/>
              </a:rPr>
              <a:t>(15) </a:t>
            </a:r>
            <a:r>
              <a:rPr lang="en-US" altLang="zh-CN" sz="2000" i="1" dirty="0">
                <a:latin typeface="Times New Roman" panose="02020603050405020304" pitchFamily="18" charset="0"/>
              </a:rPr>
              <a:t>x</a:t>
            </a:r>
            <a:r>
              <a:rPr lang="en-US" altLang="zh-CN" sz="2000" dirty="0">
                <a:latin typeface="Times New Roman" panose="02020603050405020304" pitchFamily="18" charset="0"/>
              </a:rPr>
              <a:t> = </a:t>
            </a:r>
            <a:r>
              <a:rPr lang="en-US" altLang="zh-CN" sz="2000" i="1" dirty="0">
                <a:latin typeface="Times New Roman" panose="02020603050405020304" pitchFamily="18" charset="0"/>
              </a:rPr>
              <a:t>a</a:t>
            </a:r>
            <a:r>
              <a:rPr lang="en-US" altLang="zh-CN" sz="2000" dirty="0">
                <a:latin typeface="Times New Roman" panose="02020603050405020304" pitchFamily="18" charset="0"/>
              </a:rPr>
              <a:t>[</a:t>
            </a:r>
            <a:r>
              <a:rPr lang="en-US" altLang="zh-CN" sz="2000" i="1" dirty="0">
                <a:latin typeface="Times New Roman" panose="02020603050405020304" pitchFamily="18" charset="0"/>
              </a:rPr>
              <a:t>t</a:t>
            </a:r>
            <a:r>
              <a:rPr lang="en-US" altLang="zh-CN" sz="2000" i="1" baseline="-30000" dirty="0">
                <a:latin typeface="Times New Roman" panose="02020603050405020304" pitchFamily="18" charset="0"/>
              </a:rPr>
              <a:t>6</a:t>
            </a:r>
            <a:r>
              <a:rPr lang="en-US" altLang="zh-CN" sz="2000" dirty="0">
                <a:latin typeface="Times New Roman" panose="02020603050405020304" pitchFamily="18" charset="0"/>
              </a:rPr>
              <a:t>]</a:t>
            </a:r>
            <a:endParaRPr lang="zh-CN" altLang="en-US" sz="2000" dirty="0">
              <a:latin typeface="Times New Roman" panose="02020603050405020304" pitchFamily="18" charset="0"/>
            </a:endParaRPr>
          </a:p>
        </p:txBody>
      </p:sp>
      <p:sp>
        <p:nvSpPr>
          <p:cNvPr id="752647" name="Rectangle 7">
            <a:extLst>
              <a:ext uri="{FF2B5EF4-FFF2-40B4-BE49-F238E27FC236}">
                <a16:creationId xmlns:a16="http://schemas.microsoft.com/office/drawing/2014/main" id="{BF887C41-7092-47E7-90EC-E8A3C839DB2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50075" y="214313"/>
            <a:ext cx="2590800" cy="44211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0" rIns="68580" bIns="0"/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just">
              <a:lnSpc>
                <a:spcPts val="2500"/>
              </a:lnSpc>
            </a:pPr>
            <a:r>
              <a:rPr lang="en-US" altLang="zh-CN" sz="2000">
                <a:latin typeface="Times New Roman" panose="02020603050405020304" pitchFamily="18" charset="0"/>
              </a:rPr>
              <a:t>(16) </a:t>
            </a:r>
            <a:r>
              <a:rPr lang="en-US" altLang="zh-CN" sz="2000" i="1">
                <a:latin typeface="Times New Roman" panose="02020603050405020304" pitchFamily="18" charset="0"/>
              </a:rPr>
              <a:t>t</a:t>
            </a:r>
            <a:r>
              <a:rPr lang="en-US" altLang="zh-CN" sz="2000" i="1" baseline="-25000">
                <a:latin typeface="Times New Roman" panose="02020603050405020304" pitchFamily="18" charset="0"/>
              </a:rPr>
              <a:t>7</a:t>
            </a:r>
            <a:r>
              <a:rPr lang="en-US" altLang="zh-CN" sz="2000">
                <a:latin typeface="Times New Roman" panose="02020603050405020304" pitchFamily="18" charset="0"/>
              </a:rPr>
              <a:t> = 4 * </a:t>
            </a:r>
            <a:r>
              <a:rPr lang="en-US" altLang="zh-CN" sz="2000" i="1">
                <a:latin typeface="Times New Roman" panose="02020603050405020304" pitchFamily="18" charset="0"/>
              </a:rPr>
              <a:t>i</a:t>
            </a:r>
            <a:r>
              <a:rPr lang="en-US" altLang="zh-CN" sz="2000">
                <a:latin typeface="Times New Roman" panose="02020603050405020304" pitchFamily="18" charset="0"/>
              </a:rPr>
              <a:t> </a:t>
            </a:r>
          </a:p>
          <a:p>
            <a:pPr algn="just">
              <a:lnSpc>
                <a:spcPts val="2500"/>
              </a:lnSpc>
            </a:pPr>
            <a:r>
              <a:rPr lang="en-US" altLang="zh-CN" sz="2000">
                <a:latin typeface="Times New Roman" panose="02020603050405020304" pitchFamily="18" charset="0"/>
              </a:rPr>
              <a:t>(17) </a:t>
            </a:r>
            <a:r>
              <a:rPr lang="en-US" altLang="zh-CN" sz="2000" i="1">
                <a:latin typeface="Times New Roman" panose="02020603050405020304" pitchFamily="18" charset="0"/>
              </a:rPr>
              <a:t>t</a:t>
            </a:r>
            <a:r>
              <a:rPr lang="en-US" altLang="zh-CN" sz="2000" i="1" baseline="-25000">
                <a:latin typeface="Times New Roman" panose="02020603050405020304" pitchFamily="18" charset="0"/>
              </a:rPr>
              <a:t>8</a:t>
            </a:r>
            <a:r>
              <a:rPr lang="en-US" altLang="zh-CN" sz="2000">
                <a:latin typeface="Times New Roman" panose="02020603050405020304" pitchFamily="18" charset="0"/>
              </a:rPr>
              <a:t> = 4 * </a:t>
            </a:r>
            <a:r>
              <a:rPr lang="en-US" altLang="zh-CN" sz="2000" i="1">
                <a:latin typeface="Times New Roman" panose="02020603050405020304" pitchFamily="18" charset="0"/>
              </a:rPr>
              <a:t>j</a:t>
            </a:r>
          </a:p>
          <a:p>
            <a:pPr algn="just">
              <a:lnSpc>
                <a:spcPts val="2500"/>
              </a:lnSpc>
            </a:pPr>
            <a:r>
              <a:rPr lang="en-US" altLang="zh-CN" sz="2000">
                <a:latin typeface="Times New Roman" panose="02020603050405020304" pitchFamily="18" charset="0"/>
              </a:rPr>
              <a:t>(18) </a:t>
            </a:r>
            <a:r>
              <a:rPr lang="en-US" altLang="zh-CN" sz="2000" i="1">
                <a:latin typeface="Times New Roman" panose="02020603050405020304" pitchFamily="18" charset="0"/>
              </a:rPr>
              <a:t>t</a:t>
            </a:r>
            <a:r>
              <a:rPr lang="en-US" altLang="zh-CN" sz="2000" i="1" baseline="-25000">
                <a:latin typeface="Times New Roman" panose="02020603050405020304" pitchFamily="18" charset="0"/>
              </a:rPr>
              <a:t>9</a:t>
            </a:r>
            <a:r>
              <a:rPr lang="en-US" altLang="zh-CN" sz="2000">
                <a:latin typeface="Times New Roman" panose="02020603050405020304" pitchFamily="18" charset="0"/>
              </a:rPr>
              <a:t> = </a:t>
            </a:r>
            <a:r>
              <a:rPr lang="en-US" altLang="zh-CN" sz="2000" i="1">
                <a:latin typeface="Times New Roman" panose="02020603050405020304" pitchFamily="18" charset="0"/>
              </a:rPr>
              <a:t>a</a:t>
            </a:r>
            <a:r>
              <a:rPr lang="en-US" altLang="zh-CN" sz="2000">
                <a:latin typeface="Times New Roman" panose="02020603050405020304" pitchFamily="18" charset="0"/>
              </a:rPr>
              <a:t>[</a:t>
            </a:r>
            <a:r>
              <a:rPr lang="en-US" altLang="zh-CN" sz="2000" i="1">
                <a:latin typeface="Times New Roman" panose="02020603050405020304" pitchFamily="18" charset="0"/>
              </a:rPr>
              <a:t>t</a:t>
            </a:r>
            <a:r>
              <a:rPr lang="en-US" altLang="zh-CN" sz="2000" i="1" baseline="-25000">
                <a:latin typeface="Times New Roman" panose="02020603050405020304" pitchFamily="18" charset="0"/>
              </a:rPr>
              <a:t>8</a:t>
            </a:r>
            <a:r>
              <a:rPr lang="en-US" altLang="zh-CN" sz="2000">
                <a:latin typeface="Times New Roman" panose="02020603050405020304" pitchFamily="18" charset="0"/>
              </a:rPr>
              <a:t>]</a:t>
            </a:r>
          </a:p>
          <a:p>
            <a:pPr algn="just">
              <a:lnSpc>
                <a:spcPts val="2500"/>
              </a:lnSpc>
            </a:pPr>
            <a:r>
              <a:rPr lang="en-US" altLang="zh-CN" sz="2000">
                <a:latin typeface="Times New Roman" panose="02020603050405020304" pitchFamily="18" charset="0"/>
              </a:rPr>
              <a:t>(19) </a:t>
            </a:r>
            <a:r>
              <a:rPr lang="en-US" altLang="zh-CN" sz="2000" i="1">
                <a:latin typeface="Times New Roman" panose="02020603050405020304" pitchFamily="18" charset="0"/>
              </a:rPr>
              <a:t>a</a:t>
            </a:r>
            <a:r>
              <a:rPr lang="en-US" altLang="zh-CN" sz="2000">
                <a:latin typeface="Times New Roman" panose="02020603050405020304" pitchFamily="18" charset="0"/>
              </a:rPr>
              <a:t>[</a:t>
            </a:r>
            <a:r>
              <a:rPr lang="en-US" altLang="zh-CN" sz="2000" i="1">
                <a:latin typeface="Times New Roman" panose="02020603050405020304" pitchFamily="18" charset="0"/>
              </a:rPr>
              <a:t>t</a:t>
            </a:r>
            <a:r>
              <a:rPr lang="en-US" altLang="zh-CN" sz="2000" i="1" baseline="-25000">
                <a:latin typeface="Times New Roman" panose="02020603050405020304" pitchFamily="18" charset="0"/>
              </a:rPr>
              <a:t>7</a:t>
            </a:r>
            <a:r>
              <a:rPr lang="en-US" altLang="zh-CN" sz="2000">
                <a:latin typeface="Times New Roman" panose="02020603050405020304" pitchFamily="18" charset="0"/>
              </a:rPr>
              <a:t>] = </a:t>
            </a:r>
            <a:r>
              <a:rPr lang="en-US" altLang="zh-CN" sz="2000" i="1">
                <a:latin typeface="Times New Roman" panose="02020603050405020304" pitchFamily="18" charset="0"/>
              </a:rPr>
              <a:t>t</a:t>
            </a:r>
            <a:r>
              <a:rPr lang="en-US" altLang="zh-CN" sz="2000" i="1" baseline="-25000">
                <a:latin typeface="Times New Roman" panose="02020603050405020304" pitchFamily="18" charset="0"/>
              </a:rPr>
              <a:t>9</a:t>
            </a:r>
            <a:endParaRPr lang="en-US" altLang="zh-CN" sz="2000" i="1">
              <a:latin typeface="Times New Roman" panose="02020603050405020304" pitchFamily="18" charset="0"/>
            </a:endParaRPr>
          </a:p>
          <a:p>
            <a:pPr algn="just">
              <a:lnSpc>
                <a:spcPts val="2500"/>
              </a:lnSpc>
            </a:pPr>
            <a:r>
              <a:rPr lang="en-US" altLang="zh-CN" sz="2000"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(20) </a:t>
            </a:r>
            <a:r>
              <a:rPr lang="en-US" altLang="zh-CN" sz="2000" i="1">
                <a:latin typeface="Times New Roman" panose="02020603050405020304" pitchFamily="18" charset="0"/>
              </a:rPr>
              <a:t>t</a:t>
            </a:r>
            <a:r>
              <a:rPr lang="en-US" altLang="zh-CN" sz="2000" i="1" baseline="-25000">
                <a:latin typeface="Times New Roman" panose="02020603050405020304" pitchFamily="18" charset="0"/>
              </a:rPr>
              <a:t>10</a:t>
            </a:r>
            <a:r>
              <a:rPr lang="en-US" altLang="zh-CN" sz="2000">
                <a:latin typeface="Times New Roman" panose="02020603050405020304" pitchFamily="18" charset="0"/>
              </a:rPr>
              <a:t> = 4 *</a:t>
            </a:r>
            <a:r>
              <a:rPr lang="en-US" altLang="zh-CN" sz="2000" i="1">
                <a:latin typeface="Times New Roman" panose="02020603050405020304" pitchFamily="18" charset="0"/>
              </a:rPr>
              <a:t> j</a:t>
            </a:r>
          </a:p>
          <a:p>
            <a:pPr algn="just">
              <a:lnSpc>
                <a:spcPts val="2500"/>
              </a:lnSpc>
            </a:pPr>
            <a:r>
              <a:rPr lang="en-US" altLang="zh-CN" sz="2000">
                <a:latin typeface="Times New Roman" panose="02020603050405020304" pitchFamily="18" charset="0"/>
                <a:cs typeface="楷体_GB2312" charset="0"/>
              </a:rPr>
              <a:t>(21) </a:t>
            </a:r>
            <a:r>
              <a:rPr lang="en-US" altLang="zh-CN" sz="2000" i="1">
                <a:latin typeface="Times New Roman" panose="02020603050405020304" pitchFamily="18" charset="0"/>
              </a:rPr>
              <a:t>a</a:t>
            </a:r>
            <a:r>
              <a:rPr lang="en-US" altLang="zh-CN" sz="2000">
                <a:latin typeface="Times New Roman" panose="02020603050405020304" pitchFamily="18" charset="0"/>
              </a:rPr>
              <a:t>[</a:t>
            </a:r>
            <a:r>
              <a:rPr lang="en-US" altLang="zh-CN" sz="2000" i="1">
                <a:latin typeface="Times New Roman" panose="02020603050405020304" pitchFamily="18" charset="0"/>
              </a:rPr>
              <a:t>t</a:t>
            </a:r>
            <a:r>
              <a:rPr lang="en-US" altLang="zh-CN" sz="2000" i="1" baseline="-25000">
                <a:latin typeface="Times New Roman" panose="02020603050405020304" pitchFamily="18" charset="0"/>
              </a:rPr>
              <a:t>10</a:t>
            </a:r>
            <a:r>
              <a:rPr lang="en-US" altLang="zh-CN" sz="2000">
                <a:latin typeface="Times New Roman" panose="02020603050405020304" pitchFamily="18" charset="0"/>
              </a:rPr>
              <a:t>] = </a:t>
            </a:r>
            <a:r>
              <a:rPr lang="en-US" altLang="zh-CN" sz="2000" i="1">
                <a:latin typeface="Times New Roman" panose="02020603050405020304" pitchFamily="18" charset="0"/>
              </a:rPr>
              <a:t>x</a:t>
            </a:r>
          </a:p>
          <a:p>
            <a:pPr algn="just">
              <a:lnSpc>
                <a:spcPts val="2500"/>
              </a:lnSpc>
            </a:pPr>
            <a:r>
              <a:rPr lang="en-US" altLang="zh-CN" sz="2000">
                <a:latin typeface="Times New Roman" panose="02020603050405020304" pitchFamily="18" charset="0"/>
                <a:cs typeface="楷体_GB2312" charset="0"/>
              </a:rPr>
              <a:t>(22)</a:t>
            </a:r>
            <a:r>
              <a:rPr lang="en-US" altLang="zh-CN" sz="2000" i="1">
                <a:latin typeface="Times New Roman" panose="02020603050405020304" pitchFamily="18" charset="0"/>
                <a:cs typeface="楷体_GB2312" charset="0"/>
              </a:rPr>
              <a:t> </a:t>
            </a:r>
            <a:r>
              <a:rPr lang="en-US" altLang="zh-CN" sz="2000" i="1">
                <a:latin typeface="Times New Roman" panose="02020603050405020304" pitchFamily="18" charset="0"/>
              </a:rPr>
              <a:t>goto </a:t>
            </a:r>
            <a:r>
              <a:rPr lang="en-US" altLang="zh-CN" sz="2000">
                <a:latin typeface="Times New Roman" panose="02020603050405020304" pitchFamily="18" charset="0"/>
              </a:rPr>
              <a:t>(5)</a:t>
            </a:r>
            <a:endParaRPr lang="en-US" altLang="zh-CN" sz="2000" baseline="-25000">
              <a:latin typeface="Times New Roman" panose="02020603050405020304" pitchFamily="18" charset="0"/>
            </a:endParaRPr>
          </a:p>
          <a:p>
            <a:pPr eaLnBrk="1" hangingPunct="1">
              <a:lnSpc>
                <a:spcPts val="2500"/>
              </a:lnSpc>
            </a:pPr>
            <a:r>
              <a:rPr lang="en-US" altLang="zh-CN" sz="2000">
                <a:latin typeface="Times New Roman" panose="02020603050405020304" pitchFamily="18" charset="0"/>
                <a:cs typeface="楷体_GB2312" charset="0"/>
              </a:rPr>
              <a:t>(23) </a:t>
            </a:r>
            <a:r>
              <a:rPr lang="en-US" altLang="zh-CN" sz="2000" i="1">
                <a:latin typeface="Times New Roman" panose="02020603050405020304" pitchFamily="18" charset="0"/>
                <a:cs typeface="楷体_GB2312" charset="0"/>
              </a:rPr>
              <a:t>t</a:t>
            </a:r>
            <a:r>
              <a:rPr lang="en-US" altLang="zh-CN" sz="2000" i="1" baseline="-25000">
                <a:latin typeface="Times New Roman" panose="02020603050405020304" pitchFamily="18" charset="0"/>
              </a:rPr>
              <a:t>11</a:t>
            </a:r>
            <a:r>
              <a:rPr lang="en-US" altLang="zh-CN" sz="2000">
                <a:latin typeface="Times New Roman" panose="02020603050405020304" pitchFamily="18" charset="0"/>
                <a:cs typeface="楷体_GB2312" charset="0"/>
              </a:rPr>
              <a:t> = 4 * </a:t>
            </a:r>
            <a:r>
              <a:rPr lang="en-US" altLang="zh-CN" sz="2000" i="1">
                <a:latin typeface="Times New Roman" panose="02020603050405020304" pitchFamily="18" charset="0"/>
                <a:cs typeface="楷体_GB2312" charset="0"/>
              </a:rPr>
              <a:t>i</a:t>
            </a:r>
          </a:p>
          <a:p>
            <a:pPr eaLnBrk="1" hangingPunct="1">
              <a:lnSpc>
                <a:spcPts val="2500"/>
              </a:lnSpc>
            </a:pPr>
            <a:r>
              <a:rPr lang="en-US" altLang="zh-CN" sz="2000">
                <a:latin typeface="Times New Roman" panose="02020603050405020304" pitchFamily="18" charset="0"/>
                <a:cs typeface="楷体_GB2312" charset="0"/>
              </a:rPr>
              <a:t>(24) </a:t>
            </a:r>
            <a:r>
              <a:rPr lang="en-US" altLang="zh-CN" sz="2000" i="1">
                <a:latin typeface="Times New Roman" panose="02020603050405020304" pitchFamily="18" charset="0"/>
                <a:cs typeface="楷体_GB2312" charset="0"/>
              </a:rPr>
              <a:t>x</a:t>
            </a:r>
            <a:r>
              <a:rPr lang="en-US" altLang="zh-CN" sz="2000">
                <a:latin typeface="Times New Roman" panose="02020603050405020304" pitchFamily="18" charset="0"/>
                <a:cs typeface="楷体_GB2312" charset="0"/>
              </a:rPr>
              <a:t> = </a:t>
            </a:r>
            <a:r>
              <a:rPr lang="en-US" altLang="zh-CN" sz="2000" i="1">
                <a:latin typeface="Times New Roman" panose="02020603050405020304" pitchFamily="18" charset="0"/>
                <a:cs typeface="楷体_GB2312" charset="0"/>
              </a:rPr>
              <a:t>a</a:t>
            </a:r>
            <a:r>
              <a:rPr lang="en-US" altLang="zh-CN" sz="2000">
                <a:latin typeface="Times New Roman" panose="02020603050405020304" pitchFamily="18" charset="0"/>
                <a:cs typeface="楷体_GB2312" charset="0"/>
              </a:rPr>
              <a:t>[</a:t>
            </a:r>
            <a:r>
              <a:rPr lang="en-US" altLang="zh-CN" sz="2000" i="1">
                <a:latin typeface="Times New Roman" panose="02020603050405020304" pitchFamily="18" charset="0"/>
                <a:cs typeface="楷体_GB2312" charset="0"/>
              </a:rPr>
              <a:t>t</a:t>
            </a:r>
            <a:r>
              <a:rPr lang="en-US" altLang="zh-CN" sz="2000" i="1" baseline="-25000">
                <a:latin typeface="Times New Roman" panose="02020603050405020304" pitchFamily="18" charset="0"/>
              </a:rPr>
              <a:t>11</a:t>
            </a:r>
            <a:r>
              <a:rPr lang="en-US" altLang="zh-CN" sz="2000">
                <a:latin typeface="Times New Roman" panose="02020603050405020304" pitchFamily="18" charset="0"/>
                <a:cs typeface="楷体_GB2312" charset="0"/>
              </a:rPr>
              <a:t>]</a:t>
            </a:r>
          </a:p>
          <a:p>
            <a:pPr eaLnBrk="1" hangingPunct="1">
              <a:lnSpc>
                <a:spcPts val="2500"/>
              </a:lnSpc>
            </a:pPr>
            <a:r>
              <a:rPr lang="en-US" altLang="zh-CN" sz="2000">
                <a:latin typeface="Times New Roman" panose="02020603050405020304" pitchFamily="18" charset="0"/>
                <a:cs typeface="楷体_GB2312" charset="0"/>
              </a:rPr>
              <a:t>(25) </a:t>
            </a:r>
            <a:r>
              <a:rPr lang="en-US" altLang="zh-CN" sz="2000" i="1">
                <a:latin typeface="Times New Roman" panose="02020603050405020304" pitchFamily="18" charset="0"/>
                <a:cs typeface="楷体_GB2312" charset="0"/>
              </a:rPr>
              <a:t>t</a:t>
            </a:r>
            <a:r>
              <a:rPr lang="en-US" altLang="zh-CN" sz="2000" i="1" baseline="-25000">
                <a:latin typeface="Times New Roman" panose="02020603050405020304" pitchFamily="18" charset="0"/>
              </a:rPr>
              <a:t>12</a:t>
            </a:r>
            <a:r>
              <a:rPr lang="en-US" altLang="zh-CN" sz="2000">
                <a:latin typeface="Times New Roman" panose="02020603050405020304" pitchFamily="18" charset="0"/>
                <a:cs typeface="楷体_GB2312" charset="0"/>
              </a:rPr>
              <a:t> = 4 *</a:t>
            </a:r>
            <a:r>
              <a:rPr lang="en-US" altLang="zh-CN" sz="2000" i="1">
                <a:latin typeface="Times New Roman" panose="02020603050405020304" pitchFamily="18" charset="0"/>
                <a:cs typeface="楷体_GB2312" charset="0"/>
              </a:rPr>
              <a:t> i </a:t>
            </a:r>
          </a:p>
          <a:p>
            <a:pPr eaLnBrk="1" hangingPunct="1">
              <a:lnSpc>
                <a:spcPts val="2500"/>
              </a:lnSpc>
            </a:pPr>
            <a:r>
              <a:rPr lang="en-US" altLang="zh-CN" sz="2000">
                <a:latin typeface="Times New Roman" panose="02020603050405020304" pitchFamily="18" charset="0"/>
                <a:cs typeface="楷体_GB2312" charset="0"/>
              </a:rPr>
              <a:t>(26)</a:t>
            </a:r>
            <a:r>
              <a:rPr lang="en-US" altLang="zh-CN" sz="2000" i="1">
                <a:latin typeface="Times New Roman" panose="02020603050405020304" pitchFamily="18" charset="0"/>
                <a:cs typeface="楷体_GB2312" charset="0"/>
              </a:rPr>
              <a:t> t</a:t>
            </a:r>
            <a:r>
              <a:rPr lang="en-US" altLang="zh-CN" sz="2000" i="1" baseline="-25000">
                <a:latin typeface="Times New Roman" panose="02020603050405020304" pitchFamily="18" charset="0"/>
              </a:rPr>
              <a:t>13</a:t>
            </a:r>
            <a:r>
              <a:rPr lang="en-US" altLang="zh-CN" sz="2000" i="1">
                <a:latin typeface="Times New Roman" panose="02020603050405020304" pitchFamily="18" charset="0"/>
                <a:cs typeface="楷体_GB2312" charset="0"/>
              </a:rPr>
              <a:t> </a:t>
            </a:r>
            <a:r>
              <a:rPr lang="en-US" altLang="zh-CN" sz="2000">
                <a:latin typeface="Times New Roman" panose="02020603050405020304" pitchFamily="18" charset="0"/>
                <a:cs typeface="楷体_GB2312" charset="0"/>
              </a:rPr>
              <a:t>= 4 * </a:t>
            </a:r>
            <a:r>
              <a:rPr lang="en-US" altLang="zh-CN" sz="2000" i="1">
                <a:latin typeface="Times New Roman" panose="02020603050405020304" pitchFamily="18" charset="0"/>
                <a:cs typeface="楷体_GB2312" charset="0"/>
              </a:rPr>
              <a:t>n</a:t>
            </a:r>
          </a:p>
          <a:p>
            <a:pPr eaLnBrk="1" hangingPunct="1">
              <a:lnSpc>
                <a:spcPts val="2500"/>
              </a:lnSpc>
            </a:pPr>
            <a:r>
              <a:rPr lang="en-US" altLang="zh-CN" sz="2000">
                <a:latin typeface="Times New Roman" panose="02020603050405020304" pitchFamily="18" charset="0"/>
                <a:cs typeface="楷体_GB2312" charset="0"/>
              </a:rPr>
              <a:t>(27)</a:t>
            </a:r>
            <a:r>
              <a:rPr lang="en-US" altLang="zh-CN" sz="2000" i="1">
                <a:latin typeface="Times New Roman" panose="02020603050405020304" pitchFamily="18" charset="0"/>
                <a:cs typeface="楷体_GB2312" charset="0"/>
              </a:rPr>
              <a:t> t</a:t>
            </a:r>
            <a:r>
              <a:rPr lang="en-US" altLang="zh-CN" sz="2000" i="1" baseline="-25000">
                <a:latin typeface="Times New Roman" panose="02020603050405020304" pitchFamily="18" charset="0"/>
              </a:rPr>
              <a:t>14</a:t>
            </a:r>
            <a:r>
              <a:rPr lang="en-US" altLang="zh-CN" sz="2000" i="1">
                <a:latin typeface="Times New Roman" panose="02020603050405020304" pitchFamily="18" charset="0"/>
                <a:cs typeface="楷体_GB2312" charset="0"/>
              </a:rPr>
              <a:t> </a:t>
            </a:r>
            <a:r>
              <a:rPr lang="en-US" altLang="zh-CN" sz="2000">
                <a:latin typeface="Times New Roman" panose="02020603050405020304" pitchFamily="18" charset="0"/>
                <a:cs typeface="楷体_GB2312" charset="0"/>
              </a:rPr>
              <a:t>= </a:t>
            </a:r>
            <a:r>
              <a:rPr lang="en-US" altLang="zh-CN" sz="2000" i="1">
                <a:latin typeface="Times New Roman" panose="02020603050405020304" pitchFamily="18" charset="0"/>
                <a:cs typeface="楷体_GB2312" charset="0"/>
              </a:rPr>
              <a:t>a</a:t>
            </a:r>
            <a:r>
              <a:rPr lang="en-US" altLang="zh-CN" sz="2000">
                <a:latin typeface="Times New Roman" panose="02020603050405020304" pitchFamily="18" charset="0"/>
                <a:cs typeface="楷体_GB2312" charset="0"/>
              </a:rPr>
              <a:t>[</a:t>
            </a:r>
            <a:r>
              <a:rPr lang="en-US" altLang="zh-CN" sz="2000" i="1">
                <a:latin typeface="Times New Roman" panose="02020603050405020304" pitchFamily="18" charset="0"/>
                <a:cs typeface="楷体_GB2312" charset="0"/>
              </a:rPr>
              <a:t>t</a:t>
            </a:r>
            <a:r>
              <a:rPr lang="en-US" altLang="zh-CN" sz="2000" i="1" baseline="-25000">
                <a:latin typeface="Times New Roman" panose="02020603050405020304" pitchFamily="18" charset="0"/>
              </a:rPr>
              <a:t>13</a:t>
            </a:r>
            <a:r>
              <a:rPr lang="en-US" altLang="zh-CN" sz="2000">
                <a:latin typeface="Times New Roman" panose="02020603050405020304" pitchFamily="18" charset="0"/>
                <a:cs typeface="楷体_GB2312" charset="0"/>
              </a:rPr>
              <a:t>]</a:t>
            </a:r>
          </a:p>
          <a:p>
            <a:pPr eaLnBrk="1" hangingPunct="1">
              <a:lnSpc>
                <a:spcPts val="2500"/>
              </a:lnSpc>
            </a:pPr>
            <a:r>
              <a:rPr lang="en-US" altLang="zh-CN" sz="2000">
                <a:latin typeface="Times New Roman" panose="02020603050405020304" pitchFamily="18" charset="0"/>
                <a:cs typeface="楷体_GB2312" charset="0"/>
              </a:rPr>
              <a:t>(28) </a:t>
            </a:r>
            <a:r>
              <a:rPr lang="en-US" altLang="zh-CN" sz="2000" i="1">
                <a:latin typeface="Times New Roman" panose="02020603050405020304" pitchFamily="18" charset="0"/>
                <a:cs typeface="楷体_GB2312" charset="0"/>
              </a:rPr>
              <a:t>a</a:t>
            </a:r>
            <a:r>
              <a:rPr lang="en-US" altLang="zh-CN" sz="2000">
                <a:latin typeface="Times New Roman" panose="02020603050405020304" pitchFamily="18" charset="0"/>
                <a:cs typeface="楷体_GB2312" charset="0"/>
              </a:rPr>
              <a:t>[</a:t>
            </a:r>
            <a:r>
              <a:rPr lang="en-US" altLang="zh-CN" sz="2000" i="1">
                <a:latin typeface="Times New Roman" panose="02020603050405020304" pitchFamily="18" charset="0"/>
                <a:cs typeface="楷体_GB2312" charset="0"/>
              </a:rPr>
              <a:t>t</a:t>
            </a:r>
            <a:r>
              <a:rPr lang="en-US" altLang="zh-CN" sz="2000" i="1" baseline="-25000">
                <a:latin typeface="Times New Roman" panose="02020603050405020304" pitchFamily="18" charset="0"/>
              </a:rPr>
              <a:t>12</a:t>
            </a:r>
            <a:r>
              <a:rPr lang="en-US" altLang="zh-CN" sz="2000">
                <a:latin typeface="Times New Roman" panose="02020603050405020304" pitchFamily="18" charset="0"/>
                <a:cs typeface="楷体_GB2312" charset="0"/>
              </a:rPr>
              <a:t>] = </a:t>
            </a:r>
            <a:r>
              <a:rPr lang="en-US" altLang="zh-CN" sz="2000" i="1">
                <a:latin typeface="Times New Roman" panose="02020603050405020304" pitchFamily="18" charset="0"/>
                <a:cs typeface="楷体_GB2312" charset="0"/>
              </a:rPr>
              <a:t>t</a:t>
            </a:r>
            <a:r>
              <a:rPr lang="en-US" altLang="zh-CN" sz="2000" i="1" baseline="-25000">
                <a:latin typeface="Times New Roman" panose="02020603050405020304" pitchFamily="18" charset="0"/>
              </a:rPr>
              <a:t>14</a:t>
            </a:r>
          </a:p>
          <a:p>
            <a:pPr eaLnBrk="1" hangingPunct="1">
              <a:lnSpc>
                <a:spcPts val="2500"/>
              </a:lnSpc>
            </a:pPr>
            <a:r>
              <a:rPr lang="en-US" altLang="zh-CN" sz="2000">
                <a:latin typeface="Times New Roman" panose="02020603050405020304" pitchFamily="18" charset="0"/>
                <a:cs typeface="楷体_GB2312" charset="0"/>
              </a:rPr>
              <a:t>(29) </a:t>
            </a:r>
            <a:r>
              <a:rPr lang="en-US" altLang="zh-CN" sz="2000" i="1">
                <a:latin typeface="Times New Roman" panose="02020603050405020304" pitchFamily="18" charset="0"/>
                <a:cs typeface="楷体_GB2312" charset="0"/>
              </a:rPr>
              <a:t>t</a:t>
            </a:r>
            <a:r>
              <a:rPr lang="en-US" altLang="zh-CN" sz="2000" i="1" baseline="-25000">
                <a:latin typeface="Times New Roman" panose="02020603050405020304" pitchFamily="18" charset="0"/>
              </a:rPr>
              <a:t>15</a:t>
            </a:r>
            <a:r>
              <a:rPr lang="en-US" altLang="zh-CN" sz="2000">
                <a:latin typeface="Times New Roman" panose="02020603050405020304" pitchFamily="18" charset="0"/>
                <a:cs typeface="楷体_GB2312" charset="0"/>
              </a:rPr>
              <a:t> = 4 * </a:t>
            </a:r>
            <a:r>
              <a:rPr lang="en-US" altLang="zh-CN" sz="2000" i="1">
                <a:latin typeface="Times New Roman" panose="02020603050405020304" pitchFamily="18" charset="0"/>
                <a:cs typeface="楷体_GB2312" charset="0"/>
              </a:rPr>
              <a:t>n</a:t>
            </a:r>
            <a:r>
              <a:rPr lang="en-US" altLang="zh-CN" sz="2000">
                <a:latin typeface="Times New Roman" panose="02020603050405020304" pitchFamily="18" charset="0"/>
                <a:cs typeface="楷体_GB2312" charset="0"/>
              </a:rPr>
              <a:t> </a:t>
            </a:r>
          </a:p>
          <a:p>
            <a:pPr eaLnBrk="1" hangingPunct="1">
              <a:lnSpc>
                <a:spcPts val="2500"/>
              </a:lnSpc>
            </a:pPr>
            <a:r>
              <a:rPr lang="en-US" altLang="zh-CN" sz="2000">
                <a:latin typeface="Times New Roman" panose="02020603050405020304" pitchFamily="18" charset="0"/>
                <a:cs typeface="楷体_GB2312" charset="0"/>
              </a:rPr>
              <a:t>(30) </a:t>
            </a:r>
            <a:r>
              <a:rPr lang="en-US" altLang="zh-CN" sz="2000" i="1">
                <a:latin typeface="Times New Roman" panose="02020603050405020304" pitchFamily="18" charset="0"/>
                <a:cs typeface="楷体_GB2312" charset="0"/>
              </a:rPr>
              <a:t>a</a:t>
            </a:r>
            <a:r>
              <a:rPr lang="en-US" altLang="zh-CN" sz="2000">
                <a:latin typeface="Times New Roman" panose="02020603050405020304" pitchFamily="18" charset="0"/>
                <a:cs typeface="楷体_GB2312" charset="0"/>
              </a:rPr>
              <a:t>[</a:t>
            </a:r>
            <a:r>
              <a:rPr lang="en-US" altLang="zh-CN" sz="2000" i="1">
                <a:latin typeface="Times New Roman" panose="02020603050405020304" pitchFamily="18" charset="0"/>
                <a:cs typeface="楷体_GB2312" charset="0"/>
              </a:rPr>
              <a:t>t</a:t>
            </a:r>
            <a:r>
              <a:rPr lang="en-US" altLang="zh-CN" sz="2000" i="1" baseline="-25000">
                <a:latin typeface="Times New Roman" panose="02020603050405020304" pitchFamily="18" charset="0"/>
              </a:rPr>
              <a:t>15</a:t>
            </a:r>
            <a:r>
              <a:rPr lang="en-US" altLang="zh-CN" sz="2000">
                <a:latin typeface="Times New Roman" panose="02020603050405020304" pitchFamily="18" charset="0"/>
                <a:cs typeface="楷体_GB2312" charset="0"/>
              </a:rPr>
              <a:t>] = </a:t>
            </a:r>
            <a:r>
              <a:rPr lang="en-US" altLang="zh-CN" sz="2000" i="1">
                <a:latin typeface="Times New Roman" panose="02020603050405020304" pitchFamily="18" charset="0"/>
                <a:cs typeface="楷体_GB2312" charset="0"/>
              </a:rPr>
              <a:t>x</a:t>
            </a:r>
            <a:r>
              <a:rPr lang="en-US" altLang="zh-CN" sz="2000">
                <a:latin typeface="Times New Roman" panose="02020603050405020304" pitchFamily="18" charset="0"/>
                <a:cs typeface="楷体_GB2312" charset="0"/>
              </a:rPr>
              <a:t> </a:t>
            </a:r>
          </a:p>
        </p:txBody>
      </p:sp>
      <p:grpSp>
        <p:nvGrpSpPr>
          <p:cNvPr id="2" name="Group 14">
            <a:extLst>
              <a:ext uri="{FF2B5EF4-FFF2-40B4-BE49-F238E27FC236}">
                <a16:creationId xmlns:a16="http://schemas.microsoft.com/office/drawing/2014/main" id="{CF6A5392-FDF3-4664-BDC5-611295EFF233}"/>
              </a:ext>
            </a:extLst>
          </p:cNvPr>
          <p:cNvGrpSpPr>
            <a:grpSpLocks/>
          </p:cNvGrpSpPr>
          <p:nvPr/>
        </p:nvGrpSpPr>
        <p:grpSpPr bwMode="auto">
          <a:xfrm>
            <a:off x="4040188" y="1500188"/>
            <a:ext cx="4357687" cy="2825750"/>
            <a:chOff x="385" y="2039"/>
            <a:chExt cx="3660" cy="2373"/>
          </a:xfrm>
        </p:grpSpPr>
        <p:sp>
          <p:nvSpPr>
            <p:cNvPr id="28685" name="Line 9">
              <a:extLst>
                <a:ext uri="{FF2B5EF4-FFF2-40B4-BE49-F238E27FC236}">
                  <a16:creationId xmlns:a16="http://schemas.microsoft.com/office/drawing/2014/main" id="{5E2C6087-BF32-4A86-8283-AD314366350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85" y="2039"/>
              <a:ext cx="1860" cy="0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prstDash val="lg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8686" name="Line 10">
              <a:extLst>
                <a:ext uri="{FF2B5EF4-FFF2-40B4-BE49-F238E27FC236}">
                  <a16:creationId xmlns:a16="http://schemas.microsoft.com/office/drawing/2014/main" id="{44EBA223-CA5B-4B04-84B3-8B36F92AFE9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85" y="3083"/>
              <a:ext cx="1860" cy="0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prstDash val="lg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8687" name="Line 11">
              <a:extLst>
                <a:ext uri="{FF2B5EF4-FFF2-40B4-BE49-F238E27FC236}">
                  <a16:creationId xmlns:a16="http://schemas.microsoft.com/office/drawing/2014/main" id="{4A63EF00-F7A6-4139-941F-5DE60768CDE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85" y="4139"/>
              <a:ext cx="1860" cy="0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prstDash val="lg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8688" name="Line 12">
              <a:extLst>
                <a:ext uri="{FF2B5EF4-FFF2-40B4-BE49-F238E27FC236}">
                  <a16:creationId xmlns:a16="http://schemas.microsoft.com/office/drawing/2014/main" id="{D18C6557-AEB1-4CBE-9CFD-D220919347F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85" y="4412"/>
              <a:ext cx="1860" cy="0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prstDash val="lg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8689" name="Line 13">
              <a:extLst>
                <a:ext uri="{FF2B5EF4-FFF2-40B4-BE49-F238E27FC236}">
                  <a16:creationId xmlns:a16="http://schemas.microsoft.com/office/drawing/2014/main" id="{7837329A-D3F4-4FC9-8C0C-A01517DF2BA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776" y="2819"/>
              <a:ext cx="1269" cy="0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prstDash val="lg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</p:grpSp>
      <p:sp>
        <p:nvSpPr>
          <p:cNvPr id="752655" name="Rectangle 15">
            <a:extLst>
              <a:ext uri="{FF2B5EF4-FFF2-40B4-BE49-F238E27FC236}">
                <a16:creationId xmlns:a16="http://schemas.microsoft.com/office/drawing/2014/main" id="{5744336C-7D89-417F-AE09-F392295E74B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54438" y="714375"/>
            <a:ext cx="269875" cy="323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68580" tIns="34290" rIns="68580" bIns="34290" anchor="ctr"/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-US" altLang="zh-CN" sz="2000" i="1">
                <a:solidFill>
                  <a:srgbClr val="FF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B</a:t>
            </a:r>
            <a:r>
              <a:rPr lang="en-US" altLang="zh-CN" sz="2000" i="1" baseline="-30000">
                <a:solidFill>
                  <a:srgbClr val="FF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752656" name="Rectangle 16">
            <a:extLst>
              <a:ext uri="{FF2B5EF4-FFF2-40B4-BE49-F238E27FC236}">
                <a16:creationId xmlns:a16="http://schemas.microsoft.com/office/drawing/2014/main" id="{27B72C18-43B4-42FD-8EDF-CA860D9BE8F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54438" y="1928813"/>
            <a:ext cx="269875" cy="323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68580" tIns="34290" rIns="68580" bIns="34290" anchor="ctr"/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-US" altLang="zh-CN" sz="2000" i="1">
                <a:solidFill>
                  <a:srgbClr val="FF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B</a:t>
            </a:r>
            <a:r>
              <a:rPr lang="en-US" altLang="zh-CN" sz="2000" i="1" baseline="-30000">
                <a:solidFill>
                  <a:srgbClr val="FF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2</a:t>
            </a:r>
          </a:p>
        </p:txBody>
      </p:sp>
      <p:sp>
        <p:nvSpPr>
          <p:cNvPr id="752657" name="Rectangle 17">
            <a:extLst>
              <a:ext uri="{FF2B5EF4-FFF2-40B4-BE49-F238E27FC236}">
                <a16:creationId xmlns:a16="http://schemas.microsoft.com/office/drawing/2014/main" id="{E5454B86-5E79-46B7-A9FE-B33B7A36EDE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54438" y="3214688"/>
            <a:ext cx="269875" cy="323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68580" tIns="34290" rIns="68580" bIns="34290" anchor="ctr"/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-US" altLang="zh-CN" sz="2000" i="1">
                <a:solidFill>
                  <a:srgbClr val="FF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B</a:t>
            </a:r>
            <a:r>
              <a:rPr lang="en-US" altLang="zh-CN" sz="2000" i="1" baseline="-30000">
                <a:solidFill>
                  <a:srgbClr val="FF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3</a:t>
            </a:r>
          </a:p>
        </p:txBody>
      </p:sp>
      <p:sp>
        <p:nvSpPr>
          <p:cNvPr id="752658" name="Rectangle 18">
            <a:extLst>
              <a:ext uri="{FF2B5EF4-FFF2-40B4-BE49-F238E27FC236}">
                <a16:creationId xmlns:a16="http://schemas.microsoft.com/office/drawing/2014/main" id="{9B102A35-E5AA-4A5A-93F9-F44751F34F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98875" y="4000500"/>
            <a:ext cx="269875" cy="323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68580" tIns="34290" rIns="68580" bIns="34290" anchor="ctr"/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-US" altLang="zh-CN" sz="2000" i="1">
                <a:solidFill>
                  <a:srgbClr val="FF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B</a:t>
            </a:r>
            <a:r>
              <a:rPr lang="en-US" altLang="zh-CN" sz="2000" i="1" baseline="-30000">
                <a:solidFill>
                  <a:srgbClr val="FF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4</a:t>
            </a:r>
          </a:p>
        </p:txBody>
      </p:sp>
      <p:sp>
        <p:nvSpPr>
          <p:cNvPr id="752659" name="Rectangle 19">
            <a:extLst>
              <a:ext uri="{FF2B5EF4-FFF2-40B4-BE49-F238E27FC236}">
                <a16:creationId xmlns:a16="http://schemas.microsoft.com/office/drawing/2014/main" id="{974F1830-D131-4ECC-9647-F191EC05C0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7813" y="1176338"/>
            <a:ext cx="269875" cy="323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68580" tIns="34290" rIns="68580" bIns="34290" anchor="ctr"/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-US" altLang="zh-CN" sz="2000" i="1">
                <a:solidFill>
                  <a:srgbClr val="FF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B</a:t>
            </a:r>
            <a:r>
              <a:rPr lang="en-US" altLang="zh-CN" sz="2000" i="1" baseline="-30000">
                <a:solidFill>
                  <a:srgbClr val="FF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5</a:t>
            </a:r>
          </a:p>
        </p:txBody>
      </p:sp>
      <p:sp>
        <p:nvSpPr>
          <p:cNvPr id="752660" name="Rectangle 20">
            <a:extLst>
              <a:ext uri="{FF2B5EF4-FFF2-40B4-BE49-F238E27FC236}">
                <a16:creationId xmlns:a16="http://schemas.microsoft.com/office/drawing/2014/main" id="{ABC5FE68-CAD1-44F1-A126-E7D2444791B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7813" y="3500438"/>
            <a:ext cx="269875" cy="323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68580" tIns="34290" rIns="68580" bIns="34290" anchor="ctr"/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-US" altLang="zh-CN" sz="2000" i="1">
                <a:solidFill>
                  <a:srgbClr val="FF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B</a:t>
            </a:r>
            <a:r>
              <a:rPr lang="en-US" altLang="zh-CN" sz="2000" i="1" baseline="-30000">
                <a:solidFill>
                  <a:srgbClr val="FF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6</a:t>
            </a:r>
          </a:p>
        </p:txBody>
      </p:sp>
      <p:sp>
        <p:nvSpPr>
          <p:cNvPr id="28684" name="Rectangle 4">
            <a:extLst>
              <a:ext uri="{FF2B5EF4-FFF2-40B4-BE49-F238E27FC236}">
                <a16:creationId xmlns:a16="http://schemas.microsoft.com/office/drawing/2014/main" id="{F48AC6E2-FCB4-4DC7-AE2E-D845DCF893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例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26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7526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7526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7526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264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5264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5264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75264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264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75264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75264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5264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264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75264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75264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75264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264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75264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75264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75264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264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75264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75264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75264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264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75264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75264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75264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264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75264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75264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75264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264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75264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75264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75264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264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2" dur="500" fill="hold"/>
                                        <p:tgtEl>
                                          <p:spTgt spid="75264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500" fill="hold"/>
                                        <p:tgtEl>
                                          <p:spTgt spid="75264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75264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264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7" dur="500" fill="hold"/>
                                        <p:tgtEl>
                                          <p:spTgt spid="75264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500" fill="hold"/>
                                        <p:tgtEl>
                                          <p:spTgt spid="75264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75264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264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2" dur="500" fill="hold"/>
                                        <p:tgtEl>
                                          <p:spTgt spid="75264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3" dur="500" fill="hold"/>
                                        <p:tgtEl>
                                          <p:spTgt spid="75264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75264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264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7" dur="500" fill="hold"/>
                                        <p:tgtEl>
                                          <p:spTgt spid="75264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8" dur="500" fill="hold"/>
                                        <p:tgtEl>
                                          <p:spTgt spid="75264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75264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264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" dur="500" fill="hold"/>
                                        <p:tgtEl>
                                          <p:spTgt spid="75264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500" fill="hold"/>
                                        <p:tgtEl>
                                          <p:spTgt spid="75264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75264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264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7" dur="500" fill="hold"/>
                                        <p:tgtEl>
                                          <p:spTgt spid="75264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8" dur="500" fill="hold"/>
                                        <p:tgtEl>
                                          <p:spTgt spid="75264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75264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264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2" dur="500" fill="hold"/>
                                        <p:tgtEl>
                                          <p:spTgt spid="75264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3" dur="500" fill="hold"/>
                                        <p:tgtEl>
                                          <p:spTgt spid="75264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75264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264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7" dur="500" fill="hold"/>
                                        <p:tgtEl>
                                          <p:spTgt spid="75264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8" dur="500" fill="hold"/>
                                        <p:tgtEl>
                                          <p:spTgt spid="75264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75264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264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2" dur="500" fill="hold"/>
                                        <p:tgtEl>
                                          <p:spTgt spid="75264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3" dur="500" fill="hold"/>
                                        <p:tgtEl>
                                          <p:spTgt spid="75264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75264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264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7" dur="500" fill="hold"/>
                                        <p:tgtEl>
                                          <p:spTgt spid="75264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8" dur="500" fill="hold"/>
                                        <p:tgtEl>
                                          <p:spTgt spid="75264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75264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264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2" dur="500" fill="hold"/>
                                        <p:tgtEl>
                                          <p:spTgt spid="75264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3" dur="500" fill="hold"/>
                                        <p:tgtEl>
                                          <p:spTgt spid="75264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4" dur="500"/>
                                        <p:tgtEl>
                                          <p:spTgt spid="75264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264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7" dur="500" fill="hold"/>
                                        <p:tgtEl>
                                          <p:spTgt spid="75264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8" dur="500" fill="hold"/>
                                        <p:tgtEl>
                                          <p:spTgt spid="75264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75264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264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2" dur="500" fill="hold"/>
                                        <p:tgtEl>
                                          <p:spTgt spid="75264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3" dur="500" fill="hold"/>
                                        <p:tgtEl>
                                          <p:spTgt spid="75264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75264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264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7" dur="500" fill="hold"/>
                                        <p:tgtEl>
                                          <p:spTgt spid="75264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8" dur="500" fill="hold"/>
                                        <p:tgtEl>
                                          <p:spTgt spid="75264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75264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264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2" dur="500" fill="hold"/>
                                        <p:tgtEl>
                                          <p:spTgt spid="75264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3" dur="500" fill="hold"/>
                                        <p:tgtEl>
                                          <p:spTgt spid="75264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75264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264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7" dur="500" fill="hold"/>
                                        <p:tgtEl>
                                          <p:spTgt spid="75264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8" dur="500" fill="hold"/>
                                        <p:tgtEl>
                                          <p:spTgt spid="75264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9" dur="500"/>
                                        <p:tgtEl>
                                          <p:spTgt spid="75264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264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2" dur="500" fill="hold"/>
                                        <p:tgtEl>
                                          <p:spTgt spid="75264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3" dur="500" fill="hold"/>
                                        <p:tgtEl>
                                          <p:spTgt spid="75264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4" dur="500"/>
                                        <p:tgtEl>
                                          <p:spTgt spid="75264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264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7" dur="500" fill="hold"/>
                                        <p:tgtEl>
                                          <p:spTgt spid="75264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8" dur="500" fill="hold"/>
                                        <p:tgtEl>
                                          <p:spTgt spid="75264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9" dur="500"/>
                                        <p:tgtEl>
                                          <p:spTgt spid="75264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264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2" dur="500" fill="hold"/>
                                        <p:tgtEl>
                                          <p:spTgt spid="75264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3" dur="500" fill="hold"/>
                                        <p:tgtEl>
                                          <p:spTgt spid="75264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4" dur="500"/>
                                        <p:tgtEl>
                                          <p:spTgt spid="75264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264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7" dur="500" fill="hold"/>
                                        <p:tgtEl>
                                          <p:spTgt spid="75264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8" dur="500" fill="hold"/>
                                        <p:tgtEl>
                                          <p:spTgt spid="75264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9" dur="500"/>
                                        <p:tgtEl>
                                          <p:spTgt spid="75264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264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2" dur="500" fill="hold"/>
                                        <p:tgtEl>
                                          <p:spTgt spid="75264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3" dur="500" fill="hold"/>
                                        <p:tgtEl>
                                          <p:spTgt spid="75264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4" dur="500"/>
                                        <p:tgtEl>
                                          <p:spTgt spid="75264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5" fill="hold" nodeType="clickPar">
                      <p:stCondLst>
                        <p:cond delay="indefinite"/>
                      </p:stCondLst>
                      <p:childTnLst>
                        <p:par>
                          <p:cTn id="15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7" presetID="3" presetClass="emph" presetSubtype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 override="childStyle">
                                        <p:cTn id="158" dur="indefinite"/>
                                        <p:tgtEl>
                                          <p:spTgt spid="7526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p:clrVal>
                                          <a:srgbClr val="FF0000"/>
                                        </p:clrVal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9" fill="hold" nodeType="clickPar">
                      <p:stCondLst>
                        <p:cond delay="indefinite"/>
                      </p:stCondLst>
                      <p:childTnLst>
                        <p:par>
                          <p:cTn id="16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61" presetID="3" presetClass="emph" presetSubtype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 override="childStyle">
                                        <p:cTn id="162" dur="indefinite"/>
                                        <p:tgtEl>
                                          <p:spTgt spid="75264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p:clrVal>
                                          <a:srgbClr val="FF0000"/>
                                        </p:clrVal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3" fill="hold" nodeType="clickPar">
                      <p:stCondLst>
                        <p:cond delay="indefinite"/>
                      </p:stCondLst>
                      <p:childTnLst>
                        <p:par>
                          <p:cTn id="16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65" presetID="3" presetClass="emph" presetSubtype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 override="childStyle">
                                        <p:cTn id="166" dur="indefinite"/>
                                        <p:tgtEl>
                                          <p:spTgt spid="75264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p:clrVal>
                                          <a:srgbClr val="FF0000"/>
                                        </p:clrVal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7" fill="hold" nodeType="clickPar">
                      <p:stCondLst>
                        <p:cond delay="indefinite"/>
                      </p:stCondLst>
                      <p:childTnLst>
                        <p:par>
                          <p:cTn id="16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69" presetID="3" presetClass="emph" presetSubtype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 override="childStyle">
                                        <p:cTn id="170" dur="indefinite"/>
                                        <p:tgtEl>
                                          <p:spTgt spid="75264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p:clrVal>
                                          <a:srgbClr val="FF0000"/>
                                        </p:clrVal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1" fill="hold" nodeType="clickPar">
                      <p:stCondLst>
                        <p:cond delay="indefinite"/>
                      </p:stCondLst>
                      <p:childTnLst>
                        <p:par>
                          <p:cTn id="17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3" presetID="3" presetClass="emph" presetSubtype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 override="childStyle">
                                        <p:cTn id="174" dur="indefinite"/>
                                        <p:tgtEl>
                                          <p:spTgt spid="75264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p:clrVal>
                                          <a:srgbClr val="FF0000"/>
                                        </p:clrVal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5" fill="hold" nodeType="clickPar">
                      <p:stCondLst>
                        <p:cond delay="indefinite"/>
                      </p:stCondLst>
                      <p:childTnLst>
                        <p:par>
                          <p:cTn id="17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7" presetID="3" presetClass="emph" presetSubtype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 override="childStyle">
                                        <p:cTn id="178" dur="indefinite"/>
                                        <p:tgtEl>
                                          <p:spTgt spid="75264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p:clrVal>
                                          <a:srgbClr val="FF0000"/>
                                        </p:clrVal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9" fill="hold" nodeType="clickPar">
                      <p:stCondLst>
                        <p:cond delay="indefinite"/>
                      </p:stCondLst>
                      <p:childTnLst>
                        <p:par>
                          <p:cTn id="18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81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3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4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5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6" presetID="53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26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8" dur="500" fill="hold"/>
                                        <p:tgtEl>
                                          <p:spTgt spid="75265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9" dur="500" fill="hold"/>
                                        <p:tgtEl>
                                          <p:spTgt spid="75265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0" dur="500"/>
                                        <p:tgtEl>
                                          <p:spTgt spid="7526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1" presetID="53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26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3" dur="500" fill="hold"/>
                                        <p:tgtEl>
                                          <p:spTgt spid="75265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4" dur="500" fill="hold"/>
                                        <p:tgtEl>
                                          <p:spTgt spid="75265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5" dur="500"/>
                                        <p:tgtEl>
                                          <p:spTgt spid="7526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6" presetID="53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26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8" dur="500" fill="hold"/>
                                        <p:tgtEl>
                                          <p:spTgt spid="75265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9" dur="500" fill="hold"/>
                                        <p:tgtEl>
                                          <p:spTgt spid="75265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0" dur="500"/>
                                        <p:tgtEl>
                                          <p:spTgt spid="7526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1" presetID="53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26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03" dur="500" fill="hold"/>
                                        <p:tgtEl>
                                          <p:spTgt spid="75265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4" dur="500" fill="hold"/>
                                        <p:tgtEl>
                                          <p:spTgt spid="75265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5" dur="500"/>
                                        <p:tgtEl>
                                          <p:spTgt spid="7526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6" presetID="53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26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08" dur="500" fill="hold"/>
                                        <p:tgtEl>
                                          <p:spTgt spid="75265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9" dur="500" fill="hold"/>
                                        <p:tgtEl>
                                          <p:spTgt spid="75265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0" dur="500"/>
                                        <p:tgtEl>
                                          <p:spTgt spid="7526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1" presetID="53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26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3" dur="500" fill="hold"/>
                                        <p:tgtEl>
                                          <p:spTgt spid="75266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4" dur="500" fill="hold"/>
                                        <p:tgtEl>
                                          <p:spTgt spid="75266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5" dur="500"/>
                                        <p:tgtEl>
                                          <p:spTgt spid="7526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52645" grpId="0" build="allAtOnce"/>
      <p:bldP spid="752647" grpId="0" build="allAtOnce"/>
      <p:bldP spid="752655" grpId="0"/>
      <p:bldP spid="752656" grpId="0"/>
      <p:bldP spid="752657" grpId="0"/>
      <p:bldP spid="752658" grpId="0"/>
      <p:bldP spid="752659" grpId="0"/>
      <p:bldP spid="752660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963" name="Rectangle 3">
            <a:extLst>
              <a:ext uri="{FF2B5EF4-FFF2-40B4-BE49-F238E27FC236}">
                <a16:creationId xmlns:a16="http://schemas.microsoft.com/office/drawing/2014/main" id="{290E2186-D034-4FED-A122-AF47D5A44D82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428625" y="884238"/>
            <a:ext cx="8143875" cy="1423987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lnSpc>
                <a:spcPts val="3200"/>
              </a:lnSpc>
            </a:pPr>
            <a:r>
              <a:rPr lang="zh-CN" altLang="en-US" sz="2600" b="1" dirty="0">
                <a:solidFill>
                  <a:srgbClr val="0070C0"/>
                </a:solidFill>
              </a:rPr>
              <a:t>流图</a:t>
            </a:r>
            <a:r>
              <a:rPr lang="zh-CN" altLang="en-US" sz="2600" b="1" dirty="0"/>
              <a:t>用来表示基本块之间的</a:t>
            </a:r>
            <a:r>
              <a:rPr lang="zh-CN" altLang="en-US" sz="2600" b="1" dirty="0">
                <a:solidFill>
                  <a:srgbClr val="0070C0"/>
                </a:solidFill>
              </a:rPr>
              <a:t>控制流</a:t>
            </a:r>
            <a:r>
              <a:rPr lang="zh-CN" altLang="en-US" sz="2600" b="1" dirty="0"/>
              <a:t>，构建方法如下：</a:t>
            </a:r>
            <a:endParaRPr lang="en-US" altLang="zh-CN" sz="2600" b="1" dirty="0">
              <a:solidFill>
                <a:srgbClr val="0070C0"/>
              </a:solidFill>
            </a:endParaRPr>
          </a:p>
          <a:p>
            <a:pPr lvl="1" eaLnBrk="1" hangingPunct="1">
              <a:lnSpc>
                <a:spcPts val="3200"/>
              </a:lnSpc>
            </a:pPr>
            <a:r>
              <a:rPr lang="zh-CN" altLang="en-US" sz="2400" b="1" dirty="0">
                <a:solidFill>
                  <a:schemeClr val="tx1"/>
                </a:solidFill>
              </a:rPr>
              <a:t>流图的每个</a:t>
            </a:r>
            <a:r>
              <a:rPr lang="zh-CN" altLang="en-US" sz="2400" b="1" dirty="0">
                <a:solidFill>
                  <a:srgbClr val="0070C0"/>
                </a:solidFill>
              </a:rPr>
              <a:t>结点</a:t>
            </a:r>
            <a:r>
              <a:rPr lang="zh-CN" altLang="en-US" sz="2400" b="1" dirty="0">
                <a:solidFill>
                  <a:schemeClr val="tx1"/>
                </a:solidFill>
              </a:rPr>
              <a:t>是一个</a:t>
            </a:r>
            <a:r>
              <a:rPr lang="zh-CN" altLang="en-US" sz="2400" b="1" dirty="0">
                <a:solidFill>
                  <a:srgbClr val="0070C0"/>
                </a:solidFill>
              </a:rPr>
              <a:t>基本块</a:t>
            </a:r>
            <a:endParaRPr lang="en-US" altLang="zh-CN" sz="2400" b="1" dirty="0">
              <a:solidFill>
                <a:srgbClr val="0070C0"/>
              </a:solidFill>
            </a:endParaRPr>
          </a:p>
          <a:p>
            <a:pPr lvl="1" eaLnBrk="1" hangingPunct="1">
              <a:lnSpc>
                <a:spcPts val="3200"/>
              </a:lnSpc>
            </a:pPr>
            <a:r>
              <a:rPr lang="zh-CN" altLang="en-US" sz="2400" b="1" dirty="0">
                <a:solidFill>
                  <a:schemeClr val="tx1"/>
                </a:solidFill>
              </a:rPr>
              <a:t>从基本块</a:t>
            </a:r>
            <a:r>
              <a:rPr lang="en-US" altLang="zh-CN" sz="2400" b="1" i="1" dirty="0">
                <a:solidFill>
                  <a:schemeClr val="tx1"/>
                </a:solidFill>
              </a:rPr>
              <a:t>B</a:t>
            </a:r>
            <a:r>
              <a:rPr lang="zh-CN" altLang="en-US" sz="2400" b="1" dirty="0">
                <a:solidFill>
                  <a:schemeClr val="tx1"/>
                </a:solidFill>
              </a:rPr>
              <a:t>到基本块</a:t>
            </a:r>
            <a:r>
              <a:rPr lang="en-US" altLang="zh-CN" sz="2400" b="1" i="1" dirty="0">
                <a:solidFill>
                  <a:schemeClr val="tx1"/>
                </a:solidFill>
              </a:rPr>
              <a:t>C</a:t>
            </a:r>
            <a:r>
              <a:rPr lang="zh-CN" altLang="en-US" sz="2400" b="1" dirty="0">
                <a:solidFill>
                  <a:schemeClr val="tx1"/>
                </a:solidFill>
              </a:rPr>
              <a:t>之间有一条</a:t>
            </a:r>
            <a:r>
              <a:rPr lang="zh-CN" altLang="en-US" sz="2400" b="1" dirty="0">
                <a:solidFill>
                  <a:srgbClr val="2D83F4"/>
                </a:solidFill>
              </a:rPr>
              <a:t>边</a:t>
            </a:r>
            <a:r>
              <a:rPr lang="zh-CN" altLang="en-US" sz="2400" b="1" dirty="0">
                <a:solidFill>
                  <a:srgbClr val="FF0000"/>
                </a:solidFill>
              </a:rPr>
              <a:t>当且仅当</a:t>
            </a:r>
            <a:r>
              <a:rPr lang="zh-CN" altLang="en-US" sz="2400" b="1" dirty="0">
                <a:solidFill>
                  <a:schemeClr val="tx1"/>
                </a:solidFill>
              </a:rPr>
              <a:t>基本块</a:t>
            </a:r>
            <a:r>
              <a:rPr lang="en-US" altLang="zh-CN" sz="2400" b="1" i="1" dirty="0">
                <a:solidFill>
                  <a:schemeClr val="tx1"/>
                </a:solidFill>
              </a:rPr>
              <a:t>C</a:t>
            </a:r>
            <a:r>
              <a:rPr lang="zh-CN" altLang="en-US" sz="2400" b="1" dirty="0">
                <a:solidFill>
                  <a:schemeClr val="tx1"/>
                </a:solidFill>
              </a:rPr>
              <a:t>的第一个指令</a:t>
            </a:r>
            <a:r>
              <a:rPr lang="zh-CN" altLang="en-US" sz="2400" b="1" dirty="0">
                <a:solidFill>
                  <a:srgbClr val="2D83F4"/>
                </a:solidFill>
              </a:rPr>
              <a:t>可能</a:t>
            </a:r>
            <a:r>
              <a:rPr lang="zh-CN" altLang="en-US" sz="2400" b="1" dirty="0">
                <a:solidFill>
                  <a:schemeClr val="tx1"/>
                </a:solidFill>
              </a:rPr>
              <a:t>紧跟在</a:t>
            </a:r>
            <a:r>
              <a:rPr lang="en-US" altLang="zh-CN" sz="2400" b="1" i="1" dirty="0">
                <a:solidFill>
                  <a:schemeClr val="tx1"/>
                </a:solidFill>
              </a:rPr>
              <a:t>B</a:t>
            </a:r>
            <a:r>
              <a:rPr lang="zh-CN" altLang="en-US" sz="2400" b="1" dirty="0">
                <a:solidFill>
                  <a:schemeClr val="tx1"/>
                </a:solidFill>
              </a:rPr>
              <a:t>的最后一条指令之后执行</a:t>
            </a:r>
            <a:endParaRPr lang="en-US" altLang="zh-CN" sz="2400" b="1" dirty="0">
              <a:solidFill>
                <a:schemeClr val="tx1"/>
              </a:solidFill>
            </a:endParaRPr>
          </a:p>
        </p:txBody>
      </p:sp>
      <p:sp>
        <p:nvSpPr>
          <p:cNvPr id="30723" name="Rectangle 2">
            <a:extLst>
              <a:ext uri="{FF2B5EF4-FFF2-40B4-BE49-F238E27FC236}">
                <a16:creationId xmlns:a16="http://schemas.microsoft.com/office/drawing/2014/main" id="{9244E0D8-15D5-4B34-B50B-7B6D7DB868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流图</a:t>
            </a:r>
            <a:r>
              <a:rPr lang="en-US" altLang="zh-CN" sz="2500">
                <a:solidFill>
                  <a:srgbClr val="000000"/>
                </a:solidFill>
                <a:ea typeface="微软雅黑" panose="020B0503020204020204" pitchFamily="34" charset="-122"/>
                <a:cs typeface="Times New Roman" panose="02020603050405020304" pitchFamily="18" charset="0"/>
              </a:rPr>
              <a:t>(</a:t>
            </a:r>
            <a:r>
              <a:rPr lang="en-US" altLang="zh-CN" sz="2500" i="1">
                <a:solidFill>
                  <a:srgbClr val="000000"/>
                </a:solidFill>
                <a:ea typeface="微软雅黑" panose="020B0503020204020204" pitchFamily="34" charset="-122"/>
                <a:cs typeface="Times New Roman" panose="02020603050405020304" pitchFamily="18" charset="0"/>
              </a:rPr>
              <a:t>Flow Graphs</a:t>
            </a:r>
            <a:r>
              <a:rPr lang="en-US" altLang="zh-CN" sz="2500">
                <a:solidFill>
                  <a:srgbClr val="000000"/>
                </a:solidFill>
                <a:ea typeface="微软雅黑" panose="020B0503020204020204" pitchFamily="34" charset="-122"/>
                <a:cs typeface="Times New Roman" panose="02020603050405020304" pitchFamily="18" charset="0"/>
              </a:rPr>
              <a:t>)</a:t>
            </a:r>
            <a:endParaRPr lang="zh-CN" altLang="en-US" sz="3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楷体_GB2312" charset="0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54ABF2F-0211-489F-926A-1CC1DCBCF39B}"/>
              </a:ext>
            </a:extLst>
          </p:cNvPr>
          <p:cNvSpPr/>
          <p:nvPr/>
        </p:nvSpPr>
        <p:spPr>
          <a:xfrm>
            <a:off x="2020887" y="2931790"/>
            <a:ext cx="5102225" cy="838200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lIns="68580" tIns="34290" rIns="68580" bIns="34290">
            <a:spAutoFit/>
          </a:bodyPr>
          <a:lstStyle/>
          <a:p>
            <a:pPr algn="ctr" eaLnBrk="1" hangingPunct="1">
              <a:defRPr/>
            </a:pPr>
            <a:r>
              <a:rPr lang="zh-CN" altLang="en-US" sz="2500" dirty="0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此时称</a:t>
            </a:r>
            <a:r>
              <a:rPr lang="en-US" altLang="zh-CN" sz="2500" i="1" dirty="0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B</a:t>
            </a:r>
            <a:r>
              <a:rPr lang="zh-CN" altLang="en-US" sz="2500" dirty="0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是</a:t>
            </a:r>
            <a:r>
              <a:rPr lang="en-US" altLang="zh-CN" sz="2500" i="1" dirty="0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C</a:t>
            </a:r>
            <a:r>
              <a:rPr lang="zh-CN" altLang="en-US" sz="2500" dirty="0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的</a:t>
            </a:r>
            <a:r>
              <a:rPr lang="zh-CN" altLang="en-US" sz="2500" dirty="0">
                <a:solidFill>
                  <a:srgbClr val="0000FF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前驱</a:t>
            </a:r>
            <a:r>
              <a:rPr lang="en-US" altLang="zh-CN" sz="2500" dirty="0">
                <a:solidFill>
                  <a:prstClr val="black"/>
                </a:solidFill>
                <a:latin typeface="Times New Roman" panose="02020603050405020304" pitchFamily="18" charset="0"/>
                <a:ea typeface="楷体_GB2312"/>
                <a:cs typeface="楷体_GB2312"/>
              </a:rPr>
              <a:t>(</a:t>
            </a:r>
            <a:r>
              <a:rPr lang="en-US" altLang="zh-CN" sz="2500" i="1" dirty="0">
                <a:solidFill>
                  <a:prstClr val="black"/>
                </a:solidFill>
                <a:latin typeface="Times New Roman" panose="02020603050405020304" pitchFamily="18" charset="0"/>
                <a:ea typeface="楷体_GB2312"/>
                <a:cs typeface="楷体_GB2312"/>
              </a:rPr>
              <a:t>predecessor</a:t>
            </a:r>
            <a:r>
              <a:rPr lang="en-US" altLang="zh-CN" sz="2500" dirty="0">
                <a:solidFill>
                  <a:prstClr val="black"/>
                </a:solidFill>
                <a:latin typeface="Times New Roman" panose="02020603050405020304" pitchFamily="18" charset="0"/>
                <a:ea typeface="楷体_GB2312"/>
                <a:cs typeface="楷体_GB2312"/>
              </a:rPr>
              <a:t>) </a:t>
            </a:r>
            <a:r>
              <a:rPr lang="zh-CN" altLang="en-US" sz="2500" dirty="0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，</a:t>
            </a:r>
            <a:endParaRPr lang="en-US" altLang="zh-CN" sz="2500" dirty="0">
              <a:latin typeface="Times New Roman" pitchFamily="18" charset="0"/>
              <a:ea typeface="楷体" pitchFamily="49" charset="-122"/>
              <a:cs typeface="Times New Roman" pitchFamily="18" charset="0"/>
            </a:endParaRPr>
          </a:p>
          <a:p>
            <a:pPr algn="ctr" eaLnBrk="1" hangingPunct="1">
              <a:defRPr/>
            </a:pPr>
            <a:r>
              <a:rPr lang="zh-CN" altLang="en-US" sz="2500" dirty="0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   </a:t>
            </a:r>
            <a:r>
              <a:rPr lang="en-US" altLang="zh-CN" sz="2500" i="1" dirty="0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C</a:t>
            </a:r>
            <a:r>
              <a:rPr lang="zh-CN" altLang="en-US" sz="2500" dirty="0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是</a:t>
            </a:r>
            <a:r>
              <a:rPr lang="en-US" altLang="zh-CN" sz="2500" i="1" dirty="0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B</a:t>
            </a:r>
            <a:r>
              <a:rPr lang="zh-CN" altLang="en-US" sz="2500" dirty="0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的</a:t>
            </a:r>
            <a:r>
              <a:rPr lang="zh-CN" altLang="en-US" sz="2500" dirty="0">
                <a:solidFill>
                  <a:srgbClr val="0000FF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后继</a:t>
            </a:r>
            <a:r>
              <a:rPr lang="en-US" altLang="zh-CN" sz="2500" dirty="0">
                <a:solidFill>
                  <a:prstClr val="black"/>
                </a:solidFill>
                <a:latin typeface="Times New Roman" panose="02020603050405020304" pitchFamily="18" charset="0"/>
                <a:ea typeface="楷体_GB2312"/>
                <a:cs typeface="楷体_GB2312"/>
              </a:rPr>
              <a:t>(</a:t>
            </a:r>
            <a:r>
              <a:rPr lang="en-US" altLang="zh-CN" sz="2500" i="1" dirty="0">
                <a:solidFill>
                  <a:prstClr val="black"/>
                </a:solidFill>
                <a:latin typeface="Times New Roman" panose="02020603050405020304" pitchFamily="18" charset="0"/>
                <a:ea typeface="楷体_GB2312"/>
                <a:cs typeface="楷体_GB2312"/>
              </a:rPr>
              <a:t>successor</a:t>
            </a:r>
            <a:r>
              <a:rPr lang="en-US" altLang="zh-CN" sz="2500" dirty="0">
                <a:solidFill>
                  <a:prstClr val="black"/>
                </a:solidFill>
                <a:latin typeface="Times New Roman" panose="02020603050405020304" pitchFamily="18" charset="0"/>
                <a:ea typeface="楷体_GB2312"/>
                <a:cs typeface="楷体_GB2312"/>
              </a:rPr>
              <a:t>)</a:t>
            </a:r>
            <a:endParaRPr lang="en-US" altLang="zh-CN" sz="2500" dirty="0">
              <a:solidFill>
                <a:srgbClr val="0000FF"/>
              </a:solidFill>
              <a:latin typeface="Times New Roman" pitchFamily="18" charset="0"/>
              <a:ea typeface="楷体" pitchFamily="49" charset="-122"/>
              <a:cs typeface="Times New Roman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696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93696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93696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93696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696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93696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93696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93696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696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93696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93696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93696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 nodeType="clickPar">
                      <p:stCondLst>
                        <p:cond delay="indefinite"/>
                      </p:stCondLst>
                      <p:childTnLst>
                        <p:par>
                          <p:cTn id="2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6" presetID="53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53" presetClass="exit" presetSubtype="32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34" dur="5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5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3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963" name="Rectangle 3">
            <a:extLst>
              <a:ext uri="{FF2B5EF4-FFF2-40B4-BE49-F238E27FC236}">
                <a16:creationId xmlns:a16="http://schemas.microsoft.com/office/drawing/2014/main" id="{049FA78E-2C83-4CDD-8A30-09590E18E871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428625" y="884238"/>
            <a:ext cx="8143875" cy="3775075"/>
          </a:xfrm>
        </p:spPr>
        <p:txBody>
          <a:bodyPr vert="horz"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lnSpc>
                <a:spcPts val="3200"/>
              </a:lnSpc>
              <a:defRPr/>
            </a:pPr>
            <a:r>
              <a:rPr lang="zh-CN" altLang="en-US" sz="2600" b="1" dirty="0">
                <a:solidFill>
                  <a:srgbClr val="0070C0"/>
                </a:solidFill>
              </a:rPr>
              <a:t>流图</a:t>
            </a:r>
            <a:r>
              <a:rPr lang="zh-CN" altLang="en-US" sz="2600" b="1" dirty="0"/>
              <a:t>用来表示基本块之间的</a:t>
            </a:r>
            <a:r>
              <a:rPr lang="zh-CN" altLang="en-US" sz="2600" b="1" dirty="0">
                <a:solidFill>
                  <a:srgbClr val="0070C0"/>
                </a:solidFill>
              </a:rPr>
              <a:t>控制流</a:t>
            </a:r>
            <a:r>
              <a:rPr lang="zh-CN" altLang="en-US" sz="2600" b="1" dirty="0"/>
              <a:t>，构建方法如下：</a:t>
            </a:r>
            <a:endParaRPr lang="en-US" altLang="zh-CN" sz="2600" b="1" dirty="0"/>
          </a:p>
          <a:p>
            <a:pPr lvl="1" eaLnBrk="1" hangingPunct="1">
              <a:lnSpc>
                <a:spcPts val="3200"/>
              </a:lnSpc>
              <a:defRPr/>
            </a:pPr>
            <a:r>
              <a:rPr lang="zh-CN" altLang="en-US" sz="2400" b="1" dirty="0"/>
              <a:t>流图</a:t>
            </a:r>
            <a:r>
              <a:rPr lang="zh-CN" altLang="en-US" sz="2400" b="1" dirty="0">
                <a:solidFill>
                  <a:schemeClr val="tx1"/>
                </a:solidFill>
              </a:rPr>
              <a:t>的每个</a:t>
            </a:r>
            <a:r>
              <a:rPr lang="zh-CN" altLang="en-US" sz="2400" b="1" dirty="0">
                <a:solidFill>
                  <a:srgbClr val="0070C0"/>
                </a:solidFill>
              </a:rPr>
              <a:t>结点</a:t>
            </a:r>
            <a:r>
              <a:rPr lang="zh-CN" altLang="en-US" sz="2400" b="1" dirty="0">
                <a:solidFill>
                  <a:schemeClr val="tx1"/>
                </a:solidFill>
              </a:rPr>
              <a:t>是一个</a:t>
            </a:r>
            <a:r>
              <a:rPr lang="zh-CN" altLang="en-US" sz="2400" b="1" dirty="0">
                <a:solidFill>
                  <a:srgbClr val="0070C0"/>
                </a:solidFill>
              </a:rPr>
              <a:t>基本块</a:t>
            </a:r>
            <a:endParaRPr lang="en-US" altLang="zh-CN" sz="2400" b="1" dirty="0">
              <a:solidFill>
                <a:srgbClr val="0070C0"/>
              </a:solidFill>
            </a:endParaRPr>
          </a:p>
          <a:p>
            <a:pPr lvl="1" eaLnBrk="1" hangingPunct="1">
              <a:lnSpc>
                <a:spcPts val="3200"/>
              </a:lnSpc>
              <a:defRPr/>
            </a:pPr>
            <a:r>
              <a:rPr lang="zh-CN" altLang="en-US" sz="2400" b="1" dirty="0">
                <a:solidFill>
                  <a:schemeClr val="tx1"/>
                </a:solidFill>
              </a:rPr>
              <a:t>从基本块</a:t>
            </a:r>
            <a:r>
              <a:rPr lang="en-US" altLang="zh-CN" sz="2400" b="1" i="1" dirty="0">
                <a:solidFill>
                  <a:schemeClr val="tx1"/>
                </a:solidFill>
              </a:rPr>
              <a:t>B</a:t>
            </a:r>
            <a:r>
              <a:rPr lang="zh-CN" altLang="en-US" sz="2400" b="1" dirty="0">
                <a:solidFill>
                  <a:schemeClr val="tx1"/>
                </a:solidFill>
              </a:rPr>
              <a:t>到基本块</a:t>
            </a:r>
            <a:r>
              <a:rPr lang="en-US" altLang="zh-CN" sz="2400" b="1" i="1" dirty="0">
                <a:solidFill>
                  <a:schemeClr val="tx1"/>
                </a:solidFill>
              </a:rPr>
              <a:t>C</a:t>
            </a:r>
            <a:r>
              <a:rPr lang="zh-CN" altLang="en-US" sz="2400" b="1" dirty="0">
                <a:solidFill>
                  <a:schemeClr val="tx1"/>
                </a:solidFill>
              </a:rPr>
              <a:t>之间有一条</a:t>
            </a:r>
            <a:r>
              <a:rPr lang="zh-CN" altLang="en-US" sz="2400" b="1" dirty="0">
                <a:solidFill>
                  <a:srgbClr val="0070C0"/>
                </a:solidFill>
              </a:rPr>
              <a:t>边</a:t>
            </a:r>
            <a:r>
              <a:rPr lang="zh-CN" altLang="en-US" sz="2400" b="1" dirty="0">
                <a:solidFill>
                  <a:srgbClr val="FF0000"/>
                </a:solidFill>
              </a:rPr>
              <a:t>当且仅当</a:t>
            </a:r>
            <a:r>
              <a:rPr lang="zh-CN" altLang="en-US" sz="2400" b="1" dirty="0">
                <a:solidFill>
                  <a:schemeClr val="tx1"/>
                </a:solidFill>
              </a:rPr>
              <a:t>基本块</a:t>
            </a:r>
            <a:r>
              <a:rPr lang="en-US" altLang="zh-CN" sz="2400" b="1" i="1" dirty="0">
                <a:solidFill>
                  <a:schemeClr val="tx1"/>
                </a:solidFill>
              </a:rPr>
              <a:t>C</a:t>
            </a:r>
            <a:r>
              <a:rPr lang="zh-CN" altLang="en-US" sz="2400" b="1" dirty="0">
                <a:solidFill>
                  <a:schemeClr val="tx1"/>
                </a:solidFill>
              </a:rPr>
              <a:t>的第一个指令</a:t>
            </a:r>
            <a:r>
              <a:rPr lang="zh-CN" altLang="en-US" sz="2400" b="1" dirty="0">
                <a:solidFill>
                  <a:srgbClr val="0070C0"/>
                </a:solidFill>
              </a:rPr>
              <a:t>可能</a:t>
            </a:r>
            <a:r>
              <a:rPr lang="zh-CN" altLang="en-US" sz="2400" b="1" dirty="0">
                <a:solidFill>
                  <a:schemeClr val="tx1"/>
                </a:solidFill>
              </a:rPr>
              <a:t>紧跟在</a:t>
            </a:r>
            <a:r>
              <a:rPr lang="en-US" altLang="zh-CN" sz="2400" b="1" i="1" dirty="0">
                <a:solidFill>
                  <a:schemeClr val="tx1"/>
                </a:solidFill>
              </a:rPr>
              <a:t>B</a:t>
            </a:r>
            <a:r>
              <a:rPr lang="zh-CN" altLang="en-US" sz="2400" b="1" dirty="0">
                <a:solidFill>
                  <a:schemeClr val="tx1"/>
                </a:solidFill>
              </a:rPr>
              <a:t>的最后一条指令之后执行</a:t>
            </a:r>
            <a:endParaRPr lang="en-US" altLang="zh-CN" sz="2400" b="1" dirty="0">
              <a:solidFill>
                <a:schemeClr val="tx1"/>
              </a:solidFill>
            </a:endParaRPr>
          </a:p>
          <a:p>
            <a:pPr lvl="2" eaLnBrk="1" hangingPunct="1">
              <a:lnSpc>
                <a:spcPts val="3200"/>
              </a:lnSpc>
              <a:defRPr/>
            </a:pPr>
            <a:r>
              <a:rPr lang="zh-CN" altLang="en-US" sz="2300" b="1" dirty="0">
                <a:solidFill>
                  <a:srgbClr val="000000"/>
                </a:solidFill>
              </a:rPr>
              <a:t>有两种方式可以确认这样的边：</a:t>
            </a:r>
            <a:endParaRPr lang="en-US" altLang="zh-CN" sz="2300" b="1" dirty="0">
              <a:solidFill>
                <a:srgbClr val="000000"/>
              </a:solidFill>
            </a:endParaRPr>
          </a:p>
          <a:p>
            <a:pPr lvl="3" eaLnBrk="1" hangingPunct="1">
              <a:lnSpc>
                <a:spcPts val="3200"/>
              </a:lnSpc>
              <a:defRPr/>
            </a:pPr>
            <a:r>
              <a:rPr lang="zh-CN" altLang="en-US" b="1" dirty="0">
                <a:solidFill>
                  <a:srgbClr val="000000"/>
                </a:solidFill>
              </a:rPr>
              <a:t>存在一个</a:t>
            </a:r>
            <a:r>
              <a:rPr lang="zh-CN" altLang="en-US" b="1" dirty="0">
                <a:solidFill>
                  <a:srgbClr val="0070C0"/>
                </a:solidFill>
              </a:rPr>
              <a:t>从</a:t>
            </a:r>
            <a:r>
              <a:rPr lang="en-US" altLang="zh-CN" b="1" i="1" dirty="0">
                <a:solidFill>
                  <a:srgbClr val="0070C0"/>
                </a:solidFill>
              </a:rPr>
              <a:t>B</a:t>
            </a:r>
            <a:r>
              <a:rPr lang="zh-CN" altLang="en-US" b="1" dirty="0">
                <a:solidFill>
                  <a:srgbClr val="0070C0"/>
                </a:solidFill>
              </a:rPr>
              <a:t>的结尾跳转到</a:t>
            </a:r>
            <a:r>
              <a:rPr lang="en-US" altLang="zh-CN" b="1" i="1" dirty="0">
                <a:solidFill>
                  <a:srgbClr val="0070C0"/>
                </a:solidFill>
              </a:rPr>
              <a:t>C</a:t>
            </a:r>
            <a:r>
              <a:rPr lang="zh-CN" altLang="en-US" b="1" dirty="0">
                <a:solidFill>
                  <a:srgbClr val="0070C0"/>
                </a:solidFill>
              </a:rPr>
              <a:t>的开头</a:t>
            </a:r>
            <a:r>
              <a:rPr lang="zh-CN" altLang="en-US" b="1" dirty="0">
                <a:solidFill>
                  <a:srgbClr val="000000"/>
                </a:solidFill>
              </a:rPr>
              <a:t>的条件或无条件跳转指令</a:t>
            </a:r>
            <a:endParaRPr lang="en-US" altLang="zh-CN" b="1" dirty="0">
              <a:solidFill>
                <a:srgbClr val="000000"/>
              </a:solidFill>
            </a:endParaRPr>
          </a:p>
          <a:p>
            <a:pPr lvl="3" eaLnBrk="1" hangingPunct="1">
              <a:lnSpc>
                <a:spcPts val="3200"/>
              </a:lnSpc>
              <a:defRPr/>
            </a:pPr>
            <a:r>
              <a:rPr lang="zh-CN" altLang="en-US" b="1" dirty="0">
                <a:solidFill>
                  <a:srgbClr val="000000"/>
                </a:solidFill>
              </a:rPr>
              <a:t>按照原来的三地址指令序列中的顺序，</a:t>
            </a:r>
            <a:r>
              <a:rPr lang="en-US" altLang="zh-CN" b="1" i="1" dirty="0">
                <a:solidFill>
                  <a:srgbClr val="0070C0"/>
                </a:solidFill>
              </a:rPr>
              <a:t>C</a:t>
            </a:r>
            <a:r>
              <a:rPr lang="zh-CN" altLang="en-US" b="1" dirty="0">
                <a:solidFill>
                  <a:srgbClr val="0070C0"/>
                </a:solidFill>
              </a:rPr>
              <a:t>紧跟在</a:t>
            </a:r>
            <a:r>
              <a:rPr lang="en-US" altLang="zh-CN" b="1" i="1" dirty="0">
                <a:solidFill>
                  <a:srgbClr val="0070C0"/>
                </a:solidFill>
              </a:rPr>
              <a:t>B</a:t>
            </a:r>
            <a:r>
              <a:rPr lang="zh-CN" altLang="en-US" b="1" dirty="0">
                <a:solidFill>
                  <a:srgbClr val="0070C0"/>
                </a:solidFill>
              </a:rPr>
              <a:t>之后</a:t>
            </a:r>
            <a:r>
              <a:rPr lang="zh-CN" altLang="en-US" b="1" dirty="0">
                <a:solidFill>
                  <a:srgbClr val="000000"/>
                </a:solidFill>
              </a:rPr>
              <a:t>，且</a:t>
            </a:r>
            <a:r>
              <a:rPr lang="en-US" altLang="zh-CN" b="1" i="1" dirty="0">
                <a:solidFill>
                  <a:srgbClr val="000000"/>
                </a:solidFill>
              </a:rPr>
              <a:t>B</a:t>
            </a:r>
            <a:r>
              <a:rPr lang="zh-CN" altLang="en-US" b="1" dirty="0">
                <a:solidFill>
                  <a:srgbClr val="000000"/>
                </a:solidFill>
              </a:rPr>
              <a:t>的结尾不存在</a:t>
            </a:r>
            <a:r>
              <a:rPr lang="zh-CN" altLang="en-US" b="1" dirty="0">
                <a:solidFill>
                  <a:srgbClr val="0070C0"/>
                </a:solidFill>
              </a:rPr>
              <a:t>无条件</a:t>
            </a:r>
            <a:r>
              <a:rPr lang="zh-CN" altLang="en-US" b="1" dirty="0">
                <a:solidFill>
                  <a:schemeClr val="tx1"/>
                </a:solidFill>
              </a:rPr>
              <a:t>跳转指令</a:t>
            </a:r>
            <a:endParaRPr lang="en-US" altLang="zh-CN" b="1" dirty="0">
              <a:solidFill>
                <a:schemeClr val="tx1"/>
              </a:solidFill>
            </a:endParaRPr>
          </a:p>
        </p:txBody>
      </p:sp>
      <p:sp>
        <p:nvSpPr>
          <p:cNvPr id="32771" name="Rectangle 2">
            <a:extLst>
              <a:ext uri="{FF2B5EF4-FFF2-40B4-BE49-F238E27FC236}">
                <a16:creationId xmlns:a16="http://schemas.microsoft.com/office/drawing/2014/main" id="{0C928E5B-2095-4AAC-BD9B-DF0317DD90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流图</a:t>
            </a:r>
            <a:r>
              <a:rPr lang="en-US" altLang="zh-CN" sz="2500">
                <a:solidFill>
                  <a:srgbClr val="000000"/>
                </a:solidFill>
                <a:ea typeface="微软雅黑" panose="020B0503020204020204" pitchFamily="34" charset="-122"/>
                <a:cs typeface="Times New Roman" panose="02020603050405020304" pitchFamily="18" charset="0"/>
              </a:rPr>
              <a:t>(</a:t>
            </a:r>
            <a:r>
              <a:rPr lang="en-US" altLang="zh-CN" sz="2500" i="1">
                <a:solidFill>
                  <a:srgbClr val="000000"/>
                </a:solidFill>
                <a:ea typeface="微软雅黑" panose="020B0503020204020204" pitchFamily="34" charset="-122"/>
                <a:cs typeface="Times New Roman" panose="02020603050405020304" pitchFamily="18" charset="0"/>
              </a:rPr>
              <a:t>Flow Graphs</a:t>
            </a:r>
            <a:r>
              <a:rPr lang="en-US" altLang="zh-CN" sz="2500">
                <a:solidFill>
                  <a:srgbClr val="000000"/>
                </a:solidFill>
                <a:ea typeface="微软雅黑" panose="020B0503020204020204" pitchFamily="34" charset="-122"/>
                <a:cs typeface="Times New Roman" panose="02020603050405020304" pitchFamily="18" charset="0"/>
              </a:rPr>
              <a:t>)</a:t>
            </a:r>
            <a:endParaRPr lang="zh-CN" altLang="en-US" sz="3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楷体_GB2312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696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93696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93696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93696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 nodeType="clickPar">
                      <p:stCondLst>
                        <p:cond delay="indefinite"/>
                      </p:stCondLst>
                      <p:childTnLst>
                        <p:par>
                          <p:cTn id="1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696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93696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93696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93696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696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93696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93696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93696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21">
            <a:extLst>
              <a:ext uri="{FF2B5EF4-FFF2-40B4-BE49-F238E27FC236}">
                <a16:creationId xmlns:a16="http://schemas.microsoft.com/office/drawing/2014/main" id="{B4EFF8D0-D0E5-451B-AC3A-690C6268FFBD}"/>
              </a:ext>
            </a:extLst>
          </p:cNvPr>
          <p:cNvSpPr>
            <a:spLocks/>
          </p:cNvSpPr>
          <p:nvPr/>
        </p:nvSpPr>
        <p:spPr bwMode="auto">
          <a:xfrm>
            <a:off x="6618288" y="1589088"/>
            <a:ext cx="768350" cy="573087"/>
          </a:xfrm>
          <a:custGeom>
            <a:avLst/>
            <a:gdLst>
              <a:gd name="T0" fmla="*/ 2147483646 w 722"/>
              <a:gd name="T1" fmla="*/ 2147483646 h 1447"/>
              <a:gd name="T2" fmla="*/ 2147483646 w 722"/>
              <a:gd name="T3" fmla="*/ 2147483646 h 1447"/>
              <a:gd name="T4" fmla="*/ 2147483646 w 722"/>
              <a:gd name="T5" fmla="*/ 2147483646 h 1447"/>
              <a:gd name="T6" fmla="*/ 2147483646 w 722"/>
              <a:gd name="T7" fmla="*/ 2147483646 h 1447"/>
              <a:gd name="T8" fmla="*/ 2147483646 w 722"/>
              <a:gd name="T9" fmla="*/ 2147483646 h 1447"/>
              <a:gd name="T10" fmla="*/ 2147483646 w 722"/>
              <a:gd name="T11" fmla="*/ 2147483646 h 1447"/>
              <a:gd name="T12" fmla="*/ 2147483646 w 722"/>
              <a:gd name="T13" fmla="*/ 2147483646 h 1447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722"/>
              <a:gd name="T22" fmla="*/ 0 h 1447"/>
              <a:gd name="T23" fmla="*/ 722 w 722"/>
              <a:gd name="T24" fmla="*/ 1447 h 1447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722" h="1447">
                <a:moveTo>
                  <a:pt x="722" y="1251"/>
                </a:moveTo>
                <a:cubicBezTo>
                  <a:pt x="605" y="1349"/>
                  <a:pt x="489" y="1447"/>
                  <a:pt x="392" y="1447"/>
                </a:cubicBezTo>
                <a:cubicBezTo>
                  <a:pt x="295" y="1447"/>
                  <a:pt x="203" y="1376"/>
                  <a:pt x="138" y="1251"/>
                </a:cubicBezTo>
                <a:cubicBezTo>
                  <a:pt x="73" y="1126"/>
                  <a:pt x="0" y="879"/>
                  <a:pt x="3" y="697"/>
                </a:cubicBezTo>
                <a:cubicBezTo>
                  <a:pt x="6" y="515"/>
                  <a:pt x="83" y="272"/>
                  <a:pt x="153" y="157"/>
                </a:cubicBezTo>
                <a:cubicBezTo>
                  <a:pt x="223" y="42"/>
                  <a:pt x="338" y="0"/>
                  <a:pt x="423" y="7"/>
                </a:cubicBezTo>
                <a:cubicBezTo>
                  <a:pt x="508" y="14"/>
                  <a:pt x="612" y="161"/>
                  <a:pt x="662" y="201"/>
                </a:cubicBezTo>
              </a:path>
            </a:pathLst>
          </a:custGeom>
          <a:noFill/>
          <a:ln w="25400">
            <a:solidFill>
              <a:schemeClr val="tx1"/>
            </a:solidFill>
            <a:round/>
            <a:headEnd/>
            <a:tailEnd type="stealth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/>
          </a:p>
        </p:txBody>
      </p:sp>
      <p:sp>
        <p:nvSpPr>
          <p:cNvPr id="25" name="Freeform 22">
            <a:extLst>
              <a:ext uri="{FF2B5EF4-FFF2-40B4-BE49-F238E27FC236}">
                <a16:creationId xmlns:a16="http://schemas.microsoft.com/office/drawing/2014/main" id="{2DC69B76-7ABF-4524-885C-F3DF377D117B}"/>
              </a:ext>
            </a:extLst>
          </p:cNvPr>
          <p:cNvSpPr>
            <a:spLocks/>
          </p:cNvSpPr>
          <p:nvPr/>
        </p:nvSpPr>
        <p:spPr bwMode="auto">
          <a:xfrm>
            <a:off x="6664325" y="2306638"/>
            <a:ext cx="754063" cy="587375"/>
          </a:xfrm>
          <a:custGeom>
            <a:avLst/>
            <a:gdLst>
              <a:gd name="T0" fmla="*/ 2147483646 w 722"/>
              <a:gd name="T1" fmla="*/ 2147483646 h 1447"/>
              <a:gd name="T2" fmla="*/ 2147483646 w 722"/>
              <a:gd name="T3" fmla="*/ 2147483646 h 1447"/>
              <a:gd name="T4" fmla="*/ 2147483646 w 722"/>
              <a:gd name="T5" fmla="*/ 2147483646 h 1447"/>
              <a:gd name="T6" fmla="*/ 2147483646 w 722"/>
              <a:gd name="T7" fmla="*/ 2147483646 h 1447"/>
              <a:gd name="T8" fmla="*/ 2147483646 w 722"/>
              <a:gd name="T9" fmla="*/ 2147483646 h 1447"/>
              <a:gd name="T10" fmla="*/ 2147483646 w 722"/>
              <a:gd name="T11" fmla="*/ 2147483646 h 1447"/>
              <a:gd name="T12" fmla="*/ 2147483646 w 722"/>
              <a:gd name="T13" fmla="*/ 2147483646 h 1447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722"/>
              <a:gd name="T22" fmla="*/ 0 h 1447"/>
              <a:gd name="T23" fmla="*/ 722 w 722"/>
              <a:gd name="T24" fmla="*/ 1447 h 1447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722" h="1447">
                <a:moveTo>
                  <a:pt x="722" y="1251"/>
                </a:moveTo>
                <a:cubicBezTo>
                  <a:pt x="605" y="1349"/>
                  <a:pt x="489" y="1447"/>
                  <a:pt x="392" y="1447"/>
                </a:cubicBezTo>
                <a:cubicBezTo>
                  <a:pt x="295" y="1447"/>
                  <a:pt x="203" y="1376"/>
                  <a:pt x="138" y="1251"/>
                </a:cubicBezTo>
                <a:cubicBezTo>
                  <a:pt x="73" y="1126"/>
                  <a:pt x="0" y="879"/>
                  <a:pt x="3" y="697"/>
                </a:cubicBezTo>
                <a:cubicBezTo>
                  <a:pt x="6" y="515"/>
                  <a:pt x="83" y="272"/>
                  <a:pt x="153" y="157"/>
                </a:cubicBezTo>
                <a:cubicBezTo>
                  <a:pt x="223" y="42"/>
                  <a:pt x="338" y="0"/>
                  <a:pt x="423" y="7"/>
                </a:cubicBezTo>
                <a:cubicBezTo>
                  <a:pt x="508" y="14"/>
                  <a:pt x="612" y="161"/>
                  <a:pt x="662" y="201"/>
                </a:cubicBezTo>
              </a:path>
            </a:pathLst>
          </a:custGeom>
          <a:noFill/>
          <a:ln w="25400">
            <a:solidFill>
              <a:schemeClr val="tx1"/>
            </a:solidFill>
            <a:round/>
            <a:headEnd/>
            <a:tailEnd type="stealth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/>
          </a:p>
        </p:txBody>
      </p:sp>
      <p:grpSp>
        <p:nvGrpSpPr>
          <p:cNvPr id="2" name="组合 6">
            <a:extLst>
              <a:ext uri="{FF2B5EF4-FFF2-40B4-BE49-F238E27FC236}">
                <a16:creationId xmlns:a16="http://schemas.microsoft.com/office/drawing/2014/main" id="{A5BD82AA-310F-4F59-943A-605603042AE5}"/>
              </a:ext>
            </a:extLst>
          </p:cNvPr>
          <p:cNvGrpSpPr>
            <a:grpSpLocks/>
          </p:cNvGrpSpPr>
          <p:nvPr/>
        </p:nvGrpSpPr>
        <p:grpSpPr bwMode="auto">
          <a:xfrm>
            <a:off x="6764338" y="3492500"/>
            <a:ext cx="717550" cy="735013"/>
            <a:chOff x="8180222" y="5297456"/>
            <a:chExt cx="956239" cy="981424"/>
          </a:xfrm>
        </p:grpSpPr>
        <p:sp>
          <p:nvSpPr>
            <p:cNvPr id="34850" name="Line 18">
              <a:extLst>
                <a:ext uri="{FF2B5EF4-FFF2-40B4-BE49-F238E27FC236}">
                  <a16:creationId xmlns:a16="http://schemas.microsoft.com/office/drawing/2014/main" id="{2530D790-9220-4CB2-81FC-E2B54CBF309A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8682123" y="5297456"/>
              <a:ext cx="454338" cy="492107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8" name="Rectangle 33">
              <a:extLst>
                <a:ext uri="{FF2B5EF4-FFF2-40B4-BE49-F238E27FC236}">
                  <a16:creationId xmlns:a16="http://schemas.microsoft.com/office/drawing/2014/main" id="{CDFB65BF-515A-4ECD-B581-86A0E4CE042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180222" y="5810425"/>
              <a:ext cx="782762" cy="468455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tIns="0" bIns="0"/>
            <a:lstStyle/>
            <a:p>
              <a:pPr algn="ctr">
                <a:lnSpc>
                  <a:spcPct val="96000"/>
                </a:lnSpc>
                <a:defRPr/>
              </a:pPr>
              <a:r>
                <a:rPr lang="en-US" altLang="zh-CN" sz="2000" i="1" dirty="0">
                  <a:solidFill>
                    <a:srgbClr val="000000"/>
                  </a:solidFill>
                  <a:latin typeface="Times New Roman" pitchFamily="18" charset="0"/>
                </a:rPr>
                <a:t>B</a:t>
              </a:r>
              <a:r>
                <a:rPr lang="en-US" altLang="zh-CN" sz="2000" i="1" baseline="-25000" dirty="0">
                  <a:solidFill>
                    <a:srgbClr val="000000"/>
                  </a:solidFill>
                  <a:latin typeface="Times New Roman" pitchFamily="18" charset="0"/>
                </a:rPr>
                <a:t>5</a:t>
              </a:r>
            </a:p>
          </p:txBody>
        </p:sp>
      </p:grpSp>
      <p:grpSp>
        <p:nvGrpSpPr>
          <p:cNvPr id="3" name="组合 5">
            <a:extLst>
              <a:ext uri="{FF2B5EF4-FFF2-40B4-BE49-F238E27FC236}">
                <a16:creationId xmlns:a16="http://schemas.microsoft.com/office/drawing/2014/main" id="{F96C9BD8-792C-4D8C-86F5-D972F0F2D501}"/>
              </a:ext>
            </a:extLst>
          </p:cNvPr>
          <p:cNvGrpSpPr>
            <a:grpSpLocks/>
          </p:cNvGrpSpPr>
          <p:nvPr/>
        </p:nvGrpSpPr>
        <p:grpSpPr bwMode="auto">
          <a:xfrm>
            <a:off x="7589838" y="3506788"/>
            <a:ext cx="666750" cy="720725"/>
            <a:chOff x="11189589" y="4967618"/>
            <a:chExt cx="888555" cy="962937"/>
          </a:xfrm>
        </p:grpSpPr>
        <p:sp>
          <p:nvSpPr>
            <p:cNvPr id="34848" name="Line 19">
              <a:extLst>
                <a:ext uri="{FF2B5EF4-FFF2-40B4-BE49-F238E27FC236}">
                  <a16:creationId xmlns:a16="http://schemas.microsoft.com/office/drawing/2014/main" id="{D02A662F-6206-42BF-8391-ECF7188FFC8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189589" y="4967618"/>
              <a:ext cx="534637" cy="447589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9" name="Rectangle 33">
              <a:extLst>
                <a:ext uri="{FF2B5EF4-FFF2-40B4-BE49-F238E27FC236}">
                  <a16:creationId xmlns:a16="http://schemas.microsoft.com/office/drawing/2014/main" id="{74681221-E85B-45D2-AFFA-00DF257AFE0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93253" y="5444844"/>
              <a:ext cx="784891" cy="485711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tIns="0" bIns="0"/>
            <a:lstStyle/>
            <a:p>
              <a:pPr algn="ctr">
                <a:lnSpc>
                  <a:spcPct val="96000"/>
                </a:lnSpc>
                <a:defRPr/>
              </a:pPr>
              <a:r>
                <a:rPr lang="en-US" altLang="zh-CN" sz="2000" i="1" dirty="0">
                  <a:solidFill>
                    <a:srgbClr val="000000"/>
                  </a:solidFill>
                  <a:latin typeface="Times New Roman" pitchFamily="18" charset="0"/>
                </a:rPr>
                <a:t>B</a:t>
              </a:r>
              <a:r>
                <a:rPr lang="en-US" altLang="zh-CN" sz="2000" i="1" baseline="-25000" dirty="0">
                  <a:solidFill>
                    <a:srgbClr val="000000"/>
                  </a:solidFill>
                  <a:latin typeface="Times New Roman" pitchFamily="18" charset="0"/>
                </a:rPr>
                <a:t>6</a:t>
              </a:r>
            </a:p>
          </p:txBody>
        </p:sp>
      </p:grpSp>
      <p:grpSp>
        <p:nvGrpSpPr>
          <p:cNvPr id="4" name="组合 4">
            <a:extLst>
              <a:ext uri="{FF2B5EF4-FFF2-40B4-BE49-F238E27FC236}">
                <a16:creationId xmlns:a16="http://schemas.microsoft.com/office/drawing/2014/main" id="{D41B73EF-6F87-4FA5-B393-ACC634CEE19F}"/>
              </a:ext>
            </a:extLst>
          </p:cNvPr>
          <p:cNvGrpSpPr>
            <a:grpSpLocks/>
          </p:cNvGrpSpPr>
          <p:nvPr/>
        </p:nvGrpSpPr>
        <p:grpSpPr bwMode="auto">
          <a:xfrm>
            <a:off x="7270750" y="2789238"/>
            <a:ext cx="584200" cy="703262"/>
            <a:chOff x="9038405" y="4481308"/>
            <a:chExt cx="1121035" cy="936104"/>
          </a:xfrm>
        </p:grpSpPr>
        <p:sp>
          <p:nvSpPr>
            <p:cNvPr id="34846" name="Line 12">
              <a:extLst>
                <a:ext uri="{FF2B5EF4-FFF2-40B4-BE49-F238E27FC236}">
                  <a16:creationId xmlns:a16="http://schemas.microsoft.com/office/drawing/2014/main" id="{F4CFC8C8-EA75-4323-8C18-F0C9EFCEDF7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561235" y="4481308"/>
              <a:ext cx="0" cy="423862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0" name="Rectangle 33">
              <a:extLst>
                <a:ext uri="{FF2B5EF4-FFF2-40B4-BE49-F238E27FC236}">
                  <a16:creationId xmlns:a16="http://schemas.microsoft.com/office/drawing/2014/main" id="{1AAC55DB-0610-4810-8213-0E4B9CB711F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38405" y="4946191"/>
              <a:ext cx="1121035" cy="471221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tIns="0" bIns="0"/>
            <a:lstStyle/>
            <a:p>
              <a:pPr algn="ctr">
                <a:lnSpc>
                  <a:spcPct val="96000"/>
                </a:lnSpc>
                <a:defRPr/>
              </a:pPr>
              <a:r>
                <a:rPr lang="en-US" altLang="zh-CN" sz="2000" i="1" dirty="0">
                  <a:solidFill>
                    <a:srgbClr val="000000"/>
                  </a:solidFill>
                  <a:latin typeface="Times New Roman" pitchFamily="18" charset="0"/>
                </a:rPr>
                <a:t>B</a:t>
              </a:r>
              <a:r>
                <a:rPr lang="en-US" altLang="zh-CN" sz="2000" i="1" baseline="-25000" dirty="0">
                  <a:solidFill>
                    <a:srgbClr val="000000"/>
                  </a:solidFill>
                  <a:latin typeface="Times New Roman" pitchFamily="18" charset="0"/>
                </a:rPr>
                <a:t>4</a:t>
              </a:r>
            </a:p>
          </p:txBody>
        </p:sp>
      </p:grpSp>
      <p:grpSp>
        <p:nvGrpSpPr>
          <p:cNvPr id="5" name="组合 3">
            <a:extLst>
              <a:ext uri="{FF2B5EF4-FFF2-40B4-BE49-F238E27FC236}">
                <a16:creationId xmlns:a16="http://schemas.microsoft.com/office/drawing/2014/main" id="{F99F3A6C-3663-4D43-AABB-22DFE38B0276}"/>
              </a:ext>
            </a:extLst>
          </p:cNvPr>
          <p:cNvGrpSpPr>
            <a:grpSpLocks/>
          </p:cNvGrpSpPr>
          <p:nvPr/>
        </p:nvGrpSpPr>
        <p:grpSpPr bwMode="auto">
          <a:xfrm>
            <a:off x="7285038" y="2087563"/>
            <a:ext cx="584200" cy="701675"/>
            <a:chOff x="9057179" y="3545204"/>
            <a:chExt cx="1121035" cy="936104"/>
          </a:xfrm>
        </p:grpSpPr>
        <p:sp>
          <p:nvSpPr>
            <p:cNvPr id="34844" name="Line 10">
              <a:extLst>
                <a:ext uri="{FF2B5EF4-FFF2-40B4-BE49-F238E27FC236}">
                  <a16:creationId xmlns:a16="http://schemas.microsoft.com/office/drawing/2014/main" id="{660DE30A-160B-4D6E-BCEF-FFC8E6782DE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561235" y="3545204"/>
              <a:ext cx="0" cy="422275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1" name="Rectangle 33">
              <a:extLst>
                <a:ext uri="{FF2B5EF4-FFF2-40B4-BE49-F238E27FC236}">
                  <a16:creationId xmlns:a16="http://schemas.microsoft.com/office/drawing/2014/main" id="{0DA048E7-AAA4-4730-BC2F-F296B38F9E9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57179" y="4009020"/>
              <a:ext cx="1121035" cy="472288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tIns="0" bIns="0"/>
            <a:lstStyle/>
            <a:p>
              <a:pPr algn="ctr">
                <a:lnSpc>
                  <a:spcPct val="96000"/>
                </a:lnSpc>
                <a:defRPr/>
              </a:pPr>
              <a:r>
                <a:rPr lang="en-US" altLang="zh-CN" sz="2000" i="1" dirty="0">
                  <a:solidFill>
                    <a:srgbClr val="000000"/>
                  </a:solidFill>
                  <a:latin typeface="Times New Roman" pitchFamily="18" charset="0"/>
                </a:rPr>
                <a:t>B</a:t>
              </a:r>
              <a:r>
                <a:rPr lang="en-US" altLang="zh-CN" sz="2000" i="1" baseline="-25000" dirty="0">
                  <a:solidFill>
                    <a:srgbClr val="000000"/>
                  </a:solidFill>
                  <a:latin typeface="Times New Roman" pitchFamily="18" charset="0"/>
                </a:rPr>
                <a:t>3</a:t>
              </a:r>
            </a:p>
          </p:txBody>
        </p:sp>
      </p:grpSp>
      <p:grpSp>
        <p:nvGrpSpPr>
          <p:cNvPr id="6" name="组合 2">
            <a:extLst>
              <a:ext uri="{FF2B5EF4-FFF2-40B4-BE49-F238E27FC236}">
                <a16:creationId xmlns:a16="http://schemas.microsoft.com/office/drawing/2014/main" id="{149F2190-0EDD-4E4F-96E4-2523A33AAA4D}"/>
              </a:ext>
            </a:extLst>
          </p:cNvPr>
          <p:cNvGrpSpPr>
            <a:grpSpLocks/>
          </p:cNvGrpSpPr>
          <p:nvPr/>
        </p:nvGrpSpPr>
        <p:grpSpPr bwMode="auto">
          <a:xfrm>
            <a:off x="7285038" y="1360488"/>
            <a:ext cx="584200" cy="703262"/>
            <a:chOff x="9057179" y="2575863"/>
            <a:chExt cx="1121035" cy="936908"/>
          </a:xfrm>
        </p:grpSpPr>
        <p:sp>
          <p:nvSpPr>
            <p:cNvPr id="34842" name="Line 9">
              <a:extLst>
                <a:ext uri="{FF2B5EF4-FFF2-40B4-BE49-F238E27FC236}">
                  <a16:creationId xmlns:a16="http://schemas.microsoft.com/office/drawing/2014/main" id="{495CFFD1-CF34-4163-8471-8F902573ABC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583460" y="2575863"/>
              <a:ext cx="0" cy="422275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2" name="Rectangle 33">
              <a:extLst>
                <a:ext uri="{FF2B5EF4-FFF2-40B4-BE49-F238E27FC236}">
                  <a16:creationId xmlns:a16="http://schemas.microsoft.com/office/drawing/2014/main" id="{770FF646-6A1F-4638-8E9B-9C525E1DA21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57179" y="3041145"/>
              <a:ext cx="1121035" cy="471626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tIns="0" bIns="0"/>
            <a:lstStyle/>
            <a:p>
              <a:pPr algn="ctr">
                <a:lnSpc>
                  <a:spcPct val="96000"/>
                </a:lnSpc>
                <a:defRPr/>
              </a:pPr>
              <a:r>
                <a:rPr lang="en-US" altLang="zh-CN" sz="2000" i="1" dirty="0">
                  <a:solidFill>
                    <a:srgbClr val="000000"/>
                  </a:solidFill>
                  <a:latin typeface="Times New Roman" pitchFamily="18" charset="0"/>
                </a:rPr>
                <a:t>B</a:t>
              </a:r>
              <a:r>
                <a:rPr lang="en-US" altLang="zh-CN" sz="2000" i="1" baseline="-25000" dirty="0">
                  <a:solidFill>
                    <a:srgbClr val="000000"/>
                  </a:solidFill>
                  <a:latin typeface="Times New Roman" pitchFamily="18" charset="0"/>
                </a:rPr>
                <a:t>2</a:t>
              </a:r>
            </a:p>
          </p:txBody>
        </p:sp>
      </p:grpSp>
      <p:sp>
        <p:nvSpPr>
          <p:cNvPr id="32" name="Rectangle 33">
            <a:extLst>
              <a:ext uri="{FF2B5EF4-FFF2-40B4-BE49-F238E27FC236}">
                <a16:creationId xmlns:a16="http://schemas.microsoft.com/office/drawing/2014/main" id="{D5FF76E9-7510-47DC-9297-FB24CA804A8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85038" y="977900"/>
            <a:ext cx="584200" cy="35401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lIns="68580" tIns="0" rIns="68580" bIns="0"/>
          <a:lstStyle/>
          <a:p>
            <a:pPr algn="ctr">
              <a:lnSpc>
                <a:spcPct val="96000"/>
              </a:lnSpc>
              <a:defRPr/>
            </a:pPr>
            <a:r>
              <a:rPr lang="en-US" altLang="zh-CN" sz="2000" i="1" dirty="0">
                <a:solidFill>
                  <a:srgbClr val="000000"/>
                </a:solidFill>
                <a:latin typeface="Times New Roman" pitchFamily="18" charset="0"/>
              </a:rPr>
              <a:t>B</a:t>
            </a:r>
            <a:r>
              <a:rPr lang="en-US" altLang="zh-CN" sz="2000" i="1" baseline="-25000" dirty="0">
                <a:solidFill>
                  <a:srgbClr val="000000"/>
                </a:solidFill>
                <a:latin typeface="Times New Roman" pitchFamily="18" charset="0"/>
              </a:rPr>
              <a:t>1</a:t>
            </a:r>
          </a:p>
        </p:txBody>
      </p:sp>
      <p:sp>
        <p:nvSpPr>
          <p:cNvPr id="34826" name="Rectangle 5">
            <a:extLst>
              <a:ext uri="{FF2B5EF4-FFF2-40B4-BE49-F238E27FC236}">
                <a16:creationId xmlns:a16="http://schemas.microsoft.com/office/drawing/2014/main" id="{C313F97B-D71E-4B20-9D04-F7ED4DF098A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00188" y="301625"/>
            <a:ext cx="2286000" cy="35639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 marL="257175" indent="-257175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lnSpc>
                <a:spcPts val="2025"/>
              </a:lnSpc>
              <a:spcBef>
                <a:spcPct val="20000"/>
              </a:spcBef>
              <a:buClr>
                <a:schemeClr val="folHlink"/>
              </a:buClr>
              <a:buSzPct val="60000"/>
            </a:pPr>
            <a:r>
              <a:rPr lang="en-US" altLang="zh-CN" sz="2000">
                <a:latin typeface="Times New Roman" panose="02020603050405020304" pitchFamily="18" charset="0"/>
              </a:rPr>
              <a:t>(1)  </a:t>
            </a:r>
            <a:r>
              <a:rPr lang="en-US" altLang="zh-CN" sz="2000" i="1">
                <a:latin typeface="Times New Roman" panose="02020603050405020304" pitchFamily="18" charset="0"/>
              </a:rPr>
              <a:t>i</a:t>
            </a:r>
            <a:r>
              <a:rPr lang="en-US" altLang="zh-CN" sz="2000">
                <a:latin typeface="Times New Roman" panose="02020603050405020304" pitchFamily="18" charset="0"/>
              </a:rPr>
              <a:t> = </a:t>
            </a:r>
            <a:r>
              <a:rPr lang="en-US" altLang="zh-CN" sz="2000" i="1">
                <a:latin typeface="Times New Roman" panose="02020603050405020304" pitchFamily="18" charset="0"/>
              </a:rPr>
              <a:t>m</a:t>
            </a:r>
            <a:r>
              <a:rPr lang="en-US" altLang="zh-CN" sz="2000">
                <a:latin typeface="Times New Roman" panose="02020603050405020304" pitchFamily="18" charset="0"/>
              </a:rPr>
              <a:t> </a:t>
            </a:r>
            <a:r>
              <a:rPr lang="en-US" altLang="zh-CN" sz="2000">
                <a:latin typeface="Times New Roman" panose="02020603050405020304" pitchFamily="18" charset="0"/>
                <a:sym typeface="Symbol" panose="05050102010706020507" pitchFamily="18" charset="2"/>
              </a:rPr>
              <a:t></a:t>
            </a:r>
            <a:r>
              <a:rPr lang="en-US" altLang="zh-CN" sz="2000">
                <a:latin typeface="Times New Roman" panose="02020603050405020304" pitchFamily="18" charset="0"/>
              </a:rPr>
              <a:t>1</a:t>
            </a:r>
          </a:p>
          <a:p>
            <a:pPr eaLnBrk="1" hangingPunct="1">
              <a:lnSpc>
                <a:spcPts val="2025"/>
              </a:lnSpc>
              <a:spcBef>
                <a:spcPct val="20000"/>
              </a:spcBef>
              <a:buClr>
                <a:schemeClr val="folHlink"/>
              </a:buClr>
              <a:buSzPct val="60000"/>
            </a:pPr>
            <a:r>
              <a:rPr lang="en-US" altLang="zh-CN" sz="2000">
                <a:latin typeface="Times New Roman" panose="02020603050405020304" pitchFamily="18" charset="0"/>
              </a:rPr>
              <a:t>(2)  </a:t>
            </a:r>
            <a:r>
              <a:rPr lang="en-US" altLang="zh-CN" sz="2000" i="1">
                <a:latin typeface="Times New Roman" panose="02020603050405020304" pitchFamily="18" charset="0"/>
              </a:rPr>
              <a:t>j </a:t>
            </a:r>
            <a:r>
              <a:rPr lang="en-US" altLang="zh-CN" sz="2000">
                <a:latin typeface="Times New Roman" panose="02020603050405020304" pitchFamily="18" charset="0"/>
              </a:rPr>
              <a:t>= </a:t>
            </a:r>
            <a:r>
              <a:rPr lang="en-US" altLang="zh-CN" sz="2000" i="1">
                <a:latin typeface="Times New Roman" panose="02020603050405020304" pitchFamily="18" charset="0"/>
              </a:rPr>
              <a:t>n</a:t>
            </a:r>
          </a:p>
          <a:p>
            <a:pPr eaLnBrk="1" hangingPunct="1">
              <a:lnSpc>
                <a:spcPts val="2025"/>
              </a:lnSpc>
              <a:spcBef>
                <a:spcPct val="20000"/>
              </a:spcBef>
              <a:buClr>
                <a:schemeClr val="folHlink"/>
              </a:buClr>
              <a:buSzPct val="60000"/>
            </a:pPr>
            <a:r>
              <a:rPr lang="en-US" altLang="zh-CN" sz="2000">
                <a:latin typeface="Times New Roman" panose="02020603050405020304" pitchFamily="18" charset="0"/>
              </a:rPr>
              <a:t>(3)  </a:t>
            </a:r>
            <a:r>
              <a:rPr lang="en-US" altLang="zh-CN" sz="2000" i="1">
                <a:latin typeface="Times New Roman" panose="02020603050405020304" pitchFamily="18" charset="0"/>
              </a:rPr>
              <a:t>t</a:t>
            </a:r>
            <a:r>
              <a:rPr lang="en-US" altLang="zh-CN" sz="2000" i="1" baseline="-30000">
                <a:latin typeface="Times New Roman" panose="02020603050405020304" pitchFamily="18" charset="0"/>
              </a:rPr>
              <a:t>1</a:t>
            </a:r>
            <a:r>
              <a:rPr lang="en-US" altLang="zh-CN" sz="2000">
                <a:latin typeface="Times New Roman" panose="02020603050405020304" pitchFamily="18" charset="0"/>
              </a:rPr>
              <a:t> = 4 * </a:t>
            </a:r>
            <a:r>
              <a:rPr lang="en-US" altLang="zh-CN" sz="2000" i="1">
                <a:latin typeface="Times New Roman" panose="02020603050405020304" pitchFamily="18" charset="0"/>
              </a:rPr>
              <a:t>n</a:t>
            </a:r>
            <a:r>
              <a:rPr lang="en-US" altLang="zh-CN" sz="2000">
                <a:latin typeface="Times New Roman" panose="02020603050405020304" pitchFamily="18" charset="0"/>
              </a:rPr>
              <a:t> </a:t>
            </a:r>
          </a:p>
          <a:p>
            <a:pPr eaLnBrk="1" hangingPunct="1">
              <a:lnSpc>
                <a:spcPts val="2025"/>
              </a:lnSpc>
              <a:spcBef>
                <a:spcPct val="20000"/>
              </a:spcBef>
              <a:buClr>
                <a:schemeClr val="folHlink"/>
              </a:buClr>
              <a:buSzPct val="60000"/>
            </a:pPr>
            <a:r>
              <a:rPr lang="en-US" altLang="zh-CN" sz="2000">
                <a:latin typeface="Times New Roman" panose="02020603050405020304" pitchFamily="18" charset="0"/>
              </a:rPr>
              <a:t>(4)  </a:t>
            </a:r>
            <a:r>
              <a:rPr lang="en-US" altLang="zh-CN" sz="2000" i="1">
                <a:latin typeface="Times New Roman" panose="02020603050405020304" pitchFamily="18" charset="0"/>
              </a:rPr>
              <a:t>v</a:t>
            </a:r>
            <a:r>
              <a:rPr lang="en-US" altLang="zh-CN" sz="2000">
                <a:latin typeface="Times New Roman" panose="02020603050405020304" pitchFamily="18" charset="0"/>
              </a:rPr>
              <a:t> = </a:t>
            </a:r>
            <a:r>
              <a:rPr lang="en-US" altLang="zh-CN" sz="2000" i="1">
                <a:latin typeface="Times New Roman" panose="02020603050405020304" pitchFamily="18" charset="0"/>
              </a:rPr>
              <a:t>a</a:t>
            </a:r>
            <a:r>
              <a:rPr lang="en-US" altLang="zh-CN" sz="2000">
                <a:latin typeface="Times New Roman" panose="02020603050405020304" pitchFamily="18" charset="0"/>
              </a:rPr>
              <a:t>[</a:t>
            </a:r>
            <a:r>
              <a:rPr lang="en-US" altLang="zh-CN" sz="2000" i="1">
                <a:latin typeface="Times New Roman" panose="02020603050405020304" pitchFamily="18" charset="0"/>
              </a:rPr>
              <a:t>t</a:t>
            </a:r>
            <a:r>
              <a:rPr lang="en-US" altLang="zh-CN" sz="2000" i="1" baseline="-30000">
                <a:latin typeface="Times New Roman" panose="02020603050405020304" pitchFamily="18" charset="0"/>
              </a:rPr>
              <a:t>1</a:t>
            </a:r>
            <a:r>
              <a:rPr lang="en-US" altLang="zh-CN" sz="2000">
                <a:latin typeface="Times New Roman" panose="02020603050405020304" pitchFamily="18" charset="0"/>
              </a:rPr>
              <a:t>]</a:t>
            </a:r>
          </a:p>
          <a:p>
            <a:pPr eaLnBrk="1" hangingPunct="1">
              <a:lnSpc>
                <a:spcPts val="2025"/>
              </a:lnSpc>
              <a:spcBef>
                <a:spcPct val="20000"/>
              </a:spcBef>
              <a:buClr>
                <a:schemeClr val="folHlink"/>
              </a:buClr>
              <a:buSzPct val="60000"/>
            </a:pPr>
            <a:r>
              <a:rPr lang="en-US" altLang="zh-CN" sz="2000">
                <a:latin typeface="Times New Roman" panose="02020603050405020304" pitchFamily="18" charset="0"/>
              </a:rPr>
              <a:t>(5)  </a:t>
            </a:r>
            <a:r>
              <a:rPr lang="en-US" altLang="zh-CN" sz="2000" i="1">
                <a:latin typeface="Times New Roman" panose="02020603050405020304" pitchFamily="18" charset="0"/>
              </a:rPr>
              <a:t>i</a:t>
            </a:r>
            <a:r>
              <a:rPr lang="en-US" altLang="zh-CN" sz="2000">
                <a:latin typeface="Times New Roman" panose="02020603050405020304" pitchFamily="18" charset="0"/>
              </a:rPr>
              <a:t> = </a:t>
            </a:r>
            <a:r>
              <a:rPr lang="en-US" altLang="zh-CN" sz="2000" i="1">
                <a:latin typeface="Times New Roman" panose="02020603050405020304" pitchFamily="18" charset="0"/>
              </a:rPr>
              <a:t>i</a:t>
            </a:r>
            <a:r>
              <a:rPr lang="en-US" altLang="zh-CN" sz="2000">
                <a:latin typeface="Times New Roman" panose="02020603050405020304" pitchFamily="18" charset="0"/>
              </a:rPr>
              <a:t> + 1 </a:t>
            </a:r>
          </a:p>
          <a:p>
            <a:pPr eaLnBrk="1" hangingPunct="1">
              <a:lnSpc>
                <a:spcPts val="2025"/>
              </a:lnSpc>
              <a:spcBef>
                <a:spcPct val="20000"/>
              </a:spcBef>
              <a:buClr>
                <a:schemeClr val="folHlink"/>
              </a:buClr>
              <a:buSzPct val="60000"/>
            </a:pPr>
            <a:r>
              <a:rPr lang="en-US" altLang="zh-CN" sz="2000">
                <a:latin typeface="Times New Roman" panose="02020603050405020304" pitchFamily="18" charset="0"/>
              </a:rPr>
              <a:t>(6)  </a:t>
            </a:r>
            <a:r>
              <a:rPr lang="en-US" altLang="zh-CN" sz="2000" i="1">
                <a:latin typeface="Times New Roman" panose="02020603050405020304" pitchFamily="18" charset="0"/>
              </a:rPr>
              <a:t>t</a:t>
            </a:r>
            <a:r>
              <a:rPr lang="en-US" altLang="zh-CN" sz="2000" i="1" baseline="-30000">
                <a:latin typeface="Times New Roman" panose="02020603050405020304" pitchFamily="18" charset="0"/>
              </a:rPr>
              <a:t>2</a:t>
            </a:r>
            <a:r>
              <a:rPr lang="en-US" altLang="zh-CN" sz="2000">
                <a:latin typeface="Times New Roman" panose="02020603050405020304" pitchFamily="18" charset="0"/>
              </a:rPr>
              <a:t> = 4 * </a:t>
            </a:r>
            <a:r>
              <a:rPr lang="en-US" altLang="zh-CN" sz="2000" i="1">
                <a:latin typeface="Times New Roman" panose="02020603050405020304" pitchFamily="18" charset="0"/>
              </a:rPr>
              <a:t>i</a:t>
            </a:r>
            <a:r>
              <a:rPr lang="en-US" altLang="zh-CN" sz="2000">
                <a:latin typeface="Times New Roman" panose="02020603050405020304" pitchFamily="18" charset="0"/>
              </a:rPr>
              <a:t> </a:t>
            </a:r>
          </a:p>
          <a:p>
            <a:pPr eaLnBrk="1" hangingPunct="1">
              <a:lnSpc>
                <a:spcPts val="2025"/>
              </a:lnSpc>
              <a:spcBef>
                <a:spcPct val="20000"/>
              </a:spcBef>
              <a:buClr>
                <a:schemeClr val="folHlink"/>
              </a:buClr>
              <a:buSzPct val="60000"/>
            </a:pPr>
            <a:r>
              <a:rPr lang="en-US" altLang="zh-CN" sz="2000">
                <a:latin typeface="Times New Roman" panose="02020603050405020304" pitchFamily="18" charset="0"/>
              </a:rPr>
              <a:t>(7)  </a:t>
            </a:r>
            <a:r>
              <a:rPr lang="en-US" altLang="zh-CN" sz="2000" i="1">
                <a:latin typeface="Times New Roman" panose="02020603050405020304" pitchFamily="18" charset="0"/>
              </a:rPr>
              <a:t>t</a:t>
            </a:r>
            <a:r>
              <a:rPr lang="en-US" altLang="zh-CN" sz="2000" i="1" baseline="-30000">
                <a:latin typeface="Times New Roman" panose="02020603050405020304" pitchFamily="18" charset="0"/>
              </a:rPr>
              <a:t>3</a:t>
            </a:r>
            <a:r>
              <a:rPr lang="en-US" altLang="zh-CN" sz="2000">
                <a:latin typeface="Times New Roman" panose="02020603050405020304" pitchFamily="18" charset="0"/>
              </a:rPr>
              <a:t> = </a:t>
            </a:r>
            <a:r>
              <a:rPr lang="en-US" altLang="zh-CN" sz="2000" i="1">
                <a:latin typeface="Times New Roman" panose="02020603050405020304" pitchFamily="18" charset="0"/>
              </a:rPr>
              <a:t>a</a:t>
            </a:r>
            <a:r>
              <a:rPr lang="en-US" altLang="zh-CN" sz="2000">
                <a:latin typeface="Times New Roman" panose="02020603050405020304" pitchFamily="18" charset="0"/>
              </a:rPr>
              <a:t>[</a:t>
            </a:r>
            <a:r>
              <a:rPr lang="en-US" altLang="zh-CN" sz="2000" i="1">
                <a:latin typeface="Times New Roman" panose="02020603050405020304" pitchFamily="18" charset="0"/>
              </a:rPr>
              <a:t>t</a:t>
            </a:r>
            <a:r>
              <a:rPr lang="en-US" altLang="zh-CN" sz="2000" i="1" baseline="-30000">
                <a:latin typeface="Times New Roman" panose="02020603050405020304" pitchFamily="18" charset="0"/>
              </a:rPr>
              <a:t>2</a:t>
            </a:r>
            <a:r>
              <a:rPr lang="en-US" altLang="zh-CN" sz="2000">
                <a:latin typeface="Times New Roman" panose="02020603050405020304" pitchFamily="18" charset="0"/>
              </a:rPr>
              <a:t>] </a:t>
            </a:r>
          </a:p>
          <a:p>
            <a:pPr eaLnBrk="1" hangingPunct="1">
              <a:lnSpc>
                <a:spcPts val="2025"/>
              </a:lnSpc>
              <a:spcBef>
                <a:spcPct val="20000"/>
              </a:spcBef>
              <a:buClr>
                <a:schemeClr val="folHlink"/>
              </a:buClr>
              <a:buSzPct val="60000"/>
            </a:pPr>
            <a:r>
              <a:rPr lang="zh-CN" altLang="en-US" sz="2000">
                <a:latin typeface="Times New Roman" panose="02020603050405020304" pitchFamily="18" charset="0"/>
              </a:rPr>
              <a:t>(8) </a:t>
            </a:r>
            <a:r>
              <a:rPr lang="zh-CN" altLang="en-US" sz="2000" i="1">
                <a:latin typeface="Times New Roman" panose="02020603050405020304" pitchFamily="18" charset="0"/>
              </a:rPr>
              <a:t> </a:t>
            </a:r>
            <a:r>
              <a:rPr lang="en-US" altLang="zh-CN" sz="2000" i="1">
                <a:latin typeface="Times New Roman" panose="02020603050405020304" pitchFamily="18" charset="0"/>
              </a:rPr>
              <a:t>if t</a:t>
            </a:r>
            <a:r>
              <a:rPr lang="en-US" altLang="zh-CN" sz="2000" i="1" baseline="-30000">
                <a:latin typeface="Times New Roman" panose="02020603050405020304" pitchFamily="18" charset="0"/>
              </a:rPr>
              <a:t>3</a:t>
            </a:r>
            <a:r>
              <a:rPr lang="en-US" altLang="zh-CN" sz="2000">
                <a:solidFill>
                  <a:srgbClr val="FF0000"/>
                </a:solidFill>
                <a:latin typeface="Times New Roman" panose="02020603050405020304" pitchFamily="18" charset="0"/>
              </a:rPr>
              <a:t>&lt;</a:t>
            </a:r>
            <a:r>
              <a:rPr lang="en-US" altLang="zh-CN" sz="2000" i="1">
                <a:latin typeface="Times New Roman" panose="02020603050405020304" pitchFamily="18" charset="0"/>
              </a:rPr>
              <a:t>v</a:t>
            </a:r>
            <a:r>
              <a:rPr lang="en-US" altLang="zh-CN" sz="2000">
                <a:latin typeface="Times New Roman" panose="02020603050405020304" pitchFamily="18" charset="0"/>
              </a:rPr>
              <a:t> </a:t>
            </a:r>
            <a:r>
              <a:rPr lang="en-US" altLang="zh-CN" sz="2000" i="1">
                <a:latin typeface="Times New Roman" panose="02020603050405020304" pitchFamily="18" charset="0"/>
              </a:rPr>
              <a:t>goto</a:t>
            </a:r>
            <a:r>
              <a:rPr lang="en-US" altLang="zh-CN" sz="2000">
                <a:latin typeface="Times New Roman" panose="02020603050405020304" pitchFamily="18" charset="0"/>
              </a:rPr>
              <a:t>(5)</a:t>
            </a:r>
          </a:p>
          <a:p>
            <a:pPr eaLnBrk="1" hangingPunct="1">
              <a:lnSpc>
                <a:spcPts val="2025"/>
              </a:lnSpc>
              <a:spcBef>
                <a:spcPct val="20000"/>
              </a:spcBef>
              <a:buClr>
                <a:schemeClr val="folHlink"/>
              </a:buClr>
              <a:buSzPct val="60000"/>
            </a:pPr>
            <a:r>
              <a:rPr lang="en-US" altLang="zh-CN" sz="2000">
                <a:latin typeface="Times New Roman" panose="02020603050405020304" pitchFamily="18" charset="0"/>
              </a:rPr>
              <a:t>(9)  </a:t>
            </a:r>
            <a:r>
              <a:rPr lang="en-US" altLang="zh-CN" sz="2000" i="1">
                <a:latin typeface="Times New Roman" panose="02020603050405020304" pitchFamily="18" charset="0"/>
              </a:rPr>
              <a:t>j</a:t>
            </a:r>
            <a:r>
              <a:rPr lang="en-US" altLang="zh-CN" sz="2000">
                <a:latin typeface="Times New Roman" panose="02020603050405020304" pitchFamily="18" charset="0"/>
              </a:rPr>
              <a:t> = </a:t>
            </a:r>
            <a:r>
              <a:rPr lang="en-US" altLang="zh-CN" sz="2000" i="1">
                <a:latin typeface="Times New Roman" panose="02020603050405020304" pitchFamily="18" charset="0"/>
              </a:rPr>
              <a:t>j</a:t>
            </a:r>
            <a:r>
              <a:rPr lang="en-US" altLang="zh-CN" sz="2000">
                <a:latin typeface="Times New Roman" panose="02020603050405020304" pitchFamily="18" charset="0"/>
              </a:rPr>
              <a:t> </a:t>
            </a:r>
            <a:r>
              <a:rPr lang="en-US" altLang="zh-CN" sz="2000">
                <a:latin typeface="Times New Roman" panose="02020603050405020304" pitchFamily="18" charset="0"/>
                <a:sym typeface="Symbol" panose="05050102010706020507" pitchFamily="18" charset="2"/>
              </a:rPr>
              <a:t></a:t>
            </a:r>
            <a:r>
              <a:rPr lang="en-US" altLang="zh-CN" sz="2000">
                <a:latin typeface="Times New Roman" panose="02020603050405020304" pitchFamily="18" charset="0"/>
              </a:rPr>
              <a:t>1 </a:t>
            </a:r>
          </a:p>
          <a:p>
            <a:pPr eaLnBrk="1" hangingPunct="1">
              <a:lnSpc>
                <a:spcPts val="2025"/>
              </a:lnSpc>
              <a:spcBef>
                <a:spcPct val="20000"/>
              </a:spcBef>
              <a:buClr>
                <a:schemeClr val="folHlink"/>
              </a:buClr>
              <a:buSzPct val="60000"/>
            </a:pPr>
            <a:r>
              <a:rPr lang="en-US" altLang="zh-CN" sz="2000">
                <a:latin typeface="Times New Roman" panose="02020603050405020304" pitchFamily="18" charset="0"/>
              </a:rPr>
              <a:t>(10) </a:t>
            </a:r>
            <a:r>
              <a:rPr lang="en-US" altLang="zh-CN" sz="2000" i="1">
                <a:latin typeface="Times New Roman" panose="02020603050405020304" pitchFamily="18" charset="0"/>
              </a:rPr>
              <a:t>t</a:t>
            </a:r>
            <a:r>
              <a:rPr lang="en-US" altLang="zh-CN" sz="2000" i="1" baseline="-30000">
                <a:latin typeface="Times New Roman" panose="02020603050405020304" pitchFamily="18" charset="0"/>
              </a:rPr>
              <a:t>4</a:t>
            </a:r>
            <a:r>
              <a:rPr lang="en-US" altLang="zh-CN" sz="2000">
                <a:latin typeface="Times New Roman" panose="02020603050405020304" pitchFamily="18" charset="0"/>
              </a:rPr>
              <a:t> = 4 * </a:t>
            </a:r>
            <a:r>
              <a:rPr lang="en-US" altLang="zh-CN" sz="2000" i="1">
                <a:latin typeface="Times New Roman" panose="02020603050405020304" pitchFamily="18" charset="0"/>
              </a:rPr>
              <a:t>j</a:t>
            </a:r>
            <a:r>
              <a:rPr lang="en-US" altLang="zh-CN" sz="2000">
                <a:latin typeface="Times New Roman" panose="02020603050405020304" pitchFamily="18" charset="0"/>
              </a:rPr>
              <a:t> </a:t>
            </a:r>
          </a:p>
          <a:p>
            <a:pPr eaLnBrk="1" hangingPunct="1">
              <a:lnSpc>
                <a:spcPts val="2025"/>
              </a:lnSpc>
              <a:spcBef>
                <a:spcPct val="20000"/>
              </a:spcBef>
              <a:buClr>
                <a:schemeClr val="folHlink"/>
              </a:buClr>
              <a:buSzPct val="60000"/>
            </a:pPr>
            <a:r>
              <a:rPr lang="en-US" altLang="zh-CN" sz="2000">
                <a:latin typeface="Times New Roman" panose="02020603050405020304" pitchFamily="18" charset="0"/>
              </a:rPr>
              <a:t>(11) </a:t>
            </a:r>
            <a:r>
              <a:rPr lang="en-US" altLang="zh-CN" sz="2000" i="1">
                <a:latin typeface="Times New Roman" panose="02020603050405020304" pitchFamily="18" charset="0"/>
              </a:rPr>
              <a:t>t</a:t>
            </a:r>
            <a:r>
              <a:rPr lang="en-US" altLang="zh-CN" sz="2000" i="1" baseline="-30000">
                <a:latin typeface="Times New Roman" panose="02020603050405020304" pitchFamily="18" charset="0"/>
              </a:rPr>
              <a:t>5</a:t>
            </a:r>
            <a:r>
              <a:rPr lang="en-US" altLang="zh-CN" sz="2000">
                <a:latin typeface="Times New Roman" panose="02020603050405020304" pitchFamily="18" charset="0"/>
              </a:rPr>
              <a:t> = </a:t>
            </a:r>
            <a:r>
              <a:rPr lang="en-US" altLang="zh-CN" sz="2000" i="1">
                <a:latin typeface="Times New Roman" panose="02020603050405020304" pitchFamily="18" charset="0"/>
              </a:rPr>
              <a:t>a</a:t>
            </a:r>
            <a:r>
              <a:rPr lang="en-US" altLang="zh-CN" sz="2000">
                <a:latin typeface="Times New Roman" panose="02020603050405020304" pitchFamily="18" charset="0"/>
              </a:rPr>
              <a:t>[</a:t>
            </a:r>
            <a:r>
              <a:rPr lang="en-US" altLang="zh-CN" sz="2000" i="1">
                <a:latin typeface="Times New Roman" panose="02020603050405020304" pitchFamily="18" charset="0"/>
              </a:rPr>
              <a:t>t</a:t>
            </a:r>
            <a:r>
              <a:rPr lang="en-US" altLang="zh-CN" sz="2000" i="1" baseline="-30000">
                <a:latin typeface="Times New Roman" panose="02020603050405020304" pitchFamily="18" charset="0"/>
              </a:rPr>
              <a:t>4</a:t>
            </a:r>
            <a:r>
              <a:rPr lang="en-US" altLang="zh-CN" sz="2000">
                <a:latin typeface="Times New Roman" panose="02020603050405020304" pitchFamily="18" charset="0"/>
              </a:rPr>
              <a:t>]	 </a:t>
            </a:r>
          </a:p>
          <a:p>
            <a:pPr eaLnBrk="1" hangingPunct="1">
              <a:lnSpc>
                <a:spcPts val="2025"/>
              </a:lnSpc>
              <a:spcBef>
                <a:spcPct val="20000"/>
              </a:spcBef>
              <a:buClr>
                <a:schemeClr val="folHlink"/>
              </a:buClr>
              <a:buSzPct val="60000"/>
            </a:pPr>
            <a:r>
              <a:rPr lang="en-US" altLang="zh-CN" sz="2000">
                <a:latin typeface="Times New Roman" panose="02020603050405020304" pitchFamily="18" charset="0"/>
              </a:rPr>
              <a:t>(12) </a:t>
            </a:r>
            <a:r>
              <a:rPr lang="en-US" altLang="zh-CN" sz="2000" i="1">
                <a:latin typeface="Times New Roman" panose="02020603050405020304" pitchFamily="18" charset="0"/>
              </a:rPr>
              <a:t>if</a:t>
            </a:r>
            <a:r>
              <a:rPr lang="en-US" altLang="zh-CN" sz="2000">
                <a:latin typeface="Times New Roman" panose="02020603050405020304" pitchFamily="18" charset="0"/>
              </a:rPr>
              <a:t> </a:t>
            </a:r>
            <a:r>
              <a:rPr lang="en-US" altLang="zh-CN" sz="2000" i="1">
                <a:latin typeface="Times New Roman" panose="02020603050405020304" pitchFamily="18" charset="0"/>
              </a:rPr>
              <a:t>t</a:t>
            </a:r>
            <a:r>
              <a:rPr lang="en-US" altLang="zh-CN" sz="2000" i="1" baseline="-30000">
                <a:latin typeface="Times New Roman" panose="02020603050405020304" pitchFamily="18" charset="0"/>
              </a:rPr>
              <a:t>5</a:t>
            </a:r>
            <a:r>
              <a:rPr lang="en-US" altLang="zh-CN" sz="2000">
                <a:latin typeface="Times New Roman" panose="02020603050405020304" pitchFamily="18" charset="0"/>
              </a:rPr>
              <a:t>&gt;</a:t>
            </a:r>
            <a:r>
              <a:rPr lang="en-US" altLang="zh-CN" sz="2000" i="1">
                <a:latin typeface="Times New Roman" panose="02020603050405020304" pitchFamily="18" charset="0"/>
              </a:rPr>
              <a:t>v</a:t>
            </a:r>
            <a:r>
              <a:rPr lang="en-US" altLang="zh-CN" sz="2000">
                <a:latin typeface="Times New Roman" panose="02020603050405020304" pitchFamily="18" charset="0"/>
              </a:rPr>
              <a:t> </a:t>
            </a:r>
            <a:r>
              <a:rPr lang="en-US" altLang="zh-CN" sz="2000" i="1">
                <a:latin typeface="Times New Roman" panose="02020603050405020304" pitchFamily="18" charset="0"/>
              </a:rPr>
              <a:t>goto</a:t>
            </a:r>
            <a:r>
              <a:rPr lang="en-US" altLang="zh-CN" sz="2000">
                <a:latin typeface="Times New Roman" panose="02020603050405020304" pitchFamily="18" charset="0"/>
              </a:rPr>
              <a:t>(9) </a:t>
            </a:r>
          </a:p>
          <a:p>
            <a:pPr eaLnBrk="1" hangingPunct="1">
              <a:lnSpc>
                <a:spcPts val="2025"/>
              </a:lnSpc>
              <a:spcBef>
                <a:spcPct val="20000"/>
              </a:spcBef>
              <a:buClr>
                <a:schemeClr val="folHlink"/>
              </a:buClr>
              <a:buSzPct val="60000"/>
            </a:pPr>
            <a:r>
              <a:rPr lang="en-US" altLang="zh-CN" sz="2000">
                <a:latin typeface="Times New Roman" panose="02020603050405020304" pitchFamily="18" charset="0"/>
              </a:rPr>
              <a:t>(13) </a:t>
            </a:r>
            <a:r>
              <a:rPr lang="en-US" altLang="zh-CN" sz="2000" i="1">
                <a:latin typeface="Times New Roman" panose="02020603050405020304" pitchFamily="18" charset="0"/>
              </a:rPr>
              <a:t>if</a:t>
            </a:r>
            <a:r>
              <a:rPr lang="en-US" altLang="zh-CN" sz="2000">
                <a:latin typeface="Times New Roman" panose="02020603050405020304" pitchFamily="18" charset="0"/>
              </a:rPr>
              <a:t> </a:t>
            </a:r>
            <a:r>
              <a:rPr lang="en-US" altLang="zh-CN" sz="2000" i="1">
                <a:latin typeface="Times New Roman" panose="02020603050405020304" pitchFamily="18" charset="0"/>
              </a:rPr>
              <a:t>i</a:t>
            </a:r>
            <a:r>
              <a:rPr lang="en-US" altLang="zh-CN" sz="2000">
                <a:latin typeface="Times New Roman" panose="02020603050405020304" pitchFamily="18" charset="0"/>
              </a:rPr>
              <a:t>&gt;=</a:t>
            </a:r>
            <a:r>
              <a:rPr lang="en-US" altLang="zh-CN" sz="2000" i="1">
                <a:latin typeface="Times New Roman" panose="02020603050405020304" pitchFamily="18" charset="0"/>
              </a:rPr>
              <a:t>j</a:t>
            </a:r>
            <a:r>
              <a:rPr lang="en-US" altLang="zh-CN" sz="2000">
                <a:latin typeface="Times New Roman" panose="02020603050405020304" pitchFamily="18" charset="0"/>
              </a:rPr>
              <a:t> </a:t>
            </a:r>
            <a:r>
              <a:rPr lang="en-US" altLang="zh-CN" sz="2000" i="1">
                <a:latin typeface="Times New Roman" panose="02020603050405020304" pitchFamily="18" charset="0"/>
              </a:rPr>
              <a:t>goto</a:t>
            </a:r>
            <a:r>
              <a:rPr lang="en-US" altLang="zh-CN" sz="2000">
                <a:latin typeface="Times New Roman" panose="02020603050405020304" pitchFamily="18" charset="0"/>
              </a:rPr>
              <a:t>(23) </a:t>
            </a:r>
          </a:p>
          <a:p>
            <a:pPr eaLnBrk="1" hangingPunct="1">
              <a:lnSpc>
                <a:spcPts val="2025"/>
              </a:lnSpc>
              <a:spcBef>
                <a:spcPct val="20000"/>
              </a:spcBef>
              <a:buClr>
                <a:schemeClr val="folHlink"/>
              </a:buClr>
              <a:buSzPct val="60000"/>
            </a:pPr>
            <a:r>
              <a:rPr lang="en-US" altLang="zh-CN" sz="2000">
                <a:latin typeface="Times New Roman" panose="02020603050405020304" pitchFamily="18" charset="0"/>
              </a:rPr>
              <a:t>(14) </a:t>
            </a:r>
            <a:r>
              <a:rPr lang="en-US" altLang="zh-CN" sz="2000" i="1">
                <a:latin typeface="Times New Roman" panose="02020603050405020304" pitchFamily="18" charset="0"/>
              </a:rPr>
              <a:t>t</a:t>
            </a:r>
            <a:r>
              <a:rPr lang="en-US" altLang="zh-CN" sz="2000" i="1" baseline="-30000">
                <a:latin typeface="Times New Roman" panose="02020603050405020304" pitchFamily="18" charset="0"/>
              </a:rPr>
              <a:t>6</a:t>
            </a:r>
            <a:r>
              <a:rPr lang="en-US" altLang="zh-CN" sz="2000">
                <a:latin typeface="Times New Roman" panose="02020603050405020304" pitchFamily="18" charset="0"/>
              </a:rPr>
              <a:t>  =4 * </a:t>
            </a:r>
            <a:r>
              <a:rPr lang="en-US" altLang="zh-CN" sz="2000" i="1">
                <a:latin typeface="Times New Roman" panose="02020603050405020304" pitchFamily="18" charset="0"/>
              </a:rPr>
              <a:t>i</a:t>
            </a:r>
          </a:p>
          <a:p>
            <a:pPr eaLnBrk="1" hangingPunct="1">
              <a:lnSpc>
                <a:spcPts val="2025"/>
              </a:lnSpc>
              <a:spcBef>
                <a:spcPct val="20000"/>
              </a:spcBef>
              <a:buClr>
                <a:schemeClr val="folHlink"/>
              </a:buClr>
              <a:buSzPct val="60000"/>
            </a:pPr>
            <a:r>
              <a:rPr lang="en-US" altLang="zh-CN" sz="2000">
                <a:latin typeface="Times New Roman" panose="02020603050405020304" pitchFamily="18" charset="0"/>
              </a:rPr>
              <a:t>(15 ) </a:t>
            </a:r>
            <a:r>
              <a:rPr lang="en-US" altLang="zh-CN" sz="2000" i="1">
                <a:latin typeface="Times New Roman" panose="02020603050405020304" pitchFamily="18" charset="0"/>
              </a:rPr>
              <a:t>x</a:t>
            </a:r>
            <a:r>
              <a:rPr lang="en-US" altLang="zh-CN" sz="2000">
                <a:latin typeface="Times New Roman" panose="02020603050405020304" pitchFamily="18" charset="0"/>
              </a:rPr>
              <a:t> = </a:t>
            </a:r>
            <a:r>
              <a:rPr lang="en-US" altLang="zh-CN" sz="2000" i="1">
                <a:latin typeface="Times New Roman" panose="02020603050405020304" pitchFamily="18" charset="0"/>
              </a:rPr>
              <a:t>a</a:t>
            </a:r>
            <a:r>
              <a:rPr lang="en-US" altLang="zh-CN" sz="2000">
                <a:latin typeface="Times New Roman" panose="02020603050405020304" pitchFamily="18" charset="0"/>
              </a:rPr>
              <a:t>[</a:t>
            </a:r>
            <a:r>
              <a:rPr lang="en-US" altLang="zh-CN" sz="2000" i="1">
                <a:latin typeface="Times New Roman" panose="02020603050405020304" pitchFamily="18" charset="0"/>
              </a:rPr>
              <a:t>t</a:t>
            </a:r>
            <a:r>
              <a:rPr lang="en-US" altLang="zh-CN" sz="2000" i="1" baseline="-30000">
                <a:latin typeface="Times New Roman" panose="02020603050405020304" pitchFamily="18" charset="0"/>
              </a:rPr>
              <a:t>6</a:t>
            </a:r>
            <a:r>
              <a:rPr lang="en-US" altLang="zh-CN" sz="2000">
                <a:latin typeface="Times New Roman" panose="02020603050405020304" pitchFamily="18" charset="0"/>
              </a:rPr>
              <a:t>]</a:t>
            </a:r>
            <a:endParaRPr lang="zh-CN" altLang="en-US" sz="2000">
              <a:latin typeface="Times New Roman" panose="02020603050405020304" pitchFamily="18" charset="0"/>
            </a:endParaRPr>
          </a:p>
        </p:txBody>
      </p:sp>
      <p:sp>
        <p:nvSpPr>
          <p:cNvPr id="34827" name="Rectangle 7">
            <a:extLst>
              <a:ext uri="{FF2B5EF4-FFF2-40B4-BE49-F238E27FC236}">
                <a16:creationId xmlns:a16="http://schemas.microsoft.com/office/drawing/2014/main" id="{85F9AC73-CA58-4CDB-BD82-CB194AE0CD0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38638" y="293688"/>
            <a:ext cx="2590800" cy="44211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0" rIns="68580" bIns="0"/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just">
              <a:lnSpc>
                <a:spcPts val="2500"/>
              </a:lnSpc>
            </a:pPr>
            <a:r>
              <a:rPr lang="en-US" altLang="zh-CN" sz="2000">
                <a:latin typeface="Times New Roman" panose="02020603050405020304" pitchFamily="18" charset="0"/>
              </a:rPr>
              <a:t>(16) </a:t>
            </a:r>
            <a:r>
              <a:rPr lang="en-US" altLang="zh-CN" sz="2000" i="1">
                <a:latin typeface="Times New Roman" panose="02020603050405020304" pitchFamily="18" charset="0"/>
              </a:rPr>
              <a:t>t</a:t>
            </a:r>
            <a:r>
              <a:rPr lang="en-US" altLang="zh-CN" sz="2000" i="1" baseline="-25000">
                <a:latin typeface="Times New Roman" panose="02020603050405020304" pitchFamily="18" charset="0"/>
              </a:rPr>
              <a:t>7</a:t>
            </a:r>
            <a:r>
              <a:rPr lang="en-US" altLang="zh-CN" sz="2000">
                <a:latin typeface="Times New Roman" panose="02020603050405020304" pitchFamily="18" charset="0"/>
              </a:rPr>
              <a:t> = 4 * </a:t>
            </a:r>
            <a:r>
              <a:rPr lang="en-US" altLang="zh-CN" sz="2000" i="1">
                <a:latin typeface="Times New Roman" panose="02020603050405020304" pitchFamily="18" charset="0"/>
              </a:rPr>
              <a:t>i</a:t>
            </a:r>
            <a:r>
              <a:rPr lang="en-US" altLang="zh-CN" sz="2000">
                <a:latin typeface="Times New Roman" panose="02020603050405020304" pitchFamily="18" charset="0"/>
              </a:rPr>
              <a:t> </a:t>
            </a:r>
          </a:p>
          <a:p>
            <a:pPr algn="just">
              <a:lnSpc>
                <a:spcPts val="2500"/>
              </a:lnSpc>
            </a:pPr>
            <a:r>
              <a:rPr lang="en-US" altLang="zh-CN" sz="2000">
                <a:latin typeface="Times New Roman" panose="02020603050405020304" pitchFamily="18" charset="0"/>
              </a:rPr>
              <a:t>(17) </a:t>
            </a:r>
            <a:r>
              <a:rPr lang="en-US" altLang="zh-CN" sz="2000" i="1">
                <a:latin typeface="Times New Roman" panose="02020603050405020304" pitchFamily="18" charset="0"/>
              </a:rPr>
              <a:t>t</a:t>
            </a:r>
            <a:r>
              <a:rPr lang="en-US" altLang="zh-CN" sz="2000" i="1" baseline="-25000">
                <a:latin typeface="Times New Roman" panose="02020603050405020304" pitchFamily="18" charset="0"/>
              </a:rPr>
              <a:t>8</a:t>
            </a:r>
            <a:r>
              <a:rPr lang="en-US" altLang="zh-CN" sz="2000">
                <a:latin typeface="Times New Roman" panose="02020603050405020304" pitchFamily="18" charset="0"/>
              </a:rPr>
              <a:t> = 4 * </a:t>
            </a:r>
            <a:r>
              <a:rPr lang="en-US" altLang="zh-CN" sz="2000" i="1">
                <a:latin typeface="Times New Roman" panose="02020603050405020304" pitchFamily="18" charset="0"/>
              </a:rPr>
              <a:t>j</a:t>
            </a:r>
          </a:p>
          <a:p>
            <a:pPr algn="just">
              <a:lnSpc>
                <a:spcPts val="2500"/>
              </a:lnSpc>
            </a:pPr>
            <a:r>
              <a:rPr lang="en-US" altLang="zh-CN" sz="2000">
                <a:latin typeface="Times New Roman" panose="02020603050405020304" pitchFamily="18" charset="0"/>
              </a:rPr>
              <a:t>(18) </a:t>
            </a:r>
            <a:r>
              <a:rPr lang="en-US" altLang="zh-CN" sz="2000" i="1">
                <a:latin typeface="Times New Roman" panose="02020603050405020304" pitchFamily="18" charset="0"/>
              </a:rPr>
              <a:t>t</a:t>
            </a:r>
            <a:r>
              <a:rPr lang="en-US" altLang="zh-CN" sz="2000" i="1" baseline="-25000">
                <a:latin typeface="Times New Roman" panose="02020603050405020304" pitchFamily="18" charset="0"/>
              </a:rPr>
              <a:t>9</a:t>
            </a:r>
            <a:r>
              <a:rPr lang="en-US" altLang="zh-CN" sz="2000">
                <a:latin typeface="Times New Roman" panose="02020603050405020304" pitchFamily="18" charset="0"/>
              </a:rPr>
              <a:t> = </a:t>
            </a:r>
            <a:r>
              <a:rPr lang="en-US" altLang="zh-CN" sz="2000" i="1">
                <a:latin typeface="Times New Roman" panose="02020603050405020304" pitchFamily="18" charset="0"/>
              </a:rPr>
              <a:t>a</a:t>
            </a:r>
            <a:r>
              <a:rPr lang="en-US" altLang="zh-CN" sz="2000">
                <a:latin typeface="Times New Roman" panose="02020603050405020304" pitchFamily="18" charset="0"/>
              </a:rPr>
              <a:t>[</a:t>
            </a:r>
            <a:r>
              <a:rPr lang="en-US" altLang="zh-CN" sz="2000" i="1">
                <a:latin typeface="Times New Roman" panose="02020603050405020304" pitchFamily="18" charset="0"/>
              </a:rPr>
              <a:t>t</a:t>
            </a:r>
            <a:r>
              <a:rPr lang="en-US" altLang="zh-CN" sz="2000" i="1" baseline="-25000">
                <a:latin typeface="Times New Roman" panose="02020603050405020304" pitchFamily="18" charset="0"/>
              </a:rPr>
              <a:t>8</a:t>
            </a:r>
            <a:r>
              <a:rPr lang="en-US" altLang="zh-CN" sz="2000">
                <a:latin typeface="Times New Roman" panose="02020603050405020304" pitchFamily="18" charset="0"/>
              </a:rPr>
              <a:t>]</a:t>
            </a:r>
          </a:p>
          <a:p>
            <a:pPr algn="just">
              <a:lnSpc>
                <a:spcPts val="2500"/>
              </a:lnSpc>
            </a:pPr>
            <a:r>
              <a:rPr lang="en-US" altLang="zh-CN" sz="2000">
                <a:latin typeface="Times New Roman" panose="02020603050405020304" pitchFamily="18" charset="0"/>
              </a:rPr>
              <a:t>(19) </a:t>
            </a:r>
            <a:r>
              <a:rPr lang="en-US" altLang="zh-CN" sz="2000" i="1">
                <a:latin typeface="Times New Roman" panose="02020603050405020304" pitchFamily="18" charset="0"/>
              </a:rPr>
              <a:t>a</a:t>
            </a:r>
            <a:r>
              <a:rPr lang="en-US" altLang="zh-CN" sz="2000">
                <a:latin typeface="Times New Roman" panose="02020603050405020304" pitchFamily="18" charset="0"/>
              </a:rPr>
              <a:t>[</a:t>
            </a:r>
            <a:r>
              <a:rPr lang="en-US" altLang="zh-CN" sz="2000" i="1">
                <a:latin typeface="Times New Roman" panose="02020603050405020304" pitchFamily="18" charset="0"/>
              </a:rPr>
              <a:t>t</a:t>
            </a:r>
            <a:r>
              <a:rPr lang="en-US" altLang="zh-CN" sz="2000" i="1" baseline="-25000">
                <a:latin typeface="Times New Roman" panose="02020603050405020304" pitchFamily="18" charset="0"/>
              </a:rPr>
              <a:t>7</a:t>
            </a:r>
            <a:r>
              <a:rPr lang="en-US" altLang="zh-CN" sz="2000">
                <a:latin typeface="Times New Roman" panose="02020603050405020304" pitchFamily="18" charset="0"/>
              </a:rPr>
              <a:t>] = </a:t>
            </a:r>
            <a:r>
              <a:rPr lang="en-US" altLang="zh-CN" sz="2000" i="1">
                <a:latin typeface="Times New Roman" panose="02020603050405020304" pitchFamily="18" charset="0"/>
              </a:rPr>
              <a:t>t</a:t>
            </a:r>
            <a:r>
              <a:rPr lang="en-US" altLang="zh-CN" sz="2000" i="1" baseline="-25000">
                <a:latin typeface="Times New Roman" panose="02020603050405020304" pitchFamily="18" charset="0"/>
              </a:rPr>
              <a:t>9</a:t>
            </a:r>
            <a:endParaRPr lang="en-US" altLang="zh-CN" sz="2000" i="1">
              <a:latin typeface="Times New Roman" panose="02020603050405020304" pitchFamily="18" charset="0"/>
            </a:endParaRPr>
          </a:p>
          <a:p>
            <a:pPr algn="just">
              <a:lnSpc>
                <a:spcPts val="2500"/>
              </a:lnSpc>
            </a:pPr>
            <a:r>
              <a:rPr lang="en-US" altLang="zh-CN" sz="2000"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(20) </a:t>
            </a:r>
            <a:r>
              <a:rPr lang="en-US" altLang="zh-CN" sz="2000" i="1">
                <a:latin typeface="Times New Roman" panose="02020603050405020304" pitchFamily="18" charset="0"/>
              </a:rPr>
              <a:t>t</a:t>
            </a:r>
            <a:r>
              <a:rPr lang="en-US" altLang="zh-CN" sz="2000" i="1" baseline="-25000">
                <a:latin typeface="Times New Roman" panose="02020603050405020304" pitchFamily="18" charset="0"/>
              </a:rPr>
              <a:t>10</a:t>
            </a:r>
            <a:r>
              <a:rPr lang="en-US" altLang="zh-CN" sz="2000">
                <a:latin typeface="Times New Roman" panose="02020603050405020304" pitchFamily="18" charset="0"/>
              </a:rPr>
              <a:t> = 4 *</a:t>
            </a:r>
            <a:r>
              <a:rPr lang="en-US" altLang="zh-CN" sz="2000" i="1">
                <a:latin typeface="Times New Roman" panose="02020603050405020304" pitchFamily="18" charset="0"/>
              </a:rPr>
              <a:t> j</a:t>
            </a:r>
          </a:p>
          <a:p>
            <a:pPr algn="just">
              <a:lnSpc>
                <a:spcPts val="2500"/>
              </a:lnSpc>
            </a:pPr>
            <a:r>
              <a:rPr lang="en-US" altLang="zh-CN" sz="2000">
                <a:latin typeface="Times New Roman" panose="02020603050405020304" pitchFamily="18" charset="0"/>
                <a:cs typeface="楷体_GB2312" charset="0"/>
              </a:rPr>
              <a:t>(21) </a:t>
            </a:r>
            <a:r>
              <a:rPr lang="en-US" altLang="zh-CN" sz="2000" i="1">
                <a:latin typeface="Times New Roman" panose="02020603050405020304" pitchFamily="18" charset="0"/>
              </a:rPr>
              <a:t>a</a:t>
            </a:r>
            <a:r>
              <a:rPr lang="en-US" altLang="zh-CN" sz="2000">
                <a:latin typeface="Times New Roman" panose="02020603050405020304" pitchFamily="18" charset="0"/>
              </a:rPr>
              <a:t>[</a:t>
            </a:r>
            <a:r>
              <a:rPr lang="en-US" altLang="zh-CN" sz="2000" i="1">
                <a:latin typeface="Times New Roman" panose="02020603050405020304" pitchFamily="18" charset="0"/>
              </a:rPr>
              <a:t>t</a:t>
            </a:r>
            <a:r>
              <a:rPr lang="en-US" altLang="zh-CN" sz="2000" i="1" baseline="-25000">
                <a:latin typeface="Times New Roman" panose="02020603050405020304" pitchFamily="18" charset="0"/>
              </a:rPr>
              <a:t>10</a:t>
            </a:r>
            <a:r>
              <a:rPr lang="en-US" altLang="zh-CN" sz="2000">
                <a:latin typeface="Times New Roman" panose="02020603050405020304" pitchFamily="18" charset="0"/>
              </a:rPr>
              <a:t>] = </a:t>
            </a:r>
            <a:r>
              <a:rPr lang="en-US" altLang="zh-CN" sz="2000" i="1">
                <a:latin typeface="Times New Roman" panose="02020603050405020304" pitchFamily="18" charset="0"/>
              </a:rPr>
              <a:t>x</a:t>
            </a:r>
          </a:p>
          <a:p>
            <a:pPr algn="just">
              <a:lnSpc>
                <a:spcPts val="2500"/>
              </a:lnSpc>
            </a:pPr>
            <a:r>
              <a:rPr lang="en-US" altLang="zh-CN" sz="2000">
                <a:latin typeface="Times New Roman" panose="02020603050405020304" pitchFamily="18" charset="0"/>
                <a:cs typeface="楷体_GB2312" charset="0"/>
              </a:rPr>
              <a:t>(22)</a:t>
            </a:r>
            <a:r>
              <a:rPr lang="en-US" altLang="zh-CN" sz="2000" i="1">
                <a:latin typeface="Times New Roman" panose="02020603050405020304" pitchFamily="18" charset="0"/>
                <a:cs typeface="楷体_GB2312" charset="0"/>
              </a:rPr>
              <a:t> </a:t>
            </a:r>
            <a:r>
              <a:rPr lang="en-US" altLang="zh-CN" sz="2000" i="1">
                <a:latin typeface="Times New Roman" panose="02020603050405020304" pitchFamily="18" charset="0"/>
              </a:rPr>
              <a:t>goto </a:t>
            </a:r>
            <a:r>
              <a:rPr lang="en-US" altLang="zh-CN" sz="2000">
                <a:latin typeface="Times New Roman" panose="02020603050405020304" pitchFamily="18" charset="0"/>
              </a:rPr>
              <a:t>(5)</a:t>
            </a:r>
            <a:endParaRPr lang="en-US" altLang="zh-CN" sz="2000" baseline="-25000">
              <a:latin typeface="Times New Roman" panose="02020603050405020304" pitchFamily="18" charset="0"/>
            </a:endParaRPr>
          </a:p>
          <a:p>
            <a:pPr eaLnBrk="1" hangingPunct="1">
              <a:lnSpc>
                <a:spcPts val="2500"/>
              </a:lnSpc>
            </a:pPr>
            <a:r>
              <a:rPr lang="en-US" altLang="zh-CN" sz="2000">
                <a:latin typeface="Times New Roman" panose="02020603050405020304" pitchFamily="18" charset="0"/>
                <a:cs typeface="楷体_GB2312" charset="0"/>
              </a:rPr>
              <a:t>(23) </a:t>
            </a:r>
            <a:r>
              <a:rPr lang="en-US" altLang="zh-CN" sz="2000" i="1">
                <a:latin typeface="Times New Roman" panose="02020603050405020304" pitchFamily="18" charset="0"/>
                <a:cs typeface="楷体_GB2312" charset="0"/>
              </a:rPr>
              <a:t>t</a:t>
            </a:r>
            <a:r>
              <a:rPr lang="en-US" altLang="zh-CN" sz="2000" i="1" baseline="-25000">
                <a:latin typeface="Times New Roman" panose="02020603050405020304" pitchFamily="18" charset="0"/>
              </a:rPr>
              <a:t>11</a:t>
            </a:r>
            <a:r>
              <a:rPr lang="en-US" altLang="zh-CN" sz="2000">
                <a:latin typeface="Times New Roman" panose="02020603050405020304" pitchFamily="18" charset="0"/>
                <a:cs typeface="楷体_GB2312" charset="0"/>
              </a:rPr>
              <a:t> = 4 * </a:t>
            </a:r>
            <a:r>
              <a:rPr lang="en-US" altLang="zh-CN" sz="2000" i="1">
                <a:latin typeface="Times New Roman" panose="02020603050405020304" pitchFamily="18" charset="0"/>
                <a:cs typeface="楷体_GB2312" charset="0"/>
              </a:rPr>
              <a:t>i</a:t>
            </a:r>
          </a:p>
          <a:p>
            <a:pPr eaLnBrk="1" hangingPunct="1">
              <a:lnSpc>
                <a:spcPts val="2500"/>
              </a:lnSpc>
            </a:pPr>
            <a:r>
              <a:rPr lang="en-US" altLang="zh-CN" sz="2000">
                <a:latin typeface="Times New Roman" panose="02020603050405020304" pitchFamily="18" charset="0"/>
                <a:cs typeface="楷体_GB2312" charset="0"/>
              </a:rPr>
              <a:t>(24) </a:t>
            </a:r>
            <a:r>
              <a:rPr lang="en-US" altLang="zh-CN" sz="2000" i="1">
                <a:latin typeface="Times New Roman" panose="02020603050405020304" pitchFamily="18" charset="0"/>
                <a:cs typeface="楷体_GB2312" charset="0"/>
              </a:rPr>
              <a:t>x</a:t>
            </a:r>
            <a:r>
              <a:rPr lang="en-US" altLang="zh-CN" sz="2000">
                <a:latin typeface="Times New Roman" panose="02020603050405020304" pitchFamily="18" charset="0"/>
                <a:cs typeface="楷体_GB2312" charset="0"/>
              </a:rPr>
              <a:t> = </a:t>
            </a:r>
            <a:r>
              <a:rPr lang="en-US" altLang="zh-CN" sz="2000" i="1">
                <a:latin typeface="Times New Roman" panose="02020603050405020304" pitchFamily="18" charset="0"/>
                <a:cs typeface="楷体_GB2312" charset="0"/>
              </a:rPr>
              <a:t>a</a:t>
            </a:r>
            <a:r>
              <a:rPr lang="en-US" altLang="zh-CN" sz="2000">
                <a:latin typeface="Times New Roman" panose="02020603050405020304" pitchFamily="18" charset="0"/>
                <a:cs typeface="楷体_GB2312" charset="0"/>
              </a:rPr>
              <a:t>[</a:t>
            </a:r>
            <a:r>
              <a:rPr lang="en-US" altLang="zh-CN" sz="2000" i="1">
                <a:latin typeface="Times New Roman" panose="02020603050405020304" pitchFamily="18" charset="0"/>
                <a:cs typeface="楷体_GB2312" charset="0"/>
              </a:rPr>
              <a:t>t</a:t>
            </a:r>
            <a:r>
              <a:rPr lang="en-US" altLang="zh-CN" sz="2000" i="1" baseline="-25000">
                <a:latin typeface="Times New Roman" panose="02020603050405020304" pitchFamily="18" charset="0"/>
              </a:rPr>
              <a:t>11</a:t>
            </a:r>
            <a:r>
              <a:rPr lang="en-US" altLang="zh-CN" sz="2000">
                <a:latin typeface="Times New Roman" panose="02020603050405020304" pitchFamily="18" charset="0"/>
                <a:cs typeface="楷体_GB2312" charset="0"/>
              </a:rPr>
              <a:t>]</a:t>
            </a:r>
          </a:p>
          <a:p>
            <a:pPr eaLnBrk="1" hangingPunct="1">
              <a:lnSpc>
                <a:spcPts val="2500"/>
              </a:lnSpc>
            </a:pPr>
            <a:r>
              <a:rPr lang="en-US" altLang="zh-CN" sz="2000">
                <a:latin typeface="Times New Roman" panose="02020603050405020304" pitchFamily="18" charset="0"/>
                <a:cs typeface="楷体_GB2312" charset="0"/>
              </a:rPr>
              <a:t>(25) </a:t>
            </a:r>
            <a:r>
              <a:rPr lang="en-US" altLang="zh-CN" sz="2000" i="1">
                <a:latin typeface="Times New Roman" panose="02020603050405020304" pitchFamily="18" charset="0"/>
                <a:cs typeface="楷体_GB2312" charset="0"/>
              </a:rPr>
              <a:t>t</a:t>
            </a:r>
            <a:r>
              <a:rPr lang="en-US" altLang="zh-CN" sz="2000" i="1" baseline="-25000">
                <a:latin typeface="Times New Roman" panose="02020603050405020304" pitchFamily="18" charset="0"/>
              </a:rPr>
              <a:t>12</a:t>
            </a:r>
            <a:r>
              <a:rPr lang="en-US" altLang="zh-CN" sz="2000">
                <a:latin typeface="Times New Roman" panose="02020603050405020304" pitchFamily="18" charset="0"/>
                <a:cs typeface="楷体_GB2312" charset="0"/>
              </a:rPr>
              <a:t> = 4 *</a:t>
            </a:r>
            <a:r>
              <a:rPr lang="en-US" altLang="zh-CN" sz="2000" i="1">
                <a:latin typeface="Times New Roman" panose="02020603050405020304" pitchFamily="18" charset="0"/>
                <a:cs typeface="楷体_GB2312" charset="0"/>
              </a:rPr>
              <a:t> i </a:t>
            </a:r>
          </a:p>
          <a:p>
            <a:pPr eaLnBrk="1" hangingPunct="1">
              <a:lnSpc>
                <a:spcPts val="2500"/>
              </a:lnSpc>
            </a:pPr>
            <a:r>
              <a:rPr lang="en-US" altLang="zh-CN" sz="2000">
                <a:latin typeface="Times New Roman" panose="02020603050405020304" pitchFamily="18" charset="0"/>
                <a:cs typeface="楷体_GB2312" charset="0"/>
              </a:rPr>
              <a:t>(26)</a:t>
            </a:r>
            <a:r>
              <a:rPr lang="en-US" altLang="zh-CN" sz="2000" i="1">
                <a:latin typeface="Times New Roman" panose="02020603050405020304" pitchFamily="18" charset="0"/>
                <a:cs typeface="楷体_GB2312" charset="0"/>
              </a:rPr>
              <a:t> t</a:t>
            </a:r>
            <a:r>
              <a:rPr lang="en-US" altLang="zh-CN" sz="2000" i="1" baseline="-25000">
                <a:latin typeface="Times New Roman" panose="02020603050405020304" pitchFamily="18" charset="0"/>
              </a:rPr>
              <a:t>13</a:t>
            </a:r>
            <a:r>
              <a:rPr lang="en-US" altLang="zh-CN" sz="2000" i="1">
                <a:latin typeface="Times New Roman" panose="02020603050405020304" pitchFamily="18" charset="0"/>
                <a:cs typeface="楷体_GB2312" charset="0"/>
              </a:rPr>
              <a:t> </a:t>
            </a:r>
            <a:r>
              <a:rPr lang="en-US" altLang="zh-CN" sz="2000">
                <a:latin typeface="Times New Roman" panose="02020603050405020304" pitchFamily="18" charset="0"/>
                <a:cs typeface="楷体_GB2312" charset="0"/>
              </a:rPr>
              <a:t>= 4 * </a:t>
            </a:r>
            <a:r>
              <a:rPr lang="en-US" altLang="zh-CN" sz="2000" i="1">
                <a:latin typeface="Times New Roman" panose="02020603050405020304" pitchFamily="18" charset="0"/>
                <a:cs typeface="楷体_GB2312" charset="0"/>
              </a:rPr>
              <a:t>n</a:t>
            </a:r>
          </a:p>
          <a:p>
            <a:pPr eaLnBrk="1" hangingPunct="1">
              <a:lnSpc>
                <a:spcPts val="2500"/>
              </a:lnSpc>
            </a:pPr>
            <a:r>
              <a:rPr lang="en-US" altLang="zh-CN" sz="2000">
                <a:latin typeface="Times New Roman" panose="02020603050405020304" pitchFamily="18" charset="0"/>
                <a:cs typeface="楷体_GB2312" charset="0"/>
              </a:rPr>
              <a:t>(27)</a:t>
            </a:r>
            <a:r>
              <a:rPr lang="en-US" altLang="zh-CN" sz="2000" i="1">
                <a:latin typeface="Times New Roman" panose="02020603050405020304" pitchFamily="18" charset="0"/>
                <a:cs typeface="楷体_GB2312" charset="0"/>
              </a:rPr>
              <a:t> t</a:t>
            </a:r>
            <a:r>
              <a:rPr lang="en-US" altLang="zh-CN" sz="2000" i="1" baseline="-25000">
                <a:latin typeface="Times New Roman" panose="02020603050405020304" pitchFamily="18" charset="0"/>
              </a:rPr>
              <a:t>14</a:t>
            </a:r>
            <a:r>
              <a:rPr lang="en-US" altLang="zh-CN" sz="2000" i="1">
                <a:latin typeface="Times New Roman" panose="02020603050405020304" pitchFamily="18" charset="0"/>
                <a:cs typeface="楷体_GB2312" charset="0"/>
              </a:rPr>
              <a:t> </a:t>
            </a:r>
            <a:r>
              <a:rPr lang="en-US" altLang="zh-CN" sz="2000">
                <a:latin typeface="Times New Roman" panose="02020603050405020304" pitchFamily="18" charset="0"/>
                <a:cs typeface="楷体_GB2312" charset="0"/>
              </a:rPr>
              <a:t>= </a:t>
            </a:r>
            <a:r>
              <a:rPr lang="en-US" altLang="zh-CN" sz="2000" i="1">
                <a:latin typeface="Times New Roman" panose="02020603050405020304" pitchFamily="18" charset="0"/>
                <a:cs typeface="楷体_GB2312" charset="0"/>
              </a:rPr>
              <a:t>a</a:t>
            </a:r>
            <a:r>
              <a:rPr lang="en-US" altLang="zh-CN" sz="2000">
                <a:latin typeface="Times New Roman" panose="02020603050405020304" pitchFamily="18" charset="0"/>
                <a:cs typeface="楷体_GB2312" charset="0"/>
              </a:rPr>
              <a:t>[</a:t>
            </a:r>
            <a:r>
              <a:rPr lang="en-US" altLang="zh-CN" sz="2000" i="1">
                <a:latin typeface="Times New Roman" panose="02020603050405020304" pitchFamily="18" charset="0"/>
                <a:cs typeface="楷体_GB2312" charset="0"/>
              </a:rPr>
              <a:t>t</a:t>
            </a:r>
            <a:r>
              <a:rPr lang="en-US" altLang="zh-CN" sz="2000" i="1" baseline="-25000">
                <a:latin typeface="Times New Roman" panose="02020603050405020304" pitchFamily="18" charset="0"/>
              </a:rPr>
              <a:t>13</a:t>
            </a:r>
            <a:r>
              <a:rPr lang="en-US" altLang="zh-CN" sz="2000">
                <a:latin typeface="Times New Roman" panose="02020603050405020304" pitchFamily="18" charset="0"/>
                <a:cs typeface="楷体_GB2312" charset="0"/>
              </a:rPr>
              <a:t>]</a:t>
            </a:r>
          </a:p>
          <a:p>
            <a:pPr eaLnBrk="1" hangingPunct="1">
              <a:lnSpc>
                <a:spcPts val="2500"/>
              </a:lnSpc>
            </a:pPr>
            <a:r>
              <a:rPr lang="en-US" altLang="zh-CN" sz="2000">
                <a:latin typeface="Times New Roman" panose="02020603050405020304" pitchFamily="18" charset="0"/>
                <a:cs typeface="楷体_GB2312" charset="0"/>
              </a:rPr>
              <a:t>(28) </a:t>
            </a:r>
            <a:r>
              <a:rPr lang="en-US" altLang="zh-CN" sz="2000" i="1">
                <a:latin typeface="Times New Roman" panose="02020603050405020304" pitchFamily="18" charset="0"/>
                <a:cs typeface="楷体_GB2312" charset="0"/>
              </a:rPr>
              <a:t>a</a:t>
            </a:r>
            <a:r>
              <a:rPr lang="en-US" altLang="zh-CN" sz="2000">
                <a:latin typeface="Times New Roman" panose="02020603050405020304" pitchFamily="18" charset="0"/>
                <a:cs typeface="楷体_GB2312" charset="0"/>
              </a:rPr>
              <a:t>[</a:t>
            </a:r>
            <a:r>
              <a:rPr lang="en-US" altLang="zh-CN" sz="2000" i="1">
                <a:latin typeface="Times New Roman" panose="02020603050405020304" pitchFamily="18" charset="0"/>
                <a:cs typeface="楷体_GB2312" charset="0"/>
              </a:rPr>
              <a:t>t</a:t>
            </a:r>
            <a:r>
              <a:rPr lang="en-US" altLang="zh-CN" sz="2000" i="1" baseline="-25000">
                <a:latin typeface="Times New Roman" panose="02020603050405020304" pitchFamily="18" charset="0"/>
              </a:rPr>
              <a:t>12</a:t>
            </a:r>
            <a:r>
              <a:rPr lang="en-US" altLang="zh-CN" sz="2000">
                <a:latin typeface="Times New Roman" panose="02020603050405020304" pitchFamily="18" charset="0"/>
                <a:cs typeface="楷体_GB2312" charset="0"/>
              </a:rPr>
              <a:t>] = </a:t>
            </a:r>
            <a:r>
              <a:rPr lang="en-US" altLang="zh-CN" sz="2000" i="1">
                <a:latin typeface="Times New Roman" panose="02020603050405020304" pitchFamily="18" charset="0"/>
                <a:cs typeface="楷体_GB2312" charset="0"/>
              </a:rPr>
              <a:t>t</a:t>
            </a:r>
            <a:r>
              <a:rPr lang="en-US" altLang="zh-CN" sz="2000" i="1" baseline="-25000">
                <a:latin typeface="Times New Roman" panose="02020603050405020304" pitchFamily="18" charset="0"/>
              </a:rPr>
              <a:t>14</a:t>
            </a:r>
          </a:p>
          <a:p>
            <a:pPr eaLnBrk="1" hangingPunct="1">
              <a:lnSpc>
                <a:spcPts val="2500"/>
              </a:lnSpc>
            </a:pPr>
            <a:r>
              <a:rPr lang="en-US" altLang="zh-CN" sz="2000">
                <a:latin typeface="Times New Roman" panose="02020603050405020304" pitchFamily="18" charset="0"/>
                <a:cs typeface="楷体_GB2312" charset="0"/>
              </a:rPr>
              <a:t>(29) </a:t>
            </a:r>
            <a:r>
              <a:rPr lang="en-US" altLang="zh-CN" sz="2000" i="1">
                <a:latin typeface="Times New Roman" panose="02020603050405020304" pitchFamily="18" charset="0"/>
                <a:cs typeface="楷体_GB2312" charset="0"/>
              </a:rPr>
              <a:t>t</a:t>
            </a:r>
            <a:r>
              <a:rPr lang="en-US" altLang="zh-CN" sz="2000" i="1" baseline="-25000">
                <a:latin typeface="Times New Roman" panose="02020603050405020304" pitchFamily="18" charset="0"/>
              </a:rPr>
              <a:t>15</a:t>
            </a:r>
            <a:r>
              <a:rPr lang="en-US" altLang="zh-CN" sz="2000">
                <a:latin typeface="Times New Roman" panose="02020603050405020304" pitchFamily="18" charset="0"/>
                <a:cs typeface="楷体_GB2312" charset="0"/>
              </a:rPr>
              <a:t> = 4 * </a:t>
            </a:r>
            <a:r>
              <a:rPr lang="en-US" altLang="zh-CN" sz="2000" i="1">
                <a:latin typeface="Times New Roman" panose="02020603050405020304" pitchFamily="18" charset="0"/>
                <a:cs typeface="楷体_GB2312" charset="0"/>
              </a:rPr>
              <a:t>n</a:t>
            </a:r>
            <a:r>
              <a:rPr lang="en-US" altLang="zh-CN" sz="2000">
                <a:latin typeface="Times New Roman" panose="02020603050405020304" pitchFamily="18" charset="0"/>
                <a:cs typeface="楷体_GB2312" charset="0"/>
              </a:rPr>
              <a:t> </a:t>
            </a:r>
          </a:p>
          <a:p>
            <a:pPr eaLnBrk="1" hangingPunct="1">
              <a:lnSpc>
                <a:spcPts val="2500"/>
              </a:lnSpc>
            </a:pPr>
            <a:r>
              <a:rPr lang="en-US" altLang="zh-CN" sz="2000">
                <a:latin typeface="Times New Roman" panose="02020603050405020304" pitchFamily="18" charset="0"/>
                <a:cs typeface="楷体_GB2312" charset="0"/>
              </a:rPr>
              <a:t>(30) </a:t>
            </a:r>
            <a:r>
              <a:rPr lang="en-US" altLang="zh-CN" sz="2000" i="1">
                <a:latin typeface="Times New Roman" panose="02020603050405020304" pitchFamily="18" charset="0"/>
                <a:cs typeface="楷体_GB2312" charset="0"/>
              </a:rPr>
              <a:t>a</a:t>
            </a:r>
            <a:r>
              <a:rPr lang="en-US" altLang="zh-CN" sz="2000">
                <a:latin typeface="Times New Roman" panose="02020603050405020304" pitchFamily="18" charset="0"/>
                <a:cs typeface="楷体_GB2312" charset="0"/>
              </a:rPr>
              <a:t>[</a:t>
            </a:r>
            <a:r>
              <a:rPr lang="en-US" altLang="zh-CN" sz="2000" i="1">
                <a:latin typeface="Times New Roman" panose="02020603050405020304" pitchFamily="18" charset="0"/>
                <a:cs typeface="楷体_GB2312" charset="0"/>
              </a:rPr>
              <a:t>t</a:t>
            </a:r>
            <a:r>
              <a:rPr lang="en-US" altLang="zh-CN" sz="2000" i="1" baseline="-25000">
                <a:latin typeface="Times New Roman" panose="02020603050405020304" pitchFamily="18" charset="0"/>
              </a:rPr>
              <a:t>15</a:t>
            </a:r>
            <a:r>
              <a:rPr lang="en-US" altLang="zh-CN" sz="2000">
                <a:latin typeface="Times New Roman" panose="02020603050405020304" pitchFamily="18" charset="0"/>
                <a:cs typeface="楷体_GB2312" charset="0"/>
              </a:rPr>
              <a:t>] = </a:t>
            </a:r>
            <a:r>
              <a:rPr lang="en-US" altLang="zh-CN" sz="2000" i="1">
                <a:latin typeface="Times New Roman" panose="02020603050405020304" pitchFamily="18" charset="0"/>
                <a:cs typeface="楷体_GB2312" charset="0"/>
              </a:rPr>
              <a:t>x</a:t>
            </a:r>
            <a:r>
              <a:rPr lang="en-US" altLang="zh-CN" sz="2000">
                <a:latin typeface="Times New Roman" panose="02020603050405020304" pitchFamily="18" charset="0"/>
                <a:cs typeface="楷体_GB2312" charset="0"/>
              </a:rPr>
              <a:t> </a:t>
            </a:r>
          </a:p>
        </p:txBody>
      </p:sp>
      <p:grpSp>
        <p:nvGrpSpPr>
          <p:cNvPr id="34828" name="Group 14">
            <a:extLst>
              <a:ext uri="{FF2B5EF4-FFF2-40B4-BE49-F238E27FC236}">
                <a16:creationId xmlns:a16="http://schemas.microsoft.com/office/drawing/2014/main" id="{04247F64-CD63-484D-B282-CC24F5871501}"/>
              </a:ext>
            </a:extLst>
          </p:cNvPr>
          <p:cNvGrpSpPr>
            <a:grpSpLocks/>
          </p:cNvGrpSpPr>
          <p:nvPr/>
        </p:nvGrpSpPr>
        <p:grpSpPr bwMode="auto">
          <a:xfrm>
            <a:off x="1428750" y="1579563"/>
            <a:ext cx="4357688" cy="2825750"/>
            <a:chOff x="385" y="2039"/>
            <a:chExt cx="3660" cy="2373"/>
          </a:xfrm>
        </p:grpSpPr>
        <p:sp>
          <p:nvSpPr>
            <p:cNvPr id="34837" name="Line 9">
              <a:extLst>
                <a:ext uri="{FF2B5EF4-FFF2-40B4-BE49-F238E27FC236}">
                  <a16:creationId xmlns:a16="http://schemas.microsoft.com/office/drawing/2014/main" id="{E87ADA02-1128-4F9D-AF61-849FCF3A746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85" y="2039"/>
              <a:ext cx="1860" cy="0"/>
            </a:xfrm>
            <a:prstGeom prst="line">
              <a:avLst/>
            </a:prstGeom>
            <a:noFill/>
            <a:ln w="25400">
              <a:solidFill>
                <a:srgbClr val="FF5050"/>
              </a:solidFill>
              <a:prstDash val="lg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4838" name="Line 10">
              <a:extLst>
                <a:ext uri="{FF2B5EF4-FFF2-40B4-BE49-F238E27FC236}">
                  <a16:creationId xmlns:a16="http://schemas.microsoft.com/office/drawing/2014/main" id="{E06A0AC9-8F2D-4D73-B7A6-7CE3CD96C92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85" y="3083"/>
              <a:ext cx="1860" cy="0"/>
            </a:xfrm>
            <a:prstGeom prst="line">
              <a:avLst/>
            </a:prstGeom>
            <a:noFill/>
            <a:ln w="25400">
              <a:solidFill>
                <a:srgbClr val="FF5050"/>
              </a:solidFill>
              <a:prstDash val="lg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4839" name="Line 11">
              <a:extLst>
                <a:ext uri="{FF2B5EF4-FFF2-40B4-BE49-F238E27FC236}">
                  <a16:creationId xmlns:a16="http://schemas.microsoft.com/office/drawing/2014/main" id="{B3BFBC59-DF58-474B-AE2A-7AAF3B336CD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85" y="4139"/>
              <a:ext cx="1860" cy="0"/>
            </a:xfrm>
            <a:prstGeom prst="line">
              <a:avLst/>
            </a:prstGeom>
            <a:noFill/>
            <a:ln w="25400">
              <a:solidFill>
                <a:srgbClr val="FF5050"/>
              </a:solidFill>
              <a:prstDash val="lg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4840" name="Line 12">
              <a:extLst>
                <a:ext uri="{FF2B5EF4-FFF2-40B4-BE49-F238E27FC236}">
                  <a16:creationId xmlns:a16="http://schemas.microsoft.com/office/drawing/2014/main" id="{AD75EFD7-9A6E-4E9E-88F9-15A13F50C26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85" y="4412"/>
              <a:ext cx="1860" cy="0"/>
            </a:xfrm>
            <a:prstGeom prst="line">
              <a:avLst/>
            </a:prstGeom>
            <a:noFill/>
            <a:ln w="25400">
              <a:solidFill>
                <a:srgbClr val="FF5050"/>
              </a:solidFill>
              <a:prstDash val="lg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4841" name="Line 13">
              <a:extLst>
                <a:ext uri="{FF2B5EF4-FFF2-40B4-BE49-F238E27FC236}">
                  <a16:creationId xmlns:a16="http://schemas.microsoft.com/office/drawing/2014/main" id="{60FAA987-C38E-45E2-BC04-8A5F6312A40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775" y="2819"/>
              <a:ext cx="1270" cy="0"/>
            </a:xfrm>
            <a:prstGeom prst="line">
              <a:avLst/>
            </a:prstGeom>
            <a:noFill/>
            <a:ln w="25400">
              <a:solidFill>
                <a:srgbClr val="FF5050"/>
              </a:solidFill>
              <a:prstDash val="lg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</p:grpSp>
      <p:sp>
        <p:nvSpPr>
          <p:cNvPr id="34829" name="Rectangle 15">
            <a:extLst>
              <a:ext uri="{FF2B5EF4-FFF2-40B4-BE49-F238E27FC236}">
                <a16:creationId xmlns:a16="http://schemas.microsoft.com/office/drawing/2014/main" id="{009D846A-6349-41C0-B9F2-AD85F0AE801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43000" y="793750"/>
            <a:ext cx="269875" cy="323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68580" tIns="34290" rIns="68580" bIns="34290" anchor="ctr"/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-US" altLang="zh-CN" sz="2000" i="1">
                <a:solidFill>
                  <a:srgbClr val="FF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B</a:t>
            </a:r>
            <a:r>
              <a:rPr lang="en-US" altLang="zh-CN" sz="2000" i="1" baseline="-30000">
                <a:solidFill>
                  <a:srgbClr val="FF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34830" name="Rectangle 16">
            <a:extLst>
              <a:ext uri="{FF2B5EF4-FFF2-40B4-BE49-F238E27FC236}">
                <a16:creationId xmlns:a16="http://schemas.microsoft.com/office/drawing/2014/main" id="{AD4303DB-25ED-423F-8C85-D2B5F538CE1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43000" y="2008188"/>
            <a:ext cx="269875" cy="323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68580" tIns="34290" rIns="68580" bIns="34290" anchor="ctr"/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-US" altLang="zh-CN" sz="2000" i="1">
                <a:solidFill>
                  <a:srgbClr val="FF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B</a:t>
            </a:r>
            <a:r>
              <a:rPr lang="en-US" altLang="zh-CN" sz="2000" i="1" baseline="-30000">
                <a:solidFill>
                  <a:srgbClr val="FF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2</a:t>
            </a:r>
          </a:p>
        </p:txBody>
      </p:sp>
      <p:sp>
        <p:nvSpPr>
          <p:cNvPr id="34831" name="Rectangle 17">
            <a:extLst>
              <a:ext uri="{FF2B5EF4-FFF2-40B4-BE49-F238E27FC236}">
                <a16:creationId xmlns:a16="http://schemas.microsoft.com/office/drawing/2014/main" id="{979B4F03-6E84-412A-B420-B5A662D8B7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43000" y="3294063"/>
            <a:ext cx="269875" cy="323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68580" tIns="34290" rIns="68580" bIns="34290" anchor="ctr"/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-US" altLang="zh-CN" sz="2000" i="1">
                <a:solidFill>
                  <a:srgbClr val="FF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B</a:t>
            </a:r>
            <a:r>
              <a:rPr lang="en-US" altLang="zh-CN" sz="2000" i="1" baseline="-30000">
                <a:solidFill>
                  <a:srgbClr val="FF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3</a:t>
            </a:r>
          </a:p>
        </p:txBody>
      </p:sp>
      <p:sp>
        <p:nvSpPr>
          <p:cNvPr id="34832" name="Rectangle 18">
            <a:extLst>
              <a:ext uri="{FF2B5EF4-FFF2-40B4-BE49-F238E27FC236}">
                <a16:creationId xmlns:a16="http://schemas.microsoft.com/office/drawing/2014/main" id="{90C4F60F-B0D4-4DD9-997B-5F9C70BE76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7438" y="4079875"/>
            <a:ext cx="269875" cy="323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68580" tIns="34290" rIns="68580" bIns="34290" anchor="ctr"/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-US" altLang="zh-CN" sz="2000" i="1">
                <a:solidFill>
                  <a:srgbClr val="FF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B</a:t>
            </a:r>
            <a:r>
              <a:rPr lang="en-US" altLang="zh-CN" sz="2000" i="1" baseline="-30000">
                <a:solidFill>
                  <a:srgbClr val="FF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4</a:t>
            </a:r>
          </a:p>
        </p:txBody>
      </p:sp>
      <p:sp>
        <p:nvSpPr>
          <p:cNvPr id="34833" name="Rectangle 19">
            <a:extLst>
              <a:ext uri="{FF2B5EF4-FFF2-40B4-BE49-F238E27FC236}">
                <a16:creationId xmlns:a16="http://schemas.microsoft.com/office/drawing/2014/main" id="{136347C2-BB0A-48B2-825D-C44330A102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16375" y="1255713"/>
            <a:ext cx="269875" cy="323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68580" tIns="34290" rIns="68580" bIns="34290" anchor="ctr"/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-US" altLang="zh-CN" sz="2000" i="1">
                <a:solidFill>
                  <a:srgbClr val="FF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B</a:t>
            </a:r>
            <a:r>
              <a:rPr lang="en-US" altLang="zh-CN" sz="2000" i="1" baseline="-30000">
                <a:solidFill>
                  <a:srgbClr val="FF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5</a:t>
            </a:r>
          </a:p>
        </p:txBody>
      </p:sp>
      <p:sp>
        <p:nvSpPr>
          <p:cNvPr id="34834" name="Rectangle 20">
            <a:extLst>
              <a:ext uri="{FF2B5EF4-FFF2-40B4-BE49-F238E27FC236}">
                <a16:creationId xmlns:a16="http://schemas.microsoft.com/office/drawing/2014/main" id="{09FD730B-76DC-4406-87F3-F3AF5F8B628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16375" y="3579813"/>
            <a:ext cx="269875" cy="323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68580" tIns="34290" rIns="68580" bIns="34290" anchor="ctr"/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-US" altLang="zh-CN" sz="2000" i="1">
                <a:solidFill>
                  <a:srgbClr val="FF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B</a:t>
            </a:r>
            <a:r>
              <a:rPr lang="en-US" altLang="zh-CN" sz="2000" i="1" baseline="-30000">
                <a:solidFill>
                  <a:srgbClr val="FF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6</a:t>
            </a:r>
          </a:p>
        </p:txBody>
      </p:sp>
      <p:sp>
        <p:nvSpPr>
          <p:cNvPr id="34835" name="Rectangle 4">
            <a:extLst>
              <a:ext uri="{FF2B5EF4-FFF2-40B4-BE49-F238E27FC236}">
                <a16:creationId xmlns:a16="http://schemas.microsoft.com/office/drawing/2014/main" id="{C79A85DC-7FB9-408D-AEC1-7D36B8E042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例</a:t>
            </a:r>
          </a:p>
        </p:txBody>
      </p:sp>
      <p:sp>
        <p:nvSpPr>
          <p:cNvPr id="15" name="任意多边形 14">
            <a:extLst>
              <a:ext uri="{FF2B5EF4-FFF2-40B4-BE49-F238E27FC236}">
                <a16:creationId xmlns:a16="http://schemas.microsoft.com/office/drawing/2014/main" id="{FFA9C3DC-2E3F-4EBA-8974-E37F175D3C0C}"/>
              </a:ext>
            </a:extLst>
          </p:cNvPr>
          <p:cNvSpPr/>
          <p:nvPr/>
        </p:nvSpPr>
        <p:spPr>
          <a:xfrm>
            <a:off x="6407150" y="1339850"/>
            <a:ext cx="1071563" cy="3324225"/>
          </a:xfrm>
          <a:custGeom>
            <a:avLst/>
            <a:gdLst>
              <a:gd name="connsiteX0" fmla="*/ 694570 w 1070350"/>
              <a:gd name="connsiteY0" fmla="*/ 2906891 h 3323983"/>
              <a:gd name="connsiteX1" fmla="*/ 155950 w 1070350"/>
              <a:gd name="connsiteY1" fmla="*/ 3107308 h 3323983"/>
              <a:gd name="connsiteX2" fmla="*/ 68268 w 1070350"/>
              <a:gd name="connsiteY2" fmla="*/ 251373 h 3323983"/>
              <a:gd name="connsiteX3" fmla="*/ 1070350 w 1070350"/>
              <a:gd name="connsiteY3" fmla="*/ 326530 h 3323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70350" h="3323983">
                <a:moveTo>
                  <a:pt x="694570" y="2906891"/>
                </a:moveTo>
                <a:cubicBezTo>
                  <a:pt x="477452" y="3228392"/>
                  <a:pt x="260334" y="3549894"/>
                  <a:pt x="155950" y="3107308"/>
                </a:cubicBezTo>
                <a:cubicBezTo>
                  <a:pt x="51566" y="2664722"/>
                  <a:pt x="-84132" y="714836"/>
                  <a:pt x="68268" y="251373"/>
                </a:cubicBezTo>
                <a:cubicBezTo>
                  <a:pt x="220668" y="-212090"/>
                  <a:pt x="645509" y="57220"/>
                  <a:pt x="1070350" y="326530"/>
                </a:cubicBezTo>
              </a:path>
            </a:pathLst>
          </a:custGeom>
          <a:noFill/>
          <a:ln w="25400">
            <a:solidFill>
              <a:schemeClr val="tx1"/>
            </a:solidFill>
            <a:headEnd w="lg" len="lg"/>
            <a:tailEnd type="stealth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 nodeType="clickPar">
                      <p:stCondLst>
                        <p:cond delay="indefinite"/>
                      </p:stCondLst>
                      <p:childTnLst>
                        <p:par>
                          <p:cTn id="2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 nodeType="clickPar">
                      <p:stCondLst>
                        <p:cond delay="indefinite"/>
                      </p:stCondLst>
                      <p:childTnLst>
                        <p:par>
                          <p:cTn id="3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 nodeType="clickPar">
                      <p:stCondLst>
                        <p:cond delay="indefinite"/>
                      </p:stCondLst>
                      <p:childTnLst>
                        <p:par>
                          <p:cTn id="3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 nodeType="clickPar">
                      <p:stCondLst>
                        <p:cond delay="indefinite"/>
                      </p:stCondLst>
                      <p:childTnLst>
                        <p:par>
                          <p:cTn id="5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 nodeType="clickPar">
                      <p:stCondLst>
                        <p:cond delay="indefinite"/>
                      </p:stCondLst>
                      <p:childTnLst>
                        <p:par>
                          <p:cTn id="5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9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866" name="组合 22">
            <a:extLst>
              <a:ext uri="{FF2B5EF4-FFF2-40B4-BE49-F238E27FC236}">
                <a16:creationId xmlns:a16="http://schemas.microsoft.com/office/drawing/2014/main" id="{B80D8EFA-268A-4B98-834B-E3BE8968465C}"/>
              </a:ext>
            </a:extLst>
          </p:cNvPr>
          <p:cNvGrpSpPr>
            <a:grpSpLocks/>
          </p:cNvGrpSpPr>
          <p:nvPr/>
        </p:nvGrpSpPr>
        <p:grpSpPr bwMode="auto">
          <a:xfrm>
            <a:off x="1071563" y="166688"/>
            <a:ext cx="6719887" cy="4521200"/>
            <a:chOff x="1071538" y="195263"/>
            <a:chExt cx="6719912" cy="4520505"/>
          </a:xfrm>
        </p:grpSpPr>
        <p:sp>
          <p:nvSpPr>
            <p:cNvPr id="2" name="Rectangle 4">
              <a:extLst>
                <a:ext uri="{FF2B5EF4-FFF2-40B4-BE49-F238E27FC236}">
                  <a16:creationId xmlns:a16="http://schemas.microsoft.com/office/drawing/2014/main" id="{4EF16111-2127-4CC4-9D0B-DBD8D8F3A39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25835" y="212722"/>
              <a:ext cx="1693869" cy="814263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8580" tIns="27000" rIns="68580" bIns="0"/>
            <a:lstStyle/>
            <a:p>
              <a:pPr algn="just">
                <a:lnSpc>
                  <a:spcPct val="70000"/>
                </a:lnSpc>
                <a:defRPr/>
              </a:pPr>
              <a:r>
                <a:rPr lang="en-US" altLang="zh-CN" i="1">
                  <a:latin typeface="Times New Roman" pitchFamily="18" charset="0"/>
                </a:rPr>
                <a:t>i</a:t>
              </a:r>
              <a:r>
                <a:rPr lang="en-US" altLang="zh-CN" i="1" dirty="0">
                  <a:latin typeface="Times New Roman" pitchFamily="18" charset="0"/>
                </a:rPr>
                <a:t> </a:t>
              </a:r>
              <a:r>
                <a:rPr lang="en-US" altLang="zh-CN" dirty="0">
                  <a:latin typeface="Times New Roman" pitchFamily="18" charset="0"/>
                </a:rPr>
                <a:t>=</a:t>
              </a:r>
              <a:r>
                <a:rPr lang="en-US" altLang="zh-CN" i="1" dirty="0">
                  <a:latin typeface="Times New Roman" pitchFamily="18" charset="0"/>
                </a:rPr>
                <a:t> m </a:t>
              </a:r>
              <a:r>
                <a:rPr lang="en-US" altLang="zh-CN" dirty="0">
                  <a:latin typeface="Times New Roman" pitchFamily="18" charset="0"/>
                  <a:sym typeface="Symbol" pitchFamily="18" charset="2"/>
                </a:rPr>
                <a:t></a:t>
              </a:r>
              <a:r>
                <a:rPr lang="en-US" altLang="zh-CN" dirty="0">
                  <a:latin typeface="Times New Roman" pitchFamily="18" charset="0"/>
                </a:rPr>
                <a:t>1</a:t>
              </a:r>
            </a:p>
            <a:p>
              <a:pPr algn="just">
                <a:lnSpc>
                  <a:spcPct val="70000"/>
                </a:lnSpc>
                <a:defRPr/>
              </a:pPr>
              <a:r>
                <a:rPr lang="en-US" altLang="zh-CN" i="1" dirty="0">
                  <a:latin typeface="Times New Roman" pitchFamily="18" charset="0"/>
                </a:rPr>
                <a:t>j</a:t>
              </a:r>
              <a:r>
                <a:rPr lang="en-US" altLang="zh-CN" dirty="0">
                  <a:latin typeface="Times New Roman" pitchFamily="18" charset="0"/>
                </a:rPr>
                <a:t> =</a:t>
              </a:r>
              <a:r>
                <a:rPr lang="en-US" altLang="zh-CN" i="1" dirty="0">
                  <a:latin typeface="Times New Roman" pitchFamily="18" charset="0"/>
                </a:rPr>
                <a:t> n</a:t>
              </a:r>
            </a:p>
            <a:p>
              <a:pPr algn="just">
                <a:lnSpc>
                  <a:spcPct val="70000"/>
                </a:lnSpc>
                <a:defRPr/>
              </a:pPr>
              <a:r>
                <a:rPr lang="en-US" altLang="zh-CN" i="1" dirty="0">
                  <a:latin typeface="Times New Roman" pitchFamily="18" charset="0"/>
                </a:rPr>
                <a:t>t</a:t>
              </a:r>
              <a:r>
                <a:rPr lang="en-US" altLang="zh-CN" i="1" baseline="-25000" dirty="0">
                  <a:latin typeface="Times New Roman" pitchFamily="18" charset="0"/>
                </a:rPr>
                <a:t>1</a:t>
              </a:r>
              <a:r>
                <a:rPr lang="en-US" altLang="zh-CN" dirty="0">
                  <a:latin typeface="Times New Roman" pitchFamily="18" charset="0"/>
                </a:rPr>
                <a:t> = 4 </a:t>
              </a:r>
              <a:r>
                <a:rPr lang="en-US" altLang="zh-CN" dirty="0">
                  <a:latin typeface="宋体" pitchFamily="2" charset="-122"/>
                </a:rPr>
                <a:t>*</a:t>
              </a:r>
              <a:r>
                <a:rPr lang="en-US" altLang="zh-CN" dirty="0">
                  <a:latin typeface="Times New Roman" pitchFamily="18" charset="0"/>
                </a:rPr>
                <a:t> </a:t>
              </a:r>
              <a:r>
                <a:rPr lang="en-US" altLang="zh-CN" i="1" dirty="0">
                  <a:latin typeface="Times New Roman" pitchFamily="18" charset="0"/>
                </a:rPr>
                <a:t>n</a:t>
              </a:r>
            </a:p>
            <a:p>
              <a:pPr algn="just">
                <a:lnSpc>
                  <a:spcPct val="70000"/>
                </a:lnSpc>
                <a:defRPr/>
              </a:pPr>
              <a:r>
                <a:rPr lang="en-US" altLang="zh-CN" i="1" dirty="0">
                  <a:latin typeface="Times New Roman" pitchFamily="18" charset="0"/>
                </a:rPr>
                <a:t>v</a:t>
              </a:r>
              <a:r>
                <a:rPr lang="en-US" altLang="zh-CN" dirty="0">
                  <a:latin typeface="Times New Roman" pitchFamily="18" charset="0"/>
                </a:rPr>
                <a:t> = </a:t>
              </a:r>
              <a:r>
                <a:rPr lang="en-US" altLang="zh-CN" i="1" dirty="0">
                  <a:latin typeface="Times New Roman" pitchFamily="18" charset="0"/>
                </a:rPr>
                <a:t>a</a:t>
              </a:r>
              <a:r>
                <a:rPr lang="en-US" altLang="zh-CN" dirty="0">
                  <a:latin typeface="Times New Roman" pitchFamily="18" charset="0"/>
                </a:rPr>
                <a:t>[</a:t>
              </a:r>
              <a:r>
                <a:rPr lang="en-US" altLang="zh-CN" i="1" dirty="0">
                  <a:latin typeface="Times New Roman" pitchFamily="18" charset="0"/>
                </a:rPr>
                <a:t>t</a:t>
              </a:r>
              <a:r>
                <a:rPr lang="en-US" altLang="zh-CN" i="1" baseline="-25000" dirty="0">
                  <a:latin typeface="Times New Roman" pitchFamily="18" charset="0"/>
                </a:rPr>
                <a:t>1</a:t>
              </a:r>
              <a:r>
                <a:rPr lang="en-US" altLang="zh-CN" dirty="0">
                  <a:latin typeface="Times New Roman" pitchFamily="18" charset="0"/>
                </a:rPr>
                <a:t>]</a:t>
              </a:r>
            </a:p>
          </p:txBody>
        </p:sp>
        <p:sp>
          <p:nvSpPr>
            <p:cNvPr id="17411" name="Rectangle 5">
              <a:extLst>
                <a:ext uri="{FF2B5EF4-FFF2-40B4-BE49-F238E27FC236}">
                  <a16:creationId xmlns:a16="http://schemas.microsoft.com/office/drawing/2014/main" id="{376897E3-98BC-4E40-B9EC-D0740A8A1E1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22659" y="1350785"/>
              <a:ext cx="1711331" cy="814262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8580" tIns="27000" rIns="68580" bIns="27000"/>
            <a:lstStyle/>
            <a:p>
              <a:pPr algn="just">
                <a:lnSpc>
                  <a:spcPct val="70000"/>
                </a:lnSpc>
                <a:defRPr/>
              </a:pPr>
              <a:r>
                <a:rPr lang="en-US" altLang="zh-CN" i="1">
                  <a:latin typeface="Times New Roman" pitchFamily="18" charset="0"/>
                </a:rPr>
                <a:t>i</a:t>
              </a:r>
              <a:r>
                <a:rPr lang="en-US" altLang="zh-CN" dirty="0">
                  <a:latin typeface="Times New Roman" pitchFamily="18" charset="0"/>
                </a:rPr>
                <a:t> =</a:t>
              </a:r>
              <a:r>
                <a:rPr lang="en-US" altLang="zh-CN" i="1" dirty="0">
                  <a:latin typeface="Times New Roman" pitchFamily="18" charset="0"/>
                </a:rPr>
                <a:t> </a:t>
              </a:r>
              <a:r>
                <a:rPr lang="en-US" altLang="zh-CN" i="1">
                  <a:latin typeface="Times New Roman" pitchFamily="18" charset="0"/>
                </a:rPr>
                <a:t>i</a:t>
              </a:r>
              <a:r>
                <a:rPr lang="en-US" altLang="zh-CN" i="1" dirty="0">
                  <a:latin typeface="Times New Roman" pitchFamily="18" charset="0"/>
                </a:rPr>
                <a:t> </a:t>
              </a:r>
              <a:r>
                <a:rPr lang="en-US" altLang="zh-CN" dirty="0">
                  <a:latin typeface="Times New Roman" pitchFamily="18" charset="0"/>
                </a:rPr>
                <a:t>+ 1</a:t>
              </a:r>
            </a:p>
            <a:p>
              <a:pPr algn="just">
                <a:lnSpc>
                  <a:spcPct val="70000"/>
                </a:lnSpc>
                <a:defRPr/>
              </a:pPr>
              <a:r>
                <a:rPr lang="en-US" altLang="zh-CN" i="1" dirty="0">
                  <a:latin typeface="Times New Roman" pitchFamily="18" charset="0"/>
                </a:rPr>
                <a:t>t</a:t>
              </a:r>
              <a:r>
                <a:rPr lang="en-US" altLang="zh-CN" i="1" baseline="-25000" dirty="0">
                  <a:latin typeface="Times New Roman" pitchFamily="18" charset="0"/>
                </a:rPr>
                <a:t>2</a:t>
              </a:r>
              <a:r>
                <a:rPr lang="en-US" altLang="zh-CN" dirty="0">
                  <a:latin typeface="Times New Roman" pitchFamily="18" charset="0"/>
                </a:rPr>
                <a:t> = 4 </a:t>
              </a:r>
              <a:r>
                <a:rPr lang="en-US" altLang="zh-CN" dirty="0">
                  <a:latin typeface="宋体" pitchFamily="2" charset="-122"/>
                </a:rPr>
                <a:t>*</a:t>
              </a:r>
              <a:r>
                <a:rPr lang="en-US" altLang="zh-CN" dirty="0">
                  <a:latin typeface="Times New Roman" pitchFamily="18" charset="0"/>
                </a:rPr>
                <a:t> </a:t>
              </a:r>
              <a:r>
                <a:rPr lang="en-US" altLang="zh-CN" i="1">
                  <a:latin typeface="Times New Roman" pitchFamily="18" charset="0"/>
                </a:rPr>
                <a:t>i</a:t>
              </a:r>
              <a:endParaRPr lang="en-US" altLang="zh-CN" i="1" dirty="0">
                <a:latin typeface="Times New Roman" pitchFamily="18" charset="0"/>
              </a:endParaRPr>
            </a:p>
            <a:p>
              <a:pPr algn="just">
                <a:lnSpc>
                  <a:spcPct val="70000"/>
                </a:lnSpc>
                <a:defRPr/>
              </a:pPr>
              <a:r>
                <a:rPr lang="en-US" altLang="zh-CN" i="1" dirty="0">
                  <a:latin typeface="Times New Roman" pitchFamily="18" charset="0"/>
                </a:rPr>
                <a:t>t</a:t>
              </a:r>
              <a:r>
                <a:rPr lang="en-US" altLang="zh-CN" i="1" baseline="-25000" dirty="0">
                  <a:latin typeface="Times New Roman" pitchFamily="18" charset="0"/>
                </a:rPr>
                <a:t>3</a:t>
              </a:r>
              <a:r>
                <a:rPr lang="en-US" altLang="zh-CN" dirty="0">
                  <a:latin typeface="Times New Roman" pitchFamily="18" charset="0"/>
                </a:rPr>
                <a:t> = </a:t>
              </a:r>
              <a:r>
                <a:rPr lang="en-US" altLang="zh-CN" i="1" dirty="0">
                  <a:latin typeface="Times New Roman" pitchFamily="18" charset="0"/>
                </a:rPr>
                <a:t>a</a:t>
              </a:r>
              <a:r>
                <a:rPr lang="en-US" altLang="zh-CN" dirty="0">
                  <a:latin typeface="Times New Roman" pitchFamily="18" charset="0"/>
                </a:rPr>
                <a:t>[</a:t>
              </a:r>
              <a:r>
                <a:rPr lang="en-US" altLang="zh-CN" i="1" dirty="0">
                  <a:latin typeface="Times New Roman" pitchFamily="18" charset="0"/>
                </a:rPr>
                <a:t>t</a:t>
              </a:r>
              <a:r>
                <a:rPr lang="en-US" altLang="zh-CN" i="1" baseline="-25000" dirty="0">
                  <a:latin typeface="Times New Roman" pitchFamily="18" charset="0"/>
                </a:rPr>
                <a:t>2</a:t>
              </a:r>
              <a:r>
                <a:rPr lang="en-US" altLang="zh-CN" dirty="0">
                  <a:latin typeface="Times New Roman" pitchFamily="18" charset="0"/>
                </a:rPr>
                <a:t>]</a:t>
              </a:r>
            </a:p>
            <a:p>
              <a:pPr algn="just">
                <a:lnSpc>
                  <a:spcPct val="70000"/>
                </a:lnSpc>
                <a:defRPr/>
              </a:pPr>
              <a:r>
                <a:rPr lang="en-US" altLang="zh-CN" i="1" dirty="0">
                  <a:latin typeface="Times New Roman" pitchFamily="18" charset="0"/>
                </a:rPr>
                <a:t>if t</a:t>
              </a:r>
              <a:r>
                <a:rPr lang="en-US" altLang="zh-CN" i="1" baseline="-25000" dirty="0">
                  <a:latin typeface="Times New Roman" pitchFamily="18" charset="0"/>
                </a:rPr>
                <a:t>3</a:t>
              </a:r>
              <a:r>
                <a:rPr lang="en-US" altLang="zh-CN" i="1" dirty="0">
                  <a:latin typeface="Times New Roman" pitchFamily="18" charset="0"/>
                </a:rPr>
                <a:t> </a:t>
              </a:r>
              <a:r>
                <a:rPr lang="en-US" altLang="zh-CN" dirty="0">
                  <a:latin typeface="Times New Roman" pitchFamily="18" charset="0"/>
                </a:rPr>
                <a:t>&lt; </a:t>
              </a:r>
              <a:r>
                <a:rPr lang="en-US" altLang="zh-CN" i="1" dirty="0">
                  <a:latin typeface="Times New Roman" pitchFamily="18" charset="0"/>
                </a:rPr>
                <a:t>v</a:t>
              </a:r>
              <a:r>
                <a:rPr lang="en-US" altLang="zh-CN" dirty="0">
                  <a:latin typeface="Times New Roman" pitchFamily="18" charset="0"/>
                </a:rPr>
                <a:t> </a:t>
              </a:r>
              <a:r>
                <a:rPr lang="en-US" altLang="zh-CN" i="1" dirty="0" err="1">
                  <a:latin typeface="Times New Roman" pitchFamily="18" charset="0"/>
                </a:rPr>
                <a:t>goto</a:t>
              </a:r>
              <a:r>
                <a:rPr lang="en-US" altLang="zh-CN" dirty="0">
                  <a:latin typeface="Times New Roman" pitchFamily="18" charset="0"/>
                </a:rPr>
                <a:t> </a:t>
              </a:r>
              <a:r>
                <a:rPr lang="en-US" altLang="zh-CN" i="1" dirty="0">
                  <a:latin typeface="Times New Roman" pitchFamily="18" charset="0"/>
                </a:rPr>
                <a:t>B</a:t>
              </a:r>
              <a:r>
                <a:rPr lang="en-US" altLang="zh-CN" i="1" baseline="-25000" dirty="0">
                  <a:latin typeface="Times New Roman" pitchFamily="18" charset="0"/>
                </a:rPr>
                <a:t>2</a:t>
              </a:r>
            </a:p>
          </p:txBody>
        </p:sp>
        <p:sp>
          <p:nvSpPr>
            <p:cNvPr id="36871" name="Rectangle 6">
              <a:extLst>
                <a:ext uri="{FF2B5EF4-FFF2-40B4-BE49-F238E27FC236}">
                  <a16:creationId xmlns:a16="http://schemas.microsoft.com/office/drawing/2014/main" id="{67317681-0329-4E96-A0A9-B55B9F2B401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46713" y="195263"/>
              <a:ext cx="393700" cy="22066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0" rIns="0" bIns="0"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i="1">
                  <a:latin typeface="Times New Roman" panose="02020603050405020304" pitchFamily="18" charset="0"/>
                </a:rPr>
                <a:t>B</a:t>
              </a:r>
              <a:r>
                <a:rPr lang="en-US" altLang="zh-CN" i="1" baseline="-25000">
                  <a:latin typeface="Times New Roman" panose="02020603050405020304" pitchFamily="18" charset="0"/>
                </a:rPr>
                <a:t>1</a:t>
              </a:r>
              <a:endParaRPr lang="en-US" altLang="zh-CN" i="1">
                <a:latin typeface="Times New Roman" panose="02020603050405020304" pitchFamily="18" charset="0"/>
              </a:endParaRPr>
            </a:p>
          </p:txBody>
        </p:sp>
        <p:sp>
          <p:nvSpPr>
            <p:cNvPr id="36872" name="Rectangle 7">
              <a:extLst>
                <a:ext uri="{FF2B5EF4-FFF2-40B4-BE49-F238E27FC236}">
                  <a16:creationId xmlns:a16="http://schemas.microsoft.com/office/drawing/2014/main" id="{B721A8AB-C05D-480C-8F36-0A44B332C2D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29256" y="1258888"/>
              <a:ext cx="627062" cy="3254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i="1">
                  <a:latin typeface="Times New Roman" panose="02020603050405020304" pitchFamily="18" charset="0"/>
                </a:rPr>
                <a:t>B</a:t>
              </a:r>
              <a:r>
                <a:rPr lang="en-US" altLang="zh-CN" i="1" baseline="-25000">
                  <a:latin typeface="Times New Roman" panose="02020603050405020304" pitchFamily="18" charset="0"/>
                </a:rPr>
                <a:t>2</a:t>
              </a:r>
              <a:endParaRPr lang="en-US" altLang="zh-CN" i="1">
                <a:latin typeface="Times New Roman" panose="02020603050405020304" pitchFamily="18" charset="0"/>
              </a:endParaRPr>
            </a:p>
          </p:txBody>
        </p:sp>
        <p:sp>
          <p:nvSpPr>
            <p:cNvPr id="3" name="Rectangle 8">
              <a:extLst>
                <a:ext uri="{FF2B5EF4-FFF2-40B4-BE49-F238E27FC236}">
                  <a16:creationId xmlns:a16="http://schemas.microsoft.com/office/drawing/2014/main" id="{06E82BA0-CD04-4443-8C2C-2020C057081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40123" y="2499959"/>
              <a:ext cx="1711331" cy="812675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8580" tIns="27000" rIns="68580" bIns="27000"/>
            <a:lstStyle/>
            <a:p>
              <a:pPr algn="just">
                <a:lnSpc>
                  <a:spcPct val="70000"/>
                </a:lnSpc>
                <a:defRPr/>
              </a:pPr>
              <a:r>
                <a:rPr lang="en-US" altLang="zh-CN" i="1" dirty="0">
                  <a:latin typeface="Times New Roman" pitchFamily="18" charset="0"/>
                </a:rPr>
                <a:t>j </a:t>
              </a:r>
              <a:r>
                <a:rPr lang="en-US" altLang="zh-CN" dirty="0">
                  <a:latin typeface="Times New Roman" pitchFamily="18" charset="0"/>
                </a:rPr>
                <a:t>= </a:t>
              </a:r>
              <a:r>
                <a:rPr lang="en-US" altLang="zh-CN" i="1" dirty="0">
                  <a:latin typeface="Times New Roman" pitchFamily="18" charset="0"/>
                </a:rPr>
                <a:t>j </a:t>
              </a:r>
              <a:r>
                <a:rPr lang="en-US" altLang="zh-CN" dirty="0">
                  <a:latin typeface="Times New Roman" pitchFamily="18" charset="0"/>
                  <a:sym typeface="Symbol" pitchFamily="18" charset="2"/>
                </a:rPr>
                <a:t></a:t>
              </a:r>
              <a:r>
                <a:rPr lang="en-US" altLang="zh-CN" dirty="0">
                  <a:latin typeface="Times New Roman" pitchFamily="18" charset="0"/>
                </a:rPr>
                <a:t>1</a:t>
              </a:r>
            </a:p>
            <a:p>
              <a:pPr algn="just">
                <a:lnSpc>
                  <a:spcPct val="70000"/>
                </a:lnSpc>
                <a:defRPr/>
              </a:pPr>
              <a:r>
                <a:rPr lang="en-US" altLang="zh-CN" i="1" dirty="0">
                  <a:latin typeface="Times New Roman" pitchFamily="18" charset="0"/>
                </a:rPr>
                <a:t>t</a:t>
              </a:r>
              <a:r>
                <a:rPr lang="en-US" altLang="zh-CN" i="1" baseline="-25000" dirty="0">
                  <a:latin typeface="Times New Roman" pitchFamily="18" charset="0"/>
                </a:rPr>
                <a:t>4</a:t>
              </a:r>
              <a:r>
                <a:rPr lang="en-US" altLang="zh-CN" dirty="0">
                  <a:latin typeface="Times New Roman" pitchFamily="18" charset="0"/>
                </a:rPr>
                <a:t> = 4 </a:t>
              </a:r>
              <a:r>
                <a:rPr lang="en-US" altLang="zh-CN" dirty="0">
                  <a:latin typeface="宋体" pitchFamily="2" charset="-122"/>
                </a:rPr>
                <a:t>*</a:t>
              </a:r>
              <a:r>
                <a:rPr lang="en-US" altLang="zh-CN" dirty="0">
                  <a:latin typeface="Times New Roman" pitchFamily="18" charset="0"/>
                </a:rPr>
                <a:t> </a:t>
              </a:r>
              <a:r>
                <a:rPr lang="en-US" altLang="zh-CN" i="1" dirty="0">
                  <a:latin typeface="Times New Roman" pitchFamily="18" charset="0"/>
                </a:rPr>
                <a:t>j</a:t>
              </a:r>
            </a:p>
            <a:p>
              <a:pPr algn="just">
                <a:lnSpc>
                  <a:spcPct val="70000"/>
                </a:lnSpc>
                <a:defRPr/>
              </a:pPr>
              <a:r>
                <a:rPr lang="en-US" altLang="zh-CN" i="1" dirty="0">
                  <a:latin typeface="Times New Roman" pitchFamily="18" charset="0"/>
                </a:rPr>
                <a:t>t</a:t>
              </a:r>
              <a:r>
                <a:rPr lang="en-US" altLang="zh-CN" i="1" baseline="-25000" dirty="0">
                  <a:latin typeface="Times New Roman" pitchFamily="18" charset="0"/>
                </a:rPr>
                <a:t>5</a:t>
              </a:r>
              <a:r>
                <a:rPr lang="en-US" altLang="zh-CN" dirty="0">
                  <a:latin typeface="Times New Roman" pitchFamily="18" charset="0"/>
                </a:rPr>
                <a:t> = </a:t>
              </a:r>
              <a:r>
                <a:rPr lang="en-US" altLang="zh-CN" i="1" dirty="0">
                  <a:latin typeface="Times New Roman" pitchFamily="18" charset="0"/>
                </a:rPr>
                <a:t>a</a:t>
              </a:r>
              <a:r>
                <a:rPr lang="en-US" altLang="zh-CN" dirty="0">
                  <a:latin typeface="Times New Roman" pitchFamily="18" charset="0"/>
                </a:rPr>
                <a:t>[</a:t>
              </a:r>
              <a:r>
                <a:rPr lang="en-US" altLang="zh-CN" i="1" dirty="0">
                  <a:latin typeface="Times New Roman" pitchFamily="18" charset="0"/>
                </a:rPr>
                <a:t>t</a:t>
              </a:r>
              <a:r>
                <a:rPr lang="en-US" altLang="zh-CN" i="1" baseline="-25000" dirty="0">
                  <a:latin typeface="Times New Roman" pitchFamily="18" charset="0"/>
                </a:rPr>
                <a:t>4</a:t>
              </a:r>
              <a:r>
                <a:rPr lang="en-US" altLang="zh-CN" dirty="0">
                  <a:latin typeface="Times New Roman" pitchFamily="18" charset="0"/>
                </a:rPr>
                <a:t>]</a:t>
              </a:r>
            </a:p>
            <a:p>
              <a:pPr algn="just">
                <a:lnSpc>
                  <a:spcPct val="70000"/>
                </a:lnSpc>
                <a:defRPr/>
              </a:pPr>
              <a:r>
                <a:rPr lang="en-US" altLang="zh-CN" i="1" dirty="0">
                  <a:latin typeface="Times New Roman" pitchFamily="18" charset="0"/>
                </a:rPr>
                <a:t>if</a:t>
              </a:r>
              <a:r>
                <a:rPr lang="en-US" altLang="zh-CN" dirty="0">
                  <a:latin typeface="Times New Roman" pitchFamily="18" charset="0"/>
                </a:rPr>
                <a:t> </a:t>
              </a:r>
              <a:r>
                <a:rPr lang="en-US" altLang="zh-CN" i="1" dirty="0">
                  <a:latin typeface="Times New Roman" pitchFamily="18" charset="0"/>
                </a:rPr>
                <a:t>t</a:t>
              </a:r>
              <a:r>
                <a:rPr lang="en-US" altLang="zh-CN" i="1" baseline="-25000" dirty="0">
                  <a:latin typeface="Times New Roman" pitchFamily="18" charset="0"/>
                </a:rPr>
                <a:t>5</a:t>
              </a:r>
              <a:r>
                <a:rPr lang="en-US" altLang="zh-CN" dirty="0">
                  <a:latin typeface="Times New Roman" pitchFamily="18" charset="0"/>
                </a:rPr>
                <a:t> &gt; </a:t>
              </a:r>
              <a:r>
                <a:rPr lang="en-US" altLang="zh-CN" i="1" dirty="0">
                  <a:latin typeface="Times New Roman" pitchFamily="18" charset="0"/>
                </a:rPr>
                <a:t>v</a:t>
              </a:r>
              <a:r>
                <a:rPr lang="en-US" altLang="zh-CN" dirty="0">
                  <a:latin typeface="Times New Roman" pitchFamily="18" charset="0"/>
                </a:rPr>
                <a:t> </a:t>
              </a:r>
              <a:r>
                <a:rPr lang="en-US" altLang="zh-CN" i="1" dirty="0" err="1">
                  <a:latin typeface="Times New Roman" pitchFamily="18" charset="0"/>
                </a:rPr>
                <a:t>goto</a:t>
              </a:r>
              <a:r>
                <a:rPr lang="en-US" altLang="zh-CN" dirty="0">
                  <a:latin typeface="Times New Roman" pitchFamily="18" charset="0"/>
                </a:rPr>
                <a:t> </a:t>
              </a:r>
              <a:r>
                <a:rPr lang="en-US" altLang="zh-CN" i="1" dirty="0">
                  <a:latin typeface="Times New Roman" pitchFamily="18" charset="0"/>
                </a:rPr>
                <a:t>B</a:t>
              </a:r>
              <a:r>
                <a:rPr lang="en-US" altLang="zh-CN" i="1" baseline="-25000" dirty="0">
                  <a:latin typeface="Times New Roman" pitchFamily="18" charset="0"/>
                </a:rPr>
                <a:t>3</a:t>
              </a:r>
            </a:p>
          </p:txBody>
        </p:sp>
        <p:sp>
          <p:nvSpPr>
            <p:cNvPr id="36874" name="Line 9">
              <a:extLst>
                <a:ext uri="{FF2B5EF4-FFF2-40B4-BE49-F238E27FC236}">
                  <a16:creationId xmlns:a16="http://schemas.microsoft.com/office/drawing/2014/main" id="{4AF4F057-E05F-49EE-AE3D-39981BA4CA1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457700" y="1035050"/>
              <a:ext cx="0" cy="315913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36875" name="Line 10">
              <a:extLst>
                <a:ext uri="{FF2B5EF4-FFF2-40B4-BE49-F238E27FC236}">
                  <a16:creationId xmlns:a16="http://schemas.microsoft.com/office/drawing/2014/main" id="{A9A7F083-49F2-432D-9452-4947B554DDE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440238" y="2184400"/>
              <a:ext cx="0" cy="315913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4" name="Rectangle 11">
              <a:extLst>
                <a:ext uri="{FF2B5EF4-FFF2-40B4-BE49-F238E27FC236}">
                  <a16:creationId xmlns:a16="http://schemas.microsoft.com/office/drawing/2014/main" id="{35549D49-F69C-4200-8D15-7207452C9B9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40123" y="3661830"/>
              <a:ext cx="1725618" cy="304753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7500" tIns="0" rIns="0" bIns="0"/>
            <a:lstStyle/>
            <a:p>
              <a:pPr algn="just">
                <a:lnSpc>
                  <a:spcPct val="96000"/>
                </a:lnSpc>
                <a:defRPr/>
              </a:pPr>
              <a:r>
                <a:rPr lang="en-US" altLang="zh-CN" i="1" dirty="0">
                  <a:latin typeface="Times New Roman" pitchFamily="18" charset="0"/>
                </a:rPr>
                <a:t>if</a:t>
              </a:r>
              <a:r>
                <a:rPr lang="en-US" altLang="zh-CN" dirty="0">
                  <a:latin typeface="Times New Roman" pitchFamily="18" charset="0"/>
                </a:rPr>
                <a:t> </a:t>
              </a:r>
              <a:r>
                <a:rPr lang="en-US" altLang="zh-CN" i="1">
                  <a:latin typeface="Times New Roman" pitchFamily="18" charset="0"/>
                </a:rPr>
                <a:t>i</a:t>
              </a:r>
              <a:r>
                <a:rPr lang="en-US" altLang="zh-CN" dirty="0">
                  <a:latin typeface="Times New Roman" pitchFamily="18" charset="0"/>
                </a:rPr>
                <a:t> &gt;= </a:t>
              </a:r>
              <a:r>
                <a:rPr lang="en-US" altLang="zh-CN" i="1" dirty="0">
                  <a:latin typeface="Times New Roman" pitchFamily="18" charset="0"/>
                </a:rPr>
                <a:t>j </a:t>
              </a:r>
              <a:r>
                <a:rPr lang="en-US" altLang="zh-CN" i="1" dirty="0" err="1">
                  <a:latin typeface="Times New Roman" pitchFamily="18" charset="0"/>
                </a:rPr>
                <a:t>goto</a:t>
              </a:r>
              <a:r>
                <a:rPr lang="en-US" altLang="zh-CN" dirty="0">
                  <a:latin typeface="Times New Roman" pitchFamily="18" charset="0"/>
                </a:rPr>
                <a:t> </a:t>
              </a:r>
              <a:r>
                <a:rPr lang="en-US" altLang="zh-CN" i="1" dirty="0">
                  <a:latin typeface="Times New Roman" pitchFamily="18" charset="0"/>
                </a:rPr>
                <a:t>B</a:t>
              </a:r>
              <a:r>
                <a:rPr lang="en-US" altLang="zh-CN" i="1" baseline="-25000" dirty="0">
                  <a:latin typeface="Times New Roman" pitchFamily="18" charset="0"/>
                </a:rPr>
                <a:t>6</a:t>
              </a:r>
            </a:p>
          </p:txBody>
        </p:sp>
        <p:sp>
          <p:nvSpPr>
            <p:cNvPr id="36877" name="Line 12">
              <a:extLst>
                <a:ext uri="{FF2B5EF4-FFF2-40B4-BE49-F238E27FC236}">
                  <a16:creationId xmlns:a16="http://schemas.microsoft.com/office/drawing/2014/main" id="{2C5B77D0-B09A-422E-BDB8-E8A320C66A0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440238" y="3332163"/>
              <a:ext cx="0" cy="319087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36878" name="Rectangle 14">
              <a:extLst>
                <a:ext uri="{FF2B5EF4-FFF2-40B4-BE49-F238E27FC236}">
                  <a16:creationId xmlns:a16="http://schemas.microsoft.com/office/drawing/2014/main" id="{E085C69E-EB98-455C-B038-25AEDD07416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46723" y="3567113"/>
              <a:ext cx="625475" cy="3238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i="1">
                  <a:latin typeface="Times New Roman" panose="02020603050405020304" pitchFamily="18" charset="0"/>
                </a:rPr>
                <a:t>B</a:t>
              </a:r>
              <a:r>
                <a:rPr lang="en-US" altLang="zh-CN" i="1" baseline="-25000">
                  <a:latin typeface="Times New Roman" panose="02020603050405020304" pitchFamily="18" charset="0"/>
                </a:rPr>
                <a:t>4</a:t>
              </a:r>
              <a:endParaRPr lang="en-US" altLang="zh-CN" i="1">
                <a:latin typeface="Times New Roman" panose="02020603050405020304" pitchFamily="18" charset="0"/>
              </a:endParaRPr>
            </a:p>
          </p:txBody>
        </p:sp>
        <p:sp>
          <p:nvSpPr>
            <p:cNvPr id="36879" name="Rectangle 15">
              <a:extLst>
                <a:ext uri="{FF2B5EF4-FFF2-40B4-BE49-F238E27FC236}">
                  <a16:creationId xmlns:a16="http://schemas.microsoft.com/office/drawing/2014/main" id="{A5734BC0-2985-46F4-9C2B-E7CED355738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43548" y="2408238"/>
              <a:ext cx="628650" cy="3270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i="1">
                  <a:latin typeface="Times New Roman" panose="02020603050405020304" pitchFamily="18" charset="0"/>
                </a:rPr>
                <a:t>B</a:t>
              </a:r>
              <a:r>
                <a:rPr lang="en-US" altLang="zh-CN" i="1" baseline="-25000">
                  <a:latin typeface="Times New Roman" panose="02020603050405020304" pitchFamily="18" charset="0"/>
                </a:rPr>
                <a:t>3</a:t>
              </a:r>
              <a:endParaRPr lang="en-US" altLang="zh-CN" i="1">
                <a:latin typeface="Times New Roman" panose="02020603050405020304" pitchFamily="18" charset="0"/>
              </a:endParaRPr>
            </a:p>
          </p:txBody>
        </p:sp>
        <p:sp>
          <p:nvSpPr>
            <p:cNvPr id="36880" name="Rectangle 16">
              <a:extLst>
                <a:ext uri="{FF2B5EF4-FFF2-40B4-BE49-F238E27FC236}">
                  <a16:creationId xmlns:a16="http://schemas.microsoft.com/office/drawing/2014/main" id="{24B60A24-2E39-4E64-B4CE-8897E0F2FA6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71538" y="2625725"/>
              <a:ext cx="514350" cy="3254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i="1">
                  <a:latin typeface="Times New Roman" panose="02020603050405020304" pitchFamily="18" charset="0"/>
                </a:rPr>
                <a:t>B</a:t>
              </a:r>
              <a:r>
                <a:rPr lang="en-US" altLang="zh-CN" i="1" baseline="-25000">
                  <a:latin typeface="Times New Roman" panose="02020603050405020304" pitchFamily="18" charset="0"/>
                </a:rPr>
                <a:t>5</a:t>
              </a:r>
              <a:endParaRPr lang="en-US" altLang="zh-CN" i="1">
                <a:latin typeface="Times New Roman" panose="02020603050405020304" pitchFamily="18" charset="0"/>
              </a:endParaRPr>
            </a:p>
          </p:txBody>
        </p:sp>
        <p:sp>
          <p:nvSpPr>
            <p:cNvPr id="36881" name="Line 18">
              <a:extLst>
                <a:ext uri="{FF2B5EF4-FFF2-40B4-BE49-F238E27FC236}">
                  <a16:creationId xmlns:a16="http://schemas.microsoft.com/office/drawing/2014/main" id="{F97FB6D1-030A-4CF5-843E-F3F1AF9025AA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754313" y="3967163"/>
              <a:ext cx="1503362" cy="293687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36882" name="Line 19">
              <a:extLst>
                <a:ext uri="{FF2B5EF4-FFF2-40B4-BE49-F238E27FC236}">
                  <a16:creationId xmlns:a16="http://schemas.microsoft.com/office/drawing/2014/main" id="{1669F4CD-E851-4D4E-A0BF-602CCE9ECF8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40263" y="3967163"/>
              <a:ext cx="1487487" cy="293687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36883" name="Rectangle 20">
              <a:extLst>
                <a:ext uri="{FF2B5EF4-FFF2-40B4-BE49-F238E27FC236}">
                  <a16:creationId xmlns:a16="http://schemas.microsoft.com/office/drawing/2014/main" id="{72EC28A6-864E-4E6A-9A34-CA2A2DD7010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64388" y="2024261"/>
              <a:ext cx="627062" cy="3270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i="1">
                  <a:latin typeface="Times New Roman" panose="02020603050405020304" pitchFamily="18" charset="0"/>
                </a:rPr>
                <a:t>B</a:t>
              </a:r>
              <a:r>
                <a:rPr lang="en-US" altLang="zh-CN" i="1" baseline="-25000">
                  <a:latin typeface="Times New Roman" panose="02020603050405020304" pitchFamily="18" charset="0"/>
                </a:rPr>
                <a:t>6</a:t>
              </a:r>
              <a:endParaRPr lang="en-US" altLang="zh-CN" i="1">
                <a:latin typeface="Times New Roman" panose="02020603050405020304" pitchFamily="18" charset="0"/>
              </a:endParaRPr>
            </a:p>
          </p:txBody>
        </p:sp>
        <p:sp>
          <p:nvSpPr>
            <p:cNvPr id="36884" name="Freeform 22">
              <a:extLst>
                <a:ext uri="{FF2B5EF4-FFF2-40B4-BE49-F238E27FC236}">
                  <a16:creationId xmlns:a16="http://schemas.microsoft.com/office/drawing/2014/main" id="{B989436D-1E7D-41AA-A93D-D2CFE9014ADC}"/>
                </a:ext>
              </a:extLst>
            </p:cNvPr>
            <p:cNvSpPr>
              <a:spLocks/>
            </p:cNvSpPr>
            <p:nvPr/>
          </p:nvSpPr>
          <p:spPr bwMode="auto">
            <a:xfrm rot="190181">
              <a:off x="2923094" y="2346797"/>
              <a:ext cx="754062" cy="1106149"/>
            </a:xfrm>
            <a:custGeom>
              <a:avLst/>
              <a:gdLst>
                <a:gd name="T0" fmla="*/ 2147483646 w 722"/>
                <a:gd name="T1" fmla="*/ 2147483646 h 1447"/>
                <a:gd name="T2" fmla="*/ 2147483646 w 722"/>
                <a:gd name="T3" fmla="*/ 2147483646 h 1447"/>
                <a:gd name="T4" fmla="*/ 2147483646 w 722"/>
                <a:gd name="T5" fmla="*/ 2147483646 h 1447"/>
                <a:gd name="T6" fmla="*/ 2147483646 w 722"/>
                <a:gd name="T7" fmla="*/ 2147483646 h 1447"/>
                <a:gd name="T8" fmla="*/ 2147483646 w 722"/>
                <a:gd name="T9" fmla="*/ 2147483646 h 1447"/>
                <a:gd name="T10" fmla="*/ 2147483646 w 722"/>
                <a:gd name="T11" fmla="*/ 2147483646 h 1447"/>
                <a:gd name="T12" fmla="*/ 2147483646 w 722"/>
                <a:gd name="T13" fmla="*/ 2147483646 h 1447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722"/>
                <a:gd name="T22" fmla="*/ 0 h 1447"/>
                <a:gd name="T23" fmla="*/ 722 w 722"/>
                <a:gd name="T24" fmla="*/ 1447 h 1447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722" h="1447">
                  <a:moveTo>
                    <a:pt x="722" y="1251"/>
                  </a:moveTo>
                  <a:cubicBezTo>
                    <a:pt x="605" y="1349"/>
                    <a:pt x="489" y="1447"/>
                    <a:pt x="392" y="1447"/>
                  </a:cubicBezTo>
                  <a:cubicBezTo>
                    <a:pt x="295" y="1447"/>
                    <a:pt x="203" y="1376"/>
                    <a:pt x="138" y="1251"/>
                  </a:cubicBezTo>
                  <a:cubicBezTo>
                    <a:pt x="73" y="1126"/>
                    <a:pt x="0" y="879"/>
                    <a:pt x="3" y="697"/>
                  </a:cubicBezTo>
                  <a:cubicBezTo>
                    <a:pt x="6" y="515"/>
                    <a:pt x="83" y="272"/>
                    <a:pt x="153" y="157"/>
                  </a:cubicBezTo>
                  <a:cubicBezTo>
                    <a:pt x="223" y="42"/>
                    <a:pt x="338" y="0"/>
                    <a:pt x="423" y="7"/>
                  </a:cubicBezTo>
                  <a:cubicBezTo>
                    <a:pt x="508" y="14"/>
                    <a:pt x="612" y="161"/>
                    <a:pt x="662" y="201"/>
                  </a:cubicBezTo>
                </a:path>
              </a:pathLst>
            </a:cu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5" name="Rectangle 33">
              <a:extLst>
                <a:ext uri="{FF2B5EF4-FFF2-40B4-BE49-F238E27FC236}">
                  <a16:creationId xmlns:a16="http://schemas.microsoft.com/office/drawing/2014/main" id="{EA0B23A3-B433-4F4D-AEC9-5F9A557C1A7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47790" y="2312662"/>
              <a:ext cx="1189041" cy="2403106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8580" tIns="0" rIns="68580" bIns="0"/>
            <a:lstStyle/>
            <a:p>
              <a:pPr algn="just">
                <a:lnSpc>
                  <a:spcPct val="96000"/>
                </a:lnSpc>
                <a:defRPr/>
              </a:pPr>
              <a:r>
                <a:rPr lang="en-US" altLang="zh-CN" i="1" dirty="0">
                  <a:latin typeface="Times New Roman" pitchFamily="18" charset="0"/>
                </a:rPr>
                <a:t>t</a:t>
              </a:r>
              <a:r>
                <a:rPr lang="en-US" altLang="zh-CN" i="1" baseline="-25000" dirty="0">
                  <a:latin typeface="Times New Roman" pitchFamily="18" charset="0"/>
                </a:rPr>
                <a:t>6</a:t>
              </a:r>
              <a:r>
                <a:rPr lang="en-US" altLang="zh-CN" dirty="0">
                  <a:latin typeface="Times New Roman" pitchFamily="18" charset="0"/>
                </a:rPr>
                <a:t> = 4 </a:t>
              </a:r>
              <a:r>
                <a:rPr lang="en-US" altLang="zh-CN" dirty="0">
                  <a:latin typeface="宋体" pitchFamily="2" charset="-122"/>
                </a:rPr>
                <a:t>*</a:t>
              </a:r>
              <a:r>
                <a:rPr lang="en-US" altLang="zh-CN" dirty="0">
                  <a:latin typeface="Times New Roman" pitchFamily="18" charset="0"/>
                </a:rPr>
                <a:t> </a:t>
              </a:r>
              <a:r>
                <a:rPr lang="en-US" altLang="zh-CN" i="1">
                  <a:latin typeface="Times New Roman" pitchFamily="18" charset="0"/>
                </a:rPr>
                <a:t>i</a:t>
              </a:r>
              <a:endParaRPr lang="en-US" altLang="zh-CN" i="1" dirty="0">
                <a:latin typeface="Times New Roman" pitchFamily="18" charset="0"/>
              </a:endParaRPr>
            </a:p>
            <a:p>
              <a:pPr algn="just">
                <a:lnSpc>
                  <a:spcPct val="96000"/>
                </a:lnSpc>
                <a:defRPr/>
              </a:pPr>
              <a:r>
                <a:rPr lang="en-US" altLang="zh-CN" i="1" dirty="0">
                  <a:latin typeface="Times New Roman" pitchFamily="18" charset="0"/>
                </a:rPr>
                <a:t>x</a:t>
              </a:r>
              <a:r>
                <a:rPr lang="en-US" altLang="zh-CN" dirty="0">
                  <a:latin typeface="Times New Roman" pitchFamily="18" charset="0"/>
                </a:rPr>
                <a:t> = </a:t>
              </a:r>
              <a:r>
                <a:rPr lang="en-US" altLang="zh-CN" i="1" dirty="0">
                  <a:latin typeface="Times New Roman" pitchFamily="18" charset="0"/>
                </a:rPr>
                <a:t>a</a:t>
              </a:r>
              <a:r>
                <a:rPr lang="en-US" altLang="zh-CN" dirty="0">
                  <a:latin typeface="Times New Roman" pitchFamily="18" charset="0"/>
                </a:rPr>
                <a:t>[</a:t>
              </a:r>
              <a:r>
                <a:rPr lang="en-US" altLang="zh-CN" i="1" dirty="0">
                  <a:latin typeface="Times New Roman" pitchFamily="18" charset="0"/>
                </a:rPr>
                <a:t>t</a:t>
              </a:r>
              <a:r>
                <a:rPr lang="en-US" altLang="zh-CN" i="1" baseline="-25000" dirty="0">
                  <a:latin typeface="Times New Roman" pitchFamily="18" charset="0"/>
                </a:rPr>
                <a:t>6</a:t>
              </a:r>
              <a:r>
                <a:rPr lang="en-US" altLang="zh-CN" dirty="0">
                  <a:latin typeface="Times New Roman" pitchFamily="18" charset="0"/>
                </a:rPr>
                <a:t>]</a:t>
              </a:r>
            </a:p>
            <a:p>
              <a:pPr algn="just">
                <a:lnSpc>
                  <a:spcPct val="96000"/>
                </a:lnSpc>
                <a:defRPr/>
              </a:pPr>
              <a:r>
                <a:rPr lang="en-US" altLang="zh-CN" i="1" dirty="0">
                  <a:latin typeface="Times New Roman" pitchFamily="18" charset="0"/>
                </a:rPr>
                <a:t>t</a:t>
              </a:r>
              <a:r>
                <a:rPr lang="en-US" altLang="zh-CN" i="1" baseline="-25000" dirty="0">
                  <a:latin typeface="Times New Roman" pitchFamily="18" charset="0"/>
                </a:rPr>
                <a:t>7</a:t>
              </a:r>
              <a:r>
                <a:rPr lang="en-US" altLang="zh-CN" dirty="0">
                  <a:latin typeface="Times New Roman" pitchFamily="18" charset="0"/>
                </a:rPr>
                <a:t> = 4 </a:t>
              </a:r>
              <a:r>
                <a:rPr lang="en-US" altLang="zh-CN" dirty="0">
                  <a:latin typeface="宋体" pitchFamily="2" charset="-122"/>
                </a:rPr>
                <a:t>*</a:t>
              </a:r>
              <a:r>
                <a:rPr lang="en-US" altLang="zh-CN" dirty="0">
                  <a:latin typeface="Times New Roman" pitchFamily="18" charset="0"/>
                </a:rPr>
                <a:t> </a:t>
              </a:r>
              <a:r>
                <a:rPr lang="en-US" altLang="zh-CN" i="1">
                  <a:latin typeface="Times New Roman" pitchFamily="18" charset="0"/>
                </a:rPr>
                <a:t>i</a:t>
              </a:r>
              <a:r>
                <a:rPr lang="en-US" altLang="zh-CN" i="1" dirty="0">
                  <a:latin typeface="Times New Roman" pitchFamily="18" charset="0"/>
                </a:rPr>
                <a:t> </a:t>
              </a:r>
            </a:p>
            <a:p>
              <a:pPr algn="just">
                <a:lnSpc>
                  <a:spcPct val="96000"/>
                </a:lnSpc>
                <a:defRPr/>
              </a:pPr>
              <a:r>
                <a:rPr lang="en-US" altLang="zh-CN" i="1" dirty="0">
                  <a:latin typeface="Times New Roman" pitchFamily="18" charset="0"/>
                </a:rPr>
                <a:t>t</a:t>
              </a:r>
              <a:r>
                <a:rPr lang="en-US" altLang="zh-CN" i="1" baseline="-25000" dirty="0">
                  <a:latin typeface="Times New Roman" pitchFamily="18" charset="0"/>
                </a:rPr>
                <a:t>8</a:t>
              </a:r>
              <a:r>
                <a:rPr lang="en-US" altLang="zh-CN" i="1" dirty="0">
                  <a:latin typeface="Times New Roman" pitchFamily="18" charset="0"/>
                </a:rPr>
                <a:t> </a:t>
              </a:r>
              <a:r>
                <a:rPr lang="en-US" altLang="zh-CN" dirty="0">
                  <a:latin typeface="Times New Roman" pitchFamily="18" charset="0"/>
                </a:rPr>
                <a:t>= 4 </a:t>
              </a:r>
              <a:r>
                <a:rPr lang="en-US" altLang="zh-CN" dirty="0">
                  <a:latin typeface="宋体" pitchFamily="2" charset="-122"/>
                </a:rPr>
                <a:t>*</a:t>
              </a:r>
              <a:r>
                <a:rPr lang="en-US" altLang="zh-CN" dirty="0">
                  <a:latin typeface="Times New Roman" pitchFamily="18" charset="0"/>
                </a:rPr>
                <a:t> </a:t>
              </a:r>
              <a:r>
                <a:rPr lang="en-US" altLang="zh-CN" i="1" dirty="0">
                  <a:latin typeface="Times New Roman" pitchFamily="18" charset="0"/>
                </a:rPr>
                <a:t>j</a:t>
              </a:r>
            </a:p>
            <a:p>
              <a:pPr algn="just">
                <a:lnSpc>
                  <a:spcPct val="96000"/>
                </a:lnSpc>
                <a:defRPr/>
              </a:pPr>
              <a:r>
                <a:rPr lang="en-US" altLang="zh-CN" i="1" dirty="0">
                  <a:latin typeface="Times New Roman" pitchFamily="18" charset="0"/>
                </a:rPr>
                <a:t>t</a:t>
              </a:r>
              <a:r>
                <a:rPr lang="en-US" altLang="zh-CN" i="1" baseline="-25000" dirty="0">
                  <a:latin typeface="Times New Roman" pitchFamily="18" charset="0"/>
                </a:rPr>
                <a:t>9</a:t>
              </a:r>
              <a:r>
                <a:rPr lang="en-US" altLang="zh-CN" dirty="0">
                  <a:latin typeface="Times New Roman" pitchFamily="18" charset="0"/>
                </a:rPr>
                <a:t> = </a:t>
              </a:r>
              <a:r>
                <a:rPr lang="en-US" altLang="zh-CN" i="1" dirty="0">
                  <a:latin typeface="Times New Roman" pitchFamily="18" charset="0"/>
                </a:rPr>
                <a:t>a</a:t>
              </a:r>
              <a:r>
                <a:rPr lang="en-US" altLang="zh-CN" dirty="0">
                  <a:latin typeface="Times New Roman" pitchFamily="18" charset="0"/>
                </a:rPr>
                <a:t>[</a:t>
              </a:r>
              <a:r>
                <a:rPr lang="en-US" altLang="zh-CN" i="1" dirty="0">
                  <a:latin typeface="Times New Roman" pitchFamily="18" charset="0"/>
                </a:rPr>
                <a:t>t</a:t>
              </a:r>
              <a:r>
                <a:rPr lang="en-US" altLang="zh-CN" i="1" baseline="-25000" dirty="0">
                  <a:latin typeface="Times New Roman" pitchFamily="18" charset="0"/>
                </a:rPr>
                <a:t>8</a:t>
              </a:r>
              <a:r>
                <a:rPr lang="en-US" altLang="zh-CN" dirty="0">
                  <a:latin typeface="Times New Roman" pitchFamily="18" charset="0"/>
                </a:rPr>
                <a:t>]</a:t>
              </a:r>
            </a:p>
            <a:p>
              <a:pPr algn="just">
                <a:lnSpc>
                  <a:spcPct val="96000"/>
                </a:lnSpc>
                <a:defRPr/>
              </a:pPr>
              <a:r>
                <a:rPr lang="en-US" altLang="zh-CN" i="1" dirty="0">
                  <a:latin typeface="Times New Roman" pitchFamily="18" charset="0"/>
                </a:rPr>
                <a:t>a</a:t>
              </a:r>
              <a:r>
                <a:rPr lang="en-US" altLang="zh-CN" dirty="0">
                  <a:latin typeface="Times New Roman" pitchFamily="18" charset="0"/>
                </a:rPr>
                <a:t>[</a:t>
              </a:r>
              <a:r>
                <a:rPr lang="en-US" altLang="zh-CN" i="1" dirty="0">
                  <a:latin typeface="Times New Roman" pitchFamily="18" charset="0"/>
                </a:rPr>
                <a:t>t</a:t>
              </a:r>
              <a:r>
                <a:rPr lang="en-US" altLang="zh-CN" i="1" baseline="-25000" dirty="0">
                  <a:latin typeface="Times New Roman" pitchFamily="18" charset="0"/>
                </a:rPr>
                <a:t>7</a:t>
              </a:r>
              <a:r>
                <a:rPr lang="en-US" altLang="zh-CN" dirty="0">
                  <a:latin typeface="Times New Roman" pitchFamily="18" charset="0"/>
                </a:rPr>
                <a:t>] = </a:t>
              </a:r>
              <a:r>
                <a:rPr lang="en-US" altLang="zh-CN" i="1" dirty="0">
                  <a:latin typeface="Times New Roman" pitchFamily="18" charset="0"/>
                </a:rPr>
                <a:t>t</a:t>
              </a:r>
              <a:r>
                <a:rPr lang="en-US" altLang="zh-CN" i="1" baseline="-25000" dirty="0">
                  <a:latin typeface="Times New Roman" pitchFamily="18" charset="0"/>
                </a:rPr>
                <a:t>9</a:t>
              </a:r>
              <a:endParaRPr lang="en-US" altLang="zh-CN" i="1" dirty="0">
                <a:latin typeface="Times New Roman" pitchFamily="18" charset="0"/>
              </a:endParaRPr>
            </a:p>
            <a:p>
              <a:pPr algn="just">
                <a:lnSpc>
                  <a:spcPct val="96000"/>
                </a:lnSpc>
                <a:defRPr/>
              </a:pPr>
              <a:r>
                <a:rPr lang="en-US" altLang="zh-CN" i="1" dirty="0">
                  <a:latin typeface="Times New Roman" pitchFamily="18" charset="0"/>
                </a:rPr>
                <a:t>t</a:t>
              </a:r>
              <a:r>
                <a:rPr lang="en-US" altLang="zh-CN" i="1" baseline="-25000" dirty="0">
                  <a:latin typeface="Times New Roman" pitchFamily="18" charset="0"/>
                </a:rPr>
                <a:t>10</a:t>
              </a:r>
              <a:r>
                <a:rPr lang="en-US" altLang="zh-CN" dirty="0">
                  <a:latin typeface="Times New Roman" pitchFamily="18" charset="0"/>
                </a:rPr>
                <a:t> = 4 </a:t>
              </a:r>
              <a:r>
                <a:rPr lang="en-US" altLang="zh-CN" dirty="0">
                  <a:latin typeface="宋体" pitchFamily="2" charset="-122"/>
                </a:rPr>
                <a:t>*</a:t>
              </a:r>
              <a:r>
                <a:rPr lang="en-US" altLang="zh-CN" dirty="0">
                  <a:latin typeface="Times New Roman" pitchFamily="18" charset="0"/>
                </a:rPr>
                <a:t> </a:t>
              </a:r>
              <a:r>
                <a:rPr lang="en-US" altLang="zh-CN" i="1" dirty="0">
                  <a:latin typeface="Times New Roman" pitchFamily="18" charset="0"/>
                </a:rPr>
                <a:t>j</a:t>
              </a:r>
            </a:p>
            <a:p>
              <a:pPr algn="just">
                <a:lnSpc>
                  <a:spcPct val="96000"/>
                </a:lnSpc>
                <a:defRPr/>
              </a:pPr>
              <a:r>
                <a:rPr lang="en-US" altLang="zh-CN" i="1" dirty="0">
                  <a:latin typeface="Times New Roman" pitchFamily="18" charset="0"/>
                </a:rPr>
                <a:t>a</a:t>
              </a:r>
              <a:r>
                <a:rPr lang="en-US" altLang="zh-CN" dirty="0">
                  <a:latin typeface="Times New Roman" pitchFamily="18" charset="0"/>
                </a:rPr>
                <a:t>[</a:t>
              </a:r>
              <a:r>
                <a:rPr lang="en-US" altLang="zh-CN" i="1" dirty="0">
                  <a:latin typeface="Times New Roman" pitchFamily="18" charset="0"/>
                </a:rPr>
                <a:t>t</a:t>
              </a:r>
              <a:r>
                <a:rPr lang="en-US" altLang="zh-CN" i="1" baseline="-25000" dirty="0">
                  <a:latin typeface="Times New Roman" pitchFamily="18" charset="0"/>
                </a:rPr>
                <a:t>10</a:t>
              </a:r>
              <a:r>
                <a:rPr lang="en-US" altLang="zh-CN" dirty="0">
                  <a:latin typeface="Times New Roman" pitchFamily="18" charset="0"/>
                </a:rPr>
                <a:t>] = </a:t>
              </a:r>
              <a:r>
                <a:rPr lang="en-US" altLang="zh-CN" i="1" dirty="0">
                  <a:latin typeface="Times New Roman" pitchFamily="18" charset="0"/>
                </a:rPr>
                <a:t>x</a:t>
              </a:r>
            </a:p>
            <a:p>
              <a:pPr algn="just">
                <a:lnSpc>
                  <a:spcPct val="96000"/>
                </a:lnSpc>
                <a:defRPr/>
              </a:pPr>
              <a:r>
                <a:rPr lang="en-US" altLang="zh-CN" i="1" dirty="0" err="1">
                  <a:latin typeface="Times New Roman" pitchFamily="18" charset="0"/>
                </a:rPr>
                <a:t>goto</a:t>
              </a:r>
              <a:r>
                <a:rPr lang="en-US" altLang="zh-CN" dirty="0">
                  <a:latin typeface="Times New Roman" pitchFamily="18" charset="0"/>
                </a:rPr>
                <a:t> </a:t>
              </a:r>
              <a:r>
                <a:rPr lang="en-US" altLang="zh-CN" i="1" dirty="0">
                  <a:latin typeface="Times New Roman" pitchFamily="18" charset="0"/>
                </a:rPr>
                <a:t>B</a:t>
              </a:r>
              <a:r>
                <a:rPr lang="en-US" altLang="zh-CN" i="1" baseline="-25000" dirty="0">
                  <a:latin typeface="Times New Roman" pitchFamily="18" charset="0"/>
                </a:rPr>
                <a:t>2</a:t>
              </a:r>
            </a:p>
          </p:txBody>
        </p:sp>
        <p:sp>
          <p:nvSpPr>
            <p:cNvPr id="6" name="Rectangle 35">
              <a:extLst>
                <a:ext uri="{FF2B5EF4-FFF2-40B4-BE49-F238E27FC236}">
                  <a16:creationId xmlns:a16="http://schemas.microsoft.com/office/drawing/2014/main" id="{8F950A98-6B5C-4611-87B9-2B37F959805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192832" y="2455516"/>
              <a:ext cx="1308105" cy="2215809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8580" tIns="0" rIns="68580" bIns="0"/>
            <a:lstStyle/>
            <a:p>
              <a:pPr algn="just">
                <a:lnSpc>
                  <a:spcPct val="96000"/>
                </a:lnSpc>
                <a:defRPr/>
              </a:pPr>
              <a:r>
                <a:rPr lang="en-US" altLang="zh-CN" i="1" dirty="0">
                  <a:latin typeface="Times New Roman" pitchFamily="18" charset="0"/>
                </a:rPr>
                <a:t>t</a:t>
              </a:r>
              <a:r>
                <a:rPr lang="en-US" altLang="zh-CN" i="1" baseline="-30000" dirty="0">
                  <a:latin typeface="Times New Roman" pitchFamily="18" charset="0"/>
                </a:rPr>
                <a:t>11</a:t>
              </a:r>
              <a:r>
                <a:rPr lang="en-US" altLang="zh-CN" dirty="0">
                  <a:latin typeface="Times New Roman" pitchFamily="18" charset="0"/>
                </a:rPr>
                <a:t> = 4 </a:t>
              </a:r>
              <a:r>
                <a:rPr lang="en-US" altLang="zh-CN" dirty="0">
                  <a:latin typeface="宋体" pitchFamily="2" charset="-122"/>
                </a:rPr>
                <a:t>*</a:t>
              </a:r>
              <a:r>
                <a:rPr lang="en-US" altLang="zh-CN" dirty="0">
                  <a:latin typeface="Times New Roman" pitchFamily="18" charset="0"/>
                </a:rPr>
                <a:t> </a:t>
              </a:r>
              <a:r>
                <a:rPr lang="en-US" altLang="zh-CN" i="1">
                  <a:latin typeface="Times New Roman" pitchFamily="18" charset="0"/>
                </a:rPr>
                <a:t>i</a:t>
              </a:r>
              <a:endParaRPr lang="en-US" altLang="zh-CN" i="1" dirty="0">
                <a:latin typeface="Times New Roman" pitchFamily="18" charset="0"/>
              </a:endParaRPr>
            </a:p>
            <a:p>
              <a:pPr algn="just">
                <a:lnSpc>
                  <a:spcPct val="96000"/>
                </a:lnSpc>
                <a:defRPr/>
              </a:pPr>
              <a:r>
                <a:rPr lang="en-US" altLang="zh-CN" i="1" dirty="0">
                  <a:latin typeface="Times New Roman" pitchFamily="18" charset="0"/>
                </a:rPr>
                <a:t>x</a:t>
              </a:r>
              <a:r>
                <a:rPr lang="en-US" altLang="zh-CN" dirty="0">
                  <a:latin typeface="Times New Roman" pitchFamily="18" charset="0"/>
                </a:rPr>
                <a:t> = </a:t>
              </a:r>
              <a:r>
                <a:rPr lang="en-US" altLang="zh-CN" i="1" dirty="0">
                  <a:latin typeface="Times New Roman" pitchFamily="18" charset="0"/>
                </a:rPr>
                <a:t>a</a:t>
              </a:r>
              <a:r>
                <a:rPr lang="en-US" altLang="zh-CN" dirty="0">
                  <a:latin typeface="Times New Roman" pitchFamily="18" charset="0"/>
                </a:rPr>
                <a:t>[</a:t>
              </a:r>
              <a:r>
                <a:rPr lang="en-US" altLang="zh-CN" i="1" dirty="0">
                  <a:latin typeface="Times New Roman" pitchFamily="18" charset="0"/>
                </a:rPr>
                <a:t>t</a:t>
              </a:r>
              <a:r>
                <a:rPr lang="en-US" altLang="zh-CN" i="1" baseline="-30000" dirty="0">
                  <a:latin typeface="Times New Roman" pitchFamily="18" charset="0"/>
                </a:rPr>
                <a:t>11</a:t>
              </a:r>
              <a:r>
                <a:rPr lang="en-US" altLang="zh-CN" dirty="0">
                  <a:latin typeface="Times New Roman" pitchFamily="18" charset="0"/>
                </a:rPr>
                <a:t>]</a:t>
              </a:r>
            </a:p>
            <a:p>
              <a:pPr algn="just">
                <a:lnSpc>
                  <a:spcPct val="96000"/>
                </a:lnSpc>
                <a:defRPr/>
              </a:pPr>
              <a:r>
                <a:rPr lang="en-US" altLang="zh-CN" i="1" dirty="0">
                  <a:latin typeface="Times New Roman" pitchFamily="18" charset="0"/>
                </a:rPr>
                <a:t>t</a:t>
              </a:r>
              <a:r>
                <a:rPr lang="en-US" altLang="zh-CN" i="1" baseline="-30000" dirty="0">
                  <a:latin typeface="Times New Roman" pitchFamily="18" charset="0"/>
                </a:rPr>
                <a:t>12</a:t>
              </a:r>
              <a:r>
                <a:rPr lang="en-US" altLang="zh-CN" i="1" dirty="0">
                  <a:latin typeface="Times New Roman" pitchFamily="18" charset="0"/>
                </a:rPr>
                <a:t> </a:t>
              </a:r>
              <a:r>
                <a:rPr lang="en-US" altLang="zh-CN" dirty="0">
                  <a:latin typeface="Times New Roman" pitchFamily="18" charset="0"/>
                </a:rPr>
                <a:t>= 4 </a:t>
              </a:r>
              <a:r>
                <a:rPr lang="en-US" altLang="zh-CN" dirty="0">
                  <a:latin typeface="宋体" pitchFamily="2" charset="-122"/>
                </a:rPr>
                <a:t>*</a:t>
              </a:r>
              <a:r>
                <a:rPr lang="en-US" altLang="zh-CN" dirty="0">
                  <a:latin typeface="Times New Roman" pitchFamily="18" charset="0"/>
                </a:rPr>
                <a:t> </a:t>
              </a:r>
              <a:r>
                <a:rPr lang="en-US" altLang="zh-CN" i="1">
                  <a:latin typeface="Times New Roman" pitchFamily="18" charset="0"/>
                </a:rPr>
                <a:t>i</a:t>
              </a:r>
              <a:r>
                <a:rPr lang="en-US" altLang="zh-CN" dirty="0">
                  <a:latin typeface="Times New Roman" pitchFamily="18" charset="0"/>
                </a:rPr>
                <a:t> </a:t>
              </a:r>
            </a:p>
            <a:p>
              <a:pPr algn="just">
                <a:lnSpc>
                  <a:spcPct val="96000"/>
                </a:lnSpc>
                <a:defRPr/>
              </a:pPr>
              <a:r>
                <a:rPr lang="en-US" altLang="zh-CN" i="1" dirty="0">
                  <a:latin typeface="Times New Roman" pitchFamily="18" charset="0"/>
                </a:rPr>
                <a:t>t</a:t>
              </a:r>
              <a:r>
                <a:rPr lang="en-US" altLang="zh-CN" i="1" baseline="-30000" dirty="0">
                  <a:latin typeface="Times New Roman" pitchFamily="18" charset="0"/>
                </a:rPr>
                <a:t>13</a:t>
              </a:r>
              <a:r>
                <a:rPr lang="en-US" altLang="zh-CN" dirty="0">
                  <a:latin typeface="Times New Roman" pitchFamily="18" charset="0"/>
                </a:rPr>
                <a:t> = 4 </a:t>
              </a:r>
              <a:r>
                <a:rPr lang="en-US" altLang="zh-CN" dirty="0">
                  <a:latin typeface="宋体" pitchFamily="2" charset="-122"/>
                </a:rPr>
                <a:t>*</a:t>
              </a:r>
              <a:r>
                <a:rPr lang="en-US" altLang="zh-CN" dirty="0">
                  <a:latin typeface="Times New Roman" pitchFamily="18" charset="0"/>
                </a:rPr>
                <a:t> n</a:t>
              </a:r>
            </a:p>
            <a:p>
              <a:pPr algn="just">
                <a:lnSpc>
                  <a:spcPct val="96000"/>
                </a:lnSpc>
                <a:defRPr/>
              </a:pPr>
              <a:r>
                <a:rPr lang="en-US" altLang="zh-CN" dirty="0">
                  <a:latin typeface="Times New Roman" pitchFamily="18" charset="0"/>
                </a:rPr>
                <a:t>t</a:t>
              </a:r>
              <a:r>
                <a:rPr lang="en-US" altLang="zh-CN" baseline="-30000" dirty="0">
                  <a:latin typeface="Times New Roman" pitchFamily="18" charset="0"/>
                </a:rPr>
                <a:t>14</a:t>
              </a:r>
              <a:r>
                <a:rPr lang="en-US" altLang="zh-CN" dirty="0">
                  <a:latin typeface="Times New Roman" pitchFamily="18" charset="0"/>
                </a:rPr>
                <a:t> = </a:t>
              </a:r>
              <a:r>
                <a:rPr lang="en-US" altLang="zh-CN" i="1" dirty="0">
                  <a:latin typeface="Times New Roman" pitchFamily="18" charset="0"/>
                </a:rPr>
                <a:t>a</a:t>
              </a:r>
              <a:r>
                <a:rPr lang="en-US" altLang="zh-CN" dirty="0">
                  <a:latin typeface="Times New Roman" pitchFamily="18" charset="0"/>
                </a:rPr>
                <a:t>[</a:t>
              </a:r>
              <a:r>
                <a:rPr lang="en-US" altLang="zh-CN" i="1" dirty="0">
                  <a:latin typeface="Times New Roman" pitchFamily="18" charset="0"/>
                </a:rPr>
                <a:t>t</a:t>
              </a:r>
              <a:r>
                <a:rPr lang="en-US" altLang="zh-CN" i="1" baseline="-30000" dirty="0">
                  <a:latin typeface="Times New Roman" pitchFamily="18" charset="0"/>
                </a:rPr>
                <a:t>13</a:t>
              </a:r>
              <a:r>
                <a:rPr lang="en-US" altLang="zh-CN" dirty="0">
                  <a:latin typeface="Times New Roman" pitchFamily="18" charset="0"/>
                </a:rPr>
                <a:t>]</a:t>
              </a:r>
            </a:p>
            <a:p>
              <a:pPr algn="just">
                <a:lnSpc>
                  <a:spcPct val="96000"/>
                </a:lnSpc>
                <a:defRPr/>
              </a:pPr>
              <a:r>
                <a:rPr lang="en-US" altLang="zh-CN" i="1" dirty="0">
                  <a:latin typeface="Times New Roman" pitchFamily="18" charset="0"/>
                </a:rPr>
                <a:t>a</a:t>
              </a:r>
              <a:r>
                <a:rPr lang="en-US" altLang="zh-CN" dirty="0">
                  <a:latin typeface="Times New Roman" pitchFamily="18" charset="0"/>
                </a:rPr>
                <a:t>[</a:t>
              </a:r>
              <a:r>
                <a:rPr lang="en-US" altLang="zh-CN" i="1" dirty="0">
                  <a:latin typeface="Times New Roman" pitchFamily="18" charset="0"/>
                </a:rPr>
                <a:t>t</a:t>
              </a:r>
              <a:r>
                <a:rPr lang="en-US" altLang="zh-CN" i="1" baseline="-30000" dirty="0">
                  <a:latin typeface="Times New Roman" pitchFamily="18" charset="0"/>
                </a:rPr>
                <a:t>12</a:t>
              </a:r>
              <a:r>
                <a:rPr lang="en-US" altLang="zh-CN" dirty="0">
                  <a:latin typeface="Times New Roman" pitchFamily="18" charset="0"/>
                </a:rPr>
                <a:t>] = </a:t>
              </a:r>
              <a:r>
                <a:rPr lang="en-US" altLang="zh-CN" i="1" dirty="0">
                  <a:latin typeface="Times New Roman" pitchFamily="18" charset="0"/>
                </a:rPr>
                <a:t>t</a:t>
              </a:r>
              <a:r>
                <a:rPr lang="en-US" altLang="zh-CN" i="1" baseline="-30000" dirty="0">
                  <a:latin typeface="Times New Roman" pitchFamily="18" charset="0"/>
                </a:rPr>
                <a:t>14</a:t>
              </a:r>
              <a:endParaRPr lang="en-US" altLang="zh-CN" i="1" dirty="0">
                <a:latin typeface="Times New Roman" pitchFamily="18" charset="0"/>
              </a:endParaRPr>
            </a:p>
            <a:p>
              <a:pPr algn="just">
                <a:lnSpc>
                  <a:spcPct val="96000"/>
                </a:lnSpc>
                <a:defRPr/>
              </a:pPr>
              <a:r>
                <a:rPr lang="en-US" altLang="zh-CN" i="1" dirty="0">
                  <a:latin typeface="Times New Roman" pitchFamily="18" charset="0"/>
                </a:rPr>
                <a:t>t</a:t>
              </a:r>
              <a:r>
                <a:rPr lang="en-US" altLang="zh-CN" i="1" baseline="-30000" dirty="0">
                  <a:latin typeface="Times New Roman" pitchFamily="18" charset="0"/>
                </a:rPr>
                <a:t>15</a:t>
              </a:r>
              <a:r>
                <a:rPr lang="en-US" altLang="zh-CN" dirty="0">
                  <a:latin typeface="Times New Roman" pitchFamily="18" charset="0"/>
                </a:rPr>
                <a:t> = 4 </a:t>
              </a:r>
              <a:r>
                <a:rPr lang="en-US" altLang="zh-CN" dirty="0">
                  <a:latin typeface="宋体" pitchFamily="2" charset="-122"/>
                </a:rPr>
                <a:t>*</a:t>
              </a:r>
              <a:r>
                <a:rPr lang="en-US" altLang="zh-CN" dirty="0">
                  <a:latin typeface="Times New Roman" pitchFamily="18" charset="0"/>
                </a:rPr>
                <a:t> </a:t>
              </a:r>
              <a:r>
                <a:rPr lang="en-US" altLang="zh-CN" i="1" dirty="0">
                  <a:latin typeface="Times New Roman" pitchFamily="18" charset="0"/>
                </a:rPr>
                <a:t>n</a:t>
              </a:r>
              <a:r>
                <a:rPr lang="en-US" altLang="zh-CN" dirty="0">
                  <a:latin typeface="Times New Roman" pitchFamily="18" charset="0"/>
                </a:rPr>
                <a:t> </a:t>
              </a:r>
            </a:p>
            <a:p>
              <a:pPr algn="just">
                <a:lnSpc>
                  <a:spcPct val="96000"/>
                </a:lnSpc>
                <a:defRPr/>
              </a:pPr>
              <a:r>
                <a:rPr lang="en-US" altLang="zh-CN" i="1" dirty="0">
                  <a:latin typeface="Times New Roman" pitchFamily="18" charset="0"/>
                </a:rPr>
                <a:t>a</a:t>
              </a:r>
              <a:r>
                <a:rPr lang="en-US" altLang="zh-CN" dirty="0">
                  <a:latin typeface="Times New Roman" pitchFamily="18" charset="0"/>
                </a:rPr>
                <a:t>[</a:t>
              </a:r>
              <a:r>
                <a:rPr lang="en-US" altLang="zh-CN" i="1" dirty="0">
                  <a:latin typeface="Times New Roman" pitchFamily="18" charset="0"/>
                </a:rPr>
                <a:t>t</a:t>
              </a:r>
              <a:r>
                <a:rPr lang="en-US" altLang="zh-CN" i="1" baseline="-30000" dirty="0">
                  <a:latin typeface="Times New Roman" pitchFamily="18" charset="0"/>
                </a:rPr>
                <a:t>15</a:t>
              </a:r>
              <a:r>
                <a:rPr lang="en-US" altLang="zh-CN" dirty="0">
                  <a:latin typeface="Times New Roman" pitchFamily="18" charset="0"/>
                </a:rPr>
                <a:t>] = </a:t>
              </a:r>
              <a:r>
                <a:rPr lang="en-US" altLang="zh-CN" i="1" dirty="0">
                  <a:latin typeface="Times New Roman" pitchFamily="18" charset="0"/>
                </a:rPr>
                <a:t>x</a:t>
              </a:r>
              <a:r>
                <a:rPr lang="en-US" altLang="zh-CN" dirty="0">
                  <a:latin typeface="Times New Roman" pitchFamily="18" charset="0"/>
                </a:rPr>
                <a:t> </a:t>
              </a:r>
            </a:p>
          </p:txBody>
        </p:sp>
      </p:grpSp>
      <p:sp>
        <p:nvSpPr>
          <p:cNvPr id="11" name="任意多边形 10">
            <a:extLst>
              <a:ext uri="{FF2B5EF4-FFF2-40B4-BE49-F238E27FC236}">
                <a16:creationId xmlns:a16="http://schemas.microsoft.com/office/drawing/2014/main" id="{D7F49E4E-C17E-4F5A-B4E2-BC85D695608D}"/>
              </a:ext>
            </a:extLst>
          </p:cNvPr>
          <p:cNvSpPr/>
          <p:nvPr/>
        </p:nvSpPr>
        <p:spPr>
          <a:xfrm>
            <a:off x="946150" y="793750"/>
            <a:ext cx="2874963" cy="4319588"/>
          </a:xfrm>
          <a:custGeom>
            <a:avLst/>
            <a:gdLst>
              <a:gd name="connsiteX0" fmla="*/ 807738 w 2874532"/>
              <a:gd name="connsiteY0" fmla="*/ 3903406 h 4319190"/>
              <a:gd name="connsiteX1" fmla="*/ 143858 w 2874532"/>
              <a:gd name="connsiteY1" fmla="*/ 3991088 h 4319190"/>
              <a:gd name="connsiteX2" fmla="*/ 269119 w 2874532"/>
              <a:gd name="connsiteY2" fmla="*/ 295910 h 4319190"/>
              <a:gd name="connsiteX3" fmla="*/ 2874532 w 2874532"/>
              <a:gd name="connsiteY3" fmla="*/ 496327 h 43191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74532" h="4319190">
                <a:moveTo>
                  <a:pt x="807738" y="3903406"/>
                </a:moveTo>
                <a:cubicBezTo>
                  <a:pt x="520683" y="4247871"/>
                  <a:pt x="233628" y="4592337"/>
                  <a:pt x="143858" y="3991088"/>
                </a:cubicBezTo>
                <a:cubicBezTo>
                  <a:pt x="54088" y="3389839"/>
                  <a:pt x="-185993" y="878370"/>
                  <a:pt x="269119" y="295910"/>
                </a:cubicBezTo>
                <a:cubicBezTo>
                  <a:pt x="724231" y="-286550"/>
                  <a:pt x="1799381" y="104888"/>
                  <a:pt x="2874532" y="496327"/>
                </a:cubicBezTo>
              </a:path>
            </a:pathLst>
          </a:custGeom>
          <a:noFill/>
          <a:ln w="25400">
            <a:solidFill>
              <a:schemeClr val="tx1"/>
            </a:solidFill>
            <a:tailEnd type="stealth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zh-CN" altLang="en-US"/>
          </a:p>
        </p:txBody>
      </p:sp>
      <p:sp>
        <p:nvSpPr>
          <p:cNvPr id="36868" name="Freeform 21">
            <a:extLst>
              <a:ext uri="{FF2B5EF4-FFF2-40B4-BE49-F238E27FC236}">
                <a16:creationId xmlns:a16="http://schemas.microsoft.com/office/drawing/2014/main" id="{E8B10BD3-A009-4FEA-A689-A86C0F81D8D6}"/>
              </a:ext>
            </a:extLst>
          </p:cNvPr>
          <p:cNvSpPr>
            <a:spLocks/>
          </p:cNvSpPr>
          <p:nvPr/>
        </p:nvSpPr>
        <p:spPr bwMode="auto">
          <a:xfrm rot="367755">
            <a:off x="2914650" y="1184275"/>
            <a:ext cx="768350" cy="1096963"/>
          </a:xfrm>
          <a:custGeom>
            <a:avLst/>
            <a:gdLst>
              <a:gd name="T0" fmla="*/ 2147483646 w 722"/>
              <a:gd name="T1" fmla="*/ 2147483646 h 1447"/>
              <a:gd name="T2" fmla="*/ 2147483646 w 722"/>
              <a:gd name="T3" fmla="*/ 2147483646 h 1447"/>
              <a:gd name="T4" fmla="*/ 2147483646 w 722"/>
              <a:gd name="T5" fmla="*/ 2147483646 h 1447"/>
              <a:gd name="T6" fmla="*/ 2147483646 w 722"/>
              <a:gd name="T7" fmla="*/ 2147483646 h 1447"/>
              <a:gd name="T8" fmla="*/ 2147483646 w 722"/>
              <a:gd name="T9" fmla="*/ 2147483646 h 1447"/>
              <a:gd name="T10" fmla="*/ 2147483646 w 722"/>
              <a:gd name="T11" fmla="*/ 2147483646 h 1447"/>
              <a:gd name="T12" fmla="*/ 2147483646 w 722"/>
              <a:gd name="T13" fmla="*/ 2147483646 h 1447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722"/>
              <a:gd name="T22" fmla="*/ 0 h 1447"/>
              <a:gd name="T23" fmla="*/ 722 w 722"/>
              <a:gd name="T24" fmla="*/ 1447 h 1447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722" h="1447">
                <a:moveTo>
                  <a:pt x="722" y="1251"/>
                </a:moveTo>
                <a:cubicBezTo>
                  <a:pt x="605" y="1349"/>
                  <a:pt x="489" y="1447"/>
                  <a:pt x="392" y="1447"/>
                </a:cubicBezTo>
                <a:cubicBezTo>
                  <a:pt x="295" y="1447"/>
                  <a:pt x="203" y="1376"/>
                  <a:pt x="138" y="1251"/>
                </a:cubicBezTo>
                <a:cubicBezTo>
                  <a:pt x="73" y="1126"/>
                  <a:pt x="0" y="879"/>
                  <a:pt x="3" y="697"/>
                </a:cubicBezTo>
                <a:cubicBezTo>
                  <a:pt x="6" y="515"/>
                  <a:pt x="83" y="272"/>
                  <a:pt x="153" y="157"/>
                </a:cubicBezTo>
                <a:cubicBezTo>
                  <a:pt x="223" y="42"/>
                  <a:pt x="338" y="0"/>
                  <a:pt x="423" y="7"/>
                </a:cubicBezTo>
                <a:cubicBezTo>
                  <a:pt x="508" y="14"/>
                  <a:pt x="612" y="161"/>
                  <a:pt x="662" y="201"/>
                </a:cubicBezTo>
              </a:path>
            </a:pathLst>
          </a:custGeom>
          <a:noFill/>
          <a:ln w="25400">
            <a:solidFill>
              <a:schemeClr val="tx1"/>
            </a:solidFill>
            <a:round/>
            <a:headEnd/>
            <a:tailEnd type="stealth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内容占位符 2">
            <a:extLst>
              <a:ext uri="{FF2B5EF4-FFF2-40B4-BE49-F238E27FC236}">
                <a16:creationId xmlns:a16="http://schemas.microsoft.com/office/drawing/2014/main" id="{89F0CED6-7FC6-40DF-8EC4-45569BEB20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24375" y="1357313"/>
            <a:ext cx="4619625" cy="3644900"/>
          </a:xfrm>
        </p:spPr>
        <p:txBody>
          <a:bodyPr/>
          <a:lstStyle/>
          <a:p>
            <a:pPr eaLnBrk="1" hangingPunct="1">
              <a:lnSpc>
                <a:spcPts val="4000"/>
              </a:lnSpc>
              <a:buFont typeface="Symbol" panose="05050102010706020507" pitchFamily="18" charset="2"/>
              <a:buNone/>
            </a:pPr>
            <a:r>
              <a:rPr lang="en-US" altLang="zh-CN" sz="250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8.1 </a:t>
            </a:r>
            <a:r>
              <a:rPr lang="zh-CN" altLang="en-US" sz="250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流图</a:t>
            </a:r>
          </a:p>
          <a:p>
            <a:pPr eaLnBrk="1" hangingPunct="1">
              <a:lnSpc>
                <a:spcPts val="4000"/>
              </a:lnSpc>
              <a:buFont typeface="Symbol" panose="05050102010706020507" pitchFamily="18" charset="2"/>
              <a:buNone/>
            </a:pPr>
            <a:r>
              <a:rPr lang="en-US" altLang="zh-CN" sz="2500">
                <a:solidFill>
                  <a:srgbClr val="2D83F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8.2 </a:t>
            </a:r>
            <a:r>
              <a:rPr lang="zh-CN" altLang="en-US" sz="2500">
                <a:solidFill>
                  <a:srgbClr val="2D83F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优化的分类</a:t>
            </a:r>
          </a:p>
          <a:p>
            <a:pPr eaLnBrk="1" hangingPunct="1">
              <a:lnSpc>
                <a:spcPts val="4000"/>
              </a:lnSpc>
              <a:buFont typeface="Symbol" panose="05050102010706020507" pitchFamily="18" charset="2"/>
              <a:buNone/>
            </a:pPr>
            <a:r>
              <a:rPr lang="en-US" altLang="zh-CN" sz="250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8.3 </a:t>
            </a:r>
            <a:r>
              <a:rPr lang="zh-CN" altLang="en-US" sz="250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基本块的优化</a:t>
            </a:r>
          </a:p>
          <a:p>
            <a:pPr eaLnBrk="1" hangingPunct="1">
              <a:lnSpc>
                <a:spcPts val="4000"/>
              </a:lnSpc>
              <a:buFont typeface="Symbol" panose="05050102010706020507" pitchFamily="18" charset="2"/>
              <a:buNone/>
            </a:pPr>
            <a:r>
              <a:rPr lang="en-US" altLang="zh-CN" sz="250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8.4 </a:t>
            </a:r>
            <a:r>
              <a:rPr lang="zh-CN" altLang="en-US" sz="250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数据流分析</a:t>
            </a:r>
          </a:p>
          <a:p>
            <a:pPr eaLnBrk="1" hangingPunct="1">
              <a:lnSpc>
                <a:spcPts val="4000"/>
              </a:lnSpc>
              <a:buFont typeface="Symbol" panose="05050102010706020507" pitchFamily="18" charset="2"/>
              <a:buNone/>
            </a:pPr>
            <a:r>
              <a:rPr lang="en-US" altLang="zh-CN" sz="250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8.5 </a:t>
            </a:r>
            <a:r>
              <a:rPr lang="zh-CN" altLang="en-US" sz="250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流图中的循环</a:t>
            </a:r>
          </a:p>
          <a:p>
            <a:pPr eaLnBrk="1" hangingPunct="1">
              <a:lnSpc>
                <a:spcPts val="4000"/>
              </a:lnSpc>
              <a:buFont typeface="Symbol" panose="05050102010706020507" pitchFamily="18" charset="2"/>
              <a:buNone/>
            </a:pPr>
            <a:r>
              <a:rPr lang="en-US" altLang="zh-CN" sz="250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8.6 </a:t>
            </a:r>
            <a:r>
              <a:rPr lang="zh-CN" altLang="en-US" sz="250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全局优化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BBA15AA6-725A-4881-B9DE-08E7F5E888F9}"/>
              </a:ext>
            </a:extLst>
          </p:cNvPr>
          <p:cNvSpPr/>
          <p:nvPr/>
        </p:nvSpPr>
        <p:spPr>
          <a:xfrm>
            <a:off x="0" y="0"/>
            <a:ext cx="9144000" cy="150018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2870" tIns="51435" rIns="102870" bIns="51435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 sz="1600" b="0" dirty="0">
              <a:solidFill>
                <a:prstClr val="black">
                  <a:lumMod val="85000"/>
                  <a:lumOff val="15000"/>
                </a:prstClr>
              </a:solidFill>
            </a:endParaRPr>
          </a:p>
        </p:txBody>
      </p:sp>
      <p:pic>
        <p:nvPicPr>
          <p:cNvPr id="38916" name="Picture 7" descr="E:\工大编译\ppt\制作\0330e9c554c768200000158fc50d53d.jpg">
            <a:extLst>
              <a:ext uri="{FF2B5EF4-FFF2-40B4-BE49-F238E27FC236}">
                <a16:creationId xmlns:a16="http://schemas.microsoft.com/office/drawing/2014/main" id="{DC4AC53D-4A30-44D7-83A9-3454912C19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538" r="21837"/>
          <a:stretch>
            <a:fillRect/>
          </a:stretch>
        </p:blipFill>
        <p:spPr bwMode="auto">
          <a:xfrm>
            <a:off x="-6350" y="0"/>
            <a:ext cx="4295775" cy="5143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矩形 8">
            <a:extLst>
              <a:ext uri="{FF2B5EF4-FFF2-40B4-BE49-F238E27FC236}">
                <a16:creationId xmlns:a16="http://schemas.microsoft.com/office/drawing/2014/main" id="{CF2CCF26-6E92-44B8-8B31-2A79EC6C5F1D}"/>
              </a:ext>
            </a:extLst>
          </p:cNvPr>
          <p:cNvSpPr/>
          <p:nvPr/>
        </p:nvSpPr>
        <p:spPr>
          <a:xfrm>
            <a:off x="4143375" y="357188"/>
            <a:ext cx="1928813" cy="78581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254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2870" tIns="51435" rIns="102870" bIns="51435" anchor="ctr"/>
          <a:lstStyle/>
          <a:p>
            <a:pPr algn="ctr">
              <a:defRPr/>
            </a:pPr>
            <a:r>
              <a:rPr lang="zh-CN" altLang="en-US" sz="4000">
                <a:solidFill>
                  <a:srgbClr val="FFFFFF"/>
                </a:solidFill>
                <a:latin typeface="微软雅黑" pitchFamily="34" charset="-122"/>
                <a:ea typeface="微软雅黑" pitchFamily="34" charset="-122"/>
              </a:rPr>
              <a:t>提纲</a:t>
            </a:r>
            <a:endParaRPr lang="zh-CN" altLang="en-US" sz="1600" b="0">
              <a:solidFill>
                <a:srgbClr val="262626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8787" name="Rectangle 3">
            <a:extLst>
              <a:ext uri="{FF2B5EF4-FFF2-40B4-BE49-F238E27FC236}">
                <a16:creationId xmlns:a16="http://schemas.microsoft.com/office/drawing/2014/main" id="{61C499AE-099C-4C9C-9979-4CF02B7C2684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430213" y="714375"/>
            <a:ext cx="5927725" cy="322580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lnSpc>
                <a:spcPts val="3500"/>
              </a:lnSpc>
              <a:buClrTx/>
              <a:buFont typeface="Wingdings" panose="05000000000000000000" pitchFamily="2" charset="2"/>
              <a:buChar char="Ø"/>
            </a:pPr>
            <a:r>
              <a:rPr lang="zh-CN" altLang="en-US" sz="2800" b="1">
                <a:solidFill>
                  <a:schemeClr val="tx1"/>
                </a:solidFill>
                <a:latin typeface="楷体" panose="02010609060101010101" pitchFamily="49" charset="-122"/>
              </a:rPr>
              <a:t>机器无关优化</a:t>
            </a:r>
            <a:endParaRPr lang="en-US" altLang="zh-CN" sz="2800" b="1">
              <a:solidFill>
                <a:schemeClr val="tx1"/>
              </a:solidFill>
              <a:ea typeface="宋体" panose="02010600030101010101" pitchFamily="2" charset="-122"/>
              <a:cs typeface="楷体_GB2312" charset="0"/>
            </a:endParaRPr>
          </a:p>
          <a:p>
            <a:pPr lvl="1" eaLnBrk="1" hangingPunct="1">
              <a:lnSpc>
                <a:spcPts val="3500"/>
              </a:lnSpc>
              <a:buClrTx/>
              <a:buFont typeface="Wingdings" panose="05000000000000000000" pitchFamily="2" charset="2"/>
              <a:buChar char="Ø"/>
            </a:pPr>
            <a:r>
              <a:rPr lang="zh-CN" altLang="en-US" sz="2500" b="1">
                <a:solidFill>
                  <a:schemeClr val="tx1"/>
                </a:solidFill>
                <a:latin typeface="楷体" panose="02010609060101010101" pitchFamily="49" charset="-122"/>
              </a:rPr>
              <a:t>针对中间代码</a:t>
            </a:r>
            <a:endParaRPr lang="en-US" altLang="zh-CN" sz="2500" b="1">
              <a:solidFill>
                <a:schemeClr val="tx1"/>
              </a:solidFill>
              <a:latin typeface="楷体" panose="02010609060101010101" pitchFamily="49" charset="-122"/>
            </a:endParaRPr>
          </a:p>
          <a:p>
            <a:pPr eaLnBrk="1" hangingPunct="1">
              <a:lnSpc>
                <a:spcPts val="3500"/>
              </a:lnSpc>
              <a:buClrTx/>
              <a:buFont typeface="Wingdings" panose="05000000000000000000" pitchFamily="2" charset="2"/>
              <a:buChar char="Ø"/>
            </a:pPr>
            <a:r>
              <a:rPr lang="zh-CN" altLang="en-US" sz="2800" b="1">
                <a:solidFill>
                  <a:schemeClr val="tx1"/>
                </a:solidFill>
                <a:latin typeface="楷体" panose="02010609060101010101" pitchFamily="49" charset="-122"/>
              </a:rPr>
              <a:t>机器相关优化</a:t>
            </a:r>
            <a:endParaRPr lang="en-US" altLang="zh-CN" sz="2800" b="1">
              <a:solidFill>
                <a:schemeClr val="tx1"/>
              </a:solidFill>
              <a:latin typeface="楷体" panose="02010609060101010101" pitchFamily="49" charset="-122"/>
            </a:endParaRPr>
          </a:p>
          <a:p>
            <a:pPr lvl="1" eaLnBrk="1" hangingPunct="1">
              <a:lnSpc>
                <a:spcPts val="3500"/>
              </a:lnSpc>
              <a:buClrTx/>
              <a:buFont typeface="Wingdings" panose="05000000000000000000" pitchFamily="2" charset="2"/>
              <a:buChar char="Ø"/>
            </a:pPr>
            <a:r>
              <a:rPr lang="zh-CN" altLang="en-US" sz="2500" b="1">
                <a:solidFill>
                  <a:schemeClr val="tx1"/>
                </a:solidFill>
                <a:latin typeface="楷体" panose="02010609060101010101" pitchFamily="49" charset="-122"/>
              </a:rPr>
              <a:t>针对目标代码</a:t>
            </a:r>
          </a:p>
          <a:p>
            <a:pPr eaLnBrk="1" hangingPunct="1">
              <a:lnSpc>
                <a:spcPts val="3500"/>
              </a:lnSpc>
              <a:buClrTx/>
              <a:buFont typeface="Wingdings" panose="05000000000000000000" pitchFamily="2" charset="2"/>
              <a:buChar char="Ø"/>
            </a:pPr>
            <a:r>
              <a:rPr lang="zh-CN" altLang="en-US" sz="2800" b="1">
                <a:solidFill>
                  <a:schemeClr val="tx1"/>
                </a:solidFill>
                <a:latin typeface="楷体" panose="02010609060101010101" pitchFamily="49" charset="-122"/>
              </a:rPr>
              <a:t>局部代码优化</a:t>
            </a:r>
            <a:endParaRPr lang="en-US" altLang="zh-CN" sz="2800" b="1">
              <a:solidFill>
                <a:schemeClr val="tx1"/>
              </a:solidFill>
            </a:endParaRPr>
          </a:p>
          <a:p>
            <a:pPr lvl="1" eaLnBrk="1" hangingPunct="1">
              <a:lnSpc>
                <a:spcPts val="3500"/>
              </a:lnSpc>
              <a:buClrTx/>
              <a:buFont typeface="Wingdings" panose="05000000000000000000" pitchFamily="2" charset="2"/>
              <a:buChar char="Ø"/>
            </a:pPr>
            <a:r>
              <a:rPr lang="zh-CN" altLang="en-US" sz="2500" b="1">
                <a:solidFill>
                  <a:schemeClr val="tx1"/>
                </a:solidFill>
              </a:rPr>
              <a:t>单个基本块范围内的优化</a:t>
            </a:r>
            <a:endParaRPr lang="en-US" altLang="zh-CN" sz="2500" b="1">
              <a:solidFill>
                <a:schemeClr val="tx1"/>
              </a:solidFill>
            </a:endParaRPr>
          </a:p>
          <a:p>
            <a:pPr eaLnBrk="1" hangingPunct="1">
              <a:lnSpc>
                <a:spcPts val="3500"/>
              </a:lnSpc>
              <a:buClrTx/>
              <a:buFont typeface="Wingdings" panose="05000000000000000000" pitchFamily="2" charset="2"/>
              <a:buChar char="Ø"/>
            </a:pPr>
            <a:r>
              <a:rPr lang="zh-CN" altLang="en-US" sz="2800" b="1">
                <a:solidFill>
                  <a:schemeClr val="tx1"/>
                </a:solidFill>
                <a:latin typeface="楷体" panose="02010609060101010101" pitchFamily="49" charset="-122"/>
              </a:rPr>
              <a:t>全局代码优化</a:t>
            </a:r>
            <a:endParaRPr lang="en-US" altLang="zh-CN" sz="2800" b="1">
              <a:solidFill>
                <a:schemeClr val="tx1"/>
              </a:solidFill>
            </a:endParaRPr>
          </a:p>
          <a:p>
            <a:pPr lvl="1" eaLnBrk="1" hangingPunct="1">
              <a:lnSpc>
                <a:spcPts val="3500"/>
              </a:lnSpc>
              <a:buClrTx/>
              <a:buFont typeface="Wingdings" panose="05000000000000000000" pitchFamily="2" charset="2"/>
              <a:buChar char="Ø"/>
            </a:pPr>
            <a:r>
              <a:rPr lang="zh-CN" altLang="en-US" sz="2500" b="1">
                <a:solidFill>
                  <a:schemeClr val="tx1"/>
                </a:solidFill>
              </a:rPr>
              <a:t>面向多个基本块的优化</a:t>
            </a:r>
          </a:p>
        </p:txBody>
      </p:sp>
      <p:sp>
        <p:nvSpPr>
          <p:cNvPr id="40963" name="Rectangle 2">
            <a:extLst>
              <a:ext uri="{FF2B5EF4-FFF2-40B4-BE49-F238E27FC236}">
                <a16:creationId xmlns:a16="http://schemas.microsoft.com/office/drawing/2014/main" id="{8FE307FA-536E-4457-8A0D-E86B1691CF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en-US" altLang="zh-CN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8.2 </a:t>
            </a:r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优化的分类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878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75878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75878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75878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878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5878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5878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75878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878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75878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75878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5878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878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75878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75878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75878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内容占位符 2">
            <a:extLst>
              <a:ext uri="{FF2B5EF4-FFF2-40B4-BE49-F238E27FC236}">
                <a16:creationId xmlns:a16="http://schemas.microsoft.com/office/drawing/2014/main" id="{8CD8259C-30D5-43F0-9D4F-CEC3F27B1786}"/>
              </a:ext>
            </a:extLst>
          </p:cNvPr>
          <p:cNvSpPr>
            <a:spLocks noGrp="1"/>
          </p:cNvSpPr>
          <p:nvPr>
            <p:ph idx="1"/>
          </p:nvPr>
        </p:nvSpPr>
        <p:spPr bwMode="auto">
          <a:xfrm>
            <a:off x="428625" y="846138"/>
            <a:ext cx="5927725" cy="322580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numCol="1" anchor="t" anchorCtr="0" compatLnSpc="1">
            <a:prstTxWarp prst="textNoShape">
              <a:avLst/>
            </a:prstTxWarp>
          </a:bodyPr>
          <a:lstStyle/>
          <a:p>
            <a:pPr lvl="1" eaLnBrk="1" hangingPunct="1">
              <a:buClrTx/>
              <a:buFont typeface="Wingdings" panose="05000000000000000000" pitchFamily="2" charset="2"/>
              <a:buChar char="Ø"/>
            </a:pPr>
            <a:r>
              <a:rPr lang="zh-CN" altLang="zh-CN" sz="2800" b="1" dirty="0">
                <a:solidFill>
                  <a:schemeClr val="tx1"/>
                </a:solidFill>
              </a:rPr>
              <a:t>删除公共子表达式</a:t>
            </a:r>
            <a:endParaRPr lang="en-US" altLang="zh-CN" sz="2800" b="1" dirty="0">
              <a:solidFill>
                <a:schemeClr val="tx1"/>
              </a:solidFill>
            </a:endParaRPr>
          </a:p>
          <a:p>
            <a:pPr lvl="1" eaLnBrk="1" hangingPunct="1">
              <a:buClrTx/>
              <a:buFont typeface="Wingdings" panose="05000000000000000000" pitchFamily="2" charset="2"/>
              <a:buChar char="Ø"/>
            </a:pPr>
            <a:r>
              <a:rPr lang="zh-CN" altLang="en-US" sz="2800" b="1" dirty="0">
                <a:solidFill>
                  <a:schemeClr val="tx1"/>
                </a:solidFill>
              </a:rPr>
              <a:t>删除无用代码</a:t>
            </a:r>
            <a:endParaRPr lang="en-US" altLang="zh-CN" sz="2800" b="1" dirty="0">
              <a:solidFill>
                <a:schemeClr val="tx1"/>
              </a:solidFill>
            </a:endParaRPr>
          </a:p>
          <a:p>
            <a:pPr lvl="1" eaLnBrk="1" hangingPunct="1">
              <a:buClrTx/>
              <a:buFont typeface="Wingdings" panose="05000000000000000000" pitchFamily="2" charset="2"/>
              <a:buChar char="Ø"/>
            </a:pPr>
            <a:r>
              <a:rPr lang="zh-CN" altLang="en-US" sz="2800" b="1" dirty="0">
                <a:solidFill>
                  <a:schemeClr val="tx1"/>
                </a:solidFill>
              </a:rPr>
              <a:t>常量合并</a:t>
            </a:r>
            <a:endParaRPr lang="en-US" altLang="zh-CN" sz="2800" b="1" dirty="0">
              <a:solidFill>
                <a:schemeClr val="tx1"/>
              </a:solidFill>
            </a:endParaRPr>
          </a:p>
          <a:p>
            <a:pPr lvl="1" eaLnBrk="1" hangingPunct="1">
              <a:buClrTx/>
              <a:buFont typeface="Wingdings" panose="05000000000000000000" pitchFamily="2" charset="2"/>
              <a:buChar char="Ø"/>
            </a:pPr>
            <a:r>
              <a:rPr lang="zh-CN" altLang="zh-CN" sz="2800" b="1" dirty="0">
                <a:solidFill>
                  <a:schemeClr val="tx1"/>
                </a:solidFill>
                <a:cs typeface="Times New Roman" panose="02020603050405020304" pitchFamily="18" charset="0"/>
              </a:rPr>
              <a:t>代码</a:t>
            </a:r>
            <a:r>
              <a:rPr lang="zh-CN" altLang="en-US" sz="2800" b="1" dirty="0">
                <a:solidFill>
                  <a:schemeClr val="tx1"/>
                </a:solidFill>
                <a:cs typeface="Times New Roman" panose="02020603050405020304" pitchFamily="18" charset="0"/>
              </a:rPr>
              <a:t>移动</a:t>
            </a:r>
            <a:endParaRPr lang="en-US" altLang="zh-CN" sz="28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lvl="1" eaLnBrk="1" hangingPunct="1">
              <a:buClrTx/>
              <a:buFont typeface="Wingdings" panose="05000000000000000000" pitchFamily="2" charset="2"/>
              <a:buChar char="Ø"/>
            </a:pPr>
            <a:r>
              <a:rPr lang="zh-CN" altLang="en-US" sz="2800" b="1" dirty="0">
                <a:solidFill>
                  <a:schemeClr val="tx1"/>
                </a:solidFill>
              </a:rPr>
              <a:t>强度削弱</a:t>
            </a:r>
            <a:endParaRPr lang="en-US" altLang="zh-CN" sz="2800" b="1" dirty="0">
              <a:solidFill>
                <a:schemeClr val="tx1"/>
              </a:solidFill>
            </a:endParaRPr>
          </a:p>
          <a:p>
            <a:pPr lvl="1" eaLnBrk="1" hangingPunct="1">
              <a:buClrTx/>
              <a:buFont typeface="Wingdings" panose="05000000000000000000" pitchFamily="2" charset="2"/>
              <a:buChar char="Ø"/>
            </a:pPr>
            <a:r>
              <a:rPr lang="zh-CN" altLang="zh-CN" sz="2800" b="1" dirty="0">
                <a:solidFill>
                  <a:schemeClr val="tx1"/>
                </a:solidFill>
              </a:rPr>
              <a:t>删除归纳变量</a:t>
            </a:r>
          </a:p>
          <a:p>
            <a:pPr eaLnBrk="1" hangingPunct="1"/>
            <a:endParaRPr lang="zh-CN" altLang="en-US" sz="1800" dirty="0"/>
          </a:p>
        </p:txBody>
      </p:sp>
      <p:sp>
        <p:nvSpPr>
          <p:cNvPr id="43011" name="标题 1">
            <a:extLst>
              <a:ext uri="{FF2B5EF4-FFF2-40B4-BE49-F238E27FC236}">
                <a16:creationId xmlns:a16="http://schemas.microsoft.com/office/drawing/2014/main" id="{92A9F00A-8A02-4F65-9125-7D31BE0ED1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常用的优化方法</a:t>
            </a:r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C4764BA3-4D43-4C83-BC5C-8D06D3600E43}"/>
              </a:ext>
            </a:extLst>
          </p:cNvPr>
          <p:cNvGrpSpPr/>
          <p:nvPr/>
        </p:nvGrpSpPr>
        <p:grpSpPr>
          <a:xfrm>
            <a:off x="3707904" y="2571750"/>
            <a:ext cx="1613652" cy="1224136"/>
            <a:chOff x="3707904" y="2571750"/>
            <a:chExt cx="1613652" cy="1224136"/>
          </a:xfrm>
        </p:grpSpPr>
        <p:sp>
          <p:nvSpPr>
            <p:cNvPr id="2" name="右大括号 1">
              <a:extLst>
                <a:ext uri="{FF2B5EF4-FFF2-40B4-BE49-F238E27FC236}">
                  <a16:creationId xmlns:a16="http://schemas.microsoft.com/office/drawing/2014/main" id="{ADB918FE-9389-43C2-9084-FAA911CF082E}"/>
                </a:ext>
              </a:extLst>
            </p:cNvPr>
            <p:cNvSpPr/>
            <p:nvPr/>
          </p:nvSpPr>
          <p:spPr>
            <a:xfrm>
              <a:off x="3707904" y="2571750"/>
              <a:ext cx="216024" cy="1224136"/>
            </a:xfrm>
            <a:prstGeom prst="rightBrac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2005161D-818A-45B9-BC07-82F41D6F3E1E}"/>
                </a:ext>
              </a:extLst>
            </p:cNvPr>
            <p:cNvSpPr/>
            <p:nvPr/>
          </p:nvSpPr>
          <p:spPr>
            <a:xfrm>
              <a:off x="3881396" y="2982532"/>
              <a:ext cx="1440160" cy="43204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2400" dirty="0">
                  <a:solidFill>
                    <a:schemeClr val="tx1"/>
                  </a:solidFill>
                </a:rPr>
                <a:t>循环优化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Rectangle 3">
            <a:extLst>
              <a:ext uri="{FF2B5EF4-FFF2-40B4-BE49-F238E27FC236}">
                <a16:creationId xmlns:a16="http://schemas.microsoft.com/office/drawing/2014/main" id="{733BD684-2306-4E2D-AE05-843C8916499C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787400" y="857250"/>
            <a:ext cx="7899400" cy="3874740"/>
          </a:xfrm>
        </p:spPr>
        <p:txBody>
          <a:bodyPr vert="horz"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lnSpc>
                <a:spcPts val="40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2800" b="1" dirty="0">
                <a:solidFill>
                  <a:schemeClr val="tx1"/>
                </a:solidFill>
              </a:rPr>
              <a:t>公共子表达式</a:t>
            </a:r>
            <a:endParaRPr lang="en-US" altLang="zh-CN" sz="2800" b="1" i="1" dirty="0">
              <a:solidFill>
                <a:schemeClr val="tx1"/>
              </a:solidFill>
            </a:endParaRPr>
          </a:p>
          <a:p>
            <a:pPr lvl="1" eaLnBrk="1" hangingPunct="1">
              <a:lnSpc>
                <a:spcPts val="40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2500" b="1" dirty="0">
                <a:solidFill>
                  <a:schemeClr val="tx1"/>
                </a:solidFill>
              </a:rPr>
              <a:t>如果表达式</a:t>
            </a:r>
            <a:r>
              <a:rPr lang="en-US" altLang="zh-CN" sz="2500" b="1" i="1" dirty="0">
                <a:solidFill>
                  <a:schemeClr val="tx2">
                    <a:lumMod val="60000"/>
                    <a:lumOff val="40000"/>
                  </a:schemeClr>
                </a:solidFill>
                <a:cs typeface="Times New Roman" panose="02020603050405020304" pitchFamily="18" charset="0"/>
              </a:rPr>
              <a:t>x</a:t>
            </a:r>
            <a:r>
              <a:rPr lang="en-US" altLang="zh-CN" sz="2500" b="1" dirty="0">
                <a:solidFill>
                  <a:schemeClr val="tx2">
                    <a:lumMod val="60000"/>
                    <a:lumOff val="40000"/>
                  </a:schemeClr>
                </a:solidFill>
                <a:cs typeface="Times New Roman" panose="02020603050405020304" pitchFamily="18" charset="0"/>
              </a:rPr>
              <a:t> op </a:t>
            </a:r>
            <a:r>
              <a:rPr lang="en-US" altLang="zh-CN" sz="2500" b="1" i="1" dirty="0">
                <a:solidFill>
                  <a:schemeClr val="tx2">
                    <a:lumMod val="60000"/>
                    <a:lumOff val="40000"/>
                  </a:schemeClr>
                </a:solidFill>
                <a:cs typeface="Times New Roman" panose="02020603050405020304" pitchFamily="18" charset="0"/>
              </a:rPr>
              <a:t>y</a:t>
            </a:r>
            <a:r>
              <a:rPr lang="zh-CN" altLang="en-US" sz="2500" b="1" dirty="0">
                <a:solidFill>
                  <a:schemeClr val="tx1"/>
                </a:solidFill>
              </a:rPr>
              <a:t>先前已被计算过，并且从先前的计算到现在，</a:t>
            </a:r>
            <a:r>
              <a:rPr lang="en-US" altLang="zh-CN" sz="2500" b="1" i="1" dirty="0">
                <a:solidFill>
                  <a:schemeClr val="tx2">
                    <a:lumMod val="60000"/>
                    <a:lumOff val="40000"/>
                  </a:schemeClr>
                </a:solidFill>
              </a:rPr>
              <a:t>x</a:t>
            </a:r>
            <a:r>
              <a:rPr lang="en-US" altLang="zh-CN" sz="2500" b="1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op </a:t>
            </a:r>
            <a:r>
              <a:rPr lang="en-US" altLang="zh-CN" sz="2500" b="1" i="1" dirty="0">
                <a:solidFill>
                  <a:schemeClr val="tx2">
                    <a:lumMod val="60000"/>
                    <a:lumOff val="40000"/>
                  </a:schemeClr>
                </a:solidFill>
              </a:rPr>
              <a:t>y</a:t>
            </a:r>
            <a:r>
              <a:rPr lang="zh-CN" altLang="en-US" sz="2500" b="1" dirty="0">
                <a:solidFill>
                  <a:schemeClr val="tx1"/>
                </a:solidFill>
              </a:rPr>
              <a:t>中变量的值没有改变，那么</a:t>
            </a:r>
            <a:r>
              <a:rPr lang="en-US" altLang="zh-CN" sz="2500" b="1" i="1" dirty="0">
                <a:solidFill>
                  <a:schemeClr val="tx2">
                    <a:lumMod val="60000"/>
                    <a:lumOff val="40000"/>
                  </a:schemeClr>
                </a:solidFill>
              </a:rPr>
              <a:t>x</a:t>
            </a:r>
            <a:r>
              <a:rPr lang="en-US" altLang="zh-CN" sz="2500" b="1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op </a:t>
            </a:r>
            <a:r>
              <a:rPr lang="en-US" altLang="zh-CN" sz="2500" b="1" i="1" dirty="0">
                <a:solidFill>
                  <a:schemeClr val="tx2">
                    <a:lumMod val="60000"/>
                    <a:lumOff val="40000"/>
                  </a:schemeClr>
                </a:solidFill>
              </a:rPr>
              <a:t>y</a:t>
            </a:r>
            <a:r>
              <a:rPr lang="zh-CN" altLang="en-US" sz="2500" b="1" dirty="0">
                <a:solidFill>
                  <a:schemeClr val="tx1"/>
                </a:solidFill>
              </a:rPr>
              <a:t>的这次出现就称为</a:t>
            </a:r>
            <a:r>
              <a:rPr lang="zh-CN" altLang="en-US" sz="2500" b="1" dirty="0">
                <a:solidFill>
                  <a:srgbClr val="FF0000"/>
                </a:solidFill>
              </a:rPr>
              <a:t>公共子表达式</a:t>
            </a:r>
            <a:r>
              <a:rPr lang="en-US" altLang="zh-CN" sz="2000" b="1" dirty="0">
                <a:solidFill>
                  <a:schemeClr val="tx1"/>
                </a:solidFill>
              </a:rPr>
              <a:t>(</a:t>
            </a:r>
            <a:r>
              <a:rPr lang="en-US" altLang="zh-CN" sz="2000" b="1" i="1" dirty="0">
                <a:solidFill>
                  <a:schemeClr val="tx1"/>
                </a:solidFill>
              </a:rPr>
              <a:t>common subexpression</a:t>
            </a:r>
            <a:r>
              <a:rPr lang="en-US" altLang="zh-CN" sz="2000" b="1" dirty="0">
                <a:solidFill>
                  <a:schemeClr val="tx1"/>
                </a:solidFill>
              </a:rPr>
              <a:t>)</a:t>
            </a:r>
          </a:p>
          <a:p>
            <a:pPr eaLnBrk="1" hangingPunct="1">
              <a:lnSpc>
                <a:spcPts val="4000"/>
              </a:lnSpc>
              <a:defRPr/>
            </a:pPr>
            <a:r>
              <a:rPr lang="zh-CN" altLang="en-US" sz="2200" b="1" dirty="0">
                <a:solidFill>
                  <a:schemeClr val="tx1"/>
                </a:solidFill>
              </a:rPr>
              <a:t>一</a:t>
            </a:r>
            <a:r>
              <a:rPr lang="zh-CN" altLang="en-US" b="1" dirty="0">
                <a:solidFill>
                  <a:schemeClr val="tx1"/>
                </a:solidFill>
              </a:rPr>
              <a:t>个基本块范围内的公共子表达式，称为</a:t>
            </a:r>
            <a:r>
              <a:rPr lang="zh-CN" altLang="en-US" b="1" dirty="0">
                <a:solidFill>
                  <a:schemeClr val="accent2"/>
                </a:solidFill>
              </a:rPr>
              <a:t>局部公共子表达式</a:t>
            </a:r>
            <a:r>
              <a:rPr lang="zh-CN" altLang="en-US" b="1" dirty="0"/>
              <a:t>，跨基本块的公共子表达式，称为</a:t>
            </a:r>
            <a:r>
              <a:rPr lang="zh-CN" altLang="en-US" b="1" dirty="0">
                <a:solidFill>
                  <a:schemeClr val="accent2"/>
                </a:solidFill>
              </a:rPr>
              <a:t>全局公共子表达式</a:t>
            </a:r>
            <a:r>
              <a:rPr lang="zh-CN" altLang="en-US" b="1" dirty="0"/>
              <a:t>。</a:t>
            </a:r>
            <a:endParaRPr lang="en-US" altLang="zh-CN" sz="2200" b="1" dirty="0"/>
          </a:p>
        </p:txBody>
      </p:sp>
      <p:sp>
        <p:nvSpPr>
          <p:cNvPr id="45059" name="Rectangle 2">
            <a:extLst>
              <a:ext uri="{FF2B5EF4-FFF2-40B4-BE49-F238E27FC236}">
                <a16:creationId xmlns:a16="http://schemas.microsoft.com/office/drawing/2014/main" id="{5134A67B-48BB-416F-ACDD-D1643A42AA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① 删除公共子表达式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Rectangle 33">
            <a:extLst>
              <a:ext uri="{FF2B5EF4-FFF2-40B4-BE49-F238E27FC236}">
                <a16:creationId xmlns:a16="http://schemas.microsoft.com/office/drawing/2014/main" id="{A5AFB982-7C89-43F7-A9D4-969EB581F93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44638" y="2265363"/>
            <a:ext cx="1189037" cy="240347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lIns="68580" tIns="0" rIns="68580" bIns="0"/>
          <a:lstStyle/>
          <a:p>
            <a:pPr algn="just">
              <a:lnSpc>
                <a:spcPct val="96000"/>
              </a:lnSpc>
              <a:defRPr/>
            </a:pPr>
            <a:r>
              <a:rPr lang="en-US" altLang="zh-CN" i="1" dirty="0">
                <a:solidFill>
                  <a:srgbClr val="0000FF"/>
                </a:solidFill>
                <a:latin typeface="Times New Roman" pitchFamily="18" charset="0"/>
              </a:rPr>
              <a:t>t</a:t>
            </a:r>
            <a:r>
              <a:rPr lang="en-US" altLang="zh-CN" i="1" baseline="-25000" dirty="0">
                <a:solidFill>
                  <a:srgbClr val="0000FF"/>
                </a:solidFill>
                <a:latin typeface="Times New Roman" pitchFamily="18" charset="0"/>
              </a:rPr>
              <a:t>6</a:t>
            </a:r>
            <a:r>
              <a:rPr lang="en-US" altLang="zh-CN" dirty="0">
                <a:latin typeface="Times New Roman" pitchFamily="18" charset="0"/>
              </a:rPr>
              <a:t> = </a:t>
            </a:r>
            <a:r>
              <a:rPr lang="en-US" altLang="zh-CN" dirty="0">
                <a:solidFill>
                  <a:srgbClr val="0000FF"/>
                </a:solidFill>
                <a:latin typeface="Times New Roman" pitchFamily="18" charset="0"/>
              </a:rPr>
              <a:t>4 </a:t>
            </a:r>
            <a:r>
              <a:rPr lang="en-US" altLang="zh-CN" dirty="0">
                <a:solidFill>
                  <a:srgbClr val="0000FF"/>
                </a:solidFill>
                <a:latin typeface="宋体" pitchFamily="2" charset="-122"/>
              </a:rPr>
              <a:t>*</a:t>
            </a:r>
            <a:r>
              <a:rPr lang="en-US" altLang="zh-CN" dirty="0">
                <a:solidFill>
                  <a:srgbClr val="0000FF"/>
                </a:solidFill>
                <a:latin typeface="Times New Roman" pitchFamily="18" charset="0"/>
              </a:rPr>
              <a:t> </a:t>
            </a:r>
            <a:r>
              <a:rPr lang="en-US" altLang="zh-CN" i="1" dirty="0" err="1">
                <a:solidFill>
                  <a:srgbClr val="0000FF"/>
                </a:solidFill>
                <a:latin typeface="Times New Roman" pitchFamily="18" charset="0"/>
              </a:rPr>
              <a:t>i</a:t>
            </a:r>
            <a:endParaRPr lang="en-US" altLang="zh-CN" i="1" dirty="0">
              <a:solidFill>
                <a:srgbClr val="0000FF"/>
              </a:solidFill>
              <a:latin typeface="Times New Roman" pitchFamily="18" charset="0"/>
            </a:endParaRPr>
          </a:p>
          <a:p>
            <a:pPr algn="just">
              <a:lnSpc>
                <a:spcPct val="96000"/>
              </a:lnSpc>
              <a:defRPr/>
            </a:pPr>
            <a:r>
              <a:rPr lang="en-US" altLang="zh-CN" i="1" dirty="0">
                <a:latin typeface="Times New Roman" pitchFamily="18" charset="0"/>
              </a:rPr>
              <a:t>x</a:t>
            </a:r>
            <a:r>
              <a:rPr lang="en-US" altLang="zh-CN" dirty="0">
                <a:latin typeface="Times New Roman" pitchFamily="18" charset="0"/>
              </a:rPr>
              <a:t> = </a:t>
            </a:r>
            <a:r>
              <a:rPr lang="en-US" altLang="zh-CN" i="1" dirty="0">
                <a:latin typeface="Times New Roman" pitchFamily="18" charset="0"/>
              </a:rPr>
              <a:t>a</a:t>
            </a:r>
            <a:r>
              <a:rPr lang="en-US" altLang="zh-CN" dirty="0">
                <a:latin typeface="Times New Roman" pitchFamily="18" charset="0"/>
              </a:rPr>
              <a:t>[</a:t>
            </a:r>
            <a:r>
              <a:rPr lang="en-US" altLang="zh-CN" i="1" dirty="0">
                <a:latin typeface="Times New Roman" pitchFamily="18" charset="0"/>
              </a:rPr>
              <a:t>t</a:t>
            </a:r>
            <a:r>
              <a:rPr lang="en-US" altLang="zh-CN" i="1" baseline="-25000" dirty="0">
                <a:latin typeface="Times New Roman" pitchFamily="18" charset="0"/>
              </a:rPr>
              <a:t>6</a:t>
            </a:r>
            <a:r>
              <a:rPr lang="en-US" altLang="zh-CN" dirty="0">
                <a:latin typeface="Times New Roman" pitchFamily="18" charset="0"/>
              </a:rPr>
              <a:t>]</a:t>
            </a:r>
          </a:p>
          <a:p>
            <a:pPr algn="just">
              <a:lnSpc>
                <a:spcPct val="96000"/>
              </a:lnSpc>
              <a:defRPr/>
            </a:pPr>
            <a:r>
              <a:rPr lang="en-US" altLang="zh-CN" i="1" dirty="0">
                <a:latin typeface="Times New Roman" pitchFamily="18" charset="0"/>
              </a:rPr>
              <a:t>t</a:t>
            </a:r>
            <a:r>
              <a:rPr lang="en-US" altLang="zh-CN" i="1" baseline="-25000" dirty="0">
                <a:latin typeface="Times New Roman" pitchFamily="18" charset="0"/>
              </a:rPr>
              <a:t>7</a:t>
            </a:r>
            <a:r>
              <a:rPr lang="en-US" altLang="zh-CN" dirty="0">
                <a:latin typeface="Times New Roman" pitchFamily="18" charset="0"/>
              </a:rPr>
              <a:t> = </a:t>
            </a:r>
            <a:r>
              <a:rPr lang="en-US" altLang="zh-CN" dirty="0">
                <a:solidFill>
                  <a:srgbClr val="FF0000"/>
                </a:solidFill>
                <a:latin typeface="Times New Roman" pitchFamily="18" charset="0"/>
              </a:rPr>
              <a:t>4 </a:t>
            </a:r>
            <a:r>
              <a:rPr lang="en-US" altLang="zh-CN" dirty="0">
                <a:solidFill>
                  <a:srgbClr val="FF0000"/>
                </a:solidFill>
                <a:latin typeface="宋体" pitchFamily="2" charset="-122"/>
              </a:rPr>
              <a:t>*</a:t>
            </a:r>
            <a:r>
              <a:rPr lang="en-US" altLang="zh-CN" dirty="0">
                <a:solidFill>
                  <a:srgbClr val="FF0000"/>
                </a:solidFill>
                <a:latin typeface="Times New Roman" pitchFamily="18" charset="0"/>
              </a:rPr>
              <a:t> </a:t>
            </a:r>
            <a:r>
              <a:rPr lang="en-US" altLang="zh-CN" i="1" dirty="0" err="1">
                <a:solidFill>
                  <a:srgbClr val="FF0000"/>
                </a:solidFill>
                <a:latin typeface="Times New Roman" pitchFamily="18" charset="0"/>
              </a:rPr>
              <a:t>i</a:t>
            </a:r>
            <a:r>
              <a:rPr lang="en-US" altLang="zh-CN" i="1" dirty="0">
                <a:solidFill>
                  <a:srgbClr val="FF0000"/>
                </a:solidFill>
                <a:latin typeface="Times New Roman" pitchFamily="18" charset="0"/>
              </a:rPr>
              <a:t> </a:t>
            </a:r>
          </a:p>
          <a:p>
            <a:pPr algn="just">
              <a:lnSpc>
                <a:spcPct val="96000"/>
              </a:lnSpc>
              <a:defRPr/>
            </a:pPr>
            <a:r>
              <a:rPr lang="en-US" altLang="zh-CN" i="1" dirty="0">
                <a:solidFill>
                  <a:srgbClr val="0000FF"/>
                </a:solidFill>
                <a:latin typeface="Times New Roman" pitchFamily="18" charset="0"/>
              </a:rPr>
              <a:t>t</a:t>
            </a:r>
            <a:r>
              <a:rPr lang="en-US" altLang="zh-CN" i="1" baseline="-25000" dirty="0">
                <a:solidFill>
                  <a:srgbClr val="0000FF"/>
                </a:solidFill>
                <a:latin typeface="Times New Roman" pitchFamily="18" charset="0"/>
              </a:rPr>
              <a:t>8</a:t>
            </a:r>
            <a:r>
              <a:rPr lang="en-US" altLang="zh-CN" i="1" dirty="0">
                <a:latin typeface="Times New Roman" pitchFamily="18" charset="0"/>
              </a:rPr>
              <a:t> </a:t>
            </a:r>
            <a:r>
              <a:rPr lang="en-US" altLang="zh-CN" dirty="0">
                <a:latin typeface="Times New Roman" pitchFamily="18" charset="0"/>
              </a:rPr>
              <a:t>= </a:t>
            </a:r>
            <a:r>
              <a:rPr lang="en-US" altLang="zh-CN" dirty="0">
                <a:solidFill>
                  <a:srgbClr val="0000FF"/>
                </a:solidFill>
                <a:latin typeface="Times New Roman" pitchFamily="18" charset="0"/>
              </a:rPr>
              <a:t>4 </a:t>
            </a:r>
            <a:r>
              <a:rPr lang="en-US" altLang="zh-CN" dirty="0">
                <a:solidFill>
                  <a:srgbClr val="0000FF"/>
                </a:solidFill>
                <a:latin typeface="宋体" pitchFamily="2" charset="-122"/>
              </a:rPr>
              <a:t>*</a:t>
            </a:r>
            <a:r>
              <a:rPr lang="en-US" altLang="zh-CN" dirty="0">
                <a:solidFill>
                  <a:srgbClr val="0000FF"/>
                </a:solidFill>
                <a:latin typeface="Times New Roman" pitchFamily="18" charset="0"/>
              </a:rPr>
              <a:t> </a:t>
            </a:r>
            <a:r>
              <a:rPr lang="en-US" altLang="zh-CN" i="1" dirty="0">
                <a:solidFill>
                  <a:srgbClr val="0000FF"/>
                </a:solidFill>
                <a:latin typeface="Times New Roman" pitchFamily="18" charset="0"/>
              </a:rPr>
              <a:t>j</a:t>
            </a:r>
          </a:p>
          <a:p>
            <a:pPr algn="just">
              <a:lnSpc>
                <a:spcPct val="96000"/>
              </a:lnSpc>
              <a:defRPr/>
            </a:pPr>
            <a:r>
              <a:rPr lang="en-US" altLang="zh-CN" i="1" dirty="0">
                <a:latin typeface="Times New Roman" pitchFamily="18" charset="0"/>
              </a:rPr>
              <a:t>t</a:t>
            </a:r>
            <a:r>
              <a:rPr lang="en-US" altLang="zh-CN" i="1" baseline="-25000" dirty="0">
                <a:latin typeface="Times New Roman" pitchFamily="18" charset="0"/>
              </a:rPr>
              <a:t>9</a:t>
            </a:r>
            <a:r>
              <a:rPr lang="en-US" altLang="zh-CN" dirty="0">
                <a:latin typeface="Times New Roman" pitchFamily="18" charset="0"/>
              </a:rPr>
              <a:t> = </a:t>
            </a:r>
            <a:r>
              <a:rPr lang="en-US" altLang="zh-CN" i="1" dirty="0">
                <a:latin typeface="Times New Roman" pitchFamily="18" charset="0"/>
              </a:rPr>
              <a:t>a</a:t>
            </a:r>
            <a:r>
              <a:rPr lang="en-US" altLang="zh-CN" dirty="0">
                <a:latin typeface="Times New Roman" pitchFamily="18" charset="0"/>
              </a:rPr>
              <a:t>[</a:t>
            </a:r>
            <a:r>
              <a:rPr lang="en-US" altLang="zh-CN" i="1" dirty="0">
                <a:latin typeface="Times New Roman" pitchFamily="18" charset="0"/>
              </a:rPr>
              <a:t>t</a:t>
            </a:r>
            <a:r>
              <a:rPr lang="en-US" altLang="zh-CN" i="1" baseline="-25000" dirty="0">
                <a:latin typeface="Times New Roman" pitchFamily="18" charset="0"/>
              </a:rPr>
              <a:t>8</a:t>
            </a:r>
            <a:r>
              <a:rPr lang="en-US" altLang="zh-CN" dirty="0">
                <a:latin typeface="Times New Roman" pitchFamily="18" charset="0"/>
              </a:rPr>
              <a:t>]</a:t>
            </a:r>
          </a:p>
          <a:p>
            <a:pPr algn="just">
              <a:lnSpc>
                <a:spcPct val="96000"/>
              </a:lnSpc>
              <a:defRPr/>
            </a:pPr>
            <a:r>
              <a:rPr lang="en-US" altLang="zh-CN" i="1" dirty="0">
                <a:latin typeface="Times New Roman" pitchFamily="18" charset="0"/>
              </a:rPr>
              <a:t>a</a:t>
            </a:r>
            <a:r>
              <a:rPr lang="en-US" altLang="zh-CN" dirty="0">
                <a:latin typeface="Times New Roman" pitchFamily="18" charset="0"/>
              </a:rPr>
              <a:t>[</a:t>
            </a:r>
            <a:r>
              <a:rPr lang="en-US" altLang="zh-CN" i="1" dirty="0">
                <a:solidFill>
                  <a:srgbClr val="FF0000"/>
                </a:solidFill>
                <a:latin typeface="Times New Roman" pitchFamily="18" charset="0"/>
              </a:rPr>
              <a:t>t</a:t>
            </a:r>
            <a:r>
              <a:rPr lang="en-US" altLang="zh-CN" i="1" baseline="-25000" dirty="0">
                <a:solidFill>
                  <a:srgbClr val="FF0000"/>
                </a:solidFill>
                <a:latin typeface="Times New Roman" pitchFamily="18" charset="0"/>
              </a:rPr>
              <a:t>7</a:t>
            </a:r>
            <a:r>
              <a:rPr lang="en-US" altLang="zh-CN" dirty="0">
                <a:latin typeface="Times New Roman" pitchFamily="18" charset="0"/>
              </a:rPr>
              <a:t>] = </a:t>
            </a:r>
            <a:r>
              <a:rPr lang="en-US" altLang="zh-CN" i="1" dirty="0">
                <a:latin typeface="Times New Roman" pitchFamily="18" charset="0"/>
              </a:rPr>
              <a:t>t</a:t>
            </a:r>
            <a:r>
              <a:rPr lang="en-US" altLang="zh-CN" i="1" baseline="-25000" dirty="0">
                <a:latin typeface="Times New Roman" pitchFamily="18" charset="0"/>
              </a:rPr>
              <a:t>9</a:t>
            </a:r>
            <a:endParaRPr lang="en-US" altLang="zh-CN" i="1" dirty="0">
              <a:latin typeface="Times New Roman" pitchFamily="18" charset="0"/>
            </a:endParaRPr>
          </a:p>
          <a:p>
            <a:pPr algn="just">
              <a:lnSpc>
                <a:spcPct val="96000"/>
              </a:lnSpc>
              <a:defRPr/>
            </a:pPr>
            <a:r>
              <a:rPr lang="en-US" altLang="zh-CN" i="1" dirty="0">
                <a:latin typeface="Times New Roman" pitchFamily="18" charset="0"/>
              </a:rPr>
              <a:t>t</a:t>
            </a:r>
            <a:r>
              <a:rPr lang="en-US" altLang="zh-CN" i="1" baseline="-25000" dirty="0">
                <a:latin typeface="Times New Roman" pitchFamily="18" charset="0"/>
              </a:rPr>
              <a:t>10</a:t>
            </a:r>
            <a:r>
              <a:rPr lang="en-US" altLang="zh-CN" dirty="0">
                <a:latin typeface="Times New Roman" pitchFamily="18" charset="0"/>
              </a:rPr>
              <a:t> = </a:t>
            </a:r>
            <a:r>
              <a:rPr lang="en-US" altLang="zh-CN" dirty="0">
                <a:solidFill>
                  <a:srgbClr val="FF0000"/>
                </a:solidFill>
                <a:latin typeface="Times New Roman" pitchFamily="18" charset="0"/>
              </a:rPr>
              <a:t>4 </a:t>
            </a:r>
            <a:r>
              <a:rPr lang="en-US" altLang="zh-CN" dirty="0">
                <a:solidFill>
                  <a:srgbClr val="FF0000"/>
                </a:solidFill>
                <a:latin typeface="宋体" pitchFamily="2" charset="-122"/>
              </a:rPr>
              <a:t>*</a:t>
            </a:r>
            <a:r>
              <a:rPr lang="en-US" altLang="zh-CN" dirty="0">
                <a:solidFill>
                  <a:srgbClr val="FF0000"/>
                </a:solidFill>
                <a:latin typeface="Times New Roman" pitchFamily="18" charset="0"/>
              </a:rPr>
              <a:t> </a:t>
            </a:r>
            <a:r>
              <a:rPr lang="en-US" altLang="zh-CN" i="1" dirty="0">
                <a:solidFill>
                  <a:srgbClr val="FF0000"/>
                </a:solidFill>
                <a:latin typeface="Times New Roman" pitchFamily="18" charset="0"/>
              </a:rPr>
              <a:t>j</a:t>
            </a:r>
          </a:p>
          <a:p>
            <a:pPr algn="just">
              <a:lnSpc>
                <a:spcPct val="96000"/>
              </a:lnSpc>
              <a:defRPr/>
            </a:pPr>
            <a:r>
              <a:rPr lang="en-US" altLang="zh-CN" i="1" dirty="0">
                <a:latin typeface="Times New Roman" pitchFamily="18" charset="0"/>
              </a:rPr>
              <a:t>a</a:t>
            </a:r>
            <a:r>
              <a:rPr lang="en-US" altLang="zh-CN" dirty="0">
                <a:latin typeface="Times New Roman" pitchFamily="18" charset="0"/>
              </a:rPr>
              <a:t>[</a:t>
            </a:r>
            <a:r>
              <a:rPr lang="en-US" altLang="zh-CN" i="1" dirty="0">
                <a:solidFill>
                  <a:srgbClr val="FF0000"/>
                </a:solidFill>
                <a:latin typeface="Times New Roman" pitchFamily="18" charset="0"/>
              </a:rPr>
              <a:t>t</a:t>
            </a:r>
            <a:r>
              <a:rPr lang="en-US" altLang="zh-CN" i="1" baseline="-25000" dirty="0">
                <a:solidFill>
                  <a:srgbClr val="FF0000"/>
                </a:solidFill>
                <a:latin typeface="Times New Roman" pitchFamily="18" charset="0"/>
              </a:rPr>
              <a:t>10</a:t>
            </a:r>
            <a:r>
              <a:rPr lang="en-US" altLang="zh-CN" dirty="0">
                <a:latin typeface="Times New Roman" pitchFamily="18" charset="0"/>
              </a:rPr>
              <a:t>] = </a:t>
            </a:r>
            <a:r>
              <a:rPr lang="en-US" altLang="zh-CN" i="1" dirty="0">
                <a:latin typeface="Times New Roman" pitchFamily="18" charset="0"/>
              </a:rPr>
              <a:t>x</a:t>
            </a:r>
          </a:p>
          <a:p>
            <a:pPr algn="just">
              <a:lnSpc>
                <a:spcPct val="96000"/>
              </a:lnSpc>
              <a:defRPr/>
            </a:pPr>
            <a:r>
              <a:rPr lang="en-US" altLang="zh-CN" i="1" dirty="0" err="1">
                <a:latin typeface="Times New Roman" pitchFamily="18" charset="0"/>
              </a:rPr>
              <a:t>goto</a:t>
            </a:r>
            <a:r>
              <a:rPr lang="en-US" altLang="zh-CN" dirty="0">
                <a:latin typeface="Times New Roman" pitchFamily="18" charset="0"/>
              </a:rPr>
              <a:t> </a:t>
            </a:r>
            <a:r>
              <a:rPr lang="en-US" altLang="zh-CN" i="1" dirty="0">
                <a:latin typeface="Times New Roman" pitchFamily="18" charset="0"/>
              </a:rPr>
              <a:t>B</a:t>
            </a:r>
            <a:r>
              <a:rPr lang="en-US" altLang="zh-CN" i="1" baseline="-25000" dirty="0">
                <a:latin typeface="Times New Roman" pitchFamily="18" charset="0"/>
              </a:rPr>
              <a:t>2</a:t>
            </a:r>
          </a:p>
        </p:txBody>
      </p:sp>
      <p:sp>
        <p:nvSpPr>
          <p:cNvPr id="67" name="Rectangle 33">
            <a:extLst>
              <a:ext uri="{FF2B5EF4-FFF2-40B4-BE49-F238E27FC236}">
                <a16:creationId xmlns:a16="http://schemas.microsoft.com/office/drawing/2014/main" id="{221F222C-FC1F-4B96-94EC-A47E7BC001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27750" y="187325"/>
            <a:ext cx="1189038" cy="1889125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w="25400">
            <a:solidFill>
              <a:schemeClr val="tx1"/>
            </a:solidFill>
            <a:prstDash val="lgDash"/>
            <a:miter lim="800000"/>
            <a:headEnd/>
            <a:tailEnd/>
          </a:ln>
        </p:spPr>
        <p:txBody>
          <a:bodyPr lIns="68580" tIns="0" rIns="68580" bIns="0"/>
          <a:lstStyle/>
          <a:p>
            <a:pPr algn="just">
              <a:lnSpc>
                <a:spcPct val="96000"/>
              </a:lnSpc>
              <a:defRPr/>
            </a:pPr>
            <a:r>
              <a:rPr lang="en-US" altLang="zh-CN" i="1" dirty="0">
                <a:latin typeface="Times New Roman" pitchFamily="18" charset="0"/>
              </a:rPr>
              <a:t>t</a:t>
            </a:r>
            <a:r>
              <a:rPr lang="en-US" altLang="zh-CN" i="1" baseline="-25000" dirty="0">
                <a:latin typeface="Times New Roman" pitchFamily="18" charset="0"/>
              </a:rPr>
              <a:t>6</a:t>
            </a:r>
            <a:r>
              <a:rPr lang="en-US" altLang="zh-CN" dirty="0">
                <a:latin typeface="Times New Roman" pitchFamily="18" charset="0"/>
              </a:rPr>
              <a:t> = 4 </a:t>
            </a:r>
            <a:r>
              <a:rPr lang="en-US" altLang="zh-CN" dirty="0">
                <a:latin typeface="宋体" pitchFamily="2" charset="-122"/>
              </a:rPr>
              <a:t>*</a:t>
            </a:r>
            <a:r>
              <a:rPr lang="en-US" altLang="zh-CN" dirty="0">
                <a:latin typeface="Times New Roman" pitchFamily="18" charset="0"/>
              </a:rPr>
              <a:t> </a:t>
            </a:r>
            <a:r>
              <a:rPr lang="en-US" altLang="zh-CN" i="1">
                <a:latin typeface="Times New Roman" pitchFamily="18" charset="0"/>
              </a:rPr>
              <a:t>i</a:t>
            </a:r>
            <a:endParaRPr lang="en-US" altLang="zh-CN" i="1" dirty="0">
              <a:latin typeface="Times New Roman" pitchFamily="18" charset="0"/>
            </a:endParaRPr>
          </a:p>
          <a:p>
            <a:pPr algn="just">
              <a:lnSpc>
                <a:spcPct val="96000"/>
              </a:lnSpc>
              <a:defRPr/>
            </a:pPr>
            <a:r>
              <a:rPr lang="en-US" altLang="zh-CN" i="1" dirty="0">
                <a:latin typeface="Times New Roman" pitchFamily="18" charset="0"/>
              </a:rPr>
              <a:t>x</a:t>
            </a:r>
            <a:r>
              <a:rPr lang="en-US" altLang="zh-CN" dirty="0">
                <a:latin typeface="Times New Roman" pitchFamily="18" charset="0"/>
              </a:rPr>
              <a:t> = </a:t>
            </a:r>
            <a:r>
              <a:rPr lang="en-US" altLang="zh-CN" i="1" dirty="0">
                <a:latin typeface="Times New Roman" pitchFamily="18" charset="0"/>
              </a:rPr>
              <a:t>a</a:t>
            </a:r>
            <a:r>
              <a:rPr lang="en-US" altLang="zh-CN" dirty="0">
                <a:latin typeface="Times New Roman" pitchFamily="18" charset="0"/>
              </a:rPr>
              <a:t>[</a:t>
            </a:r>
            <a:r>
              <a:rPr lang="en-US" altLang="zh-CN" i="1" dirty="0">
                <a:latin typeface="Times New Roman" pitchFamily="18" charset="0"/>
              </a:rPr>
              <a:t>t</a:t>
            </a:r>
            <a:r>
              <a:rPr lang="en-US" altLang="zh-CN" i="1" baseline="-25000" dirty="0">
                <a:latin typeface="Times New Roman" pitchFamily="18" charset="0"/>
              </a:rPr>
              <a:t>6</a:t>
            </a:r>
            <a:r>
              <a:rPr lang="en-US" altLang="zh-CN" dirty="0">
                <a:latin typeface="Times New Roman" pitchFamily="18" charset="0"/>
              </a:rPr>
              <a:t>]</a:t>
            </a:r>
          </a:p>
          <a:p>
            <a:pPr algn="just">
              <a:lnSpc>
                <a:spcPct val="96000"/>
              </a:lnSpc>
              <a:defRPr/>
            </a:pPr>
            <a:r>
              <a:rPr lang="en-US" altLang="zh-CN" i="1" dirty="0">
                <a:latin typeface="Times New Roman" pitchFamily="18" charset="0"/>
              </a:rPr>
              <a:t>t</a:t>
            </a:r>
            <a:r>
              <a:rPr lang="en-US" altLang="zh-CN" i="1" baseline="-25000" dirty="0">
                <a:latin typeface="Times New Roman" pitchFamily="18" charset="0"/>
              </a:rPr>
              <a:t>8</a:t>
            </a:r>
            <a:r>
              <a:rPr lang="en-US" altLang="zh-CN" i="1" dirty="0">
                <a:latin typeface="Times New Roman" pitchFamily="18" charset="0"/>
              </a:rPr>
              <a:t> </a:t>
            </a:r>
            <a:r>
              <a:rPr lang="en-US" altLang="zh-CN" dirty="0">
                <a:latin typeface="Times New Roman" pitchFamily="18" charset="0"/>
              </a:rPr>
              <a:t>= 4 </a:t>
            </a:r>
            <a:r>
              <a:rPr lang="en-US" altLang="zh-CN" dirty="0">
                <a:latin typeface="宋体" pitchFamily="2" charset="-122"/>
              </a:rPr>
              <a:t>*</a:t>
            </a:r>
            <a:r>
              <a:rPr lang="en-US" altLang="zh-CN" dirty="0">
                <a:latin typeface="Times New Roman" pitchFamily="18" charset="0"/>
              </a:rPr>
              <a:t> </a:t>
            </a:r>
            <a:r>
              <a:rPr lang="en-US" altLang="zh-CN" i="1" dirty="0">
                <a:latin typeface="Times New Roman" pitchFamily="18" charset="0"/>
              </a:rPr>
              <a:t>j</a:t>
            </a:r>
          </a:p>
          <a:p>
            <a:pPr algn="just">
              <a:lnSpc>
                <a:spcPct val="96000"/>
              </a:lnSpc>
              <a:defRPr/>
            </a:pPr>
            <a:r>
              <a:rPr lang="en-US" altLang="zh-CN" i="1" dirty="0">
                <a:latin typeface="Times New Roman" pitchFamily="18" charset="0"/>
              </a:rPr>
              <a:t>t</a:t>
            </a:r>
            <a:r>
              <a:rPr lang="en-US" altLang="zh-CN" i="1" baseline="-25000" dirty="0">
                <a:latin typeface="Times New Roman" pitchFamily="18" charset="0"/>
              </a:rPr>
              <a:t>9</a:t>
            </a:r>
            <a:r>
              <a:rPr lang="en-US" altLang="zh-CN" dirty="0">
                <a:latin typeface="Times New Roman" pitchFamily="18" charset="0"/>
              </a:rPr>
              <a:t> = </a:t>
            </a:r>
            <a:r>
              <a:rPr lang="en-US" altLang="zh-CN" i="1" dirty="0">
                <a:latin typeface="Times New Roman" pitchFamily="18" charset="0"/>
              </a:rPr>
              <a:t>a</a:t>
            </a:r>
            <a:r>
              <a:rPr lang="en-US" altLang="zh-CN" dirty="0">
                <a:latin typeface="Times New Roman" pitchFamily="18" charset="0"/>
              </a:rPr>
              <a:t>[</a:t>
            </a:r>
            <a:r>
              <a:rPr lang="en-US" altLang="zh-CN" i="1" dirty="0">
                <a:latin typeface="Times New Roman" pitchFamily="18" charset="0"/>
              </a:rPr>
              <a:t>t</a:t>
            </a:r>
            <a:r>
              <a:rPr lang="en-US" altLang="zh-CN" i="1" baseline="-25000" dirty="0">
                <a:latin typeface="Times New Roman" pitchFamily="18" charset="0"/>
              </a:rPr>
              <a:t>8</a:t>
            </a:r>
            <a:r>
              <a:rPr lang="en-US" altLang="zh-CN" dirty="0">
                <a:latin typeface="Times New Roman" pitchFamily="18" charset="0"/>
              </a:rPr>
              <a:t>]</a:t>
            </a:r>
          </a:p>
          <a:p>
            <a:pPr algn="just">
              <a:lnSpc>
                <a:spcPct val="96000"/>
              </a:lnSpc>
              <a:defRPr/>
            </a:pPr>
            <a:r>
              <a:rPr lang="en-US" altLang="zh-CN" i="1" dirty="0">
                <a:latin typeface="Times New Roman" pitchFamily="18" charset="0"/>
              </a:rPr>
              <a:t>a</a:t>
            </a:r>
            <a:r>
              <a:rPr lang="en-US" altLang="zh-CN" dirty="0">
                <a:latin typeface="Times New Roman" pitchFamily="18" charset="0"/>
              </a:rPr>
              <a:t>[</a:t>
            </a:r>
            <a:r>
              <a:rPr lang="en-US" altLang="zh-CN" i="1" dirty="0">
                <a:solidFill>
                  <a:srgbClr val="FF0000"/>
                </a:solidFill>
                <a:latin typeface="Times New Roman" pitchFamily="18" charset="0"/>
              </a:rPr>
              <a:t>t</a:t>
            </a:r>
            <a:r>
              <a:rPr lang="en-US" altLang="zh-CN" i="1" baseline="-25000" dirty="0">
                <a:solidFill>
                  <a:srgbClr val="FF0000"/>
                </a:solidFill>
                <a:latin typeface="Times New Roman" pitchFamily="18" charset="0"/>
              </a:rPr>
              <a:t>6</a:t>
            </a:r>
            <a:r>
              <a:rPr lang="en-US" altLang="zh-CN" dirty="0">
                <a:latin typeface="Times New Roman" pitchFamily="18" charset="0"/>
              </a:rPr>
              <a:t>] = </a:t>
            </a:r>
            <a:r>
              <a:rPr lang="en-US" altLang="zh-CN" i="1" dirty="0">
                <a:latin typeface="Times New Roman" pitchFamily="18" charset="0"/>
              </a:rPr>
              <a:t>t</a:t>
            </a:r>
            <a:r>
              <a:rPr lang="en-US" altLang="zh-CN" i="1" baseline="-25000" dirty="0">
                <a:latin typeface="Times New Roman" pitchFamily="18" charset="0"/>
              </a:rPr>
              <a:t>9</a:t>
            </a:r>
            <a:endParaRPr lang="en-US" altLang="zh-CN" i="1" dirty="0">
              <a:latin typeface="Times New Roman" pitchFamily="18" charset="0"/>
            </a:endParaRPr>
          </a:p>
          <a:p>
            <a:pPr algn="just">
              <a:lnSpc>
                <a:spcPct val="96000"/>
              </a:lnSpc>
              <a:defRPr/>
            </a:pPr>
            <a:r>
              <a:rPr lang="en-US" altLang="zh-CN" i="1" dirty="0">
                <a:latin typeface="Times New Roman" pitchFamily="18" charset="0"/>
              </a:rPr>
              <a:t>a</a:t>
            </a:r>
            <a:r>
              <a:rPr lang="en-US" altLang="zh-CN" dirty="0">
                <a:latin typeface="Times New Roman" pitchFamily="18" charset="0"/>
              </a:rPr>
              <a:t>[</a:t>
            </a:r>
            <a:r>
              <a:rPr lang="en-US" altLang="zh-CN" i="1" dirty="0">
                <a:solidFill>
                  <a:srgbClr val="FF0000"/>
                </a:solidFill>
                <a:latin typeface="Times New Roman" pitchFamily="18" charset="0"/>
              </a:rPr>
              <a:t>t</a:t>
            </a:r>
            <a:r>
              <a:rPr lang="en-US" altLang="zh-CN" i="1" baseline="-25000" dirty="0">
                <a:solidFill>
                  <a:srgbClr val="FF0000"/>
                </a:solidFill>
                <a:latin typeface="Times New Roman" pitchFamily="18" charset="0"/>
              </a:rPr>
              <a:t>8</a:t>
            </a:r>
            <a:r>
              <a:rPr lang="en-US" altLang="zh-CN" dirty="0">
                <a:latin typeface="Times New Roman" pitchFamily="18" charset="0"/>
              </a:rPr>
              <a:t>] = </a:t>
            </a:r>
            <a:r>
              <a:rPr lang="en-US" altLang="zh-CN" i="1" dirty="0">
                <a:latin typeface="Times New Roman" pitchFamily="18" charset="0"/>
              </a:rPr>
              <a:t>x</a:t>
            </a:r>
          </a:p>
          <a:p>
            <a:pPr algn="just">
              <a:lnSpc>
                <a:spcPct val="96000"/>
              </a:lnSpc>
              <a:defRPr/>
            </a:pPr>
            <a:r>
              <a:rPr lang="en-US" altLang="zh-CN" dirty="0" err="1">
                <a:latin typeface="Times New Roman" pitchFamily="18" charset="0"/>
              </a:rPr>
              <a:t>goto</a:t>
            </a:r>
            <a:r>
              <a:rPr lang="en-US" altLang="zh-CN" dirty="0">
                <a:latin typeface="Times New Roman" pitchFamily="18" charset="0"/>
              </a:rPr>
              <a:t> </a:t>
            </a:r>
            <a:r>
              <a:rPr lang="en-US" altLang="zh-CN" i="1" dirty="0">
                <a:latin typeface="Times New Roman" pitchFamily="18" charset="0"/>
              </a:rPr>
              <a:t>B</a:t>
            </a:r>
            <a:r>
              <a:rPr lang="en-US" altLang="zh-CN" i="1" baseline="-25000" dirty="0">
                <a:latin typeface="Times New Roman" pitchFamily="18" charset="0"/>
              </a:rPr>
              <a:t>2</a:t>
            </a:r>
          </a:p>
        </p:txBody>
      </p:sp>
      <p:sp>
        <p:nvSpPr>
          <p:cNvPr id="47108" name="Rectangle 4">
            <a:extLst>
              <a:ext uri="{FF2B5EF4-FFF2-40B4-BE49-F238E27FC236}">
                <a16:creationId xmlns:a16="http://schemas.microsoft.com/office/drawing/2014/main" id="{464DE074-2352-4B9C-BD81-905A32D593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例</a:t>
            </a:r>
          </a:p>
        </p:txBody>
      </p:sp>
      <p:sp>
        <p:nvSpPr>
          <p:cNvPr id="51" name="Rectangle 4">
            <a:extLst>
              <a:ext uri="{FF2B5EF4-FFF2-40B4-BE49-F238E27FC236}">
                <a16:creationId xmlns:a16="http://schemas.microsoft.com/office/drawing/2014/main" id="{290B0042-154C-44D4-8ACA-B17306044C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25850" y="212725"/>
            <a:ext cx="1693863" cy="81438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lIns="68580" tIns="27000" rIns="68580" bIns="0"/>
          <a:lstStyle/>
          <a:p>
            <a:pPr algn="just">
              <a:lnSpc>
                <a:spcPct val="70000"/>
              </a:lnSpc>
              <a:defRPr/>
            </a:pPr>
            <a:r>
              <a:rPr lang="en-US" altLang="zh-CN" i="1">
                <a:latin typeface="Times New Roman" pitchFamily="18" charset="0"/>
              </a:rPr>
              <a:t>i</a:t>
            </a:r>
            <a:r>
              <a:rPr lang="en-US" altLang="zh-CN" i="1" dirty="0">
                <a:latin typeface="Times New Roman" pitchFamily="18" charset="0"/>
              </a:rPr>
              <a:t> </a:t>
            </a:r>
            <a:r>
              <a:rPr lang="en-US" altLang="zh-CN" dirty="0">
                <a:latin typeface="Times New Roman" pitchFamily="18" charset="0"/>
              </a:rPr>
              <a:t>=</a:t>
            </a:r>
            <a:r>
              <a:rPr lang="en-US" altLang="zh-CN" i="1" dirty="0">
                <a:latin typeface="Times New Roman" pitchFamily="18" charset="0"/>
              </a:rPr>
              <a:t> m </a:t>
            </a:r>
            <a:r>
              <a:rPr lang="en-US" altLang="zh-CN" dirty="0">
                <a:latin typeface="Times New Roman" pitchFamily="18" charset="0"/>
                <a:sym typeface="Symbol" pitchFamily="18" charset="2"/>
              </a:rPr>
              <a:t></a:t>
            </a:r>
            <a:r>
              <a:rPr lang="en-US" altLang="zh-CN" dirty="0">
                <a:latin typeface="Times New Roman" pitchFamily="18" charset="0"/>
              </a:rPr>
              <a:t>1</a:t>
            </a:r>
          </a:p>
          <a:p>
            <a:pPr algn="just">
              <a:lnSpc>
                <a:spcPct val="70000"/>
              </a:lnSpc>
              <a:defRPr/>
            </a:pPr>
            <a:r>
              <a:rPr lang="en-US" altLang="zh-CN" i="1" dirty="0">
                <a:latin typeface="Times New Roman" pitchFamily="18" charset="0"/>
              </a:rPr>
              <a:t>j</a:t>
            </a:r>
            <a:r>
              <a:rPr lang="en-US" altLang="zh-CN" dirty="0">
                <a:latin typeface="Times New Roman" pitchFamily="18" charset="0"/>
              </a:rPr>
              <a:t> =</a:t>
            </a:r>
            <a:r>
              <a:rPr lang="en-US" altLang="zh-CN" i="1" dirty="0">
                <a:latin typeface="Times New Roman" pitchFamily="18" charset="0"/>
              </a:rPr>
              <a:t> n</a:t>
            </a:r>
          </a:p>
          <a:p>
            <a:pPr algn="just">
              <a:lnSpc>
                <a:spcPct val="70000"/>
              </a:lnSpc>
              <a:defRPr/>
            </a:pPr>
            <a:r>
              <a:rPr lang="en-US" altLang="zh-CN" i="1" dirty="0">
                <a:latin typeface="Times New Roman" pitchFamily="18" charset="0"/>
              </a:rPr>
              <a:t>t</a:t>
            </a:r>
            <a:r>
              <a:rPr lang="en-US" altLang="zh-CN" i="1" baseline="-25000" dirty="0">
                <a:latin typeface="Times New Roman" pitchFamily="18" charset="0"/>
              </a:rPr>
              <a:t>1</a:t>
            </a:r>
            <a:r>
              <a:rPr lang="en-US" altLang="zh-CN" dirty="0">
                <a:latin typeface="Times New Roman" pitchFamily="18" charset="0"/>
              </a:rPr>
              <a:t> = 4 </a:t>
            </a:r>
            <a:r>
              <a:rPr lang="en-US" altLang="zh-CN" dirty="0">
                <a:latin typeface="宋体" pitchFamily="2" charset="-122"/>
              </a:rPr>
              <a:t>*</a:t>
            </a:r>
            <a:r>
              <a:rPr lang="en-US" altLang="zh-CN" dirty="0">
                <a:latin typeface="Times New Roman" pitchFamily="18" charset="0"/>
              </a:rPr>
              <a:t> </a:t>
            </a:r>
            <a:r>
              <a:rPr lang="en-US" altLang="zh-CN" i="1" dirty="0">
                <a:latin typeface="Times New Roman" pitchFamily="18" charset="0"/>
              </a:rPr>
              <a:t>n</a:t>
            </a:r>
          </a:p>
          <a:p>
            <a:pPr algn="just">
              <a:lnSpc>
                <a:spcPct val="70000"/>
              </a:lnSpc>
              <a:defRPr/>
            </a:pPr>
            <a:r>
              <a:rPr lang="en-US" altLang="zh-CN" i="1" dirty="0">
                <a:latin typeface="Times New Roman" pitchFamily="18" charset="0"/>
              </a:rPr>
              <a:t>v</a:t>
            </a:r>
            <a:r>
              <a:rPr lang="en-US" altLang="zh-CN" dirty="0">
                <a:latin typeface="Times New Roman" pitchFamily="18" charset="0"/>
              </a:rPr>
              <a:t> = </a:t>
            </a:r>
            <a:r>
              <a:rPr lang="en-US" altLang="zh-CN" i="1" dirty="0">
                <a:latin typeface="Times New Roman" pitchFamily="18" charset="0"/>
              </a:rPr>
              <a:t>a</a:t>
            </a:r>
            <a:r>
              <a:rPr lang="en-US" altLang="zh-CN" dirty="0">
                <a:latin typeface="Times New Roman" pitchFamily="18" charset="0"/>
              </a:rPr>
              <a:t>[</a:t>
            </a:r>
            <a:r>
              <a:rPr lang="en-US" altLang="zh-CN" i="1" dirty="0">
                <a:latin typeface="Times New Roman" pitchFamily="18" charset="0"/>
              </a:rPr>
              <a:t>t</a:t>
            </a:r>
            <a:r>
              <a:rPr lang="en-US" altLang="zh-CN" i="1" baseline="-25000" dirty="0">
                <a:latin typeface="Times New Roman" pitchFamily="18" charset="0"/>
              </a:rPr>
              <a:t>1</a:t>
            </a:r>
            <a:r>
              <a:rPr lang="en-US" altLang="zh-CN" dirty="0">
                <a:latin typeface="Times New Roman" pitchFamily="18" charset="0"/>
              </a:rPr>
              <a:t>]</a:t>
            </a:r>
          </a:p>
        </p:txBody>
      </p:sp>
      <p:sp>
        <p:nvSpPr>
          <p:cNvPr id="52" name="Rectangle 5">
            <a:extLst>
              <a:ext uri="{FF2B5EF4-FFF2-40B4-BE49-F238E27FC236}">
                <a16:creationId xmlns:a16="http://schemas.microsoft.com/office/drawing/2014/main" id="{0867312F-3F20-4013-B025-528BF161F6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22675" y="1350963"/>
            <a:ext cx="1711325" cy="814387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lIns="68580" tIns="27000" rIns="68580" bIns="27000"/>
          <a:lstStyle/>
          <a:p>
            <a:pPr algn="just">
              <a:lnSpc>
                <a:spcPct val="70000"/>
              </a:lnSpc>
              <a:defRPr/>
            </a:pPr>
            <a:r>
              <a:rPr lang="en-US" altLang="zh-CN" i="1">
                <a:latin typeface="Times New Roman" pitchFamily="18" charset="0"/>
              </a:rPr>
              <a:t>i</a:t>
            </a:r>
            <a:r>
              <a:rPr lang="en-US" altLang="zh-CN" dirty="0">
                <a:latin typeface="Times New Roman" pitchFamily="18" charset="0"/>
              </a:rPr>
              <a:t> =</a:t>
            </a:r>
            <a:r>
              <a:rPr lang="en-US" altLang="zh-CN" i="1" dirty="0">
                <a:latin typeface="Times New Roman" pitchFamily="18" charset="0"/>
              </a:rPr>
              <a:t> </a:t>
            </a:r>
            <a:r>
              <a:rPr lang="en-US" altLang="zh-CN" i="1">
                <a:latin typeface="Times New Roman" pitchFamily="18" charset="0"/>
              </a:rPr>
              <a:t>i</a:t>
            </a:r>
            <a:r>
              <a:rPr lang="en-US" altLang="zh-CN" i="1" dirty="0">
                <a:latin typeface="Times New Roman" pitchFamily="18" charset="0"/>
              </a:rPr>
              <a:t> </a:t>
            </a:r>
            <a:r>
              <a:rPr lang="en-US" altLang="zh-CN" dirty="0">
                <a:latin typeface="Times New Roman" pitchFamily="18" charset="0"/>
              </a:rPr>
              <a:t>+ 1</a:t>
            </a:r>
          </a:p>
          <a:p>
            <a:pPr algn="just">
              <a:lnSpc>
                <a:spcPct val="70000"/>
              </a:lnSpc>
              <a:defRPr/>
            </a:pPr>
            <a:r>
              <a:rPr lang="en-US" altLang="zh-CN" i="1" dirty="0">
                <a:latin typeface="Times New Roman" pitchFamily="18" charset="0"/>
              </a:rPr>
              <a:t>t</a:t>
            </a:r>
            <a:r>
              <a:rPr lang="en-US" altLang="zh-CN" i="1" baseline="-25000" dirty="0">
                <a:latin typeface="Times New Roman" pitchFamily="18" charset="0"/>
              </a:rPr>
              <a:t>2</a:t>
            </a:r>
            <a:r>
              <a:rPr lang="en-US" altLang="zh-CN" dirty="0">
                <a:latin typeface="Times New Roman" pitchFamily="18" charset="0"/>
              </a:rPr>
              <a:t> = 4 </a:t>
            </a:r>
            <a:r>
              <a:rPr lang="en-US" altLang="zh-CN" dirty="0">
                <a:latin typeface="宋体" pitchFamily="2" charset="-122"/>
              </a:rPr>
              <a:t>*</a:t>
            </a:r>
            <a:r>
              <a:rPr lang="en-US" altLang="zh-CN" dirty="0">
                <a:latin typeface="Times New Roman" pitchFamily="18" charset="0"/>
              </a:rPr>
              <a:t> </a:t>
            </a:r>
            <a:r>
              <a:rPr lang="en-US" altLang="zh-CN" i="1">
                <a:latin typeface="Times New Roman" pitchFamily="18" charset="0"/>
              </a:rPr>
              <a:t>i</a:t>
            </a:r>
            <a:endParaRPr lang="en-US" altLang="zh-CN" i="1" dirty="0">
              <a:latin typeface="Times New Roman" pitchFamily="18" charset="0"/>
            </a:endParaRPr>
          </a:p>
          <a:p>
            <a:pPr algn="just">
              <a:lnSpc>
                <a:spcPct val="70000"/>
              </a:lnSpc>
              <a:defRPr/>
            </a:pPr>
            <a:r>
              <a:rPr lang="en-US" altLang="zh-CN" i="1" dirty="0">
                <a:latin typeface="Times New Roman" pitchFamily="18" charset="0"/>
              </a:rPr>
              <a:t>t</a:t>
            </a:r>
            <a:r>
              <a:rPr lang="en-US" altLang="zh-CN" i="1" baseline="-25000" dirty="0">
                <a:latin typeface="Times New Roman" pitchFamily="18" charset="0"/>
              </a:rPr>
              <a:t>3</a:t>
            </a:r>
            <a:r>
              <a:rPr lang="en-US" altLang="zh-CN" dirty="0">
                <a:latin typeface="Times New Roman" pitchFamily="18" charset="0"/>
              </a:rPr>
              <a:t> = </a:t>
            </a:r>
            <a:r>
              <a:rPr lang="en-US" altLang="zh-CN" i="1" dirty="0">
                <a:latin typeface="Times New Roman" pitchFamily="18" charset="0"/>
              </a:rPr>
              <a:t>a</a:t>
            </a:r>
            <a:r>
              <a:rPr lang="en-US" altLang="zh-CN" dirty="0">
                <a:latin typeface="Times New Roman" pitchFamily="18" charset="0"/>
              </a:rPr>
              <a:t>[</a:t>
            </a:r>
            <a:r>
              <a:rPr lang="en-US" altLang="zh-CN" i="1" dirty="0">
                <a:latin typeface="Times New Roman" pitchFamily="18" charset="0"/>
              </a:rPr>
              <a:t>t</a:t>
            </a:r>
            <a:r>
              <a:rPr lang="en-US" altLang="zh-CN" i="1" baseline="-25000" dirty="0">
                <a:latin typeface="Times New Roman" pitchFamily="18" charset="0"/>
              </a:rPr>
              <a:t>2</a:t>
            </a:r>
            <a:r>
              <a:rPr lang="en-US" altLang="zh-CN" dirty="0">
                <a:latin typeface="Times New Roman" pitchFamily="18" charset="0"/>
              </a:rPr>
              <a:t>]</a:t>
            </a:r>
          </a:p>
          <a:p>
            <a:pPr algn="just">
              <a:lnSpc>
                <a:spcPct val="70000"/>
              </a:lnSpc>
              <a:defRPr/>
            </a:pPr>
            <a:r>
              <a:rPr lang="en-US" altLang="zh-CN" i="1" dirty="0">
                <a:latin typeface="Times New Roman" pitchFamily="18" charset="0"/>
              </a:rPr>
              <a:t>if t</a:t>
            </a:r>
            <a:r>
              <a:rPr lang="en-US" altLang="zh-CN" i="1" baseline="-25000" dirty="0">
                <a:latin typeface="Times New Roman" pitchFamily="18" charset="0"/>
              </a:rPr>
              <a:t>3</a:t>
            </a:r>
            <a:r>
              <a:rPr lang="en-US" altLang="zh-CN" i="1" dirty="0">
                <a:latin typeface="Times New Roman" pitchFamily="18" charset="0"/>
              </a:rPr>
              <a:t> </a:t>
            </a:r>
            <a:r>
              <a:rPr lang="en-US" altLang="zh-CN" dirty="0">
                <a:latin typeface="Times New Roman" pitchFamily="18" charset="0"/>
              </a:rPr>
              <a:t>&lt; </a:t>
            </a:r>
            <a:r>
              <a:rPr lang="en-US" altLang="zh-CN" i="1" dirty="0">
                <a:latin typeface="Times New Roman" pitchFamily="18" charset="0"/>
              </a:rPr>
              <a:t>v</a:t>
            </a:r>
            <a:r>
              <a:rPr lang="en-US" altLang="zh-CN" dirty="0">
                <a:latin typeface="Times New Roman" pitchFamily="18" charset="0"/>
              </a:rPr>
              <a:t> </a:t>
            </a:r>
            <a:r>
              <a:rPr lang="en-US" altLang="zh-CN" i="1" dirty="0" err="1">
                <a:latin typeface="Times New Roman" pitchFamily="18" charset="0"/>
              </a:rPr>
              <a:t>goto</a:t>
            </a:r>
            <a:r>
              <a:rPr lang="en-US" altLang="zh-CN" dirty="0">
                <a:latin typeface="Times New Roman" pitchFamily="18" charset="0"/>
              </a:rPr>
              <a:t> </a:t>
            </a:r>
            <a:r>
              <a:rPr lang="en-US" altLang="zh-CN" i="1" dirty="0">
                <a:latin typeface="Times New Roman" pitchFamily="18" charset="0"/>
              </a:rPr>
              <a:t>B</a:t>
            </a:r>
            <a:r>
              <a:rPr lang="en-US" altLang="zh-CN" i="1" baseline="-25000" dirty="0">
                <a:latin typeface="Times New Roman" pitchFamily="18" charset="0"/>
              </a:rPr>
              <a:t>2</a:t>
            </a:r>
          </a:p>
        </p:txBody>
      </p:sp>
      <p:sp>
        <p:nvSpPr>
          <p:cNvPr id="47111" name="Rectangle 6">
            <a:extLst>
              <a:ext uri="{FF2B5EF4-FFF2-40B4-BE49-F238E27FC236}">
                <a16:creationId xmlns:a16="http://schemas.microsoft.com/office/drawing/2014/main" id="{F10F20FD-B58D-434F-A469-979FA2D28D8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46713" y="195263"/>
            <a:ext cx="393700" cy="2206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just"/>
            <a:r>
              <a:rPr lang="en-US" altLang="zh-CN" i="1">
                <a:latin typeface="Times New Roman" panose="02020603050405020304" pitchFamily="18" charset="0"/>
              </a:rPr>
              <a:t>B</a:t>
            </a:r>
            <a:r>
              <a:rPr lang="en-US" altLang="zh-CN" i="1" baseline="-25000">
                <a:latin typeface="Times New Roman" panose="02020603050405020304" pitchFamily="18" charset="0"/>
              </a:rPr>
              <a:t>1</a:t>
            </a:r>
            <a:endParaRPr lang="en-US" altLang="zh-CN" i="1">
              <a:latin typeface="Times New Roman" panose="02020603050405020304" pitchFamily="18" charset="0"/>
            </a:endParaRPr>
          </a:p>
        </p:txBody>
      </p:sp>
      <p:sp>
        <p:nvSpPr>
          <p:cNvPr id="47112" name="Rectangle 7">
            <a:extLst>
              <a:ext uri="{FF2B5EF4-FFF2-40B4-BE49-F238E27FC236}">
                <a16:creationId xmlns:a16="http://schemas.microsoft.com/office/drawing/2014/main" id="{36DC7229-2776-4560-9820-EAE9104489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29250" y="1258888"/>
            <a:ext cx="627063" cy="325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just"/>
            <a:r>
              <a:rPr lang="en-US" altLang="zh-CN" i="1">
                <a:latin typeface="Times New Roman" panose="02020603050405020304" pitchFamily="18" charset="0"/>
              </a:rPr>
              <a:t>B</a:t>
            </a:r>
            <a:r>
              <a:rPr lang="en-US" altLang="zh-CN" i="1" baseline="-25000">
                <a:latin typeface="Times New Roman" panose="02020603050405020304" pitchFamily="18" charset="0"/>
              </a:rPr>
              <a:t>2</a:t>
            </a:r>
            <a:endParaRPr lang="en-US" altLang="zh-CN" i="1">
              <a:latin typeface="Times New Roman" panose="02020603050405020304" pitchFamily="18" charset="0"/>
            </a:endParaRPr>
          </a:p>
        </p:txBody>
      </p:sp>
      <p:sp>
        <p:nvSpPr>
          <p:cNvPr id="55" name="Rectangle 8">
            <a:extLst>
              <a:ext uri="{FF2B5EF4-FFF2-40B4-BE49-F238E27FC236}">
                <a16:creationId xmlns:a16="http://schemas.microsoft.com/office/drawing/2014/main" id="{094A80AA-08DC-421D-AD90-F0D63E2FB12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40138" y="2500313"/>
            <a:ext cx="1711325" cy="8128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lIns="68580" tIns="27000" rIns="68580" bIns="27000"/>
          <a:lstStyle/>
          <a:p>
            <a:pPr algn="just">
              <a:lnSpc>
                <a:spcPct val="70000"/>
              </a:lnSpc>
              <a:defRPr/>
            </a:pPr>
            <a:r>
              <a:rPr lang="en-US" altLang="zh-CN" i="1" dirty="0">
                <a:latin typeface="Times New Roman" pitchFamily="18" charset="0"/>
              </a:rPr>
              <a:t>j </a:t>
            </a:r>
            <a:r>
              <a:rPr lang="en-US" altLang="zh-CN" dirty="0">
                <a:latin typeface="Times New Roman" pitchFamily="18" charset="0"/>
              </a:rPr>
              <a:t>= </a:t>
            </a:r>
            <a:r>
              <a:rPr lang="en-US" altLang="zh-CN" i="1" dirty="0">
                <a:latin typeface="Times New Roman" pitchFamily="18" charset="0"/>
              </a:rPr>
              <a:t>j </a:t>
            </a:r>
            <a:r>
              <a:rPr lang="en-US" altLang="zh-CN" dirty="0">
                <a:latin typeface="Times New Roman" pitchFamily="18" charset="0"/>
                <a:sym typeface="Symbol" pitchFamily="18" charset="2"/>
              </a:rPr>
              <a:t></a:t>
            </a:r>
            <a:r>
              <a:rPr lang="en-US" altLang="zh-CN" dirty="0">
                <a:latin typeface="Times New Roman" pitchFamily="18" charset="0"/>
              </a:rPr>
              <a:t>1</a:t>
            </a:r>
          </a:p>
          <a:p>
            <a:pPr algn="just">
              <a:lnSpc>
                <a:spcPct val="70000"/>
              </a:lnSpc>
              <a:defRPr/>
            </a:pPr>
            <a:r>
              <a:rPr lang="en-US" altLang="zh-CN" i="1" dirty="0">
                <a:latin typeface="Times New Roman" pitchFamily="18" charset="0"/>
              </a:rPr>
              <a:t>t</a:t>
            </a:r>
            <a:r>
              <a:rPr lang="en-US" altLang="zh-CN" i="1" baseline="-25000" dirty="0">
                <a:latin typeface="Times New Roman" pitchFamily="18" charset="0"/>
              </a:rPr>
              <a:t>4</a:t>
            </a:r>
            <a:r>
              <a:rPr lang="en-US" altLang="zh-CN" dirty="0">
                <a:latin typeface="Times New Roman" pitchFamily="18" charset="0"/>
              </a:rPr>
              <a:t> = 4 </a:t>
            </a:r>
            <a:r>
              <a:rPr lang="en-US" altLang="zh-CN" dirty="0">
                <a:latin typeface="宋体" pitchFamily="2" charset="-122"/>
              </a:rPr>
              <a:t>*</a:t>
            </a:r>
            <a:r>
              <a:rPr lang="en-US" altLang="zh-CN" dirty="0">
                <a:latin typeface="Times New Roman" pitchFamily="18" charset="0"/>
              </a:rPr>
              <a:t> </a:t>
            </a:r>
            <a:r>
              <a:rPr lang="en-US" altLang="zh-CN" i="1" dirty="0">
                <a:latin typeface="Times New Roman" pitchFamily="18" charset="0"/>
              </a:rPr>
              <a:t>j</a:t>
            </a:r>
          </a:p>
          <a:p>
            <a:pPr algn="just">
              <a:lnSpc>
                <a:spcPct val="70000"/>
              </a:lnSpc>
              <a:defRPr/>
            </a:pPr>
            <a:r>
              <a:rPr lang="en-US" altLang="zh-CN" i="1" dirty="0">
                <a:latin typeface="Times New Roman" pitchFamily="18" charset="0"/>
              </a:rPr>
              <a:t>t</a:t>
            </a:r>
            <a:r>
              <a:rPr lang="en-US" altLang="zh-CN" i="1" baseline="-25000" dirty="0">
                <a:latin typeface="Times New Roman" pitchFamily="18" charset="0"/>
              </a:rPr>
              <a:t>5</a:t>
            </a:r>
            <a:r>
              <a:rPr lang="en-US" altLang="zh-CN" dirty="0">
                <a:latin typeface="Times New Roman" pitchFamily="18" charset="0"/>
              </a:rPr>
              <a:t> = </a:t>
            </a:r>
            <a:r>
              <a:rPr lang="en-US" altLang="zh-CN" i="1" dirty="0">
                <a:latin typeface="Times New Roman" pitchFamily="18" charset="0"/>
              </a:rPr>
              <a:t>a</a:t>
            </a:r>
            <a:r>
              <a:rPr lang="en-US" altLang="zh-CN" dirty="0">
                <a:latin typeface="Times New Roman" pitchFamily="18" charset="0"/>
              </a:rPr>
              <a:t>[</a:t>
            </a:r>
            <a:r>
              <a:rPr lang="en-US" altLang="zh-CN" i="1" dirty="0">
                <a:latin typeface="Times New Roman" pitchFamily="18" charset="0"/>
              </a:rPr>
              <a:t>t</a:t>
            </a:r>
            <a:r>
              <a:rPr lang="en-US" altLang="zh-CN" i="1" baseline="-25000" dirty="0">
                <a:latin typeface="Times New Roman" pitchFamily="18" charset="0"/>
              </a:rPr>
              <a:t>4</a:t>
            </a:r>
            <a:r>
              <a:rPr lang="en-US" altLang="zh-CN" dirty="0">
                <a:latin typeface="Times New Roman" pitchFamily="18" charset="0"/>
              </a:rPr>
              <a:t>]</a:t>
            </a:r>
          </a:p>
          <a:p>
            <a:pPr algn="just">
              <a:lnSpc>
                <a:spcPct val="70000"/>
              </a:lnSpc>
              <a:defRPr/>
            </a:pPr>
            <a:r>
              <a:rPr lang="en-US" altLang="zh-CN" i="1" dirty="0">
                <a:latin typeface="Times New Roman" pitchFamily="18" charset="0"/>
              </a:rPr>
              <a:t>if</a:t>
            </a:r>
            <a:r>
              <a:rPr lang="en-US" altLang="zh-CN" dirty="0">
                <a:latin typeface="Times New Roman" pitchFamily="18" charset="0"/>
              </a:rPr>
              <a:t> </a:t>
            </a:r>
            <a:r>
              <a:rPr lang="en-US" altLang="zh-CN" i="1" dirty="0">
                <a:latin typeface="Times New Roman" pitchFamily="18" charset="0"/>
              </a:rPr>
              <a:t>t</a:t>
            </a:r>
            <a:r>
              <a:rPr lang="en-US" altLang="zh-CN" i="1" baseline="-25000" dirty="0">
                <a:latin typeface="Times New Roman" pitchFamily="18" charset="0"/>
              </a:rPr>
              <a:t>5</a:t>
            </a:r>
            <a:r>
              <a:rPr lang="en-US" altLang="zh-CN" dirty="0">
                <a:latin typeface="Times New Roman" pitchFamily="18" charset="0"/>
              </a:rPr>
              <a:t> &gt; </a:t>
            </a:r>
            <a:r>
              <a:rPr lang="en-US" altLang="zh-CN" i="1" dirty="0">
                <a:latin typeface="Times New Roman" pitchFamily="18" charset="0"/>
              </a:rPr>
              <a:t>v</a:t>
            </a:r>
            <a:r>
              <a:rPr lang="en-US" altLang="zh-CN" dirty="0">
                <a:latin typeface="Times New Roman" pitchFamily="18" charset="0"/>
              </a:rPr>
              <a:t> </a:t>
            </a:r>
            <a:r>
              <a:rPr lang="en-US" altLang="zh-CN" i="1" dirty="0" err="1">
                <a:latin typeface="Times New Roman" pitchFamily="18" charset="0"/>
              </a:rPr>
              <a:t>goto</a:t>
            </a:r>
            <a:r>
              <a:rPr lang="en-US" altLang="zh-CN" dirty="0">
                <a:latin typeface="Times New Roman" pitchFamily="18" charset="0"/>
              </a:rPr>
              <a:t> </a:t>
            </a:r>
            <a:r>
              <a:rPr lang="en-US" altLang="zh-CN" i="1" dirty="0">
                <a:latin typeface="Times New Roman" pitchFamily="18" charset="0"/>
              </a:rPr>
              <a:t>B</a:t>
            </a:r>
            <a:r>
              <a:rPr lang="en-US" altLang="zh-CN" i="1" baseline="-25000" dirty="0">
                <a:latin typeface="Times New Roman" pitchFamily="18" charset="0"/>
              </a:rPr>
              <a:t>3</a:t>
            </a:r>
          </a:p>
        </p:txBody>
      </p:sp>
      <p:sp>
        <p:nvSpPr>
          <p:cNvPr id="47114" name="Line 9">
            <a:extLst>
              <a:ext uri="{FF2B5EF4-FFF2-40B4-BE49-F238E27FC236}">
                <a16:creationId xmlns:a16="http://schemas.microsoft.com/office/drawing/2014/main" id="{2E22ACEE-AE67-49F2-96F2-3A196E7B658F}"/>
              </a:ext>
            </a:extLst>
          </p:cNvPr>
          <p:cNvSpPr>
            <a:spLocks noChangeShapeType="1"/>
          </p:cNvSpPr>
          <p:nvPr/>
        </p:nvSpPr>
        <p:spPr bwMode="auto">
          <a:xfrm>
            <a:off x="4457700" y="1035050"/>
            <a:ext cx="0" cy="315913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/>
          </a:p>
        </p:txBody>
      </p:sp>
      <p:sp>
        <p:nvSpPr>
          <p:cNvPr id="47115" name="Line 10">
            <a:extLst>
              <a:ext uri="{FF2B5EF4-FFF2-40B4-BE49-F238E27FC236}">
                <a16:creationId xmlns:a16="http://schemas.microsoft.com/office/drawing/2014/main" id="{2D7EFB54-EF46-4B1A-8566-3063C67314C0}"/>
              </a:ext>
            </a:extLst>
          </p:cNvPr>
          <p:cNvSpPr>
            <a:spLocks noChangeShapeType="1"/>
          </p:cNvSpPr>
          <p:nvPr/>
        </p:nvSpPr>
        <p:spPr bwMode="auto">
          <a:xfrm>
            <a:off x="4440238" y="2184400"/>
            <a:ext cx="0" cy="315913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/>
          </a:p>
        </p:txBody>
      </p:sp>
      <p:sp>
        <p:nvSpPr>
          <p:cNvPr id="58" name="Rectangle 11">
            <a:extLst>
              <a:ext uri="{FF2B5EF4-FFF2-40B4-BE49-F238E27FC236}">
                <a16:creationId xmlns:a16="http://schemas.microsoft.com/office/drawing/2014/main" id="{7D39BF1F-1E52-4684-80F3-1924FC4385F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40138" y="3662363"/>
            <a:ext cx="1725612" cy="3048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lIns="67500" tIns="0" rIns="0" bIns="0"/>
          <a:lstStyle/>
          <a:p>
            <a:pPr algn="just">
              <a:lnSpc>
                <a:spcPct val="96000"/>
              </a:lnSpc>
              <a:defRPr/>
            </a:pPr>
            <a:r>
              <a:rPr lang="en-US" altLang="zh-CN" i="1" dirty="0">
                <a:latin typeface="Times New Roman" pitchFamily="18" charset="0"/>
              </a:rPr>
              <a:t>if</a:t>
            </a:r>
            <a:r>
              <a:rPr lang="en-US" altLang="zh-CN" dirty="0">
                <a:latin typeface="Times New Roman" pitchFamily="18" charset="0"/>
              </a:rPr>
              <a:t> </a:t>
            </a:r>
            <a:r>
              <a:rPr lang="en-US" altLang="zh-CN" i="1">
                <a:latin typeface="Times New Roman" pitchFamily="18" charset="0"/>
              </a:rPr>
              <a:t>i</a:t>
            </a:r>
            <a:r>
              <a:rPr lang="en-US" altLang="zh-CN" dirty="0">
                <a:latin typeface="Times New Roman" pitchFamily="18" charset="0"/>
              </a:rPr>
              <a:t> &gt;= </a:t>
            </a:r>
            <a:r>
              <a:rPr lang="en-US" altLang="zh-CN" i="1" dirty="0">
                <a:latin typeface="Times New Roman" pitchFamily="18" charset="0"/>
              </a:rPr>
              <a:t>j </a:t>
            </a:r>
            <a:r>
              <a:rPr lang="en-US" altLang="zh-CN" i="1" dirty="0" err="1">
                <a:latin typeface="Times New Roman" pitchFamily="18" charset="0"/>
              </a:rPr>
              <a:t>goto</a:t>
            </a:r>
            <a:r>
              <a:rPr lang="en-US" altLang="zh-CN" dirty="0">
                <a:latin typeface="Times New Roman" pitchFamily="18" charset="0"/>
              </a:rPr>
              <a:t> </a:t>
            </a:r>
            <a:r>
              <a:rPr lang="en-US" altLang="zh-CN" i="1" dirty="0">
                <a:latin typeface="Times New Roman" pitchFamily="18" charset="0"/>
              </a:rPr>
              <a:t>B</a:t>
            </a:r>
            <a:r>
              <a:rPr lang="en-US" altLang="zh-CN" i="1" baseline="-25000" dirty="0">
                <a:latin typeface="Times New Roman" pitchFamily="18" charset="0"/>
              </a:rPr>
              <a:t>6</a:t>
            </a:r>
          </a:p>
        </p:txBody>
      </p:sp>
      <p:sp>
        <p:nvSpPr>
          <p:cNvPr id="47117" name="Line 12">
            <a:extLst>
              <a:ext uri="{FF2B5EF4-FFF2-40B4-BE49-F238E27FC236}">
                <a16:creationId xmlns:a16="http://schemas.microsoft.com/office/drawing/2014/main" id="{44ED6B1B-DD00-4D4D-94E8-1255755FAEB8}"/>
              </a:ext>
            </a:extLst>
          </p:cNvPr>
          <p:cNvSpPr>
            <a:spLocks noChangeShapeType="1"/>
          </p:cNvSpPr>
          <p:nvPr/>
        </p:nvSpPr>
        <p:spPr bwMode="auto">
          <a:xfrm>
            <a:off x="4440238" y="3332163"/>
            <a:ext cx="0" cy="319087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/>
          </a:p>
        </p:txBody>
      </p:sp>
      <p:sp>
        <p:nvSpPr>
          <p:cNvPr id="47118" name="Rectangle 14">
            <a:extLst>
              <a:ext uri="{FF2B5EF4-FFF2-40B4-BE49-F238E27FC236}">
                <a16:creationId xmlns:a16="http://schemas.microsoft.com/office/drawing/2014/main" id="{E71E0479-F293-4055-98B5-8FE993F8A5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46713" y="3567113"/>
            <a:ext cx="625475" cy="323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just"/>
            <a:r>
              <a:rPr lang="en-US" altLang="zh-CN" i="1">
                <a:latin typeface="Times New Roman" panose="02020603050405020304" pitchFamily="18" charset="0"/>
              </a:rPr>
              <a:t>B</a:t>
            </a:r>
            <a:r>
              <a:rPr lang="en-US" altLang="zh-CN" i="1" baseline="-25000">
                <a:latin typeface="Times New Roman" panose="02020603050405020304" pitchFamily="18" charset="0"/>
              </a:rPr>
              <a:t>4</a:t>
            </a:r>
            <a:endParaRPr lang="en-US" altLang="zh-CN" i="1">
              <a:latin typeface="Times New Roman" panose="02020603050405020304" pitchFamily="18" charset="0"/>
            </a:endParaRPr>
          </a:p>
        </p:txBody>
      </p:sp>
      <p:sp>
        <p:nvSpPr>
          <p:cNvPr id="47119" name="Rectangle 15">
            <a:extLst>
              <a:ext uri="{FF2B5EF4-FFF2-40B4-BE49-F238E27FC236}">
                <a16:creationId xmlns:a16="http://schemas.microsoft.com/office/drawing/2014/main" id="{71C51B0B-C414-49E6-823C-A2F098CAA1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43538" y="2408238"/>
            <a:ext cx="628650" cy="327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just"/>
            <a:r>
              <a:rPr lang="en-US" altLang="zh-CN" i="1">
                <a:latin typeface="Times New Roman" panose="02020603050405020304" pitchFamily="18" charset="0"/>
              </a:rPr>
              <a:t>B</a:t>
            </a:r>
            <a:r>
              <a:rPr lang="en-US" altLang="zh-CN" i="1" baseline="-25000">
                <a:latin typeface="Times New Roman" panose="02020603050405020304" pitchFamily="18" charset="0"/>
              </a:rPr>
              <a:t>3</a:t>
            </a:r>
            <a:endParaRPr lang="en-US" altLang="zh-CN" i="1">
              <a:latin typeface="Times New Roman" panose="02020603050405020304" pitchFamily="18" charset="0"/>
            </a:endParaRPr>
          </a:p>
        </p:txBody>
      </p:sp>
      <p:sp>
        <p:nvSpPr>
          <p:cNvPr id="47120" name="Rectangle 16">
            <a:extLst>
              <a:ext uri="{FF2B5EF4-FFF2-40B4-BE49-F238E27FC236}">
                <a16:creationId xmlns:a16="http://schemas.microsoft.com/office/drawing/2014/main" id="{DC8289F6-F104-4667-8063-47B71AAF2C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71563" y="2284413"/>
            <a:ext cx="514350" cy="325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just"/>
            <a:r>
              <a:rPr lang="en-US" altLang="zh-CN" i="1">
                <a:latin typeface="Times New Roman" panose="02020603050405020304" pitchFamily="18" charset="0"/>
              </a:rPr>
              <a:t>B</a:t>
            </a:r>
            <a:r>
              <a:rPr lang="en-US" altLang="zh-CN" i="1" baseline="-25000">
                <a:latin typeface="Times New Roman" panose="02020603050405020304" pitchFamily="18" charset="0"/>
              </a:rPr>
              <a:t>5</a:t>
            </a:r>
            <a:endParaRPr lang="en-US" altLang="zh-CN" i="1">
              <a:latin typeface="Times New Roman" panose="02020603050405020304" pitchFamily="18" charset="0"/>
            </a:endParaRPr>
          </a:p>
        </p:txBody>
      </p:sp>
      <p:sp>
        <p:nvSpPr>
          <p:cNvPr id="47121" name="Line 18">
            <a:extLst>
              <a:ext uri="{FF2B5EF4-FFF2-40B4-BE49-F238E27FC236}">
                <a16:creationId xmlns:a16="http://schemas.microsoft.com/office/drawing/2014/main" id="{B410C7E3-E460-4905-BAF7-65A370FD4C40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2754313" y="3967163"/>
            <a:ext cx="1503362" cy="293687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/>
          </a:p>
        </p:txBody>
      </p:sp>
      <p:sp>
        <p:nvSpPr>
          <p:cNvPr id="47122" name="Line 19">
            <a:extLst>
              <a:ext uri="{FF2B5EF4-FFF2-40B4-BE49-F238E27FC236}">
                <a16:creationId xmlns:a16="http://schemas.microsoft.com/office/drawing/2014/main" id="{29DA2135-7F37-48ED-B368-AA6F21186A8D}"/>
              </a:ext>
            </a:extLst>
          </p:cNvPr>
          <p:cNvSpPr>
            <a:spLocks noChangeShapeType="1"/>
          </p:cNvSpPr>
          <p:nvPr/>
        </p:nvSpPr>
        <p:spPr bwMode="auto">
          <a:xfrm>
            <a:off x="4640263" y="3967163"/>
            <a:ext cx="1487487" cy="293687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/>
          </a:p>
        </p:txBody>
      </p:sp>
      <p:sp>
        <p:nvSpPr>
          <p:cNvPr id="47123" name="Rectangle 20">
            <a:extLst>
              <a:ext uri="{FF2B5EF4-FFF2-40B4-BE49-F238E27FC236}">
                <a16:creationId xmlns:a16="http://schemas.microsoft.com/office/drawing/2014/main" id="{C5EFEE98-C821-49A5-8F69-F8F445983F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64388" y="2066925"/>
            <a:ext cx="627062" cy="327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just"/>
            <a:r>
              <a:rPr lang="en-US" altLang="zh-CN" i="1">
                <a:latin typeface="Times New Roman" panose="02020603050405020304" pitchFamily="18" charset="0"/>
              </a:rPr>
              <a:t>B</a:t>
            </a:r>
            <a:r>
              <a:rPr lang="en-US" altLang="zh-CN" i="1" baseline="-25000">
                <a:latin typeface="Times New Roman" panose="02020603050405020304" pitchFamily="18" charset="0"/>
              </a:rPr>
              <a:t>6</a:t>
            </a:r>
            <a:endParaRPr lang="en-US" altLang="zh-CN" i="1">
              <a:latin typeface="Times New Roman" panose="02020603050405020304" pitchFamily="18" charset="0"/>
            </a:endParaRPr>
          </a:p>
        </p:txBody>
      </p:sp>
      <p:sp>
        <p:nvSpPr>
          <p:cNvPr id="47124" name="Freeform 21">
            <a:extLst>
              <a:ext uri="{FF2B5EF4-FFF2-40B4-BE49-F238E27FC236}">
                <a16:creationId xmlns:a16="http://schemas.microsoft.com/office/drawing/2014/main" id="{E7327014-8404-4D7F-AFD2-D754D79DD1C8}"/>
              </a:ext>
            </a:extLst>
          </p:cNvPr>
          <p:cNvSpPr>
            <a:spLocks/>
          </p:cNvSpPr>
          <p:nvPr/>
        </p:nvSpPr>
        <p:spPr bwMode="auto">
          <a:xfrm rot="367755">
            <a:off x="2914650" y="1184275"/>
            <a:ext cx="768350" cy="1096963"/>
          </a:xfrm>
          <a:custGeom>
            <a:avLst/>
            <a:gdLst>
              <a:gd name="T0" fmla="*/ 2147483646 w 722"/>
              <a:gd name="T1" fmla="*/ 2147483646 h 1447"/>
              <a:gd name="T2" fmla="*/ 2147483646 w 722"/>
              <a:gd name="T3" fmla="*/ 2147483646 h 1447"/>
              <a:gd name="T4" fmla="*/ 2147483646 w 722"/>
              <a:gd name="T5" fmla="*/ 2147483646 h 1447"/>
              <a:gd name="T6" fmla="*/ 2147483646 w 722"/>
              <a:gd name="T7" fmla="*/ 2147483646 h 1447"/>
              <a:gd name="T8" fmla="*/ 2147483646 w 722"/>
              <a:gd name="T9" fmla="*/ 2147483646 h 1447"/>
              <a:gd name="T10" fmla="*/ 2147483646 w 722"/>
              <a:gd name="T11" fmla="*/ 2147483646 h 1447"/>
              <a:gd name="T12" fmla="*/ 2147483646 w 722"/>
              <a:gd name="T13" fmla="*/ 2147483646 h 1447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722"/>
              <a:gd name="T22" fmla="*/ 0 h 1447"/>
              <a:gd name="T23" fmla="*/ 722 w 722"/>
              <a:gd name="T24" fmla="*/ 1447 h 1447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722" h="1447">
                <a:moveTo>
                  <a:pt x="722" y="1251"/>
                </a:moveTo>
                <a:cubicBezTo>
                  <a:pt x="605" y="1349"/>
                  <a:pt x="489" y="1447"/>
                  <a:pt x="392" y="1447"/>
                </a:cubicBezTo>
                <a:cubicBezTo>
                  <a:pt x="295" y="1447"/>
                  <a:pt x="203" y="1376"/>
                  <a:pt x="138" y="1251"/>
                </a:cubicBezTo>
                <a:cubicBezTo>
                  <a:pt x="73" y="1126"/>
                  <a:pt x="0" y="879"/>
                  <a:pt x="3" y="697"/>
                </a:cubicBezTo>
                <a:cubicBezTo>
                  <a:pt x="6" y="515"/>
                  <a:pt x="83" y="272"/>
                  <a:pt x="153" y="157"/>
                </a:cubicBezTo>
                <a:cubicBezTo>
                  <a:pt x="223" y="42"/>
                  <a:pt x="338" y="0"/>
                  <a:pt x="423" y="7"/>
                </a:cubicBezTo>
                <a:cubicBezTo>
                  <a:pt x="508" y="14"/>
                  <a:pt x="612" y="161"/>
                  <a:pt x="662" y="201"/>
                </a:cubicBezTo>
              </a:path>
            </a:pathLst>
          </a:custGeom>
          <a:noFill/>
          <a:ln w="25400">
            <a:solidFill>
              <a:schemeClr val="tx1"/>
            </a:solidFill>
            <a:round/>
            <a:headEnd/>
            <a:tailEnd type="stealth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/>
          </a:p>
        </p:txBody>
      </p:sp>
      <p:sp>
        <p:nvSpPr>
          <p:cNvPr id="47125" name="Freeform 22">
            <a:extLst>
              <a:ext uri="{FF2B5EF4-FFF2-40B4-BE49-F238E27FC236}">
                <a16:creationId xmlns:a16="http://schemas.microsoft.com/office/drawing/2014/main" id="{C6425791-5EA7-405B-BE90-EF234A488DC5}"/>
              </a:ext>
            </a:extLst>
          </p:cNvPr>
          <p:cNvSpPr>
            <a:spLocks/>
          </p:cNvSpPr>
          <p:nvPr/>
        </p:nvSpPr>
        <p:spPr bwMode="auto">
          <a:xfrm rot="190181">
            <a:off x="2922588" y="2346325"/>
            <a:ext cx="754062" cy="1106488"/>
          </a:xfrm>
          <a:custGeom>
            <a:avLst/>
            <a:gdLst>
              <a:gd name="T0" fmla="*/ 2147483646 w 722"/>
              <a:gd name="T1" fmla="*/ 2147483646 h 1447"/>
              <a:gd name="T2" fmla="*/ 2147483646 w 722"/>
              <a:gd name="T3" fmla="*/ 2147483646 h 1447"/>
              <a:gd name="T4" fmla="*/ 2147483646 w 722"/>
              <a:gd name="T5" fmla="*/ 2147483646 h 1447"/>
              <a:gd name="T6" fmla="*/ 2147483646 w 722"/>
              <a:gd name="T7" fmla="*/ 2147483646 h 1447"/>
              <a:gd name="T8" fmla="*/ 2147483646 w 722"/>
              <a:gd name="T9" fmla="*/ 2147483646 h 1447"/>
              <a:gd name="T10" fmla="*/ 2147483646 w 722"/>
              <a:gd name="T11" fmla="*/ 2147483646 h 1447"/>
              <a:gd name="T12" fmla="*/ 2147483646 w 722"/>
              <a:gd name="T13" fmla="*/ 2147483646 h 1447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722"/>
              <a:gd name="T22" fmla="*/ 0 h 1447"/>
              <a:gd name="T23" fmla="*/ 722 w 722"/>
              <a:gd name="T24" fmla="*/ 1447 h 1447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722" h="1447">
                <a:moveTo>
                  <a:pt x="722" y="1251"/>
                </a:moveTo>
                <a:cubicBezTo>
                  <a:pt x="605" y="1349"/>
                  <a:pt x="489" y="1447"/>
                  <a:pt x="392" y="1447"/>
                </a:cubicBezTo>
                <a:cubicBezTo>
                  <a:pt x="295" y="1447"/>
                  <a:pt x="203" y="1376"/>
                  <a:pt x="138" y="1251"/>
                </a:cubicBezTo>
                <a:cubicBezTo>
                  <a:pt x="73" y="1126"/>
                  <a:pt x="0" y="879"/>
                  <a:pt x="3" y="697"/>
                </a:cubicBezTo>
                <a:cubicBezTo>
                  <a:pt x="6" y="515"/>
                  <a:pt x="83" y="272"/>
                  <a:pt x="153" y="157"/>
                </a:cubicBezTo>
                <a:cubicBezTo>
                  <a:pt x="223" y="42"/>
                  <a:pt x="338" y="0"/>
                  <a:pt x="423" y="7"/>
                </a:cubicBezTo>
                <a:cubicBezTo>
                  <a:pt x="508" y="14"/>
                  <a:pt x="612" y="161"/>
                  <a:pt x="662" y="201"/>
                </a:cubicBezTo>
              </a:path>
            </a:pathLst>
          </a:custGeom>
          <a:noFill/>
          <a:ln w="25400">
            <a:solidFill>
              <a:schemeClr val="tx1"/>
            </a:solidFill>
            <a:round/>
            <a:headEnd/>
            <a:tailEnd type="stealth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/>
          </a:p>
        </p:txBody>
      </p:sp>
      <p:sp>
        <p:nvSpPr>
          <p:cNvPr id="72" name="Rectangle 35">
            <a:extLst>
              <a:ext uri="{FF2B5EF4-FFF2-40B4-BE49-F238E27FC236}">
                <a16:creationId xmlns:a16="http://schemas.microsoft.com/office/drawing/2014/main" id="{058AAF4F-CB23-4EC3-BC9B-1DE3ED61B25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92838" y="2424113"/>
            <a:ext cx="1308100" cy="221456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lIns="68580" tIns="0" rIns="68580" bIns="0"/>
          <a:lstStyle/>
          <a:p>
            <a:pPr algn="just">
              <a:lnSpc>
                <a:spcPct val="96000"/>
              </a:lnSpc>
              <a:defRPr/>
            </a:pPr>
            <a:r>
              <a:rPr lang="en-US" altLang="zh-CN" i="1" dirty="0">
                <a:latin typeface="Times New Roman" pitchFamily="18" charset="0"/>
              </a:rPr>
              <a:t>t</a:t>
            </a:r>
            <a:r>
              <a:rPr lang="en-US" altLang="zh-CN" i="1" baseline="-30000" dirty="0">
                <a:latin typeface="Times New Roman" pitchFamily="18" charset="0"/>
              </a:rPr>
              <a:t>11</a:t>
            </a:r>
            <a:r>
              <a:rPr lang="en-US" altLang="zh-CN" dirty="0">
                <a:latin typeface="Times New Roman" pitchFamily="18" charset="0"/>
              </a:rPr>
              <a:t> = 4 </a:t>
            </a:r>
            <a:r>
              <a:rPr lang="en-US" altLang="zh-CN" dirty="0">
                <a:latin typeface="宋体" pitchFamily="2" charset="-122"/>
              </a:rPr>
              <a:t>*</a:t>
            </a:r>
            <a:r>
              <a:rPr lang="en-US" altLang="zh-CN" dirty="0">
                <a:latin typeface="Times New Roman" pitchFamily="18" charset="0"/>
              </a:rPr>
              <a:t> </a:t>
            </a:r>
            <a:r>
              <a:rPr lang="en-US" altLang="zh-CN" i="1">
                <a:latin typeface="Times New Roman" pitchFamily="18" charset="0"/>
              </a:rPr>
              <a:t>i</a:t>
            </a:r>
            <a:endParaRPr lang="en-US" altLang="zh-CN" i="1" dirty="0">
              <a:latin typeface="Times New Roman" pitchFamily="18" charset="0"/>
            </a:endParaRPr>
          </a:p>
          <a:p>
            <a:pPr algn="just">
              <a:lnSpc>
                <a:spcPct val="96000"/>
              </a:lnSpc>
              <a:defRPr/>
            </a:pPr>
            <a:r>
              <a:rPr lang="en-US" altLang="zh-CN" i="1" dirty="0">
                <a:latin typeface="Times New Roman" pitchFamily="18" charset="0"/>
              </a:rPr>
              <a:t>x</a:t>
            </a:r>
            <a:r>
              <a:rPr lang="en-US" altLang="zh-CN" dirty="0">
                <a:latin typeface="Times New Roman" pitchFamily="18" charset="0"/>
              </a:rPr>
              <a:t> = </a:t>
            </a:r>
            <a:r>
              <a:rPr lang="en-US" altLang="zh-CN" i="1" dirty="0">
                <a:latin typeface="Times New Roman" pitchFamily="18" charset="0"/>
              </a:rPr>
              <a:t>a</a:t>
            </a:r>
            <a:r>
              <a:rPr lang="en-US" altLang="zh-CN" dirty="0">
                <a:latin typeface="Times New Roman" pitchFamily="18" charset="0"/>
              </a:rPr>
              <a:t>[</a:t>
            </a:r>
            <a:r>
              <a:rPr lang="en-US" altLang="zh-CN" i="1" dirty="0">
                <a:latin typeface="Times New Roman" pitchFamily="18" charset="0"/>
              </a:rPr>
              <a:t>t</a:t>
            </a:r>
            <a:r>
              <a:rPr lang="en-US" altLang="zh-CN" i="1" baseline="-30000" dirty="0">
                <a:latin typeface="Times New Roman" pitchFamily="18" charset="0"/>
              </a:rPr>
              <a:t>11</a:t>
            </a:r>
            <a:r>
              <a:rPr lang="en-US" altLang="zh-CN" dirty="0">
                <a:latin typeface="Times New Roman" pitchFamily="18" charset="0"/>
              </a:rPr>
              <a:t>]</a:t>
            </a:r>
          </a:p>
          <a:p>
            <a:pPr algn="just">
              <a:lnSpc>
                <a:spcPct val="96000"/>
              </a:lnSpc>
              <a:defRPr/>
            </a:pPr>
            <a:r>
              <a:rPr lang="en-US" altLang="zh-CN" i="1" dirty="0">
                <a:latin typeface="Times New Roman" pitchFamily="18" charset="0"/>
              </a:rPr>
              <a:t>t</a:t>
            </a:r>
            <a:r>
              <a:rPr lang="en-US" altLang="zh-CN" i="1" baseline="-30000" dirty="0">
                <a:latin typeface="Times New Roman" pitchFamily="18" charset="0"/>
              </a:rPr>
              <a:t>12</a:t>
            </a:r>
            <a:r>
              <a:rPr lang="en-US" altLang="zh-CN" i="1" dirty="0">
                <a:latin typeface="Times New Roman" pitchFamily="18" charset="0"/>
              </a:rPr>
              <a:t> </a:t>
            </a:r>
            <a:r>
              <a:rPr lang="en-US" altLang="zh-CN" dirty="0">
                <a:latin typeface="Times New Roman" pitchFamily="18" charset="0"/>
              </a:rPr>
              <a:t>= 4 </a:t>
            </a:r>
            <a:r>
              <a:rPr lang="en-US" altLang="zh-CN" dirty="0">
                <a:latin typeface="宋体" pitchFamily="2" charset="-122"/>
              </a:rPr>
              <a:t>*</a:t>
            </a:r>
            <a:r>
              <a:rPr lang="en-US" altLang="zh-CN" dirty="0">
                <a:latin typeface="Times New Roman" pitchFamily="18" charset="0"/>
              </a:rPr>
              <a:t> </a:t>
            </a:r>
            <a:r>
              <a:rPr lang="en-US" altLang="zh-CN" i="1">
                <a:latin typeface="Times New Roman" pitchFamily="18" charset="0"/>
              </a:rPr>
              <a:t>i</a:t>
            </a:r>
            <a:r>
              <a:rPr lang="en-US" altLang="zh-CN" dirty="0">
                <a:latin typeface="Times New Roman" pitchFamily="18" charset="0"/>
              </a:rPr>
              <a:t> </a:t>
            </a:r>
          </a:p>
          <a:p>
            <a:pPr algn="just">
              <a:lnSpc>
                <a:spcPct val="96000"/>
              </a:lnSpc>
              <a:defRPr/>
            </a:pPr>
            <a:r>
              <a:rPr lang="en-US" altLang="zh-CN" i="1" dirty="0">
                <a:latin typeface="Times New Roman" pitchFamily="18" charset="0"/>
              </a:rPr>
              <a:t>t</a:t>
            </a:r>
            <a:r>
              <a:rPr lang="en-US" altLang="zh-CN" i="1" baseline="-30000" dirty="0">
                <a:latin typeface="Times New Roman" pitchFamily="18" charset="0"/>
              </a:rPr>
              <a:t>13</a:t>
            </a:r>
            <a:r>
              <a:rPr lang="en-US" altLang="zh-CN" dirty="0">
                <a:latin typeface="Times New Roman" pitchFamily="18" charset="0"/>
              </a:rPr>
              <a:t> = 4 </a:t>
            </a:r>
            <a:r>
              <a:rPr lang="en-US" altLang="zh-CN" dirty="0">
                <a:latin typeface="宋体" pitchFamily="2" charset="-122"/>
              </a:rPr>
              <a:t>*</a:t>
            </a:r>
            <a:r>
              <a:rPr lang="en-US" altLang="zh-CN" dirty="0">
                <a:latin typeface="Times New Roman" pitchFamily="18" charset="0"/>
              </a:rPr>
              <a:t> n</a:t>
            </a:r>
          </a:p>
          <a:p>
            <a:pPr algn="just">
              <a:lnSpc>
                <a:spcPct val="96000"/>
              </a:lnSpc>
              <a:defRPr/>
            </a:pPr>
            <a:r>
              <a:rPr lang="en-US" altLang="zh-CN" i="1" dirty="0">
                <a:latin typeface="Times New Roman" pitchFamily="18" charset="0"/>
              </a:rPr>
              <a:t>t</a:t>
            </a:r>
            <a:r>
              <a:rPr lang="en-US" altLang="zh-CN" i="1" baseline="-30000" dirty="0">
                <a:latin typeface="Times New Roman" pitchFamily="18" charset="0"/>
              </a:rPr>
              <a:t>14</a:t>
            </a:r>
            <a:r>
              <a:rPr lang="en-US" altLang="zh-CN" dirty="0">
                <a:latin typeface="Times New Roman" pitchFamily="18" charset="0"/>
              </a:rPr>
              <a:t> = </a:t>
            </a:r>
            <a:r>
              <a:rPr lang="en-US" altLang="zh-CN" i="1" dirty="0">
                <a:latin typeface="Times New Roman" pitchFamily="18" charset="0"/>
              </a:rPr>
              <a:t>a</a:t>
            </a:r>
            <a:r>
              <a:rPr lang="en-US" altLang="zh-CN" dirty="0">
                <a:latin typeface="Times New Roman" pitchFamily="18" charset="0"/>
              </a:rPr>
              <a:t>[</a:t>
            </a:r>
            <a:r>
              <a:rPr lang="en-US" altLang="zh-CN" i="1" dirty="0">
                <a:latin typeface="Times New Roman" pitchFamily="18" charset="0"/>
              </a:rPr>
              <a:t>t</a:t>
            </a:r>
            <a:r>
              <a:rPr lang="en-US" altLang="zh-CN" i="1" baseline="-30000" dirty="0">
                <a:latin typeface="Times New Roman" pitchFamily="18" charset="0"/>
              </a:rPr>
              <a:t>13</a:t>
            </a:r>
            <a:r>
              <a:rPr lang="en-US" altLang="zh-CN" dirty="0">
                <a:latin typeface="Times New Roman" pitchFamily="18" charset="0"/>
              </a:rPr>
              <a:t>]</a:t>
            </a:r>
          </a:p>
          <a:p>
            <a:pPr algn="just">
              <a:lnSpc>
                <a:spcPct val="96000"/>
              </a:lnSpc>
              <a:defRPr/>
            </a:pPr>
            <a:r>
              <a:rPr lang="en-US" altLang="zh-CN" i="1" dirty="0">
                <a:latin typeface="Times New Roman" pitchFamily="18" charset="0"/>
              </a:rPr>
              <a:t>a</a:t>
            </a:r>
            <a:r>
              <a:rPr lang="en-US" altLang="zh-CN" dirty="0">
                <a:latin typeface="Times New Roman" pitchFamily="18" charset="0"/>
              </a:rPr>
              <a:t>[</a:t>
            </a:r>
            <a:r>
              <a:rPr lang="en-US" altLang="zh-CN" i="1" dirty="0">
                <a:latin typeface="Times New Roman" pitchFamily="18" charset="0"/>
              </a:rPr>
              <a:t>t</a:t>
            </a:r>
            <a:r>
              <a:rPr lang="en-US" altLang="zh-CN" i="1" baseline="-30000" dirty="0">
                <a:latin typeface="Times New Roman" pitchFamily="18" charset="0"/>
              </a:rPr>
              <a:t>12</a:t>
            </a:r>
            <a:r>
              <a:rPr lang="en-US" altLang="zh-CN" dirty="0">
                <a:latin typeface="Times New Roman" pitchFamily="18" charset="0"/>
              </a:rPr>
              <a:t>] = </a:t>
            </a:r>
            <a:r>
              <a:rPr lang="en-US" altLang="zh-CN" i="1" dirty="0">
                <a:latin typeface="Times New Roman" pitchFamily="18" charset="0"/>
              </a:rPr>
              <a:t>t</a:t>
            </a:r>
            <a:r>
              <a:rPr lang="en-US" altLang="zh-CN" i="1" baseline="-30000" dirty="0">
                <a:latin typeface="Times New Roman" pitchFamily="18" charset="0"/>
              </a:rPr>
              <a:t>14</a:t>
            </a:r>
            <a:endParaRPr lang="en-US" altLang="zh-CN" i="1" dirty="0">
              <a:latin typeface="Times New Roman" pitchFamily="18" charset="0"/>
            </a:endParaRPr>
          </a:p>
          <a:p>
            <a:pPr algn="just">
              <a:lnSpc>
                <a:spcPct val="96000"/>
              </a:lnSpc>
              <a:defRPr/>
            </a:pPr>
            <a:r>
              <a:rPr lang="en-US" altLang="zh-CN" i="1" dirty="0">
                <a:latin typeface="Times New Roman" pitchFamily="18" charset="0"/>
              </a:rPr>
              <a:t>t</a:t>
            </a:r>
            <a:r>
              <a:rPr lang="en-US" altLang="zh-CN" i="1" baseline="-30000" dirty="0">
                <a:latin typeface="Times New Roman" pitchFamily="18" charset="0"/>
              </a:rPr>
              <a:t>15</a:t>
            </a:r>
            <a:r>
              <a:rPr lang="en-US" altLang="zh-CN" dirty="0">
                <a:latin typeface="Times New Roman" pitchFamily="18" charset="0"/>
              </a:rPr>
              <a:t> = 4 </a:t>
            </a:r>
            <a:r>
              <a:rPr lang="en-US" altLang="zh-CN" dirty="0">
                <a:latin typeface="宋体" pitchFamily="2" charset="-122"/>
              </a:rPr>
              <a:t>*</a:t>
            </a:r>
            <a:r>
              <a:rPr lang="en-US" altLang="zh-CN" dirty="0">
                <a:latin typeface="Times New Roman" pitchFamily="18" charset="0"/>
              </a:rPr>
              <a:t> </a:t>
            </a:r>
            <a:r>
              <a:rPr lang="en-US" altLang="zh-CN" i="1" dirty="0">
                <a:latin typeface="Times New Roman" pitchFamily="18" charset="0"/>
              </a:rPr>
              <a:t>n</a:t>
            </a:r>
            <a:r>
              <a:rPr lang="en-US" altLang="zh-CN" dirty="0">
                <a:latin typeface="Times New Roman" pitchFamily="18" charset="0"/>
              </a:rPr>
              <a:t> </a:t>
            </a:r>
          </a:p>
          <a:p>
            <a:pPr algn="just">
              <a:lnSpc>
                <a:spcPct val="96000"/>
              </a:lnSpc>
              <a:defRPr/>
            </a:pPr>
            <a:r>
              <a:rPr lang="en-US" altLang="zh-CN" i="1" dirty="0">
                <a:latin typeface="Times New Roman" pitchFamily="18" charset="0"/>
              </a:rPr>
              <a:t>a</a:t>
            </a:r>
            <a:r>
              <a:rPr lang="en-US" altLang="zh-CN" dirty="0">
                <a:latin typeface="Times New Roman" pitchFamily="18" charset="0"/>
              </a:rPr>
              <a:t>[</a:t>
            </a:r>
            <a:r>
              <a:rPr lang="en-US" altLang="zh-CN" i="1" dirty="0">
                <a:latin typeface="Times New Roman" pitchFamily="18" charset="0"/>
              </a:rPr>
              <a:t>t</a:t>
            </a:r>
            <a:r>
              <a:rPr lang="en-US" altLang="zh-CN" i="1" baseline="-30000" dirty="0">
                <a:latin typeface="Times New Roman" pitchFamily="18" charset="0"/>
              </a:rPr>
              <a:t>15</a:t>
            </a:r>
            <a:r>
              <a:rPr lang="en-US" altLang="zh-CN" dirty="0">
                <a:latin typeface="Times New Roman" pitchFamily="18" charset="0"/>
              </a:rPr>
              <a:t>] = </a:t>
            </a:r>
            <a:r>
              <a:rPr lang="en-US" altLang="zh-CN" i="1" dirty="0">
                <a:latin typeface="Times New Roman" pitchFamily="18" charset="0"/>
              </a:rPr>
              <a:t>x</a:t>
            </a:r>
            <a:r>
              <a:rPr lang="en-US" altLang="zh-CN" dirty="0">
                <a:latin typeface="Times New Roman" pitchFamily="18" charset="0"/>
              </a:rPr>
              <a:t> </a:t>
            </a:r>
          </a:p>
        </p:txBody>
      </p:sp>
      <p:sp>
        <p:nvSpPr>
          <p:cNvPr id="26" name="Rectangle 24">
            <a:extLst>
              <a:ext uri="{FF2B5EF4-FFF2-40B4-BE49-F238E27FC236}">
                <a16:creationId xmlns:a16="http://schemas.microsoft.com/office/drawing/2014/main" id="{47CD5CBD-9612-4D87-9752-6CD13E7F6F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93838" y="2211388"/>
            <a:ext cx="1292225" cy="2484437"/>
          </a:xfrm>
          <a:prstGeom prst="rect">
            <a:avLst/>
          </a:prstGeom>
          <a:noFill/>
          <a:ln w="38100">
            <a:solidFill>
              <a:srgbClr val="FF0000"/>
            </a:solidFill>
            <a:prstDash val="lgDash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68580" tIns="34290" rIns="68580" bIns="34290" anchor="ctr"/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>
              <a:cs typeface="楷体_GB2312" charset="0"/>
            </a:endParaRP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E27EF242-3A60-42C0-A5DD-FE7B2A23C8F5}"/>
              </a:ext>
            </a:extLst>
          </p:cNvPr>
          <p:cNvCxnSpPr/>
          <p:nvPr/>
        </p:nvCxnSpPr>
        <p:spPr>
          <a:xfrm>
            <a:off x="1954213" y="3076575"/>
            <a:ext cx="601662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0BDF6505-B44E-473B-84D5-92E8C707CB59}"/>
              </a:ext>
            </a:extLst>
          </p:cNvPr>
          <p:cNvCxnSpPr/>
          <p:nvPr/>
        </p:nvCxnSpPr>
        <p:spPr>
          <a:xfrm>
            <a:off x="1954213" y="4156075"/>
            <a:ext cx="601662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53661F70-4AF8-4BEB-B748-E233B3674604}"/>
              </a:ext>
            </a:extLst>
          </p:cNvPr>
          <p:cNvCxnSpPr/>
          <p:nvPr/>
        </p:nvCxnSpPr>
        <p:spPr>
          <a:xfrm>
            <a:off x="1182688" y="3363913"/>
            <a:ext cx="850900" cy="792162"/>
          </a:xfrm>
          <a:prstGeom prst="line">
            <a:avLst/>
          </a:prstGeom>
          <a:ln w="2222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任意多边形 37">
            <a:extLst>
              <a:ext uri="{FF2B5EF4-FFF2-40B4-BE49-F238E27FC236}">
                <a16:creationId xmlns:a16="http://schemas.microsoft.com/office/drawing/2014/main" id="{FF14AE52-3D18-45BE-BDEB-1D6E42B2875D}"/>
              </a:ext>
            </a:extLst>
          </p:cNvPr>
          <p:cNvSpPr/>
          <p:nvPr/>
        </p:nvSpPr>
        <p:spPr>
          <a:xfrm>
            <a:off x="946150" y="793750"/>
            <a:ext cx="2874963" cy="4319588"/>
          </a:xfrm>
          <a:custGeom>
            <a:avLst/>
            <a:gdLst>
              <a:gd name="connsiteX0" fmla="*/ 807738 w 2874532"/>
              <a:gd name="connsiteY0" fmla="*/ 3903406 h 4319190"/>
              <a:gd name="connsiteX1" fmla="*/ 143858 w 2874532"/>
              <a:gd name="connsiteY1" fmla="*/ 3991088 h 4319190"/>
              <a:gd name="connsiteX2" fmla="*/ 269119 w 2874532"/>
              <a:gd name="connsiteY2" fmla="*/ 295910 h 4319190"/>
              <a:gd name="connsiteX3" fmla="*/ 2874532 w 2874532"/>
              <a:gd name="connsiteY3" fmla="*/ 496327 h 43191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74532" h="4319190">
                <a:moveTo>
                  <a:pt x="807738" y="3903406"/>
                </a:moveTo>
                <a:cubicBezTo>
                  <a:pt x="520683" y="4247871"/>
                  <a:pt x="233628" y="4592337"/>
                  <a:pt x="143858" y="3991088"/>
                </a:cubicBezTo>
                <a:cubicBezTo>
                  <a:pt x="54088" y="3389839"/>
                  <a:pt x="-185993" y="878370"/>
                  <a:pt x="269119" y="295910"/>
                </a:cubicBezTo>
                <a:cubicBezTo>
                  <a:pt x="724231" y="-286550"/>
                  <a:pt x="1799381" y="104888"/>
                  <a:pt x="2874532" y="496327"/>
                </a:cubicBezTo>
              </a:path>
            </a:pathLst>
          </a:custGeom>
          <a:noFill/>
          <a:ln w="25400">
            <a:solidFill>
              <a:schemeClr val="tx1"/>
            </a:solidFill>
            <a:tailEnd type="stealth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zh-CN" altLang="en-US"/>
          </a:p>
        </p:txBody>
      </p:sp>
      <p:grpSp>
        <p:nvGrpSpPr>
          <p:cNvPr id="2" name="组合 5">
            <a:extLst>
              <a:ext uri="{FF2B5EF4-FFF2-40B4-BE49-F238E27FC236}">
                <a16:creationId xmlns:a16="http://schemas.microsoft.com/office/drawing/2014/main" id="{F22875FD-EB6A-436C-9A02-4DBD68E5ED0C}"/>
              </a:ext>
            </a:extLst>
          </p:cNvPr>
          <p:cNvGrpSpPr>
            <a:grpSpLocks/>
          </p:cNvGrpSpPr>
          <p:nvPr/>
        </p:nvGrpSpPr>
        <p:grpSpPr bwMode="auto">
          <a:xfrm>
            <a:off x="50800" y="3000375"/>
            <a:ext cx="2144713" cy="646113"/>
            <a:chOff x="50243" y="3359705"/>
            <a:chExt cx="2145493" cy="646331"/>
          </a:xfrm>
        </p:grpSpPr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158988FE-CCFE-485E-833A-B1E3E1574580}"/>
                </a:ext>
              </a:extLst>
            </p:cNvPr>
            <p:cNvSpPr/>
            <p:nvPr/>
          </p:nvSpPr>
          <p:spPr>
            <a:xfrm>
              <a:off x="50243" y="3359705"/>
              <a:ext cx="1137063" cy="646331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txBody>
            <a:bodyPr>
              <a:spAutoFit/>
            </a:bodyPr>
            <a:lstStyle/>
            <a:p>
              <a:pPr eaLnBrk="1" hangingPunct="1">
                <a:defRPr/>
              </a:pPr>
              <a:r>
                <a:rPr lang="zh-CN" altLang="en-US" dirty="0">
                  <a:solidFill>
                    <a:prstClr val="black"/>
                  </a:solidFill>
                  <a:latin typeface="楷体" pitchFamily="49" charset="-122"/>
                  <a:ea typeface="楷体" pitchFamily="49" charset="-122"/>
                  <a:cs typeface="Times New Roman" pitchFamily="18" charset="0"/>
                </a:rPr>
                <a:t>局部公共子表达式</a:t>
              </a:r>
              <a:endParaRPr lang="en-US" altLang="zh-CN" dirty="0">
                <a:solidFill>
                  <a:prstClr val="black"/>
                </a:solidFill>
                <a:latin typeface="楷体" pitchFamily="49" charset="-122"/>
                <a:ea typeface="楷体" pitchFamily="49" charset="-122"/>
                <a:cs typeface="Times New Roman" pitchFamily="18" charset="0"/>
              </a:endParaRPr>
            </a:p>
          </p:txBody>
        </p:sp>
        <p:cxnSp>
          <p:nvCxnSpPr>
            <p:cNvPr id="31" name="直接连接符 30">
              <a:extLst>
                <a:ext uri="{FF2B5EF4-FFF2-40B4-BE49-F238E27FC236}">
                  <a16:creationId xmlns:a16="http://schemas.microsoft.com/office/drawing/2014/main" id="{320014FA-A44A-48B8-9C74-D62EDDE68DF5}"/>
                </a:ext>
              </a:extLst>
            </p:cNvPr>
            <p:cNvCxnSpPr/>
            <p:nvPr/>
          </p:nvCxnSpPr>
          <p:spPr>
            <a:xfrm flipV="1">
              <a:off x="1192071" y="3435931"/>
              <a:ext cx="1003665" cy="244557"/>
            </a:xfrm>
            <a:prstGeom prst="line">
              <a:avLst/>
            </a:prstGeom>
            <a:ln w="2222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 nodeType="clickPar">
                      <p:stCondLst>
                        <p:cond delay="indefinite"/>
                      </p:stCondLst>
                      <p:childTnLst>
                        <p:par>
                          <p:cTn id="1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 nodeType="clickPar">
                      <p:stCondLst>
                        <p:cond delay="indefinite"/>
                      </p:stCondLst>
                      <p:childTnLst>
                        <p:par>
                          <p:cTn id="2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6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 nodeType="clickPar">
                      <p:stCondLst>
                        <p:cond delay="indefinite"/>
                      </p:stCondLst>
                      <p:childTnLst>
                        <p:par>
                          <p:cTn id="3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67">
                                            <p:bg/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67">
                                            <p:bg/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67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5" dur="500" fill="hold"/>
                                        <p:tgtEl>
                                          <p:spTgt spid="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500" fill="hold"/>
                                        <p:tgtEl>
                                          <p:spTgt spid="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 nodeType="clickPar">
                      <p:stCondLst>
                        <p:cond delay="indefinite"/>
                      </p:stCondLst>
                      <p:childTnLst>
                        <p:par>
                          <p:cTn id="4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0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2" dur="700" fill="hold"/>
                                        <p:tgtEl>
                                          <p:spTgt spid="6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700" fill="hold"/>
                                        <p:tgtEl>
                                          <p:spTgt spid="6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4" dur="700"/>
                                        <p:tgtEl>
                                          <p:spTgt spid="6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 nodeType="clickPar">
                      <p:stCondLst>
                        <p:cond delay="indefinite"/>
                      </p:stCondLst>
                      <p:childTnLst>
                        <p:par>
                          <p:cTn id="5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500" fill="hold"/>
                                        <p:tgtEl>
                                          <p:spTgt spid="6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500" fill="hold"/>
                                        <p:tgtEl>
                                          <p:spTgt spid="6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6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 nodeType="clickPar">
                      <p:stCondLst>
                        <p:cond delay="indefinite"/>
                      </p:stCondLst>
                      <p:childTnLst>
                        <p:par>
                          <p:cTn id="6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6" dur="500" fill="hold"/>
                                        <p:tgtEl>
                                          <p:spTgt spid="6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500" fill="hold"/>
                                        <p:tgtEl>
                                          <p:spTgt spid="6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6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 nodeType="clickPar">
                      <p:stCondLst>
                        <p:cond delay="indefinite"/>
                      </p:stCondLst>
                      <p:childTnLst>
                        <p:par>
                          <p:cTn id="7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3" dur="500" fill="hold"/>
                                        <p:tgtEl>
                                          <p:spTgt spid="6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500" fill="hold"/>
                                        <p:tgtEl>
                                          <p:spTgt spid="6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6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 nodeType="clickPar">
                      <p:stCondLst>
                        <p:cond delay="indefinite"/>
                      </p:stCondLst>
                      <p:childTnLst>
                        <p:par>
                          <p:cTn id="7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0" dur="500" fill="hold"/>
                                        <p:tgtEl>
                                          <p:spTgt spid="6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1" dur="500" fill="hold"/>
                                        <p:tgtEl>
                                          <p:spTgt spid="6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6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 nodeType="clickPar">
                      <p:stCondLst>
                        <p:cond delay="indefinite"/>
                      </p:stCondLst>
                      <p:childTnLst>
                        <p:par>
                          <p:cTn id="8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7" dur="500" fill="hold"/>
                                        <p:tgtEl>
                                          <p:spTgt spid="6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8" dur="500" fill="hold"/>
                                        <p:tgtEl>
                                          <p:spTgt spid="6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6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 nodeType="clickPar">
                      <p:stCondLst>
                        <p:cond delay="indefinite"/>
                      </p:stCondLst>
                      <p:childTnLst>
                        <p:par>
                          <p:cTn id="9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2" presetID="53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93" dur="500"/>
                                        <p:tgtEl>
                                          <p:spTgt spid="6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500"/>
                                        <p:tgtEl>
                                          <p:spTgt spid="6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95" dur="500"/>
                                        <p:tgtEl>
                                          <p:spTgt spid="6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53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98" dur="500"/>
                                        <p:tgtEl>
                                          <p:spTgt spid="6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500"/>
                                        <p:tgtEl>
                                          <p:spTgt spid="6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100" dur="500"/>
                                        <p:tgtEl>
                                          <p:spTgt spid="6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2" presetID="53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03" dur="500"/>
                                        <p:tgtEl>
                                          <p:spTgt spid="6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500"/>
                                        <p:tgtEl>
                                          <p:spTgt spid="6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105" dur="500"/>
                                        <p:tgtEl>
                                          <p:spTgt spid="6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53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08" dur="500"/>
                                        <p:tgtEl>
                                          <p:spTgt spid="6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500"/>
                                        <p:tgtEl>
                                          <p:spTgt spid="6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110" dur="500"/>
                                        <p:tgtEl>
                                          <p:spTgt spid="6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2" presetID="53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13" dur="500"/>
                                        <p:tgtEl>
                                          <p:spTgt spid="6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4" dur="500"/>
                                        <p:tgtEl>
                                          <p:spTgt spid="6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115" dur="500"/>
                                        <p:tgtEl>
                                          <p:spTgt spid="6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53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18" dur="500"/>
                                        <p:tgtEl>
                                          <p:spTgt spid="6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9" dur="500"/>
                                        <p:tgtEl>
                                          <p:spTgt spid="6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120" dur="500"/>
                                        <p:tgtEl>
                                          <p:spTgt spid="6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2" presetID="53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23" dur="500"/>
                                        <p:tgtEl>
                                          <p:spTgt spid="6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4" dur="500"/>
                                        <p:tgtEl>
                                          <p:spTgt spid="6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125" dur="500"/>
                                        <p:tgtEl>
                                          <p:spTgt spid="6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53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28" dur="500"/>
                                        <p:tgtEl>
                                          <p:spTgt spid="6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9" dur="500"/>
                                        <p:tgtEl>
                                          <p:spTgt spid="6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130" dur="500"/>
                                        <p:tgtEl>
                                          <p:spTgt spid="6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2" presetID="53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33" dur="500"/>
                                        <p:tgtEl>
                                          <p:spTgt spid="6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4" dur="500"/>
                                        <p:tgtEl>
                                          <p:spTgt spid="6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135" dur="500"/>
                                        <p:tgtEl>
                                          <p:spTgt spid="6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7" presetID="53" presetClass="exit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38" dur="5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9" dur="5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14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2" presetID="53" presetClass="exit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43" dur="500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4" dur="500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145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7" presetID="53" presetClass="exit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48" dur="500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9" dur="500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150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2" presetID="53" presetClass="exit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53" dur="5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4" dur="5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15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7" grpId="0" build="allAtOnce" animBg="1"/>
      <p:bldP spid="26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Rectangle 33">
            <a:extLst>
              <a:ext uri="{FF2B5EF4-FFF2-40B4-BE49-F238E27FC236}">
                <a16:creationId xmlns:a16="http://schemas.microsoft.com/office/drawing/2014/main" id="{5D4E3DF2-2B72-4174-9E37-B51ABED225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47813" y="2265363"/>
            <a:ext cx="1189037" cy="240347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lIns="68580" tIns="0" rIns="68580" bIns="0"/>
          <a:lstStyle/>
          <a:p>
            <a:pPr algn="just">
              <a:lnSpc>
                <a:spcPct val="96000"/>
              </a:lnSpc>
              <a:defRPr/>
            </a:pPr>
            <a:r>
              <a:rPr lang="en-US" altLang="zh-CN" i="1" dirty="0">
                <a:latin typeface="Times New Roman" pitchFamily="18" charset="0"/>
              </a:rPr>
              <a:t>t</a:t>
            </a:r>
            <a:r>
              <a:rPr lang="en-US" altLang="zh-CN" i="1" baseline="-25000" dirty="0">
                <a:latin typeface="Times New Roman" pitchFamily="18" charset="0"/>
              </a:rPr>
              <a:t>6</a:t>
            </a:r>
            <a:r>
              <a:rPr lang="en-US" altLang="zh-CN" dirty="0">
                <a:latin typeface="Times New Roman" pitchFamily="18" charset="0"/>
              </a:rPr>
              <a:t> = 4 </a:t>
            </a:r>
            <a:r>
              <a:rPr lang="en-US" altLang="zh-CN" dirty="0">
                <a:latin typeface="宋体" pitchFamily="2" charset="-122"/>
              </a:rPr>
              <a:t>*</a:t>
            </a:r>
            <a:r>
              <a:rPr lang="en-US" altLang="zh-CN" dirty="0">
                <a:latin typeface="Times New Roman" pitchFamily="18" charset="0"/>
              </a:rPr>
              <a:t> </a:t>
            </a:r>
            <a:r>
              <a:rPr lang="en-US" altLang="zh-CN" i="1" dirty="0" err="1">
                <a:latin typeface="Times New Roman" pitchFamily="18" charset="0"/>
              </a:rPr>
              <a:t>i</a:t>
            </a:r>
            <a:endParaRPr lang="en-US" altLang="zh-CN" i="1" dirty="0">
              <a:latin typeface="Times New Roman" pitchFamily="18" charset="0"/>
            </a:endParaRPr>
          </a:p>
          <a:p>
            <a:pPr algn="just">
              <a:lnSpc>
                <a:spcPct val="96000"/>
              </a:lnSpc>
              <a:defRPr/>
            </a:pPr>
            <a:r>
              <a:rPr lang="en-US" altLang="zh-CN" i="1" dirty="0">
                <a:latin typeface="Times New Roman" pitchFamily="18" charset="0"/>
              </a:rPr>
              <a:t>x</a:t>
            </a:r>
            <a:r>
              <a:rPr lang="en-US" altLang="zh-CN" dirty="0">
                <a:latin typeface="Times New Roman" pitchFamily="18" charset="0"/>
              </a:rPr>
              <a:t> = </a:t>
            </a:r>
            <a:r>
              <a:rPr lang="en-US" altLang="zh-CN" i="1" dirty="0">
                <a:latin typeface="Times New Roman" pitchFamily="18" charset="0"/>
              </a:rPr>
              <a:t>a</a:t>
            </a:r>
            <a:r>
              <a:rPr lang="en-US" altLang="zh-CN" dirty="0">
                <a:latin typeface="Times New Roman" pitchFamily="18" charset="0"/>
              </a:rPr>
              <a:t>[</a:t>
            </a:r>
            <a:r>
              <a:rPr lang="en-US" altLang="zh-CN" i="1" dirty="0">
                <a:latin typeface="Times New Roman" pitchFamily="18" charset="0"/>
              </a:rPr>
              <a:t>t</a:t>
            </a:r>
            <a:r>
              <a:rPr lang="en-US" altLang="zh-CN" i="1" baseline="-25000" dirty="0">
                <a:latin typeface="Times New Roman" pitchFamily="18" charset="0"/>
              </a:rPr>
              <a:t>6</a:t>
            </a:r>
            <a:r>
              <a:rPr lang="en-US" altLang="zh-CN" dirty="0">
                <a:latin typeface="Times New Roman" pitchFamily="18" charset="0"/>
              </a:rPr>
              <a:t>]</a:t>
            </a:r>
          </a:p>
          <a:p>
            <a:pPr algn="just">
              <a:lnSpc>
                <a:spcPct val="96000"/>
              </a:lnSpc>
              <a:defRPr/>
            </a:pPr>
            <a:r>
              <a:rPr lang="en-US" altLang="zh-CN" i="1" dirty="0">
                <a:latin typeface="Times New Roman" pitchFamily="18" charset="0"/>
              </a:rPr>
              <a:t>t</a:t>
            </a:r>
            <a:r>
              <a:rPr lang="en-US" altLang="zh-CN" i="1" baseline="-25000" dirty="0">
                <a:latin typeface="Times New Roman" pitchFamily="18" charset="0"/>
              </a:rPr>
              <a:t>8</a:t>
            </a:r>
            <a:r>
              <a:rPr lang="en-US" altLang="zh-CN" i="1" dirty="0">
                <a:latin typeface="Times New Roman" pitchFamily="18" charset="0"/>
              </a:rPr>
              <a:t> </a:t>
            </a:r>
            <a:r>
              <a:rPr lang="en-US" altLang="zh-CN" dirty="0">
                <a:latin typeface="Times New Roman" pitchFamily="18" charset="0"/>
              </a:rPr>
              <a:t>= 4 </a:t>
            </a:r>
            <a:r>
              <a:rPr lang="en-US" altLang="zh-CN" dirty="0">
                <a:latin typeface="宋体" pitchFamily="2" charset="-122"/>
              </a:rPr>
              <a:t>*</a:t>
            </a:r>
            <a:r>
              <a:rPr lang="en-US" altLang="zh-CN" dirty="0">
                <a:latin typeface="Times New Roman" pitchFamily="18" charset="0"/>
              </a:rPr>
              <a:t> </a:t>
            </a:r>
            <a:r>
              <a:rPr lang="en-US" altLang="zh-CN" i="1" dirty="0">
                <a:latin typeface="Times New Roman" pitchFamily="18" charset="0"/>
              </a:rPr>
              <a:t>j</a:t>
            </a:r>
          </a:p>
          <a:p>
            <a:pPr algn="just">
              <a:lnSpc>
                <a:spcPct val="96000"/>
              </a:lnSpc>
              <a:defRPr/>
            </a:pPr>
            <a:r>
              <a:rPr lang="en-US" altLang="zh-CN" i="1" dirty="0">
                <a:latin typeface="Times New Roman" pitchFamily="18" charset="0"/>
              </a:rPr>
              <a:t>t</a:t>
            </a:r>
            <a:r>
              <a:rPr lang="en-US" altLang="zh-CN" i="1" baseline="-25000" dirty="0">
                <a:latin typeface="Times New Roman" pitchFamily="18" charset="0"/>
              </a:rPr>
              <a:t>9</a:t>
            </a:r>
            <a:r>
              <a:rPr lang="en-US" altLang="zh-CN" dirty="0">
                <a:latin typeface="Times New Roman" pitchFamily="18" charset="0"/>
              </a:rPr>
              <a:t> = </a:t>
            </a:r>
            <a:r>
              <a:rPr lang="en-US" altLang="zh-CN" i="1" dirty="0">
                <a:latin typeface="Times New Roman" pitchFamily="18" charset="0"/>
              </a:rPr>
              <a:t>a</a:t>
            </a:r>
            <a:r>
              <a:rPr lang="en-US" altLang="zh-CN" dirty="0">
                <a:latin typeface="Times New Roman" pitchFamily="18" charset="0"/>
              </a:rPr>
              <a:t>[</a:t>
            </a:r>
            <a:r>
              <a:rPr lang="en-US" altLang="zh-CN" i="1" dirty="0">
                <a:latin typeface="Times New Roman" pitchFamily="18" charset="0"/>
              </a:rPr>
              <a:t>t</a:t>
            </a:r>
            <a:r>
              <a:rPr lang="en-US" altLang="zh-CN" i="1" baseline="-25000" dirty="0">
                <a:latin typeface="Times New Roman" pitchFamily="18" charset="0"/>
              </a:rPr>
              <a:t>8</a:t>
            </a:r>
            <a:r>
              <a:rPr lang="en-US" altLang="zh-CN" dirty="0">
                <a:latin typeface="Times New Roman" pitchFamily="18" charset="0"/>
              </a:rPr>
              <a:t>]</a:t>
            </a:r>
          </a:p>
          <a:p>
            <a:pPr algn="just">
              <a:lnSpc>
                <a:spcPct val="96000"/>
              </a:lnSpc>
              <a:defRPr/>
            </a:pPr>
            <a:r>
              <a:rPr lang="en-US" altLang="zh-CN" i="1" dirty="0">
                <a:latin typeface="Times New Roman" pitchFamily="18" charset="0"/>
              </a:rPr>
              <a:t>a</a:t>
            </a:r>
            <a:r>
              <a:rPr lang="en-US" altLang="zh-CN" dirty="0">
                <a:latin typeface="Times New Roman" pitchFamily="18" charset="0"/>
              </a:rPr>
              <a:t>[</a:t>
            </a:r>
            <a:r>
              <a:rPr lang="en-US" altLang="zh-CN" i="1" dirty="0">
                <a:solidFill>
                  <a:srgbClr val="FF0000"/>
                </a:solidFill>
                <a:latin typeface="Times New Roman" pitchFamily="18" charset="0"/>
              </a:rPr>
              <a:t>t</a:t>
            </a:r>
            <a:r>
              <a:rPr lang="en-US" altLang="zh-CN" i="1" baseline="-25000" dirty="0">
                <a:solidFill>
                  <a:srgbClr val="FF0000"/>
                </a:solidFill>
                <a:latin typeface="Times New Roman" pitchFamily="18" charset="0"/>
              </a:rPr>
              <a:t>6</a:t>
            </a:r>
            <a:r>
              <a:rPr lang="en-US" altLang="zh-CN" dirty="0">
                <a:latin typeface="Times New Roman" pitchFamily="18" charset="0"/>
              </a:rPr>
              <a:t>] = </a:t>
            </a:r>
            <a:r>
              <a:rPr lang="en-US" altLang="zh-CN" i="1" dirty="0">
                <a:latin typeface="Times New Roman" pitchFamily="18" charset="0"/>
              </a:rPr>
              <a:t>t</a:t>
            </a:r>
            <a:r>
              <a:rPr lang="en-US" altLang="zh-CN" i="1" baseline="-25000" dirty="0">
                <a:latin typeface="Times New Roman" pitchFamily="18" charset="0"/>
              </a:rPr>
              <a:t>9</a:t>
            </a:r>
            <a:endParaRPr lang="en-US" altLang="zh-CN" i="1" dirty="0">
              <a:latin typeface="Times New Roman" pitchFamily="18" charset="0"/>
            </a:endParaRPr>
          </a:p>
          <a:p>
            <a:pPr algn="just">
              <a:lnSpc>
                <a:spcPct val="96000"/>
              </a:lnSpc>
              <a:defRPr/>
            </a:pPr>
            <a:r>
              <a:rPr lang="en-US" altLang="zh-CN" i="1" dirty="0">
                <a:latin typeface="Times New Roman" pitchFamily="18" charset="0"/>
              </a:rPr>
              <a:t>a</a:t>
            </a:r>
            <a:r>
              <a:rPr lang="en-US" altLang="zh-CN" dirty="0">
                <a:latin typeface="Times New Roman" pitchFamily="18" charset="0"/>
              </a:rPr>
              <a:t>[</a:t>
            </a:r>
            <a:r>
              <a:rPr lang="en-US" altLang="zh-CN" i="1" dirty="0">
                <a:solidFill>
                  <a:srgbClr val="FF0000"/>
                </a:solidFill>
                <a:latin typeface="Times New Roman" pitchFamily="18" charset="0"/>
              </a:rPr>
              <a:t>t</a:t>
            </a:r>
            <a:r>
              <a:rPr lang="en-US" altLang="zh-CN" i="1" baseline="-25000" dirty="0">
                <a:solidFill>
                  <a:srgbClr val="FF0000"/>
                </a:solidFill>
                <a:latin typeface="Times New Roman" pitchFamily="18" charset="0"/>
              </a:rPr>
              <a:t>8</a:t>
            </a:r>
            <a:r>
              <a:rPr lang="en-US" altLang="zh-CN" dirty="0">
                <a:latin typeface="Times New Roman" pitchFamily="18" charset="0"/>
              </a:rPr>
              <a:t>] = </a:t>
            </a:r>
            <a:r>
              <a:rPr lang="en-US" altLang="zh-CN" i="1" dirty="0">
                <a:latin typeface="Times New Roman" pitchFamily="18" charset="0"/>
              </a:rPr>
              <a:t>x</a:t>
            </a:r>
          </a:p>
          <a:p>
            <a:pPr algn="just">
              <a:lnSpc>
                <a:spcPct val="96000"/>
              </a:lnSpc>
              <a:defRPr/>
            </a:pPr>
            <a:r>
              <a:rPr lang="en-US" altLang="zh-CN" dirty="0" err="1">
                <a:latin typeface="Times New Roman" pitchFamily="18" charset="0"/>
              </a:rPr>
              <a:t>goto</a:t>
            </a:r>
            <a:r>
              <a:rPr lang="en-US" altLang="zh-CN" dirty="0">
                <a:latin typeface="Times New Roman" pitchFamily="18" charset="0"/>
              </a:rPr>
              <a:t> </a:t>
            </a:r>
            <a:r>
              <a:rPr lang="en-US" altLang="zh-CN" i="1" dirty="0">
                <a:latin typeface="Times New Roman" pitchFamily="18" charset="0"/>
              </a:rPr>
              <a:t>B</a:t>
            </a:r>
            <a:r>
              <a:rPr lang="en-US" altLang="zh-CN" i="1" baseline="-25000" dirty="0">
                <a:latin typeface="Times New Roman" pitchFamily="18" charset="0"/>
              </a:rPr>
              <a:t>2</a:t>
            </a:r>
          </a:p>
        </p:txBody>
      </p:sp>
      <p:sp>
        <p:nvSpPr>
          <p:cNvPr id="66" name="Rectangle 33">
            <a:extLst>
              <a:ext uri="{FF2B5EF4-FFF2-40B4-BE49-F238E27FC236}">
                <a16:creationId xmlns:a16="http://schemas.microsoft.com/office/drawing/2014/main" id="{F813F2A6-838B-4C81-897D-D6129092B9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27750" y="187325"/>
            <a:ext cx="1189038" cy="1889125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w="25400">
            <a:solidFill>
              <a:schemeClr val="tx1"/>
            </a:solidFill>
            <a:prstDash val="lgDash"/>
            <a:miter lim="800000"/>
            <a:headEnd/>
            <a:tailEnd/>
          </a:ln>
        </p:spPr>
        <p:txBody>
          <a:bodyPr lIns="68580" tIns="0" rIns="68580" bIns="0"/>
          <a:lstStyle/>
          <a:p>
            <a:pPr algn="just">
              <a:lnSpc>
                <a:spcPct val="96000"/>
              </a:lnSpc>
              <a:defRPr/>
            </a:pPr>
            <a:r>
              <a:rPr lang="en-US" altLang="zh-CN" i="1" dirty="0">
                <a:latin typeface="Times New Roman" pitchFamily="18" charset="0"/>
              </a:rPr>
              <a:t>t</a:t>
            </a:r>
            <a:r>
              <a:rPr lang="en-US" altLang="zh-CN" i="1" baseline="-25000" dirty="0">
                <a:latin typeface="Times New Roman" pitchFamily="18" charset="0"/>
              </a:rPr>
              <a:t>6</a:t>
            </a:r>
            <a:r>
              <a:rPr lang="en-US" altLang="zh-CN" dirty="0">
                <a:latin typeface="Times New Roman" pitchFamily="18" charset="0"/>
              </a:rPr>
              <a:t> = 4 </a:t>
            </a:r>
            <a:r>
              <a:rPr lang="en-US" altLang="zh-CN" dirty="0">
                <a:latin typeface="宋体" pitchFamily="2" charset="-122"/>
              </a:rPr>
              <a:t>*</a:t>
            </a:r>
            <a:r>
              <a:rPr lang="en-US" altLang="zh-CN" dirty="0">
                <a:latin typeface="Times New Roman" pitchFamily="18" charset="0"/>
              </a:rPr>
              <a:t> </a:t>
            </a:r>
            <a:r>
              <a:rPr lang="en-US" altLang="zh-CN" i="1">
                <a:latin typeface="Times New Roman" pitchFamily="18" charset="0"/>
              </a:rPr>
              <a:t>i</a:t>
            </a:r>
            <a:endParaRPr lang="en-US" altLang="zh-CN" i="1" dirty="0">
              <a:latin typeface="Times New Roman" pitchFamily="18" charset="0"/>
            </a:endParaRPr>
          </a:p>
          <a:p>
            <a:pPr algn="just">
              <a:lnSpc>
                <a:spcPct val="96000"/>
              </a:lnSpc>
              <a:defRPr/>
            </a:pPr>
            <a:r>
              <a:rPr lang="en-US" altLang="zh-CN" i="1" dirty="0">
                <a:latin typeface="Times New Roman" pitchFamily="18" charset="0"/>
              </a:rPr>
              <a:t>x</a:t>
            </a:r>
            <a:r>
              <a:rPr lang="en-US" altLang="zh-CN" dirty="0">
                <a:latin typeface="Times New Roman" pitchFamily="18" charset="0"/>
              </a:rPr>
              <a:t> = </a:t>
            </a:r>
            <a:r>
              <a:rPr lang="en-US" altLang="zh-CN" i="1" dirty="0">
                <a:latin typeface="Times New Roman" pitchFamily="18" charset="0"/>
              </a:rPr>
              <a:t>a</a:t>
            </a:r>
            <a:r>
              <a:rPr lang="en-US" altLang="zh-CN" dirty="0">
                <a:latin typeface="Times New Roman" pitchFamily="18" charset="0"/>
              </a:rPr>
              <a:t>[</a:t>
            </a:r>
            <a:r>
              <a:rPr lang="en-US" altLang="zh-CN" i="1" dirty="0">
                <a:latin typeface="Times New Roman" pitchFamily="18" charset="0"/>
              </a:rPr>
              <a:t>t</a:t>
            </a:r>
            <a:r>
              <a:rPr lang="en-US" altLang="zh-CN" i="1" baseline="-25000" dirty="0">
                <a:latin typeface="Times New Roman" pitchFamily="18" charset="0"/>
              </a:rPr>
              <a:t>6</a:t>
            </a:r>
            <a:r>
              <a:rPr lang="en-US" altLang="zh-CN" dirty="0">
                <a:latin typeface="Times New Roman" pitchFamily="18" charset="0"/>
              </a:rPr>
              <a:t>]</a:t>
            </a:r>
          </a:p>
          <a:p>
            <a:pPr algn="just">
              <a:lnSpc>
                <a:spcPct val="96000"/>
              </a:lnSpc>
              <a:defRPr/>
            </a:pPr>
            <a:r>
              <a:rPr lang="en-US" altLang="zh-CN" i="1" dirty="0">
                <a:latin typeface="Times New Roman" pitchFamily="18" charset="0"/>
              </a:rPr>
              <a:t>t</a:t>
            </a:r>
            <a:r>
              <a:rPr lang="en-US" altLang="zh-CN" i="1" baseline="-25000" dirty="0">
                <a:latin typeface="Times New Roman" pitchFamily="18" charset="0"/>
              </a:rPr>
              <a:t>8</a:t>
            </a:r>
            <a:r>
              <a:rPr lang="en-US" altLang="zh-CN" i="1" dirty="0">
                <a:latin typeface="Times New Roman" pitchFamily="18" charset="0"/>
              </a:rPr>
              <a:t> </a:t>
            </a:r>
            <a:r>
              <a:rPr lang="en-US" altLang="zh-CN" dirty="0">
                <a:latin typeface="Times New Roman" pitchFamily="18" charset="0"/>
              </a:rPr>
              <a:t>= 4 </a:t>
            </a:r>
            <a:r>
              <a:rPr lang="en-US" altLang="zh-CN" dirty="0">
                <a:latin typeface="宋体" pitchFamily="2" charset="-122"/>
              </a:rPr>
              <a:t>*</a:t>
            </a:r>
            <a:r>
              <a:rPr lang="en-US" altLang="zh-CN" dirty="0">
                <a:latin typeface="Times New Roman" pitchFamily="18" charset="0"/>
              </a:rPr>
              <a:t> </a:t>
            </a:r>
            <a:r>
              <a:rPr lang="en-US" altLang="zh-CN" i="1" dirty="0">
                <a:latin typeface="Times New Roman" pitchFamily="18" charset="0"/>
              </a:rPr>
              <a:t>j</a:t>
            </a:r>
          </a:p>
          <a:p>
            <a:pPr algn="just">
              <a:lnSpc>
                <a:spcPct val="96000"/>
              </a:lnSpc>
              <a:defRPr/>
            </a:pPr>
            <a:r>
              <a:rPr lang="en-US" altLang="zh-CN" i="1" dirty="0">
                <a:latin typeface="Times New Roman" pitchFamily="18" charset="0"/>
              </a:rPr>
              <a:t>t</a:t>
            </a:r>
            <a:r>
              <a:rPr lang="en-US" altLang="zh-CN" i="1" baseline="-25000" dirty="0">
                <a:latin typeface="Times New Roman" pitchFamily="18" charset="0"/>
              </a:rPr>
              <a:t>9</a:t>
            </a:r>
            <a:r>
              <a:rPr lang="en-US" altLang="zh-CN" dirty="0">
                <a:latin typeface="Times New Roman" pitchFamily="18" charset="0"/>
              </a:rPr>
              <a:t> = </a:t>
            </a:r>
            <a:r>
              <a:rPr lang="en-US" altLang="zh-CN" i="1" dirty="0">
                <a:latin typeface="Times New Roman" pitchFamily="18" charset="0"/>
              </a:rPr>
              <a:t>a</a:t>
            </a:r>
            <a:r>
              <a:rPr lang="en-US" altLang="zh-CN" dirty="0">
                <a:latin typeface="Times New Roman" pitchFamily="18" charset="0"/>
              </a:rPr>
              <a:t>[</a:t>
            </a:r>
            <a:r>
              <a:rPr lang="en-US" altLang="zh-CN" i="1" dirty="0">
                <a:latin typeface="Times New Roman" pitchFamily="18" charset="0"/>
              </a:rPr>
              <a:t>t</a:t>
            </a:r>
            <a:r>
              <a:rPr lang="en-US" altLang="zh-CN" i="1" baseline="-25000" dirty="0">
                <a:latin typeface="Times New Roman" pitchFamily="18" charset="0"/>
              </a:rPr>
              <a:t>8</a:t>
            </a:r>
            <a:r>
              <a:rPr lang="en-US" altLang="zh-CN" dirty="0">
                <a:latin typeface="Times New Roman" pitchFamily="18" charset="0"/>
              </a:rPr>
              <a:t>]</a:t>
            </a:r>
          </a:p>
          <a:p>
            <a:pPr algn="just">
              <a:lnSpc>
                <a:spcPct val="96000"/>
              </a:lnSpc>
              <a:defRPr/>
            </a:pPr>
            <a:r>
              <a:rPr lang="en-US" altLang="zh-CN" i="1" dirty="0">
                <a:latin typeface="Times New Roman" pitchFamily="18" charset="0"/>
              </a:rPr>
              <a:t>a</a:t>
            </a:r>
            <a:r>
              <a:rPr lang="en-US" altLang="zh-CN" dirty="0">
                <a:latin typeface="Times New Roman" pitchFamily="18" charset="0"/>
              </a:rPr>
              <a:t>[</a:t>
            </a:r>
            <a:r>
              <a:rPr lang="en-US" altLang="zh-CN" i="1" dirty="0">
                <a:solidFill>
                  <a:srgbClr val="FF0000"/>
                </a:solidFill>
                <a:latin typeface="Times New Roman" pitchFamily="18" charset="0"/>
              </a:rPr>
              <a:t>t</a:t>
            </a:r>
            <a:r>
              <a:rPr lang="en-US" altLang="zh-CN" i="1" baseline="-25000" dirty="0">
                <a:solidFill>
                  <a:srgbClr val="FF0000"/>
                </a:solidFill>
                <a:latin typeface="Times New Roman" pitchFamily="18" charset="0"/>
              </a:rPr>
              <a:t>6</a:t>
            </a:r>
            <a:r>
              <a:rPr lang="en-US" altLang="zh-CN" dirty="0">
                <a:latin typeface="Times New Roman" pitchFamily="18" charset="0"/>
              </a:rPr>
              <a:t>] = </a:t>
            </a:r>
            <a:r>
              <a:rPr lang="en-US" altLang="zh-CN" i="1" dirty="0">
                <a:latin typeface="Times New Roman" pitchFamily="18" charset="0"/>
              </a:rPr>
              <a:t>t</a:t>
            </a:r>
            <a:r>
              <a:rPr lang="en-US" altLang="zh-CN" i="1" baseline="-25000" dirty="0">
                <a:latin typeface="Times New Roman" pitchFamily="18" charset="0"/>
              </a:rPr>
              <a:t>9</a:t>
            </a:r>
            <a:endParaRPr lang="en-US" altLang="zh-CN" i="1" dirty="0">
              <a:latin typeface="Times New Roman" pitchFamily="18" charset="0"/>
            </a:endParaRPr>
          </a:p>
          <a:p>
            <a:pPr algn="just">
              <a:lnSpc>
                <a:spcPct val="96000"/>
              </a:lnSpc>
              <a:defRPr/>
            </a:pPr>
            <a:r>
              <a:rPr lang="en-US" altLang="zh-CN" i="1" dirty="0">
                <a:latin typeface="Times New Roman" pitchFamily="18" charset="0"/>
              </a:rPr>
              <a:t>a</a:t>
            </a:r>
            <a:r>
              <a:rPr lang="en-US" altLang="zh-CN" dirty="0">
                <a:latin typeface="Times New Roman" pitchFamily="18" charset="0"/>
              </a:rPr>
              <a:t>[</a:t>
            </a:r>
            <a:r>
              <a:rPr lang="en-US" altLang="zh-CN" i="1" dirty="0">
                <a:solidFill>
                  <a:srgbClr val="FF0000"/>
                </a:solidFill>
                <a:latin typeface="Times New Roman" pitchFamily="18" charset="0"/>
              </a:rPr>
              <a:t>t</a:t>
            </a:r>
            <a:r>
              <a:rPr lang="en-US" altLang="zh-CN" i="1" baseline="-25000" dirty="0">
                <a:solidFill>
                  <a:srgbClr val="FF0000"/>
                </a:solidFill>
                <a:latin typeface="Times New Roman" pitchFamily="18" charset="0"/>
              </a:rPr>
              <a:t>8</a:t>
            </a:r>
            <a:r>
              <a:rPr lang="en-US" altLang="zh-CN" dirty="0">
                <a:latin typeface="Times New Roman" pitchFamily="18" charset="0"/>
              </a:rPr>
              <a:t>] = </a:t>
            </a:r>
            <a:r>
              <a:rPr lang="en-US" altLang="zh-CN" i="1" dirty="0">
                <a:latin typeface="Times New Roman" pitchFamily="18" charset="0"/>
              </a:rPr>
              <a:t>x</a:t>
            </a:r>
          </a:p>
          <a:p>
            <a:pPr algn="just">
              <a:lnSpc>
                <a:spcPct val="96000"/>
              </a:lnSpc>
              <a:defRPr/>
            </a:pPr>
            <a:r>
              <a:rPr lang="en-US" altLang="zh-CN" dirty="0" err="1">
                <a:latin typeface="Times New Roman" pitchFamily="18" charset="0"/>
              </a:rPr>
              <a:t>goto</a:t>
            </a:r>
            <a:r>
              <a:rPr lang="en-US" altLang="zh-CN" dirty="0">
                <a:latin typeface="Times New Roman" pitchFamily="18" charset="0"/>
              </a:rPr>
              <a:t> </a:t>
            </a:r>
            <a:r>
              <a:rPr lang="en-US" altLang="zh-CN" i="1" dirty="0">
                <a:latin typeface="Times New Roman" pitchFamily="18" charset="0"/>
              </a:rPr>
              <a:t>B</a:t>
            </a:r>
            <a:r>
              <a:rPr lang="en-US" altLang="zh-CN" i="1" baseline="-25000" dirty="0">
                <a:latin typeface="Times New Roman" pitchFamily="18" charset="0"/>
              </a:rPr>
              <a:t>2</a:t>
            </a:r>
          </a:p>
        </p:txBody>
      </p:sp>
      <p:grpSp>
        <p:nvGrpSpPr>
          <p:cNvPr id="49156" name="组合 49">
            <a:extLst>
              <a:ext uri="{FF2B5EF4-FFF2-40B4-BE49-F238E27FC236}">
                <a16:creationId xmlns:a16="http://schemas.microsoft.com/office/drawing/2014/main" id="{87C77482-8B8B-412A-AF86-AEACD109952D}"/>
              </a:ext>
            </a:extLst>
          </p:cNvPr>
          <p:cNvGrpSpPr>
            <a:grpSpLocks/>
          </p:cNvGrpSpPr>
          <p:nvPr/>
        </p:nvGrpSpPr>
        <p:grpSpPr bwMode="auto">
          <a:xfrm>
            <a:off x="1071563" y="195263"/>
            <a:ext cx="6719887" cy="4443412"/>
            <a:chOff x="1071538" y="195263"/>
            <a:chExt cx="6719912" cy="4444185"/>
          </a:xfrm>
        </p:grpSpPr>
        <p:sp>
          <p:nvSpPr>
            <p:cNvPr id="27" name="Rectangle 4">
              <a:extLst>
                <a:ext uri="{FF2B5EF4-FFF2-40B4-BE49-F238E27FC236}">
                  <a16:creationId xmlns:a16="http://schemas.microsoft.com/office/drawing/2014/main" id="{89250750-EC5F-4FA1-9FFC-F2491559622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25835" y="212728"/>
              <a:ext cx="1693869" cy="81453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8580" tIns="27000" rIns="68580" bIns="0"/>
            <a:lstStyle/>
            <a:p>
              <a:pPr algn="just">
                <a:lnSpc>
                  <a:spcPct val="70000"/>
                </a:lnSpc>
                <a:defRPr/>
              </a:pPr>
              <a:r>
                <a:rPr lang="en-US" altLang="zh-CN" i="1">
                  <a:latin typeface="Times New Roman" pitchFamily="18" charset="0"/>
                </a:rPr>
                <a:t>i</a:t>
              </a:r>
              <a:r>
                <a:rPr lang="en-US" altLang="zh-CN" i="1" dirty="0">
                  <a:latin typeface="Times New Roman" pitchFamily="18" charset="0"/>
                </a:rPr>
                <a:t> </a:t>
              </a:r>
              <a:r>
                <a:rPr lang="en-US" altLang="zh-CN" dirty="0">
                  <a:latin typeface="Times New Roman" pitchFamily="18" charset="0"/>
                </a:rPr>
                <a:t>=</a:t>
              </a:r>
              <a:r>
                <a:rPr lang="en-US" altLang="zh-CN" i="1" dirty="0">
                  <a:latin typeface="Times New Roman" pitchFamily="18" charset="0"/>
                </a:rPr>
                <a:t> m </a:t>
              </a:r>
              <a:r>
                <a:rPr lang="en-US" altLang="zh-CN" dirty="0">
                  <a:latin typeface="Times New Roman" pitchFamily="18" charset="0"/>
                  <a:sym typeface="Symbol" pitchFamily="18" charset="2"/>
                </a:rPr>
                <a:t></a:t>
              </a:r>
              <a:r>
                <a:rPr lang="en-US" altLang="zh-CN" dirty="0">
                  <a:latin typeface="Times New Roman" pitchFamily="18" charset="0"/>
                </a:rPr>
                <a:t>1</a:t>
              </a:r>
            </a:p>
            <a:p>
              <a:pPr algn="just">
                <a:lnSpc>
                  <a:spcPct val="70000"/>
                </a:lnSpc>
                <a:defRPr/>
              </a:pPr>
              <a:r>
                <a:rPr lang="en-US" altLang="zh-CN" i="1" dirty="0">
                  <a:latin typeface="Times New Roman" pitchFamily="18" charset="0"/>
                </a:rPr>
                <a:t>j</a:t>
              </a:r>
              <a:r>
                <a:rPr lang="en-US" altLang="zh-CN" dirty="0">
                  <a:latin typeface="Times New Roman" pitchFamily="18" charset="0"/>
                </a:rPr>
                <a:t> =</a:t>
              </a:r>
              <a:r>
                <a:rPr lang="en-US" altLang="zh-CN" i="1" dirty="0">
                  <a:latin typeface="Times New Roman" pitchFamily="18" charset="0"/>
                </a:rPr>
                <a:t> n</a:t>
              </a:r>
            </a:p>
            <a:p>
              <a:pPr algn="just">
                <a:lnSpc>
                  <a:spcPct val="70000"/>
                </a:lnSpc>
                <a:defRPr/>
              </a:pPr>
              <a:r>
                <a:rPr lang="en-US" altLang="zh-CN" i="1" dirty="0">
                  <a:latin typeface="Times New Roman" pitchFamily="18" charset="0"/>
                </a:rPr>
                <a:t>t</a:t>
              </a:r>
              <a:r>
                <a:rPr lang="en-US" altLang="zh-CN" i="1" baseline="-25000" dirty="0">
                  <a:latin typeface="Times New Roman" pitchFamily="18" charset="0"/>
                </a:rPr>
                <a:t>1</a:t>
              </a:r>
              <a:r>
                <a:rPr lang="en-US" altLang="zh-CN" dirty="0">
                  <a:latin typeface="Times New Roman" pitchFamily="18" charset="0"/>
                </a:rPr>
                <a:t> = 4 </a:t>
              </a:r>
              <a:r>
                <a:rPr lang="en-US" altLang="zh-CN" dirty="0">
                  <a:latin typeface="宋体" pitchFamily="2" charset="-122"/>
                </a:rPr>
                <a:t>*</a:t>
              </a:r>
              <a:r>
                <a:rPr lang="en-US" altLang="zh-CN" dirty="0">
                  <a:latin typeface="Times New Roman" pitchFamily="18" charset="0"/>
                </a:rPr>
                <a:t> </a:t>
              </a:r>
              <a:r>
                <a:rPr lang="en-US" altLang="zh-CN" i="1" dirty="0">
                  <a:latin typeface="Times New Roman" pitchFamily="18" charset="0"/>
                </a:rPr>
                <a:t>n</a:t>
              </a:r>
            </a:p>
            <a:p>
              <a:pPr algn="just">
                <a:lnSpc>
                  <a:spcPct val="70000"/>
                </a:lnSpc>
                <a:defRPr/>
              </a:pPr>
              <a:r>
                <a:rPr lang="en-US" altLang="zh-CN" i="1" dirty="0">
                  <a:latin typeface="Times New Roman" pitchFamily="18" charset="0"/>
                </a:rPr>
                <a:t>v</a:t>
              </a:r>
              <a:r>
                <a:rPr lang="en-US" altLang="zh-CN" dirty="0">
                  <a:latin typeface="Times New Roman" pitchFamily="18" charset="0"/>
                </a:rPr>
                <a:t> = </a:t>
              </a:r>
              <a:r>
                <a:rPr lang="en-US" altLang="zh-CN" i="1" dirty="0">
                  <a:latin typeface="Times New Roman" pitchFamily="18" charset="0"/>
                </a:rPr>
                <a:t>a</a:t>
              </a:r>
              <a:r>
                <a:rPr lang="en-US" altLang="zh-CN" dirty="0">
                  <a:latin typeface="Times New Roman" pitchFamily="18" charset="0"/>
                </a:rPr>
                <a:t>[</a:t>
              </a:r>
              <a:r>
                <a:rPr lang="en-US" altLang="zh-CN" i="1" dirty="0">
                  <a:latin typeface="Times New Roman" pitchFamily="18" charset="0"/>
                </a:rPr>
                <a:t>t</a:t>
              </a:r>
              <a:r>
                <a:rPr lang="en-US" altLang="zh-CN" i="1" baseline="-25000" dirty="0">
                  <a:latin typeface="Times New Roman" pitchFamily="18" charset="0"/>
                </a:rPr>
                <a:t>1</a:t>
              </a:r>
              <a:r>
                <a:rPr lang="en-US" altLang="zh-CN" dirty="0">
                  <a:latin typeface="Times New Roman" pitchFamily="18" charset="0"/>
                </a:rPr>
                <a:t>]</a:t>
              </a:r>
            </a:p>
          </p:txBody>
        </p:sp>
        <p:sp>
          <p:nvSpPr>
            <p:cNvPr id="28" name="Rectangle 5">
              <a:extLst>
                <a:ext uri="{FF2B5EF4-FFF2-40B4-BE49-F238E27FC236}">
                  <a16:creationId xmlns:a16="http://schemas.microsoft.com/office/drawing/2014/main" id="{4B72CE63-3E1F-4164-BF55-97DC6ECA6FB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22659" y="1351164"/>
              <a:ext cx="1711331" cy="814529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8580" tIns="27000" rIns="68580" bIns="27000"/>
            <a:lstStyle/>
            <a:p>
              <a:pPr algn="just">
                <a:lnSpc>
                  <a:spcPct val="70000"/>
                </a:lnSpc>
                <a:defRPr/>
              </a:pPr>
              <a:r>
                <a:rPr lang="en-US" altLang="zh-CN" i="1">
                  <a:latin typeface="Times New Roman" pitchFamily="18" charset="0"/>
                </a:rPr>
                <a:t>i</a:t>
              </a:r>
              <a:r>
                <a:rPr lang="en-US" altLang="zh-CN" dirty="0">
                  <a:latin typeface="Times New Roman" pitchFamily="18" charset="0"/>
                </a:rPr>
                <a:t> =</a:t>
              </a:r>
              <a:r>
                <a:rPr lang="en-US" altLang="zh-CN" i="1" dirty="0">
                  <a:latin typeface="Times New Roman" pitchFamily="18" charset="0"/>
                </a:rPr>
                <a:t> </a:t>
              </a:r>
              <a:r>
                <a:rPr lang="en-US" altLang="zh-CN" i="1">
                  <a:latin typeface="Times New Roman" pitchFamily="18" charset="0"/>
                </a:rPr>
                <a:t>i</a:t>
              </a:r>
              <a:r>
                <a:rPr lang="en-US" altLang="zh-CN" i="1" dirty="0">
                  <a:latin typeface="Times New Roman" pitchFamily="18" charset="0"/>
                </a:rPr>
                <a:t> </a:t>
              </a:r>
              <a:r>
                <a:rPr lang="en-US" altLang="zh-CN" dirty="0">
                  <a:latin typeface="Times New Roman" pitchFamily="18" charset="0"/>
                </a:rPr>
                <a:t>+ 1</a:t>
              </a:r>
            </a:p>
            <a:p>
              <a:pPr algn="just">
                <a:lnSpc>
                  <a:spcPct val="70000"/>
                </a:lnSpc>
                <a:defRPr/>
              </a:pPr>
              <a:r>
                <a:rPr lang="en-US" altLang="zh-CN" i="1" dirty="0">
                  <a:latin typeface="Times New Roman" pitchFamily="18" charset="0"/>
                </a:rPr>
                <a:t>t</a:t>
              </a:r>
              <a:r>
                <a:rPr lang="en-US" altLang="zh-CN" i="1" baseline="-25000" dirty="0">
                  <a:latin typeface="Times New Roman" pitchFamily="18" charset="0"/>
                </a:rPr>
                <a:t>2</a:t>
              </a:r>
              <a:r>
                <a:rPr lang="en-US" altLang="zh-CN" dirty="0">
                  <a:latin typeface="Times New Roman" pitchFamily="18" charset="0"/>
                </a:rPr>
                <a:t> = 4 </a:t>
              </a:r>
              <a:r>
                <a:rPr lang="en-US" altLang="zh-CN" dirty="0">
                  <a:latin typeface="宋体" pitchFamily="2" charset="-122"/>
                </a:rPr>
                <a:t>*</a:t>
              </a:r>
              <a:r>
                <a:rPr lang="en-US" altLang="zh-CN" dirty="0">
                  <a:latin typeface="Times New Roman" pitchFamily="18" charset="0"/>
                </a:rPr>
                <a:t> </a:t>
              </a:r>
              <a:r>
                <a:rPr lang="en-US" altLang="zh-CN" i="1">
                  <a:latin typeface="Times New Roman" pitchFamily="18" charset="0"/>
                </a:rPr>
                <a:t>i</a:t>
              </a:r>
              <a:endParaRPr lang="en-US" altLang="zh-CN" i="1" dirty="0">
                <a:latin typeface="Times New Roman" pitchFamily="18" charset="0"/>
              </a:endParaRPr>
            </a:p>
            <a:p>
              <a:pPr algn="just">
                <a:lnSpc>
                  <a:spcPct val="70000"/>
                </a:lnSpc>
                <a:defRPr/>
              </a:pPr>
              <a:r>
                <a:rPr lang="en-US" altLang="zh-CN" i="1" dirty="0">
                  <a:latin typeface="Times New Roman" pitchFamily="18" charset="0"/>
                </a:rPr>
                <a:t>t</a:t>
              </a:r>
              <a:r>
                <a:rPr lang="en-US" altLang="zh-CN" i="1" baseline="-25000" dirty="0">
                  <a:latin typeface="Times New Roman" pitchFamily="18" charset="0"/>
                </a:rPr>
                <a:t>3</a:t>
              </a:r>
              <a:r>
                <a:rPr lang="en-US" altLang="zh-CN" dirty="0">
                  <a:latin typeface="Times New Roman" pitchFamily="18" charset="0"/>
                </a:rPr>
                <a:t> = </a:t>
              </a:r>
              <a:r>
                <a:rPr lang="en-US" altLang="zh-CN" i="1" dirty="0">
                  <a:latin typeface="Times New Roman" pitchFamily="18" charset="0"/>
                </a:rPr>
                <a:t>a</a:t>
              </a:r>
              <a:r>
                <a:rPr lang="en-US" altLang="zh-CN" dirty="0">
                  <a:latin typeface="Times New Roman" pitchFamily="18" charset="0"/>
                </a:rPr>
                <a:t>[</a:t>
              </a:r>
              <a:r>
                <a:rPr lang="en-US" altLang="zh-CN" i="1" dirty="0">
                  <a:latin typeface="Times New Roman" pitchFamily="18" charset="0"/>
                </a:rPr>
                <a:t>t</a:t>
              </a:r>
              <a:r>
                <a:rPr lang="en-US" altLang="zh-CN" i="1" baseline="-25000" dirty="0">
                  <a:latin typeface="Times New Roman" pitchFamily="18" charset="0"/>
                </a:rPr>
                <a:t>2</a:t>
              </a:r>
              <a:r>
                <a:rPr lang="en-US" altLang="zh-CN" dirty="0">
                  <a:latin typeface="Times New Roman" pitchFamily="18" charset="0"/>
                </a:rPr>
                <a:t>]</a:t>
              </a:r>
            </a:p>
            <a:p>
              <a:pPr algn="just">
                <a:lnSpc>
                  <a:spcPct val="70000"/>
                </a:lnSpc>
                <a:defRPr/>
              </a:pPr>
              <a:r>
                <a:rPr lang="en-US" altLang="zh-CN" i="1" dirty="0">
                  <a:latin typeface="Times New Roman" pitchFamily="18" charset="0"/>
                </a:rPr>
                <a:t>if t</a:t>
              </a:r>
              <a:r>
                <a:rPr lang="en-US" altLang="zh-CN" i="1" baseline="-25000" dirty="0">
                  <a:latin typeface="Times New Roman" pitchFamily="18" charset="0"/>
                </a:rPr>
                <a:t>3</a:t>
              </a:r>
              <a:r>
                <a:rPr lang="en-US" altLang="zh-CN" i="1" dirty="0">
                  <a:latin typeface="Times New Roman" pitchFamily="18" charset="0"/>
                </a:rPr>
                <a:t> </a:t>
              </a:r>
              <a:r>
                <a:rPr lang="en-US" altLang="zh-CN" dirty="0">
                  <a:latin typeface="Times New Roman" pitchFamily="18" charset="0"/>
                </a:rPr>
                <a:t>&lt; </a:t>
              </a:r>
              <a:r>
                <a:rPr lang="en-US" altLang="zh-CN" i="1" dirty="0">
                  <a:latin typeface="Times New Roman" pitchFamily="18" charset="0"/>
                </a:rPr>
                <a:t>v</a:t>
              </a:r>
              <a:r>
                <a:rPr lang="en-US" altLang="zh-CN" dirty="0">
                  <a:latin typeface="Times New Roman" pitchFamily="18" charset="0"/>
                </a:rPr>
                <a:t> </a:t>
              </a:r>
              <a:r>
                <a:rPr lang="en-US" altLang="zh-CN" i="1" dirty="0" err="1">
                  <a:latin typeface="Times New Roman" pitchFamily="18" charset="0"/>
                </a:rPr>
                <a:t>goto</a:t>
              </a:r>
              <a:r>
                <a:rPr lang="en-US" altLang="zh-CN" dirty="0">
                  <a:latin typeface="Times New Roman" pitchFamily="18" charset="0"/>
                </a:rPr>
                <a:t> </a:t>
              </a:r>
              <a:r>
                <a:rPr lang="en-US" altLang="zh-CN" i="1" dirty="0">
                  <a:latin typeface="Times New Roman" pitchFamily="18" charset="0"/>
                </a:rPr>
                <a:t>B</a:t>
              </a:r>
              <a:r>
                <a:rPr lang="en-US" altLang="zh-CN" i="1" baseline="-25000" dirty="0">
                  <a:latin typeface="Times New Roman" pitchFamily="18" charset="0"/>
                </a:rPr>
                <a:t>2</a:t>
              </a:r>
            </a:p>
          </p:txBody>
        </p:sp>
        <p:sp>
          <p:nvSpPr>
            <p:cNvPr id="49162" name="Rectangle 6">
              <a:extLst>
                <a:ext uri="{FF2B5EF4-FFF2-40B4-BE49-F238E27FC236}">
                  <a16:creationId xmlns:a16="http://schemas.microsoft.com/office/drawing/2014/main" id="{C60754B2-277B-4BAC-B8A7-FDE72F572E3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46713" y="195263"/>
              <a:ext cx="393700" cy="22066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0" rIns="0" bIns="0"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i="1">
                  <a:latin typeface="Times New Roman" panose="02020603050405020304" pitchFamily="18" charset="0"/>
                </a:rPr>
                <a:t>B</a:t>
              </a:r>
              <a:r>
                <a:rPr lang="en-US" altLang="zh-CN" i="1" baseline="-25000">
                  <a:latin typeface="Times New Roman" panose="02020603050405020304" pitchFamily="18" charset="0"/>
                </a:rPr>
                <a:t>1</a:t>
              </a:r>
              <a:endParaRPr lang="en-US" altLang="zh-CN" i="1">
                <a:latin typeface="Times New Roman" panose="02020603050405020304" pitchFamily="18" charset="0"/>
              </a:endParaRPr>
            </a:p>
          </p:txBody>
        </p:sp>
        <p:sp>
          <p:nvSpPr>
            <p:cNvPr id="49163" name="Rectangle 7">
              <a:extLst>
                <a:ext uri="{FF2B5EF4-FFF2-40B4-BE49-F238E27FC236}">
                  <a16:creationId xmlns:a16="http://schemas.microsoft.com/office/drawing/2014/main" id="{63554F51-2C8C-4B55-B61F-2FE081DF0FE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29256" y="1258888"/>
              <a:ext cx="627062" cy="3254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i="1">
                  <a:latin typeface="Times New Roman" panose="02020603050405020304" pitchFamily="18" charset="0"/>
                </a:rPr>
                <a:t>B</a:t>
              </a:r>
              <a:r>
                <a:rPr lang="en-US" altLang="zh-CN" i="1" baseline="-25000">
                  <a:latin typeface="Times New Roman" panose="02020603050405020304" pitchFamily="18" charset="0"/>
                </a:rPr>
                <a:t>2</a:t>
              </a:r>
              <a:endParaRPr lang="en-US" altLang="zh-CN" i="1">
                <a:latin typeface="Times New Roman" panose="02020603050405020304" pitchFamily="18" charset="0"/>
              </a:endParaRPr>
            </a:p>
          </p:txBody>
        </p:sp>
        <p:sp>
          <p:nvSpPr>
            <p:cNvPr id="31" name="Rectangle 8">
              <a:extLst>
                <a:ext uri="{FF2B5EF4-FFF2-40B4-BE49-F238E27FC236}">
                  <a16:creationId xmlns:a16="http://schemas.microsoft.com/office/drawing/2014/main" id="{6BDB509A-15FE-439F-8F46-48B7D3F8C11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40123" y="2500714"/>
              <a:ext cx="1711331" cy="812941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8580" tIns="27000" rIns="68580" bIns="27000"/>
            <a:lstStyle/>
            <a:p>
              <a:pPr algn="just">
                <a:lnSpc>
                  <a:spcPct val="70000"/>
                </a:lnSpc>
                <a:defRPr/>
              </a:pPr>
              <a:r>
                <a:rPr lang="en-US" altLang="zh-CN" i="1" dirty="0">
                  <a:latin typeface="Times New Roman" pitchFamily="18" charset="0"/>
                </a:rPr>
                <a:t>j </a:t>
              </a:r>
              <a:r>
                <a:rPr lang="en-US" altLang="zh-CN" dirty="0">
                  <a:latin typeface="Times New Roman" pitchFamily="18" charset="0"/>
                </a:rPr>
                <a:t>= </a:t>
              </a:r>
              <a:r>
                <a:rPr lang="en-US" altLang="zh-CN" i="1" dirty="0">
                  <a:latin typeface="Times New Roman" pitchFamily="18" charset="0"/>
                </a:rPr>
                <a:t>j </a:t>
              </a:r>
              <a:r>
                <a:rPr lang="en-US" altLang="zh-CN" dirty="0">
                  <a:latin typeface="Times New Roman" pitchFamily="18" charset="0"/>
                  <a:sym typeface="Symbol" pitchFamily="18" charset="2"/>
                </a:rPr>
                <a:t></a:t>
              </a:r>
              <a:r>
                <a:rPr lang="en-US" altLang="zh-CN" dirty="0">
                  <a:latin typeface="Times New Roman" pitchFamily="18" charset="0"/>
                </a:rPr>
                <a:t>1</a:t>
              </a:r>
            </a:p>
            <a:p>
              <a:pPr algn="just">
                <a:lnSpc>
                  <a:spcPct val="70000"/>
                </a:lnSpc>
                <a:defRPr/>
              </a:pPr>
              <a:r>
                <a:rPr lang="en-US" altLang="zh-CN" i="1" dirty="0">
                  <a:latin typeface="Times New Roman" pitchFamily="18" charset="0"/>
                </a:rPr>
                <a:t>t</a:t>
              </a:r>
              <a:r>
                <a:rPr lang="en-US" altLang="zh-CN" i="1" baseline="-25000" dirty="0">
                  <a:latin typeface="Times New Roman" pitchFamily="18" charset="0"/>
                </a:rPr>
                <a:t>4</a:t>
              </a:r>
              <a:r>
                <a:rPr lang="en-US" altLang="zh-CN" dirty="0">
                  <a:latin typeface="Times New Roman" pitchFamily="18" charset="0"/>
                </a:rPr>
                <a:t> = 4 </a:t>
              </a:r>
              <a:r>
                <a:rPr lang="en-US" altLang="zh-CN" dirty="0">
                  <a:latin typeface="宋体" pitchFamily="2" charset="-122"/>
                </a:rPr>
                <a:t>*</a:t>
              </a:r>
              <a:r>
                <a:rPr lang="en-US" altLang="zh-CN" dirty="0">
                  <a:latin typeface="Times New Roman" pitchFamily="18" charset="0"/>
                </a:rPr>
                <a:t> </a:t>
              </a:r>
              <a:r>
                <a:rPr lang="en-US" altLang="zh-CN" i="1" dirty="0">
                  <a:latin typeface="Times New Roman" pitchFamily="18" charset="0"/>
                </a:rPr>
                <a:t>j</a:t>
              </a:r>
            </a:p>
            <a:p>
              <a:pPr algn="just">
                <a:lnSpc>
                  <a:spcPct val="70000"/>
                </a:lnSpc>
                <a:defRPr/>
              </a:pPr>
              <a:r>
                <a:rPr lang="en-US" altLang="zh-CN" i="1" dirty="0">
                  <a:latin typeface="Times New Roman" pitchFamily="18" charset="0"/>
                </a:rPr>
                <a:t>t</a:t>
              </a:r>
              <a:r>
                <a:rPr lang="en-US" altLang="zh-CN" i="1" baseline="-25000" dirty="0">
                  <a:latin typeface="Times New Roman" pitchFamily="18" charset="0"/>
                </a:rPr>
                <a:t>5</a:t>
              </a:r>
              <a:r>
                <a:rPr lang="en-US" altLang="zh-CN" dirty="0">
                  <a:latin typeface="Times New Roman" pitchFamily="18" charset="0"/>
                </a:rPr>
                <a:t> = </a:t>
              </a:r>
              <a:r>
                <a:rPr lang="en-US" altLang="zh-CN" i="1" dirty="0">
                  <a:latin typeface="Times New Roman" pitchFamily="18" charset="0"/>
                </a:rPr>
                <a:t>a</a:t>
              </a:r>
              <a:r>
                <a:rPr lang="en-US" altLang="zh-CN" dirty="0">
                  <a:latin typeface="Times New Roman" pitchFamily="18" charset="0"/>
                </a:rPr>
                <a:t>[</a:t>
              </a:r>
              <a:r>
                <a:rPr lang="en-US" altLang="zh-CN" i="1" dirty="0">
                  <a:latin typeface="Times New Roman" pitchFamily="18" charset="0"/>
                </a:rPr>
                <a:t>t</a:t>
              </a:r>
              <a:r>
                <a:rPr lang="en-US" altLang="zh-CN" i="1" baseline="-25000" dirty="0">
                  <a:latin typeface="Times New Roman" pitchFamily="18" charset="0"/>
                </a:rPr>
                <a:t>4</a:t>
              </a:r>
              <a:r>
                <a:rPr lang="en-US" altLang="zh-CN" dirty="0">
                  <a:latin typeface="Times New Roman" pitchFamily="18" charset="0"/>
                </a:rPr>
                <a:t>]</a:t>
              </a:r>
            </a:p>
            <a:p>
              <a:pPr algn="just">
                <a:lnSpc>
                  <a:spcPct val="70000"/>
                </a:lnSpc>
                <a:defRPr/>
              </a:pPr>
              <a:r>
                <a:rPr lang="en-US" altLang="zh-CN" i="1" dirty="0">
                  <a:latin typeface="Times New Roman" pitchFamily="18" charset="0"/>
                </a:rPr>
                <a:t>if</a:t>
              </a:r>
              <a:r>
                <a:rPr lang="en-US" altLang="zh-CN" dirty="0">
                  <a:latin typeface="Times New Roman" pitchFamily="18" charset="0"/>
                </a:rPr>
                <a:t> </a:t>
              </a:r>
              <a:r>
                <a:rPr lang="en-US" altLang="zh-CN" i="1" dirty="0">
                  <a:latin typeface="Times New Roman" pitchFamily="18" charset="0"/>
                </a:rPr>
                <a:t>t</a:t>
              </a:r>
              <a:r>
                <a:rPr lang="en-US" altLang="zh-CN" i="1" baseline="-25000" dirty="0">
                  <a:latin typeface="Times New Roman" pitchFamily="18" charset="0"/>
                </a:rPr>
                <a:t>5</a:t>
              </a:r>
              <a:r>
                <a:rPr lang="en-US" altLang="zh-CN" dirty="0">
                  <a:latin typeface="Times New Roman" pitchFamily="18" charset="0"/>
                </a:rPr>
                <a:t> &gt; </a:t>
              </a:r>
              <a:r>
                <a:rPr lang="en-US" altLang="zh-CN" i="1" dirty="0">
                  <a:latin typeface="Times New Roman" pitchFamily="18" charset="0"/>
                </a:rPr>
                <a:t>v</a:t>
              </a:r>
              <a:r>
                <a:rPr lang="en-US" altLang="zh-CN" dirty="0">
                  <a:latin typeface="Times New Roman" pitchFamily="18" charset="0"/>
                </a:rPr>
                <a:t> </a:t>
              </a:r>
              <a:r>
                <a:rPr lang="en-US" altLang="zh-CN" i="1" dirty="0" err="1">
                  <a:latin typeface="Times New Roman" pitchFamily="18" charset="0"/>
                </a:rPr>
                <a:t>goto</a:t>
              </a:r>
              <a:r>
                <a:rPr lang="en-US" altLang="zh-CN" dirty="0">
                  <a:latin typeface="Times New Roman" pitchFamily="18" charset="0"/>
                </a:rPr>
                <a:t> </a:t>
              </a:r>
              <a:r>
                <a:rPr lang="en-US" altLang="zh-CN" i="1" dirty="0">
                  <a:latin typeface="Times New Roman" pitchFamily="18" charset="0"/>
                </a:rPr>
                <a:t>B</a:t>
              </a:r>
              <a:r>
                <a:rPr lang="en-US" altLang="zh-CN" i="1" baseline="-25000" dirty="0">
                  <a:latin typeface="Times New Roman" pitchFamily="18" charset="0"/>
                </a:rPr>
                <a:t>3</a:t>
              </a:r>
            </a:p>
          </p:txBody>
        </p:sp>
        <p:sp>
          <p:nvSpPr>
            <p:cNvPr id="49165" name="Line 9">
              <a:extLst>
                <a:ext uri="{FF2B5EF4-FFF2-40B4-BE49-F238E27FC236}">
                  <a16:creationId xmlns:a16="http://schemas.microsoft.com/office/drawing/2014/main" id="{D57F76C3-419D-4828-A39B-1E62DFBA2EA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457700" y="1035050"/>
              <a:ext cx="0" cy="315913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49166" name="Line 10">
              <a:extLst>
                <a:ext uri="{FF2B5EF4-FFF2-40B4-BE49-F238E27FC236}">
                  <a16:creationId xmlns:a16="http://schemas.microsoft.com/office/drawing/2014/main" id="{AE211F5B-22E8-4F68-AECA-0B66C5CCD10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440238" y="2184400"/>
              <a:ext cx="0" cy="315913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34" name="Rectangle 11">
              <a:extLst>
                <a:ext uri="{FF2B5EF4-FFF2-40B4-BE49-F238E27FC236}">
                  <a16:creationId xmlns:a16="http://schemas.microsoft.com/office/drawing/2014/main" id="{E98BD505-694F-401E-85EA-1E2251DD4C3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40123" y="3662966"/>
              <a:ext cx="1725618" cy="304853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7500" tIns="0" rIns="0" bIns="0"/>
            <a:lstStyle/>
            <a:p>
              <a:pPr algn="just">
                <a:lnSpc>
                  <a:spcPct val="96000"/>
                </a:lnSpc>
                <a:defRPr/>
              </a:pPr>
              <a:r>
                <a:rPr lang="en-US" altLang="zh-CN" i="1" dirty="0">
                  <a:latin typeface="Times New Roman" pitchFamily="18" charset="0"/>
                </a:rPr>
                <a:t>if</a:t>
              </a:r>
              <a:r>
                <a:rPr lang="en-US" altLang="zh-CN" dirty="0">
                  <a:latin typeface="Times New Roman" pitchFamily="18" charset="0"/>
                </a:rPr>
                <a:t> </a:t>
              </a:r>
              <a:r>
                <a:rPr lang="en-US" altLang="zh-CN" i="1">
                  <a:latin typeface="Times New Roman" pitchFamily="18" charset="0"/>
                </a:rPr>
                <a:t>i</a:t>
              </a:r>
              <a:r>
                <a:rPr lang="en-US" altLang="zh-CN" dirty="0">
                  <a:latin typeface="Times New Roman" pitchFamily="18" charset="0"/>
                </a:rPr>
                <a:t> &gt;= </a:t>
              </a:r>
              <a:r>
                <a:rPr lang="en-US" altLang="zh-CN" i="1" dirty="0">
                  <a:latin typeface="Times New Roman" pitchFamily="18" charset="0"/>
                </a:rPr>
                <a:t>j </a:t>
              </a:r>
              <a:r>
                <a:rPr lang="en-US" altLang="zh-CN" i="1" dirty="0" err="1">
                  <a:latin typeface="Times New Roman" pitchFamily="18" charset="0"/>
                </a:rPr>
                <a:t>goto</a:t>
              </a:r>
              <a:r>
                <a:rPr lang="en-US" altLang="zh-CN" dirty="0">
                  <a:latin typeface="Times New Roman" pitchFamily="18" charset="0"/>
                </a:rPr>
                <a:t> </a:t>
              </a:r>
              <a:r>
                <a:rPr lang="en-US" altLang="zh-CN" i="1" dirty="0">
                  <a:latin typeface="Times New Roman" pitchFamily="18" charset="0"/>
                </a:rPr>
                <a:t>B</a:t>
              </a:r>
              <a:r>
                <a:rPr lang="en-US" altLang="zh-CN" i="1" baseline="-25000" dirty="0">
                  <a:latin typeface="Times New Roman" pitchFamily="18" charset="0"/>
                </a:rPr>
                <a:t>6</a:t>
              </a:r>
            </a:p>
          </p:txBody>
        </p:sp>
        <p:sp>
          <p:nvSpPr>
            <p:cNvPr id="49168" name="Line 12">
              <a:extLst>
                <a:ext uri="{FF2B5EF4-FFF2-40B4-BE49-F238E27FC236}">
                  <a16:creationId xmlns:a16="http://schemas.microsoft.com/office/drawing/2014/main" id="{7FDE3077-3CE3-40C4-A909-18A10206B1B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440238" y="3332163"/>
              <a:ext cx="0" cy="319087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49169" name="Rectangle 14">
              <a:extLst>
                <a:ext uri="{FF2B5EF4-FFF2-40B4-BE49-F238E27FC236}">
                  <a16:creationId xmlns:a16="http://schemas.microsoft.com/office/drawing/2014/main" id="{AC4D4ACE-0B2E-4F3F-8CB3-3091792A3A1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46723" y="3567113"/>
              <a:ext cx="625475" cy="3238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i="1">
                  <a:latin typeface="Times New Roman" panose="02020603050405020304" pitchFamily="18" charset="0"/>
                </a:rPr>
                <a:t>B</a:t>
              </a:r>
              <a:r>
                <a:rPr lang="en-US" altLang="zh-CN" i="1" baseline="-25000">
                  <a:latin typeface="Times New Roman" panose="02020603050405020304" pitchFamily="18" charset="0"/>
                </a:rPr>
                <a:t>4</a:t>
              </a:r>
              <a:endParaRPr lang="en-US" altLang="zh-CN" i="1">
                <a:latin typeface="Times New Roman" panose="02020603050405020304" pitchFamily="18" charset="0"/>
              </a:endParaRPr>
            </a:p>
          </p:txBody>
        </p:sp>
        <p:sp>
          <p:nvSpPr>
            <p:cNvPr id="49170" name="Rectangle 15">
              <a:extLst>
                <a:ext uri="{FF2B5EF4-FFF2-40B4-BE49-F238E27FC236}">
                  <a16:creationId xmlns:a16="http://schemas.microsoft.com/office/drawing/2014/main" id="{51DC0622-77D0-45AE-BEC5-2FD5E163B98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43548" y="2408238"/>
              <a:ext cx="628650" cy="3270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i="1">
                  <a:latin typeface="Times New Roman" panose="02020603050405020304" pitchFamily="18" charset="0"/>
                </a:rPr>
                <a:t>B</a:t>
              </a:r>
              <a:r>
                <a:rPr lang="en-US" altLang="zh-CN" i="1" baseline="-25000">
                  <a:latin typeface="Times New Roman" panose="02020603050405020304" pitchFamily="18" charset="0"/>
                </a:rPr>
                <a:t>3</a:t>
              </a:r>
              <a:endParaRPr lang="en-US" altLang="zh-CN" i="1">
                <a:latin typeface="Times New Roman" panose="02020603050405020304" pitchFamily="18" charset="0"/>
              </a:endParaRPr>
            </a:p>
          </p:txBody>
        </p:sp>
        <p:sp>
          <p:nvSpPr>
            <p:cNvPr id="49171" name="Rectangle 16">
              <a:extLst>
                <a:ext uri="{FF2B5EF4-FFF2-40B4-BE49-F238E27FC236}">
                  <a16:creationId xmlns:a16="http://schemas.microsoft.com/office/drawing/2014/main" id="{21B051FE-C834-4291-BB20-2F702C3B0AD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71538" y="2283719"/>
              <a:ext cx="514350" cy="3254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i="1">
                  <a:latin typeface="Times New Roman" panose="02020603050405020304" pitchFamily="18" charset="0"/>
                </a:rPr>
                <a:t>B</a:t>
              </a:r>
              <a:r>
                <a:rPr lang="en-US" altLang="zh-CN" i="1" baseline="-25000">
                  <a:latin typeface="Times New Roman" panose="02020603050405020304" pitchFamily="18" charset="0"/>
                </a:rPr>
                <a:t>5</a:t>
              </a:r>
              <a:endParaRPr lang="en-US" altLang="zh-CN" i="1">
                <a:latin typeface="Times New Roman" panose="02020603050405020304" pitchFamily="18" charset="0"/>
              </a:endParaRPr>
            </a:p>
          </p:txBody>
        </p:sp>
        <p:sp>
          <p:nvSpPr>
            <p:cNvPr id="49172" name="Line 18">
              <a:extLst>
                <a:ext uri="{FF2B5EF4-FFF2-40B4-BE49-F238E27FC236}">
                  <a16:creationId xmlns:a16="http://schemas.microsoft.com/office/drawing/2014/main" id="{A8231BA9-C48D-4F41-9946-75A917451EE2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754313" y="3967163"/>
              <a:ext cx="1503362" cy="293687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49173" name="Line 19">
              <a:extLst>
                <a:ext uri="{FF2B5EF4-FFF2-40B4-BE49-F238E27FC236}">
                  <a16:creationId xmlns:a16="http://schemas.microsoft.com/office/drawing/2014/main" id="{BC026D67-0148-4323-B4C5-F13BCF856F2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40263" y="3967163"/>
              <a:ext cx="1487487" cy="293687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49174" name="Rectangle 20">
              <a:extLst>
                <a:ext uri="{FF2B5EF4-FFF2-40B4-BE49-F238E27FC236}">
                  <a16:creationId xmlns:a16="http://schemas.microsoft.com/office/drawing/2014/main" id="{23290B8F-25F7-4181-8A92-36017FE30FB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64388" y="2067695"/>
              <a:ext cx="627062" cy="3270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i="1">
                  <a:latin typeface="Times New Roman" panose="02020603050405020304" pitchFamily="18" charset="0"/>
                </a:rPr>
                <a:t>B</a:t>
              </a:r>
              <a:r>
                <a:rPr lang="en-US" altLang="zh-CN" i="1" baseline="-25000">
                  <a:latin typeface="Times New Roman" panose="02020603050405020304" pitchFamily="18" charset="0"/>
                </a:rPr>
                <a:t>6</a:t>
              </a:r>
              <a:endParaRPr lang="en-US" altLang="zh-CN" i="1">
                <a:latin typeface="Times New Roman" panose="02020603050405020304" pitchFamily="18" charset="0"/>
              </a:endParaRPr>
            </a:p>
          </p:txBody>
        </p:sp>
        <p:sp>
          <p:nvSpPr>
            <p:cNvPr id="49175" name="Freeform 21">
              <a:extLst>
                <a:ext uri="{FF2B5EF4-FFF2-40B4-BE49-F238E27FC236}">
                  <a16:creationId xmlns:a16="http://schemas.microsoft.com/office/drawing/2014/main" id="{E3A5B0C7-996C-4062-A8B5-3A7093D2DE11}"/>
                </a:ext>
              </a:extLst>
            </p:cNvPr>
            <p:cNvSpPr>
              <a:spLocks/>
            </p:cNvSpPr>
            <p:nvPr/>
          </p:nvSpPr>
          <p:spPr bwMode="auto">
            <a:xfrm rot="367755">
              <a:off x="2913895" y="1183839"/>
              <a:ext cx="768350" cy="1097720"/>
            </a:xfrm>
            <a:custGeom>
              <a:avLst/>
              <a:gdLst>
                <a:gd name="T0" fmla="*/ 2147483646 w 722"/>
                <a:gd name="T1" fmla="*/ 2147483646 h 1447"/>
                <a:gd name="T2" fmla="*/ 2147483646 w 722"/>
                <a:gd name="T3" fmla="*/ 2147483646 h 1447"/>
                <a:gd name="T4" fmla="*/ 2147483646 w 722"/>
                <a:gd name="T5" fmla="*/ 2147483646 h 1447"/>
                <a:gd name="T6" fmla="*/ 2147483646 w 722"/>
                <a:gd name="T7" fmla="*/ 2147483646 h 1447"/>
                <a:gd name="T8" fmla="*/ 2147483646 w 722"/>
                <a:gd name="T9" fmla="*/ 2147483646 h 1447"/>
                <a:gd name="T10" fmla="*/ 2147483646 w 722"/>
                <a:gd name="T11" fmla="*/ 2147483646 h 1447"/>
                <a:gd name="T12" fmla="*/ 2147483646 w 722"/>
                <a:gd name="T13" fmla="*/ 2147483646 h 1447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722"/>
                <a:gd name="T22" fmla="*/ 0 h 1447"/>
                <a:gd name="T23" fmla="*/ 722 w 722"/>
                <a:gd name="T24" fmla="*/ 1447 h 1447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722" h="1447">
                  <a:moveTo>
                    <a:pt x="722" y="1251"/>
                  </a:moveTo>
                  <a:cubicBezTo>
                    <a:pt x="605" y="1349"/>
                    <a:pt x="489" y="1447"/>
                    <a:pt x="392" y="1447"/>
                  </a:cubicBezTo>
                  <a:cubicBezTo>
                    <a:pt x="295" y="1447"/>
                    <a:pt x="203" y="1376"/>
                    <a:pt x="138" y="1251"/>
                  </a:cubicBezTo>
                  <a:cubicBezTo>
                    <a:pt x="73" y="1126"/>
                    <a:pt x="0" y="879"/>
                    <a:pt x="3" y="697"/>
                  </a:cubicBezTo>
                  <a:cubicBezTo>
                    <a:pt x="6" y="515"/>
                    <a:pt x="83" y="272"/>
                    <a:pt x="153" y="157"/>
                  </a:cubicBezTo>
                  <a:cubicBezTo>
                    <a:pt x="223" y="42"/>
                    <a:pt x="338" y="0"/>
                    <a:pt x="423" y="7"/>
                  </a:cubicBezTo>
                  <a:cubicBezTo>
                    <a:pt x="508" y="14"/>
                    <a:pt x="612" y="161"/>
                    <a:pt x="662" y="201"/>
                  </a:cubicBezTo>
                </a:path>
              </a:pathLst>
            </a:cu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49176" name="Freeform 22">
              <a:extLst>
                <a:ext uri="{FF2B5EF4-FFF2-40B4-BE49-F238E27FC236}">
                  <a16:creationId xmlns:a16="http://schemas.microsoft.com/office/drawing/2014/main" id="{28331800-7445-4444-8ECE-8450C49816CA}"/>
                </a:ext>
              </a:extLst>
            </p:cNvPr>
            <p:cNvSpPr>
              <a:spLocks/>
            </p:cNvSpPr>
            <p:nvPr/>
          </p:nvSpPr>
          <p:spPr bwMode="auto">
            <a:xfrm rot="190181">
              <a:off x="2923094" y="2346797"/>
              <a:ext cx="754062" cy="1106149"/>
            </a:xfrm>
            <a:custGeom>
              <a:avLst/>
              <a:gdLst>
                <a:gd name="T0" fmla="*/ 2147483646 w 722"/>
                <a:gd name="T1" fmla="*/ 2147483646 h 1447"/>
                <a:gd name="T2" fmla="*/ 2147483646 w 722"/>
                <a:gd name="T3" fmla="*/ 2147483646 h 1447"/>
                <a:gd name="T4" fmla="*/ 2147483646 w 722"/>
                <a:gd name="T5" fmla="*/ 2147483646 h 1447"/>
                <a:gd name="T6" fmla="*/ 2147483646 w 722"/>
                <a:gd name="T7" fmla="*/ 2147483646 h 1447"/>
                <a:gd name="T8" fmla="*/ 2147483646 w 722"/>
                <a:gd name="T9" fmla="*/ 2147483646 h 1447"/>
                <a:gd name="T10" fmla="*/ 2147483646 w 722"/>
                <a:gd name="T11" fmla="*/ 2147483646 h 1447"/>
                <a:gd name="T12" fmla="*/ 2147483646 w 722"/>
                <a:gd name="T13" fmla="*/ 2147483646 h 1447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722"/>
                <a:gd name="T22" fmla="*/ 0 h 1447"/>
                <a:gd name="T23" fmla="*/ 722 w 722"/>
                <a:gd name="T24" fmla="*/ 1447 h 1447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722" h="1447">
                  <a:moveTo>
                    <a:pt x="722" y="1251"/>
                  </a:moveTo>
                  <a:cubicBezTo>
                    <a:pt x="605" y="1349"/>
                    <a:pt x="489" y="1447"/>
                    <a:pt x="392" y="1447"/>
                  </a:cubicBezTo>
                  <a:cubicBezTo>
                    <a:pt x="295" y="1447"/>
                    <a:pt x="203" y="1376"/>
                    <a:pt x="138" y="1251"/>
                  </a:cubicBezTo>
                  <a:cubicBezTo>
                    <a:pt x="73" y="1126"/>
                    <a:pt x="0" y="879"/>
                    <a:pt x="3" y="697"/>
                  </a:cubicBezTo>
                  <a:cubicBezTo>
                    <a:pt x="6" y="515"/>
                    <a:pt x="83" y="272"/>
                    <a:pt x="153" y="157"/>
                  </a:cubicBezTo>
                  <a:cubicBezTo>
                    <a:pt x="223" y="42"/>
                    <a:pt x="338" y="0"/>
                    <a:pt x="423" y="7"/>
                  </a:cubicBezTo>
                  <a:cubicBezTo>
                    <a:pt x="508" y="14"/>
                    <a:pt x="612" y="161"/>
                    <a:pt x="662" y="201"/>
                  </a:cubicBezTo>
                </a:path>
              </a:pathLst>
            </a:cu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45" name="Rectangle 35">
              <a:extLst>
                <a:ext uri="{FF2B5EF4-FFF2-40B4-BE49-F238E27FC236}">
                  <a16:creationId xmlns:a16="http://schemas.microsoft.com/office/drawing/2014/main" id="{230FCA0A-7920-4150-965F-11F2901723A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192832" y="2424501"/>
              <a:ext cx="1308105" cy="2214947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8580" tIns="0" rIns="68580" bIns="0"/>
            <a:lstStyle/>
            <a:p>
              <a:pPr algn="just">
                <a:lnSpc>
                  <a:spcPct val="96000"/>
                </a:lnSpc>
                <a:defRPr/>
              </a:pPr>
              <a:r>
                <a:rPr lang="en-US" altLang="zh-CN" i="1" dirty="0">
                  <a:latin typeface="Times New Roman" pitchFamily="18" charset="0"/>
                </a:rPr>
                <a:t>t</a:t>
              </a:r>
              <a:r>
                <a:rPr lang="en-US" altLang="zh-CN" i="1" baseline="-30000" dirty="0">
                  <a:latin typeface="Times New Roman" pitchFamily="18" charset="0"/>
                </a:rPr>
                <a:t>11</a:t>
              </a:r>
              <a:r>
                <a:rPr lang="en-US" altLang="zh-CN" dirty="0">
                  <a:latin typeface="Times New Roman" pitchFamily="18" charset="0"/>
                </a:rPr>
                <a:t> = 4 </a:t>
              </a:r>
              <a:r>
                <a:rPr lang="en-US" altLang="zh-CN" dirty="0">
                  <a:latin typeface="宋体" pitchFamily="2" charset="-122"/>
                </a:rPr>
                <a:t>*</a:t>
              </a:r>
              <a:r>
                <a:rPr lang="en-US" altLang="zh-CN" dirty="0">
                  <a:latin typeface="Times New Roman" pitchFamily="18" charset="0"/>
                </a:rPr>
                <a:t> </a:t>
              </a:r>
              <a:r>
                <a:rPr lang="en-US" altLang="zh-CN" i="1">
                  <a:latin typeface="Times New Roman" pitchFamily="18" charset="0"/>
                </a:rPr>
                <a:t>i</a:t>
              </a:r>
              <a:endParaRPr lang="en-US" altLang="zh-CN" i="1" dirty="0">
                <a:latin typeface="Times New Roman" pitchFamily="18" charset="0"/>
              </a:endParaRPr>
            </a:p>
            <a:p>
              <a:pPr algn="just">
                <a:lnSpc>
                  <a:spcPct val="96000"/>
                </a:lnSpc>
                <a:defRPr/>
              </a:pPr>
              <a:r>
                <a:rPr lang="en-US" altLang="zh-CN" i="1" dirty="0">
                  <a:latin typeface="Times New Roman" pitchFamily="18" charset="0"/>
                </a:rPr>
                <a:t>x</a:t>
              </a:r>
              <a:r>
                <a:rPr lang="en-US" altLang="zh-CN" dirty="0">
                  <a:latin typeface="Times New Roman" pitchFamily="18" charset="0"/>
                </a:rPr>
                <a:t> = </a:t>
              </a:r>
              <a:r>
                <a:rPr lang="en-US" altLang="zh-CN" i="1" dirty="0">
                  <a:latin typeface="Times New Roman" pitchFamily="18" charset="0"/>
                </a:rPr>
                <a:t>a</a:t>
              </a:r>
              <a:r>
                <a:rPr lang="en-US" altLang="zh-CN" dirty="0">
                  <a:latin typeface="Times New Roman" pitchFamily="18" charset="0"/>
                </a:rPr>
                <a:t>[</a:t>
              </a:r>
              <a:r>
                <a:rPr lang="en-US" altLang="zh-CN" i="1" dirty="0">
                  <a:latin typeface="Times New Roman" pitchFamily="18" charset="0"/>
                </a:rPr>
                <a:t>t</a:t>
              </a:r>
              <a:r>
                <a:rPr lang="en-US" altLang="zh-CN" i="1" baseline="-30000" dirty="0">
                  <a:latin typeface="Times New Roman" pitchFamily="18" charset="0"/>
                </a:rPr>
                <a:t>11</a:t>
              </a:r>
              <a:r>
                <a:rPr lang="en-US" altLang="zh-CN" dirty="0">
                  <a:latin typeface="Times New Roman" pitchFamily="18" charset="0"/>
                </a:rPr>
                <a:t>]</a:t>
              </a:r>
            </a:p>
            <a:p>
              <a:pPr algn="just">
                <a:lnSpc>
                  <a:spcPct val="96000"/>
                </a:lnSpc>
                <a:defRPr/>
              </a:pPr>
              <a:r>
                <a:rPr lang="en-US" altLang="zh-CN" i="1" dirty="0">
                  <a:latin typeface="Times New Roman" pitchFamily="18" charset="0"/>
                </a:rPr>
                <a:t>t</a:t>
              </a:r>
              <a:r>
                <a:rPr lang="en-US" altLang="zh-CN" i="1" baseline="-30000" dirty="0">
                  <a:latin typeface="Times New Roman" pitchFamily="18" charset="0"/>
                </a:rPr>
                <a:t>12</a:t>
              </a:r>
              <a:r>
                <a:rPr lang="en-US" altLang="zh-CN" i="1" dirty="0">
                  <a:latin typeface="Times New Roman" pitchFamily="18" charset="0"/>
                </a:rPr>
                <a:t> </a:t>
              </a:r>
              <a:r>
                <a:rPr lang="en-US" altLang="zh-CN" dirty="0">
                  <a:latin typeface="Times New Roman" pitchFamily="18" charset="0"/>
                </a:rPr>
                <a:t>= 4 </a:t>
              </a:r>
              <a:r>
                <a:rPr lang="en-US" altLang="zh-CN" dirty="0">
                  <a:latin typeface="宋体" pitchFamily="2" charset="-122"/>
                </a:rPr>
                <a:t>*</a:t>
              </a:r>
              <a:r>
                <a:rPr lang="en-US" altLang="zh-CN" dirty="0">
                  <a:latin typeface="Times New Roman" pitchFamily="18" charset="0"/>
                </a:rPr>
                <a:t> </a:t>
              </a:r>
              <a:r>
                <a:rPr lang="en-US" altLang="zh-CN" i="1">
                  <a:latin typeface="Times New Roman" pitchFamily="18" charset="0"/>
                </a:rPr>
                <a:t>i</a:t>
              </a:r>
              <a:r>
                <a:rPr lang="en-US" altLang="zh-CN" dirty="0">
                  <a:latin typeface="Times New Roman" pitchFamily="18" charset="0"/>
                </a:rPr>
                <a:t> </a:t>
              </a:r>
            </a:p>
            <a:p>
              <a:pPr algn="just">
                <a:lnSpc>
                  <a:spcPct val="96000"/>
                </a:lnSpc>
                <a:defRPr/>
              </a:pPr>
              <a:r>
                <a:rPr lang="en-US" altLang="zh-CN" i="1" dirty="0">
                  <a:latin typeface="Times New Roman" pitchFamily="18" charset="0"/>
                </a:rPr>
                <a:t>t</a:t>
              </a:r>
              <a:r>
                <a:rPr lang="en-US" altLang="zh-CN" i="1" baseline="-30000" dirty="0">
                  <a:latin typeface="Times New Roman" pitchFamily="18" charset="0"/>
                </a:rPr>
                <a:t>13</a:t>
              </a:r>
              <a:r>
                <a:rPr lang="en-US" altLang="zh-CN" dirty="0">
                  <a:latin typeface="Times New Roman" pitchFamily="18" charset="0"/>
                </a:rPr>
                <a:t> = 4 </a:t>
              </a:r>
              <a:r>
                <a:rPr lang="en-US" altLang="zh-CN" dirty="0">
                  <a:latin typeface="宋体" pitchFamily="2" charset="-122"/>
                </a:rPr>
                <a:t>*</a:t>
              </a:r>
              <a:r>
                <a:rPr lang="en-US" altLang="zh-CN" dirty="0">
                  <a:latin typeface="Times New Roman" pitchFamily="18" charset="0"/>
                </a:rPr>
                <a:t> n</a:t>
              </a:r>
            </a:p>
            <a:p>
              <a:pPr algn="just">
                <a:lnSpc>
                  <a:spcPct val="96000"/>
                </a:lnSpc>
                <a:defRPr/>
              </a:pPr>
              <a:r>
                <a:rPr lang="en-US" altLang="zh-CN" i="1" dirty="0">
                  <a:latin typeface="Times New Roman" pitchFamily="18" charset="0"/>
                </a:rPr>
                <a:t>t</a:t>
              </a:r>
              <a:r>
                <a:rPr lang="en-US" altLang="zh-CN" i="1" baseline="-30000" dirty="0">
                  <a:latin typeface="Times New Roman" pitchFamily="18" charset="0"/>
                </a:rPr>
                <a:t>14</a:t>
              </a:r>
              <a:r>
                <a:rPr lang="en-US" altLang="zh-CN" dirty="0">
                  <a:latin typeface="Times New Roman" pitchFamily="18" charset="0"/>
                </a:rPr>
                <a:t> = </a:t>
              </a:r>
              <a:r>
                <a:rPr lang="en-US" altLang="zh-CN" i="1" dirty="0">
                  <a:latin typeface="Times New Roman" pitchFamily="18" charset="0"/>
                </a:rPr>
                <a:t>a</a:t>
              </a:r>
              <a:r>
                <a:rPr lang="en-US" altLang="zh-CN" dirty="0">
                  <a:latin typeface="Times New Roman" pitchFamily="18" charset="0"/>
                </a:rPr>
                <a:t>[</a:t>
              </a:r>
              <a:r>
                <a:rPr lang="en-US" altLang="zh-CN" i="1" dirty="0">
                  <a:latin typeface="Times New Roman" pitchFamily="18" charset="0"/>
                </a:rPr>
                <a:t>t</a:t>
              </a:r>
              <a:r>
                <a:rPr lang="en-US" altLang="zh-CN" i="1" baseline="-30000" dirty="0">
                  <a:latin typeface="Times New Roman" pitchFamily="18" charset="0"/>
                </a:rPr>
                <a:t>13</a:t>
              </a:r>
              <a:r>
                <a:rPr lang="en-US" altLang="zh-CN" dirty="0">
                  <a:latin typeface="Times New Roman" pitchFamily="18" charset="0"/>
                </a:rPr>
                <a:t>]</a:t>
              </a:r>
            </a:p>
            <a:p>
              <a:pPr algn="just">
                <a:lnSpc>
                  <a:spcPct val="96000"/>
                </a:lnSpc>
                <a:defRPr/>
              </a:pPr>
              <a:r>
                <a:rPr lang="en-US" altLang="zh-CN" i="1" dirty="0">
                  <a:latin typeface="Times New Roman" pitchFamily="18" charset="0"/>
                </a:rPr>
                <a:t>a</a:t>
              </a:r>
              <a:r>
                <a:rPr lang="en-US" altLang="zh-CN" dirty="0">
                  <a:latin typeface="Times New Roman" pitchFamily="18" charset="0"/>
                </a:rPr>
                <a:t>[</a:t>
              </a:r>
              <a:r>
                <a:rPr lang="en-US" altLang="zh-CN" i="1" dirty="0">
                  <a:latin typeface="Times New Roman" pitchFamily="18" charset="0"/>
                </a:rPr>
                <a:t>t</a:t>
              </a:r>
              <a:r>
                <a:rPr lang="en-US" altLang="zh-CN" i="1" baseline="-30000" dirty="0">
                  <a:latin typeface="Times New Roman" pitchFamily="18" charset="0"/>
                </a:rPr>
                <a:t>12</a:t>
              </a:r>
              <a:r>
                <a:rPr lang="en-US" altLang="zh-CN" dirty="0">
                  <a:latin typeface="Times New Roman" pitchFamily="18" charset="0"/>
                </a:rPr>
                <a:t>] = </a:t>
              </a:r>
              <a:r>
                <a:rPr lang="en-US" altLang="zh-CN" i="1" dirty="0">
                  <a:latin typeface="Times New Roman" pitchFamily="18" charset="0"/>
                </a:rPr>
                <a:t>t</a:t>
              </a:r>
              <a:r>
                <a:rPr lang="en-US" altLang="zh-CN" i="1" baseline="-30000" dirty="0">
                  <a:latin typeface="Times New Roman" pitchFamily="18" charset="0"/>
                </a:rPr>
                <a:t>14</a:t>
              </a:r>
              <a:endParaRPr lang="en-US" altLang="zh-CN" i="1" dirty="0">
                <a:latin typeface="Times New Roman" pitchFamily="18" charset="0"/>
              </a:endParaRPr>
            </a:p>
            <a:p>
              <a:pPr algn="just">
                <a:lnSpc>
                  <a:spcPct val="96000"/>
                </a:lnSpc>
                <a:defRPr/>
              </a:pPr>
              <a:r>
                <a:rPr lang="en-US" altLang="zh-CN" i="1" dirty="0">
                  <a:latin typeface="Times New Roman" pitchFamily="18" charset="0"/>
                </a:rPr>
                <a:t>t</a:t>
              </a:r>
              <a:r>
                <a:rPr lang="en-US" altLang="zh-CN" i="1" baseline="-30000" dirty="0">
                  <a:latin typeface="Times New Roman" pitchFamily="18" charset="0"/>
                </a:rPr>
                <a:t>15</a:t>
              </a:r>
              <a:r>
                <a:rPr lang="en-US" altLang="zh-CN" dirty="0">
                  <a:latin typeface="Times New Roman" pitchFamily="18" charset="0"/>
                </a:rPr>
                <a:t> = 4 </a:t>
              </a:r>
              <a:r>
                <a:rPr lang="en-US" altLang="zh-CN" dirty="0">
                  <a:latin typeface="宋体" pitchFamily="2" charset="-122"/>
                </a:rPr>
                <a:t>*</a:t>
              </a:r>
              <a:r>
                <a:rPr lang="en-US" altLang="zh-CN" dirty="0">
                  <a:latin typeface="Times New Roman" pitchFamily="18" charset="0"/>
                </a:rPr>
                <a:t> </a:t>
              </a:r>
              <a:r>
                <a:rPr lang="en-US" altLang="zh-CN" i="1" dirty="0">
                  <a:latin typeface="Times New Roman" pitchFamily="18" charset="0"/>
                </a:rPr>
                <a:t>n</a:t>
              </a:r>
              <a:r>
                <a:rPr lang="en-US" altLang="zh-CN" dirty="0">
                  <a:latin typeface="Times New Roman" pitchFamily="18" charset="0"/>
                </a:rPr>
                <a:t> </a:t>
              </a:r>
            </a:p>
            <a:p>
              <a:pPr algn="just">
                <a:lnSpc>
                  <a:spcPct val="96000"/>
                </a:lnSpc>
                <a:defRPr/>
              </a:pPr>
              <a:r>
                <a:rPr lang="en-US" altLang="zh-CN" i="1" dirty="0">
                  <a:latin typeface="Times New Roman" pitchFamily="18" charset="0"/>
                </a:rPr>
                <a:t>a</a:t>
              </a:r>
              <a:r>
                <a:rPr lang="en-US" altLang="zh-CN" dirty="0">
                  <a:latin typeface="Times New Roman" pitchFamily="18" charset="0"/>
                </a:rPr>
                <a:t>[</a:t>
              </a:r>
              <a:r>
                <a:rPr lang="en-US" altLang="zh-CN" i="1" dirty="0">
                  <a:latin typeface="Times New Roman" pitchFamily="18" charset="0"/>
                </a:rPr>
                <a:t>t</a:t>
              </a:r>
              <a:r>
                <a:rPr lang="en-US" altLang="zh-CN" i="1" baseline="-30000" dirty="0">
                  <a:latin typeface="Times New Roman" pitchFamily="18" charset="0"/>
                </a:rPr>
                <a:t>15</a:t>
              </a:r>
              <a:r>
                <a:rPr lang="en-US" altLang="zh-CN" dirty="0">
                  <a:latin typeface="Times New Roman" pitchFamily="18" charset="0"/>
                </a:rPr>
                <a:t>] = </a:t>
              </a:r>
              <a:r>
                <a:rPr lang="en-US" altLang="zh-CN" i="1" dirty="0">
                  <a:latin typeface="Times New Roman" pitchFamily="18" charset="0"/>
                </a:rPr>
                <a:t>x</a:t>
              </a:r>
              <a:r>
                <a:rPr lang="en-US" altLang="zh-CN" dirty="0">
                  <a:latin typeface="Times New Roman" pitchFamily="18" charset="0"/>
                </a:rPr>
                <a:t> </a:t>
              </a:r>
            </a:p>
          </p:txBody>
        </p:sp>
      </p:grpSp>
      <p:sp>
        <p:nvSpPr>
          <p:cNvPr id="49157" name="Rectangle 4">
            <a:extLst>
              <a:ext uri="{FF2B5EF4-FFF2-40B4-BE49-F238E27FC236}">
                <a16:creationId xmlns:a16="http://schemas.microsoft.com/office/drawing/2014/main" id="{D8326967-FA27-4BF2-A7BA-8D16EEB1B4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例</a:t>
            </a:r>
          </a:p>
        </p:txBody>
      </p:sp>
      <p:sp>
        <p:nvSpPr>
          <p:cNvPr id="49158" name="Rectangle 24">
            <a:extLst>
              <a:ext uri="{FF2B5EF4-FFF2-40B4-BE49-F238E27FC236}">
                <a16:creationId xmlns:a16="http://schemas.microsoft.com/office/drawing/2014/main" id="{367CC9B0-0D32-479C-B117-4F97D4D02D3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93838" y="2211388"/>
            <a:ext cx="1292225" cy="2484437"/>
          </a:xfrm>
          <a:prstGeom prst="rect">
            <a:avLst/>
          </a:prstGeom>
          <a:noFill/>
          <a:ln w="38100">
            <a:solidFill>
              <a:srgbClr val="FF0000"/>
            </a:solidFill>
            <a:prstDash val="lgDash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68580" tIns="34290" rIns="68580" bIns="34290" anchor="ctr"/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>
              <a:cs typeface="楷体_GB2312" charset="0"/>
            </a:endParaRPr>
          </a:p>
        </p:txBody>
      </p:sp>
      <p:sp>
        <p:nvSpPr>
          <p:cNvPr id="29" name="任意多边形 28">
            <a:extLst>
              <a:ext uri="{FF2B5EF4-FFF2-40B4-BE49-F238E27FC236}">
                <a16:creationId xmlns:a16="http://schemas.microsoft.com/office/drawing/2014/main" id="{E010B102-F5E8-4119-A2B0-BEB9665ACD35}"/>
              </a:ext>
            </a:extLst>
          </p:cNvPr>
          <p:cNvSpPr/>
          <p:nvPr/>
        </p:nvSpPr>
        <p:spPr>
          <a:xfrm>
            <a:off x="946150" y="793750"/>
            <a:ext cx="2874963" cy="4319588"/>
          </a:xfrm>
          <a:custGeom>
            <a:avLst/>
            <a:gdLst>
              <a:gd name="connsiteX0" fmla="*/ 807738 w 2874532"/>
              <a:gd name="connsiteY0" fmla="*/ 3903406 h 4319190"/>
              <a:gd name="connsiteX1" fmla="*/ 143858 w 2874532"/>
              <a:gd name="connsiteY1" fmla="*/ 3991088 h 4319190"/>
              <a:gd name="connsiteX2" fmla="*/ 269119 w 2874532"/>
              <a:gd name="connsiteY2" fmla="*/ 295910 h 4319190"/>
              <a:gd name="connsiteX3" fmla="*/ 2874532 w 2874532"/>
              <a:gd name="connsiteY3" fmla="*/ 496327 h 43191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74532" h="4319190">
                <a:moveTo>
                  <a:pt x="807738" y="3903406"/>
                </a:moveTo>
                <a:cubicBezTo>
                  <a:pt x="520683" y="4247871"/>
                  <a:pt x="233628" y="4592337"/>
                  <a:pt x="143858" y="3991088"/>
                </a:cubicBezTo>
                <a:cubicBezTo>
                  <a:pt x="54088" y="3389839"/>
                  <a:pt x="-185993" y="878370"/>
                  <a:pt x="269119" y="295910"/>
                </a:cubicBezTo>
                <a:cubicBezTo>
                  <a:pt x="724231" y="-286550"/>
                  <a:pt x="1799381" y="104888"/>
                  <a:pt x="2874532" y="496327"/>
                </a:cubicBezTo>
              </a:path>
            </a:pathLst>
          </a:custGeom>
          <a:noFill/>
          <a:ln w="25400">
            <a:solidFill>
              <a:schemeClr val="tx1"/>
            </a:solidFill>
            <a:tailEnd type="stealth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6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6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6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6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6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6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6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6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6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6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6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6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6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6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6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6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6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6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 nodeType="clickPar">
                      <p:stCondLst>
                        <p:cond delay="indefinite"/>
                      </p:stCondLst>
                      <p:childTnLst>
                        <p:par>
                          <p:cTn id="4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2" presetID="53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43" dur="500"/>
                                        <p:tgtEl>
                                          <p:spTgt spid="6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500"/>
                                        <p:tgtEl>
                                          <p:spTgt spid="6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45" dur="500"/>
                                        <p:tgtEl>
                                          <p:spTgt spid="6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53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48" dur="500"/>
                                        <p:tgtEl>
                                          <p:spTgt spid="6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500"/>
                                        <p:tgtEl>
                                          <p:spTgt spid="6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50" dur="500"/>
                                        <p:tgtEl>
                                          <p:spTgt spid="6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" presetID="53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53" dur="500"/>
                                        <p:tgtEl>
                                          <p:spTgt spid="6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500"/>
                                        <p:tgtEl>
                                          <p:spTgt spid="6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55" dur="500"/>
                                        <p:tgtEl>
                                          <p:spTgt spid="6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53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58" dur="500"/>
                                        <p:tgtEl>
                                          <p:spTgt spid="6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500"/>
                                        <p:tgtEl>
                                          <p:spTgt spid="6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60" dur="500"/>
                                        <p:tgtEl>
                                          <p:spTgt spid="6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" presetID="53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63" dur="500"/>
                                        <p:tgtEl>
                                          <p:spTgt spid="6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500"/>
                                        <p:tgtEl>
                                          <p:spTgt spid="6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65" dur="500"/>
                                        <p:tgtEl>
                                          <p:spTgt spid="6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53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68" dur="500"/>
                                        <p:tgtEl>
                                          <p:spTgt spid="6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500"/>
                                        <p:tgtEl>
                                          <p:spTgt spid="6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70" dur="500"/>
                                        <p:tgtEl>
                                          <p:spTgt spid="6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2" presetID="53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73" dur="500"/>
                                        <p:tgtEl>
                                          <p:spTgt spid="6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500"/>
                                        <p:tgtEl>
                                          <p:spTgt spid="6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75" dur="500"/>
                                        <p:tgtEl>
                                          <p:spTgt spid="6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53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78" dur="500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500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80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6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7289" name="Rectangle 25">
            <a:extLst>
              <a:ext uri="{FF2B5EF4-FFF2-40B4-BE49-F238E27FC236}">
                <a16:creationId xmlns:a16="http://schemas.microsoft.com/office/drawing/2014/main" id="{D9E396A7-62DB-4AF0-9C69-C16126FCF3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37275" y="195263"/>
            <a:ext cx="1243013" cy="1458912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w="25400">
            <a:solidFill>
              <a:schemeClr val="tx1"/>
            </a:solidFill>
            <a:prstDash val="lgDash"/>
            <a:miter lim="800000"/>
            <a:headEnd/>
            <a:tailEnd/>
          </a:ln>
        </p:spPr>
        <p:txBody>
          <a:bodyPr lIns="68580" tIns="0" rIns="68580" bIns="0"/>
          <a:lstStyle/>
          <a:p>
            <a:pPr algn="just">
              <a:lnSpc>
                <a:spcPct val="96000"/>
              </a:lnSpc>
              <a:defRPr/>
            </a:pPr>
            <a:r>
              <a:rPr lang="en-US" altLang="zh-CN" i="1" dirty="0">
                <a:latin typeface="Times New Roman" pitchFamily="18" charset="0"/>
              </a:rPr>
              <a:t>x</a:t>
            </a:r>
            <a:r>
              <a:rPr lang="en-US" altLang="zh-CN" dirty="0">
                <a:latin typeface="Times New Roman" pitchFamily="18" charset="0"/>
              </a:rPr>
              <a:t> = </a:t>
            </a:r>
            <a:r>
              <a:rPr lang="en-US" altLang="zh-CN" i="1" dirty="0">
                <a:latin typeface="Times New Roman" pitchFamily="18" charset="0"/>
              </a:rPr>
              <a:t>a</a:t>
            </a:r>
            <a:r>
              <a:rPr lang="en-US" altLang="zh-CN" dirty="0">
                <a:latin typeface="Times New Roman" pitchFamily="18" charset="0"/>
              </a:rPr>
              <a:t>[</a:t>
            </a:r>
            <a:r>
              <a:rPr lang="en-US" altLang="zh-CN" i="1" dirty="0">
                <a:solidFill>
                  <a:srgbClr val="FF0000"/>
                </a:solidFill>
                <a:latin typeface="Times New Roman" pitchFamily="18" charset="0"/>
              </a:rPr>
              <a:t>t</a:t>
            </a:r>
            <a:r>
              <a:rPr lang="en-US" altLang="zh-CN" i="1" baseline="-25000" dirty="0">
                <a:solidFill>
                  <a:srgbClr val="FF0000"/>
                </a:solidFill>
                <a:latin typeface="Times New Roman" pitchFamily="18" charset="0"/>
              </a:rPr>
              <a:t>2</a:t>
            </a:r>
            <a:r>
              <a:rPr lang="en-US" altLang="zh-CN" dirty="0">
                <a:latin typeface="Times New Roman" pitchFamily="18" charset="0"/>
              </a:rPr>
              <a:t>]</a:t>
            </a:r>
          </a:p>
          <a:p>
            <a:pPr algn="just">
              <a:lnSpc>
                <a:spcPct val="96000"/>
              </a:lnSpc>
              <a:defRPr/>
            </a:pPr>
            <a:r>
              <a:rPr lang="en-US" altLang="zh-CN" i="1" dirty="0">
                <a:latin typeface="Times New Roman" pitchFamily="18" charset="0"/>
              </a:rPr>
              <a:t>t</a:t>
            </a:r>
            <a:r>
              <a:rPr lang="en-US" altLang="zh-CN" i="1" baseline="-25000" dirty="0">
                <a:latin typeface="Times New Roman" pitchFamily="18" charset="0"/>
              </a:rPr>
              <a:t>9</a:t>
            </a:r>
            <a:r>
              <a:rPr lang="en-US" altLang="zh-CN" dirty="0">
                <a:latin typeface="Times New Roman" pitchFamily="18" charset="0"/>
              </a:rPr>
              <a:t> = </a:t>
            </a:r>
            <a:r>
              <a:rPr lang="en-US" altLang="zh-CN" i="1" dirty="0">
                <a:latin typeface="Times New Roman" pitchFamily="18" charset="0"/>
              </a:rPr>
              <a:t>a</a:t>
            </a:r>
            <a:r>
              <a:rPr lang="en-US" altLang="zh-CN" dirty="0">
                <a:latin typeface="Times New Roman" pitchFamily="18" charset="0"/>
              </a:rPr>
              <a:t>[</a:t>
            </a:r>
            <a:r>
              <a:rPr lang="en-US" altLang="zh-CN" i="1" dirty="0">
                <a:solidFill>
                  <a:srgbClr val="FF0000"/>
                </a:solidFill>
                <a:latin typeface="Times New Roman" pitchFamily="18" charset="0"/>
              </a:rPr>
              <a:t>t</a:t>
            </a:r>
            <a:r>
              <a:rPr lang="en-US" altLang="zh-CN" i="1" baseline="-25000" dirty="0">
                <a:solidFill>
                  <a:srgbClr val="FF0000"/>
                </a:solidFill>
                <a:latin typeface="Times New Roman" pitchFamily="18" charset="0"/>
              </a:rPr>
              <a:t>4</a:t>
            </a:r>
            <a:r>
              <a:rPr lang="en-US" altLang="zh-CN" dirty="0">
                <a:latin typeface="Times New Roman" pitchFamily="18" charset="0"/>
              </a:rPr>
              <a:t>]</a:t>
            </a:r>
          </a:p>
          <a:p>
            <a:pPr algn="just">
              <a:lnSpc>
                <a:spcPct val="96000"/>
              </a:lnSpc>
              <a:defRPr/>
            </a:pPr>
            <a:r>
              <a:rPr lang="en-US" altLang="zh-CN" i="1" dirty="0">
                <a:latin typeface="Times New Roman" pitchFamily="18" charset="0"/>
              </a:rPr>
              <a:t>a</a:t>
            </a:r>
            <a:r>
              <a:rPr lang="en-US" altLang="zh-CN" dirty="0">
                <a:latin typeface="Times New Roman" pitchFamily="18" charset="0"/>
              </a:rPr>
              <a:t>[</a:t>
            </a:r>
            <a:r>
              <a:rPr lang="en-US" altLang="zh-CN" i="1" dirty="0">
                <a:solidFill>
                  <a:srgbClr val="FF0000"/>
                </a:solidFill>
                <a:latin typeface="Times New Roman" pitchFamily="18" charset="0"/>
              </a:rPr>
              <a:t>t</a:t>
            </a:r>
            <a:r>
              <a:rPr lang="en-US" altLang="zh-CN" i="1" baseline="-25000" dirty="0">
                <a:solidFill>
                  <a:srgbClr val="FF0000"/>
                </a:solidFill>
                <a:latin typeface="Times New Roman" pitchFamily="18" charset="0"/>
              </a:rPr>
              <a:t>2</a:t>
            </a:r>
            <a:r>
              <a:rPr lang="en-US" altLang="zh-CN" dirty="0">
                <a:latin typeface="Times New Roman" pitchFamily="18" charset="0"/>
              </a:rPr>
              <a:t>] = </a:t>
            </a:r>
            <a:r>
              <a:rPr lang="en-US" altLang="zh-CN" i="1" dirty="0">
                <a:latin typeface="Times New Roman" pitchFamily="18" charset="0"/>
              </a:rPr>
              <a:t>t</a:t>
            </a:r>
            <a:r>
              <a:rPr lang="en-US" altLang="zh-CN" i="1" baseline="-25000" dirty="0">
                <a:latin typeface="Times New Roman" pitchFamily="18" charset="0"/>
              </a:rPr>
              <a:t>9</a:t>
            </a:r>
            <a:endParaRPr lang="en-US" altLang="zh-CN" i="1" dirty="0">
              <a:latin typeface="Times New Roman" pitchFamily="18" charset="0"/>
            </a:endParaRPr>
          </a:p>
          <a:p>
            <a:pPr algn="just">
              <a:lnSpc>
                <a:spcPct val="96000"/>
              </a:lnSpc>
              <a:defRPr/>
            </a:pPr>
            <a:r>
              <a:rPr lang="en-US" altLang="zh-CN" i="1" dirty="0">
                <a:latin typeface="Times New Roman" pitchFamily="18" charset="0"/>
              </a:rPr>
              <a:t>a</a:t>
            </a:r>
            <a:r>
              <a:rPr lang="en-US" altLang="zh-CN" dirty="0">
                <a:latin typeface="Times New Roman" pitchFamily="18" charset="0"/>
              </a:rPr>
              <a:t>[</a:t>
            </a:r>
            <a:r>
              <a:rPr lang="en-US" altLang="zh-CN" i="1" dirty="0">
                <a:solidFill>
                  <a:srgbClr val="FF0000"/>
                </a:solidFill>
                <a:latin typeface="Times New Roman" pitchFamily="18" charset="0"/>
              </a:rPr>
              <a:t>t</a:t>
            </a:r>
            <a:r>
              <a:rPr lang="en-US" altLang="zh-CN" i="1" baseline="-25000" dirty="0">
                <a:solidFill>
                  <a:srgbClr val="FF0000"/>
                </a:solidFill>
                <a:latin typeface="Times New Roman" pitchFamily="18" charset="0"/>
              </a:rPr>
              <a:t>4</a:t>
            </a:r>
            <a:r>
              <a:rPr lang="en-US" altLang="zh-CN" dirty="0">
                <a:latin typeface="Times New Roman" pitchFamily="18" charset="0"/>
              </a:rPr>
              <a:t>] = </a:t>
            </a:r>
            <a:r>
              <a:rPr lang="en-US" altLang="zh-CN" i="1" dirty="0">
                <a:latin typeface="Times New Roman" pitchFamily="18" charset="0"/>
              </a:rPr>
              <a:t>x</a:t>
            </a:r>
          </a:p>
          <a:p>
            <a:pPr algn="just">
              <a:lnSpc>
                <a:spcPct val="96000"/>
              </a:lnSpc>
              <a:defRPr/>
            </a:pPr>
            <a:r>
              <a:rPr lang="en-US" altLang="zh-CN" dirty="0" err="1">
                <a:latin typeface="Times New Roman" pitchFamily="18" charset="0"/>
              </a:rPr>
              <a:t>goto</a:t>
            </a:r>
            <a:r>
              <a:rPr lang="en-US" altLang="zh-CN" dirty="0">
                <a:latin typeface="Times New Roman" pitchFamily="18" charset="0"/>
              </a:rPr>
              <a:t> </a:t>
            </a:r>
            <a:r>
              <a:rPr lang="en-US" altLang="zh-CN" i="1" dirty="0">
                <a:latin typeface="Times New Roman" pitchFamily="18" charset="0"/>
              </a:rPr>
              <a:t>B</a:t>
            </a:r>
            <a:r>
              <a:rPr lang="en-US" altLang="zh-CN" baseline="-25000" dirty="0">
                <a:latin typeface="Times New Roman" pitchFamily="18" charset="0"/>
              </a:rPr>
              <a:t>2</a:t>
            </a:r>
          </a:p>
        </p:txBody>
      </p:sp>
      <p:sp>
        <p:nvSpPr>
          <p:cNvPr id="27" name="Rectangle 33">
            <a:extLst>
              <a:ext uri="{FF2B5EF4-FFF2-40B4-BE49-F238E27FC236}">
                <a16:creationId xmlns:a16="http://schemas.microsoft.com/office/drawing/2014/main" id="{497A8425-14D4-4558-9CBF-4C31D153C71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47813" y="2259013"/>
            <a:ext cx="1189037" cy="240347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lIns="68580" tIns="0" rIns="68580" bIns="0"/>
          <a:lstStyle/>
          <a:p>
            <a:pPr algn="just">
              <a:lnSpc>
                <a:spcPct val="96000"/>
              </a:lnSpc>
              <a:defRPr/>
            </a:pPr>
            <a:r>
              <a:rPr lang="en-US" altLang="zh-CN" i="1" dirty="0">
                <a:latin typeface="Times New Roman" pitchFamily="18" charset="0"/>
              </a:rPr>
              <a:t>t</a:t>
            </a:r>
            <a:r>
              <a:rPr lang="en-US" altLang="zh-CN" i="1" baseline="-25000" dirty="0">
                <a:latin typeface="Times New Roman" pitchFamily="18" charset="0"/>
              </a:rPr>
              <a:t>6</a:t>
            </a:r>
            <a:r>
              <a:rPr lang="en-US" altLang="zh-CN" dirty="0">
                <a:latin typeface="Times New Roman" pitchFamily="18" charset="0"/>
              </a:rPr>
              <a:t> = </a:t>
            </a:r>
            <a:r>
              <a:rPr lang="en-US" altLang="zh-CN" dirty="0">
                <a:solidFill>
                  <a:srgbClr val="FF0000"/>
                </a:solidFill>
                <a:latin typeface="Times New Roman" pitchFamily="18" charset="0"/>
              </a:rPr>
              <a:t>4 </a:t>
            </a:r>
            <a:r>
              <a:rPr lang="en-US" altLang="zh-CN" dirty="0">
                <a:solidFill>
                  <a:srgbClr val="FF0000"/>
                </a:solidFill>
                <a:latin typeface="宋体" pitchFamily="2" charset="-122"/>
              </a:rPr>
              <a:t>*</a:t>
            </a:r>
            <a:r>
              <a:rPr lang="en-US" altLang="zh-CN" dirty="0">
                <a:solidFill>
                  <a:srgbClr val="FF0000"/>
                </a:solidFill>
                <a:latin typeface="Times New Roman" pitchFamily="18" charset="0"/>
              </a:rPr>
              <a:t> </a:t>
            </a:r>
            <a:r>
              <a:rPr lang="en-US" altLang="zh-CN" i="1" dirty="0" err="1">
                <a:solidFill>
                  <a:srgbClr val="FF0000"/>
                </a:solidFill>
                <a:latin typeface="Times New Roman" pitchFamily="18" charset="0"/>
              </a:rPr>
              <a:t>i</a:t>
            </a:r>
            <a:endParaRPr lang="en-US" altLang="zh-CN" i="1" dirty="0">
              <a:solidFill>
                <a:srgbClr val="FF0000"/>
              </a:solidFill>
              <a:latin typeface="Times New Roman" pitchFamily="18" charset="0"/>
            </a:endParaRPr>
          </a:p>
          <a:p>
            <a:pPr algn="just">
              <a:lnSpc>
                <a:spcPct val="96000"/>
              </a:lnSpc>
              <a:defRPr/>
            </a:pPr>
            <a:r>
              <a:rPr lang="en-US" altLang="zh-CN" i="1" dirty="0">
                <a:latin typeface="Times New Roman" pitchFamily="18" charset="0"/>
              </a:rPr>
              <a:t>x</a:t>
            </a:r>
            <a:r>
              <a:rPr lang="en-US" altLang="zh-CN" dirty="0">
                <a:latin typeface="Times New Roman" pitchFamily="18" charset="0"/>
              </a:rPr>
              <a:t> = </a:t>
            </a:r>
            <a:r>
              <a:rPr lang="en-US" altLang="zh-CN" i="1" dirty="0">
                <a:latin typeface="Times New Roman" pitchFamily="18" charset="0"/>
              </a:rPr>
              <a:t>a</a:t>
            </a:r>
            <a:r>
              <a:rPr lang="en-US" altLang="zh-CN" dirty="0">
                <a:latin typeface="Times New Roman" pitchFamily="18" charset="0"/>
              </a:rPr>
              <a:t>[</a:t>
            </a:r>
            <a:r>
              <a:rPr lang="en-US" altLang="zh-CN" i="1" dirty="0">
                <a:solidFill>
                  <a:srgbClr val="FF0000"/>
                </a:solidFill>
                <a:latin typeface="Times New Roman" pitchFamily="18" charset="0"/>
              </a:rPr>
              <a:t>t</a:t>
            </a:r>
            <a:r>
              <a:rPr lang="en-US" altLang="zh-CN" i="1" baseline="-25000" dirty="0">
                <a:solidFill>
                  <a:srgbClr val="FF0000"/>
                </a:solidFill>
                <a:latin typeface="Times New Roman" pitchFamily="18" charset="0"/>
              </a:rPr>
              <a:t>6</a:t>
            </a:r>
            <a:r>
              <a:rPr lang="en-US" altLang="zh-CN" dirty="0">
                <a:latin typeface="Times New Roman" pitchFamily="18" charset="0"/>
              </a:rPr>
              <a:t>]</a:t>
            </a:r>
          </a:p>
          <a:p>
            <a:pPr algn="just">
              <a:lnSpc>
                <a:spcPct val="96000"/>
              </a:lnSpc>
              <a:defRPr/>
            </a:pPr>
            <a:r>
              <a:rPr lang="en-US" altLang="zh-CN" i="1" dirty="0">
                <a:latin typeface="Times New Roman" pitchFamily="18" charset="0"/>
              </a:rPr>
              <a:t>t</a:t>
            </a:r>
            <a:r>
              <a:rPr lang="en-US" altLang="zh-CN" i="1" baseline="-25000" dirty="0">
                <a:latin typeface="Times New Roman" pitchFamily="18" charset="0"/>
              </a:rPr>
              <a:t>8</a:t>
            </a:r>
            <a:r>
              <a:rPr lang="en-US" altLang="zh-CN" i="1" dirty="0">
                <a:latin typeface="Times New Roman" pitchFamily="18" charset="0"/>
              </a:rPr>
              <a:t> </a:t>
            </a:r>
            <a:r>
              <a:rPr lang="en-US" altLang="zh-CN" dirty="0">
                <a:latin typeface="Times New Roman" pitchFamily="18" charset="0"/>
              </a:rPr>
              <a:t>= </a:t>
            </a:r>
            <a:r>
              <a:rPr lang="en-US" altLang="zh-CN" dirty="0">
                <a:solidFill>
                  <a:srgbClr val="FF0000"/>
                </a:solidFill>
                <a:latin typeface="Times New Roman" pitchFamily="18" charset="0"/>
              </a:rPr>
              <a:t>4 </a:t>
            </a:r>
            <a:r>
              <a:rPr lang="en-US" altLang="zh-CN" dirty="0">
                <a:solidFill>
                  <a:srgbClr val="FF0000"/>
                </a:solidFill>
                <a:latin typeface="宋体" pitchFamily="2" charset="-122"/>
              </a:rPr>
              <a:t>*</a:t>
            </a:r>
            <a:r>
              <a:rPr lang="en-US" altLang="zh-CN" dirty="0">
                <a:solidFill>
                  <a:srgbClr val="FF0000"/>
                </a:solidFill>
                <a:latin typeface="Times New Roman" pitchFamily="18" charset="0"/>
              </a:rPr>
              <a:t> </a:t>
            </a:r>
            <a:r>
              <a:rPr lang="en-US" altLang="zh-CN" i="1" dirty="0">
                <a:solidFill>
                  <a:srgbClr val="FF0000"/>
                </a:solidFill>
                <a:latin typeface="Times New Roman" pitchFamily="18" charset="0"/>
              </a:rPr>
              <a:t>j</a:t>
            </a:r>
          </a:p>
          <a:p>
            <a:pPr algn="just">
              <a:lnSpc>
                <a:spcPct val="96000"/>
              </a:lnSpc>
              <a:defRPr/>
            </a:pPr>
            <a:r>
              <a:rPr lang="en-US" altLang="zh-CN" i="1" dirty="0">
                <a:latin typeface="Times New Roman" pitchFamily="18" charset="0"/>
              </a:rPr>
              <a:t>t</a:t>
            </a:r>
            <a:r>
              <a:rPr lang="en-US" altLang="zh-CN" i="1" baseline="-25000" dirty="0">
                <a:latin typeface="Times New Roman" pitchFamily="18" charset="0"/>
              </a:rPr>
              <a:t>9</a:t>
            </a:r>
            <a:r>
              <a:rPr lang="en-US" altLang="zh-CN" dirty="0">
                <a:latin typeface="Times New Roman" pitchFamily="18" charset="0"/>
              </a:rPr>
              <a:t> = </a:t>
            </a:r>
            <a:r>
              <a:rPr lang="en-US" altLang="zh-CN" i="1" dirty="0">
                <a:latin typeface="Times New Roman" pitchFamily="18" charset="0"/>
              </a:rPr>
              <a:t>a</a:t>
            </a:r>
            <a:r>
              <a:rPr lang="en-US" altLang="zh-CN" dirty="0">
                <a:latin typeface="Times New Roman" pitchFamily="18" charset="0"/>
              </a:rPr>
              <a:t>[</a:t>
            </a:r>
            <a:r>
              <a:rPr lang="en-US" altLang="zh-CN" i="1" dirty="0">
                <a:solidFill>
                  <a:srgbClr val="FF0000"/>
                </a:solidFill>
                <a:latin typeface="Times New Roman" pitchFamily="18" charset="0"/>
              </a:rPr>
              <a:t>t</a:t>
            </a:r>
            <a:r>
              <a:rPr lang="en-US" altLang="zh-CN" i="1" baseline="-25000" dirty="0">
                <a:solidFill>
                  <a:srgbClr val="FF0000"/>
                </a:solidFill>
                <a:latin typeface="Times New Roman" pitchFamily="18" charset="0"/>
              </a:rPr>
              <a:t>8</a:t>
            </a:r>
            <a:r>
              <a:rPr lang="en-US" altLang="zh-CN" dirty="0">
                <a:latin typeface="Times New Roman" pitchFamily="18" charset="0"/>
              </a:rPr>
              <a:t>]</a:t>
            </a:r>
          </a:p>
          <a:p>
            <a:pPr algn="just">
              <a:lnSpc>
                <a:spcPct val="96000"/>
              </a:lnSpc>
              <a:defRPr/>
            </a:pPr>
            <a:r>
              <a:rPr lang="en-US" altLang="zh-CN" i="1" dirty="0">
                <a:latin typeface="Times New Roman" pitchFamily="18" charset="0"/>
              </a:rPr>
              <a:t>a</a:t>
            </a:r>
            <a:r>
              <a:rPr lang="en-US" altLang="zh-CN" dirty="0">
                <a:latin typeface="Times New Roman" pitchFamily="18" charset="0"/>
              </a:rPr>
              <a:t>[</a:t>
            </a:r>
            <a:r>
              <a:rPr lang="en-US" altLang="zh-CN" i="1" dirty="0">
                <a:solidFill>
                  <a:srgbClr val="FF0000"/>
                </a:solidFill>
                <a:latin typeface="Times New Roman" pitchFamily="18" charset="0"/>
              </a:rPr>
              <a:t>t</a:t>
            </a:r>
            <a:r>
              <a:rPr lang="en-US" altLang="zh-CN" i="1" baseline="-25000" dirty="0">
                <a:solidFill>
                  <a:srgbClr val="FF0000"/>
                </a:solidFill>
                <a:latin typeface="Times New Roman" pitchFamily="18" charset="0"/>
              </a:rPr>
              <a:t>6</a:t>
            </a:r>
            <a:r>
              <a:rPr lang="en-US" altLang="zh-CN" dirty="0">
                <a:latin typeface="Times New Roman" pitchFamily="18" charset="0"/>
              </a:rPr>
              <a:t>] = </a:t>
            </a:r>
            <a:r>
              <a:rPr lang="en-US" altLang="zh-CN" i="1" dirty="0">
                <a:latin typeface="Times New Roman" pitchFamily="18" charset="0"/>
              </a:rPr>
              <a:t>t</a:t>
            </a:r>
            <a:r>
              <a:rPr lang="en-US" altLang="zh-CN" i="1" baseline="-25000" dirty="0">
                <a:latin typeface="Times New Roman" pitchFamily="18" charset="0"/>
              </a:rPr>
              <a:t>9</a:t>
            </a:r>
            <a:endParaRPr lang="en-US" altLang="zh-CN" i="1" dirty="0">
              <a:latin typeface="Times New Roman" pitchFamily="18" charset="0"/>
            </a:endParaRPr>
          </a:p>
          <a:p>
            <a:pPr algn="just">
              <a:lnSpc>
                <a:spcPct val="96000"/>
              </a:lnSpc>
              <a:defRPr/>
            </a:pPr>
            <a:r>
              <a:rPr lang="en-US" altLang="zh-CN" i="1" dirty="0">
                <a:latin typeface="Times New Roman" pitchFamily="18" charset="0"/>
              </a:rPr>
              <a:t>a</a:t>
            </a:r>
            <a:r>
              <a:rPr lang="en-US" altLang="zh-CN" dirty="0">
                <a:latin typeface="Times New Roman" pitchFamily="18" charset="0"/>
              </a:rPr>
              <a:t>[</a:t>
            </a:r>
            <a:r>
              <a:rPr lang="en-US" altLang="zh-CN" i="1" dirty="0">
                <a:solidFill>
                  <a:srgbClr val="FF0000"/>
                </a:solidFill>
                <a:latin typeface="Times New Roman" pitchFamily="18" charset="0"/>
              </a:rPr>
              <a:t>t</a:t>
            </a:r>
            <a:r>
              <a:rPr lang="en-US" altLang="zh-CN" i="1" baseline="-25000" dirty="0">
                <a:solidFill>
                  <a:srgbClr val="FF0000"/>
                </a:solidFill>
                <a:latin typeface="Times New Roman" pitchFamily="18" charset="0"/>
              </a:rPr>
              <a:t>8</a:t>
            </a:r>
            <a:r>
              <a:rPr lang="en-US" altLang="zh-CN" dirty="0">
                <a:latin typeface="Times New Roman" pitchFamily="18" charset="0"/>
              </a:rPr>
              <a:t>] = </a:t>
            </a:r>
            <a:r>
              <a:rPr lang="en-US" altLang="zh-CN" i="1" dirty="0">
                <a:latin typeface="Times New Roman" pitchFamily="18" charset="0"/>
              </a:rPr>
              <a:t>x</a:t>
            </a:r>
          </a:p>
          <a:p>
            <a:pPr algn="just">
              <a:lnSpc>
                <a:spcPct val="96000"/>
              </a:lnSpc>
              <a:defRPr/>
            </a:pPr>
            <a:r>
              <a:rPr lang="en-US" altLang="zh-CN" dirty="0" err="1">
                <a:latin typeface="Times New Roman" pitchFamily="18" charset="0"/>
              </a:rPr>
              <a:t>goto</a:t>
            </a:r>
            <a:r>
              <a:rPr lang="en-US" altLang="zh-CN" dirty="0">
                <a:latin typeface="Times New Roman" pitchFamily="18" charset="0"/>
              </a:rPr>
              <a:t> </a:t>
            </a:r>
            <a:r>
              <a:rPr lang="en-US" altLang="zh-CN" i="1" dirty="0">
                <a:latin typeface="Times New Roman" pitchFamily="18" charset="0"/>
              </a:rPr>
              <a:t>B</a:t>
            </a:r>
            <a:r>
              <a:rPr lang="en-US" altLang="zh-CN" i="1" baseline="-25000" dirty="0">
                <a:latin typeface="Times New Roman" pitchFamily="18" charset="0"/>
              </a:rPr>
              <a:t>2</a:t>
            </a:r>
          </a:p>
        </p:txBody>
      </p:sp>
      <p:grpSp>
        <p:nvGrpSpPr>
          <p:cNvPr id="51204" name="组合 49">
            <a:extLst>
              <a:ext uri="{FF2B5EF4-FFF2-40B4-BE49-F238E27FC236}">
                <a16:creationId xmlns:a16="http://schemas.microsoft.com/office/drawing/2014/main" id="{4C5255C9-0B24-4C2F-BF8F-17417AF831BF}"/>
              </a:ext>
            </a:extLst>
          </p:cNvPr>
          <p:cNvGrpSpPr>
            <a:grpSpLocks/>
          </p:cNvGrpSpPr>
          <p:nvPr/>
        </p:nvGrpSpPr>
        <p:grpSpPr bwMode="auto">
          <a:xfrm>
            <a:off x="1071563" y="195263"/>
            <a:ext cx="6719887" cy="4443412"/>
            <a:chOff x="1071538" y="195263"/>
            <a:chExt cx="6719912" cy="4444185"/>
          </a:xfrm>
        </p:grpSpPr>
        <p:sp>
          <p:nvSpPr>
            <p:cNvPr id="29" name="Rectangle 4">
              <a:extLst>
                <a:ext uri="{FF2B5EF4-FFF2-40B4-BE49-F238E27FC236}">
                  <a16:creationId xmlns:a16="http://schemas.microsoft.com/office/drawing/2014/main" id="{B39733F4-3605-4652-AFB9-A202CAA80D9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25835" y="212728"/>
              <a:ext cx="1693869" cy="81453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8580" tIns="27000" rIns="68580" bIns="0"/>
            <a:lstStyle/>
            <a:p>
              <a:pPr algn="just">
                <a:lnSpc>
                  <a:spcPct val="70000"/>
                </a:lnSpc>
                <a:defRPr/>
              </a:pPr>
              <a:r>
                <a:rPr lang="en-US" altLang="zh-CN" i="1">
                  <a:latin typeface="Times New Roman" pitchFamily="18" charset="0"/>
                </a:rPr>
                <a:t>i</a:t>
              </a:r>
              <a:r>
                <a:rPr lang="en-US" altLang="zh-CN" i="1" dirty="0">
                  <a:latin typeface="Times New Roman" pitchFamily="18" charset="0"/>
                </a:rPr>
                <a:t> </a:t>
              </a:r>
              <a:r>
                <a:rPr lang="en-US" altLang="zh-CN" dirty="0">
                  <a:latin typeface="Times New Roman" pitchFamily="18" charset="0"/>
                </a:rPr>
                <a:t>=</a:t>
              </a:r>
              <a:r>
                <a:rPr lang="en-US" altLang="zh-CN" i="1" dirty="0">
                  <a:latin typeface="Times New Roman" pitchFamily="18" charset="0"/>
                </a:rPr>
                <a:t> m </a:t>
              </a:r>
              <a:r>
                <a:rPr lang="en-US" altLang="zh-CN" dirty="0">
                  <a:latin typeface="Times New Roman" pitchFamily="18" charset="0"/>
                  <a:sym typeface="Symbol" pitchFamily="18" charset="2"/>
                </a:rPr>
                <a:t></a:t>
              </a:r>
              <a:r>
                <a:rPr lang="en-US" altLang="zh-CN" dirty="0">
                  <a:latin typeface="Times New Roman" pitchFamily="18" charset="0"/>
                </a:rPr>
                <a:t>1</a:t>
              </a:r>
            </a:p>
            <a:p>
              <a:pPr algn="just">
                <a:lnSpc>
                  <a:spcPct val="70000"/>
                </a:lnSpc>
                <a:defRPr/>
              </a:pPr>
              <a:r>
                <a:rPr lang="en-US" altLang="zh-CN" i="1" dirty="0">
                  <a:latin typeface="Times New Roman" pitchFamily="18" charset="0"/>
                </a:rPr>
                <a:t>j</a:t>
              </a:r>
              <a:r>
                <a:rPr lang="en-US" altLang="zh-CN" dirty="0">
                  <a:latin typeface="Times New Roman" pitchFamily="18" charset="0"/>
                </a:rPr>
                <a:t> =</a:t>
              </a:r>
              <a:r>
                <a:rPr lang="en-US" altLang="zh-CN" i="1" dirty="0">
                  <a:latin typeface="Times New Roman" pitchFamily="18" charset="0"/>
                </a:rPr>
                <a:t> n</a:t>
              </a:r>
            </a:p>
            <a:p>
              <a:pPr algn="just">
                <a:lnSpc>
                  <a:spcPct val="70000"/>
                </a:lnSpc>
                <a:defRPr/>
              </a:pPr>
              <a:r>
                <a:rPr lang="en-US" altLang="zh-CN" i="1" dirty="0">
                  <a:latin typeface="Times New Roman" pitchFamily="18" charset="0"/>
                </a:rPr>
                <a:t>t</a:t>
              </a:r>
              <a:r>
                <a:rPr lang="en-US" altLang="zh-CN" i="1" baseline="-25000" dirty="0">
                  <a:latin typeface="Times New Roman" pitchFamily="18" charset="0"/>
                </a:rPr>
                <a:t>1</a:t>
              </a:r>
              <a:r>
                <a:rPr lang="en-US" altLang="zh-CN" dirty="0">
                  <a:latin typeface="Times New Roman" pitchFamily="18" charset="0"/>
                </a:rPr>
                <a:t> = 4 </a:t>
              </a:r>
              <a:r>
                <a:rPr lang="en-US" altLang="zh-CN" dirty="0">
                  <a:latin typeface="宋体" pitchFamily="2" charset="-122"/>
                </a:rPr>
                <a:t>*</a:t>
              </a:r>
              <a:r>
                <a:rPr lang="en-US" altLang="zh-CN" dirty="0">
                  <a:latin typeface="Times New Roman" pitchFamily="18" charset="0"/>
                </a:rPr>
                <a:t> </a:t>
              </a:r>
              <a:r>
                <a:rPr lang="en-US" altLang="zh-CN" i="1" dirty="0">
                  <a:latin typeface="Times New Roman" pitchFamily="18" charset="0"/>
                </a:rPr>
                <a:t>n</a:t>
              </a:r>
            </a:p>
            <a:p>
              <a:pPr algn="just">
                <a:lnSpc>
                  <a:spcPct val="70000"/>
                </a:lnSpc>
                <a:defRPr/>
              </a:pPr>
              <a:r>
                <a:rPr lang="en-US" altLang="zh-CN" i="1" dirty="0">
                  <a:latin typeface="Times New Roman" pitchFamily="18" charset="0"/>
                </a:rPr>
                <a:t>v</a:t>
              </a:r>
              <a:r>
                <a:rPr lang="en-US" altLang="zh-CN" dirty="0">
                  <a:latin typeface="Times New Roman" pitchFamily="18" charset="0"/>
                </a:rPr>
                <a:t> = </a:t>
              </a:r>
              <a:r>
                <a:rPr lang="en-US" altLang="zh-CN" i="1" dirty="0">
                  <a:latin typeface="Times New Roman" pitchFamily="18" charset="0"/>
                </a:rPr>
                <a:t>a</a:t>
              </a:r>
              <a:r>
                <a:rPr lang="en-US" altLang="zh-CN" dirty="0">
                  <a:latin typeface="Times New Roman" pitchFamily="18" charset="0"/>
                </a:rPr>
                <a:t>[</a:t>
              </a:r>
              <a:r>
                <a:rPr lang="en-US" altLang="zh-CN" i="1" dirty="0">
                  <a:latin typeface="Times New Roman" pitchFamily="18" charset="0"/>
                </a:rPr>
                <a:t>t</a:t>
              </a:r>
              <a:r>
                <a:rPr lang="en-US" altLang="zh-CN" i="1" baseline="-25000" dirty="0">
                  <a:latin typeface="Times New Roman" pitchFamily="18" charset="0"/>
                </a:rPr>
                <a:t>1</a:t>
              </a:r>
              <a:r>
                <a:rPr lang="en-US" altLang="zh-CN" dirty="0">
                  <a:latin typeface="Times New Roman" pitchFamily="18" charset="0"/>
                </a:rPr>
                <a:t>]</a:t>
              </a:r>
            </a:p>
          </p:txBody>
        </p:sp>
        <p:sp>
          <p:nvSpPr>
            <p:cNvPr id="30" name="Rectangle 5">
              <a:extLst>
                <a:ext uri="{FF2B5EF4-FFF2-40B4-BE49-F238E27FC236}">
                  <a16:creationId xmlns:a16="http://schemas.microsoft.com/office/drawing/2014/main" id="{F3A78174-3229-48B6-A919-4BEFC8F3B55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22659" y="1351164"/>
              <a:ext cx="1711331" cy="814529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8580" tIns="27000" rIns="68580" bIns="27000"/>
            <a:lstStyle/>
            <a:p>
              <a:pPr algn="just">
                <a:lnSpc>
                  <a:spcPct val="70000"/>
                </a:lnSpc>
                <a:defRPr/>
              </a:pPr>
              <a:r>
                <a:rPr lang="en-US" altLang="zh-CN" i="1" dirty="0" err="1">
                  <a:latin typeface="Times New Roman" pitchFamily="18" charset="0"/>
                </a:rPr>
                <a:t>i</a:t>
              </a:r>
              <a:r>
                <a:rPr lang="en-US" altLang="zh-CN" dirty="0">
                  <a:latin typeface="Times New Roman" pitchFamily="18" charset="0"/>
                </a:rPr>
                <a:t> =</a:t>
              </a:r>
              <a:r>
                <a:rPr lang="en-US" altLang="zh-CN" i="1" dirty="0">
                  <a:latin typeface="Times New Roman" pitchFamily="18" charset="0"/>
                </a:rPr>
                <a:t> </a:t>
              </a:r>
              <a:r>
                <a:rPr lang="en-US" altLang="zh-CN" i="1" dirty="0" err="1">
                  <a:latin typeface="Times New Roman" pitchFamily="18" charset="0"/>
                </a:rPr>
                <a:t>i</a:t>
              </a:r>
              <a:r>
                <a:rPr lang="en-US" altLang="zh-CN" i="1" dirty="0">
                  <a:latin typeface="Times New Roman" pitchFamily="18" charset="0"/>
                </a:rPr>
                <a:t> </a:t>
              </a:r>
              <a:r>
                <a:rPr lang="en-US" altLang="zh-CN" dirty="0">
                  <a:latin typeface="Times New Roman" pitchFamily="18" charset="0"/>
                </a:rPr>
                <a:t>+ 1</a:t>
              </a:r>
            </a:p>
            <a:p>
              <a:pPr algn="just">
                <a:lnSpc>
                  <a:spcPct val="70000"/>
                </a:lnSpc>
                <a:defRPr/>
              </a:pPr>
              <a:r>
                <a:rPr lang="en-US" altLang="zh-CN" i="1" dirty="0">
                  <a:solidFill>
                    <a:srgbClr val="0000FF"/>
                  </a:solidFill>
                  <a:latin typeface="Times New Roman" pitchFamily="18" charset="0"/>
                </a:rPr>
                <a:t>t</a:t>
              </a:r>
              <a:r>
                <a:rPr lang="en-US" altLang="zh-CN" i="1" baseline="-25000" dirty="0">
                  <a:solidFill>
                    <a:srgbClr val="0000FF"/>
                  </a:solidFill>
                  <a:latin typeface="Times New Roman" pitchFamily="18" charset="0"/>
                </a:rPr>
                <a:t>2</a:t>
              </a:r>
              <a:r>
                <a:rPr lang="en-US" altLang="zh-CN" dirty="0">
                  <a:latin typeface="Times New Roman" pitchFamily="18" charset="0"/>
                </a:rPr>
                <a:t> = </a:t>
              </a:r>
              <a:r>
                <a:rPr lang="en-US" altLang="zh-CN" dirty="0">
                  <a:solidFill>
                    <a:srgbClr val="0000FF"/>
                  </a:solidFill>
                  <a:latin typeface="Times New Roman" pitchFamily="18" charset="0"/>
                </a:rPr>
                <a:t>4 </a:t>
              </a:r>
              <a:r>
                <a:rPr lang="en-US" altLang="zh-CN" dirty="0">
                  <a:solidFill>
                    <a:srgbClr val="0000FF"/>
                  </a:solidFill>
                  <a:latin typeface="宋体" pitchFamily="2" charset="-122"/>
                </a:rPr>
                <a:t>*</a:t>
              </a:r>
              <a:r>
                <a:rPr lang="en-US" altLang="zh-CN" dirty="0">
                  <a:solidFill>
                    <a:srgbClr val="0000FF"/>
                  </a:solidFill>
                  <a:latin typeface="Times New Roman" pitchFamily="18" charset="0"/>
                </a:rPr>
                <a:t> </a:t>
              </a:r>
              <a:r>
                <a:rPr lang="en-US" altLang="zh-CN" i="1" dirty="0" err="1">
                  <a:solidFill>
                    <a:srgbClr val="0000FF"/>
                  </a:solidFill>
                  <a:latin typeface="Times New Roman" pitchFamily="18" charset="0"/>
                </a:rPr>
                <a:t>i</a:t>
              </a:r>
              <a:endParaRPr lang="en-US" altLang="zh-CN" i="1" dirty="0">
                <a:solidFill>
                  <a:srgbClr val="0000FF"/>
                </a:solidFill>
                <a:latin typeface="Times New Roman" pitchFamily="18" charset="0"/>
              </a:endParaRPr>
            </a:p>
            <a:p>
              <a:pPr algn="just">
                <a:lnSpc>
                  <a:spcPct val="70000"/>
                </a:lnSpc>
                <a:defRPr/>
              </a:pPr>
              <a:r>
                <a:rPr lang="en-US" altLang="zh-CN" i="1" dirty="0">
                  <a:latin typeface="Times New Roman" pitchFamily="18" charset="0"/>
                </a:rPr>
                <a:t>t</a:t>
              </a:r>
              <a:r>
                <a:rPr lang="en-US" altLang="zh-CN" i="1" baseline="-25000" dirty="0">
                  <a:latin typeface="Times New Roman" pitchFamily="18" charset="0"/>
                </a:rPr>
                <a:t>3</a:t>
              </a:r>
              <a:r>
                <a:rPr lang="en-US" altLang="zh-CN" dirty="0">
                  <a:latin typeface="Times New Roman" pitchFamily="18" charset="0"/>
                </a:rPr>
                <a:t> = </a:t>
              </a:r>
              <a:r>
                <a:rPr lang="en-US" altLang="zh-CN" i="1" dirty="0">
                  <a:latin typeface="Times New Roman" pitchFamily="18" charset="0"/>
                </a:rPr>
                <a:t>a</a:t>
              </a:r>
              <a:r>
                <a:rPr lang="en-US" altLang="zh-CN" dirty="0">
                  <a:latin typeface="Times New Roman" pitchFamily="18" charset="0"/>
                </a:rPr>
                <a:t>[</a:t>
              </a:r>
              <a:r>
                <a:rPr lang="en-US" altLang="zh-CN" i="1" dirty="0">
                  <a:latin typeface="Times New Roman" pitchFamily="18" charset="0"/>
                </a:rPr>
                <a:t>t</a:t>
              </a:r>
              <a:r>
                <a:rPr lang="en-US" altLang="zh-CN" i="1" baseline="-25000" dirty="0">
                  <a:latin typeface="Times New Roman" pitchFamily="18" charset="0"/>
                </a:rPr>
                <a:t>2</a:t>
              </a:r>
              <a:r>
                <a:rPr lang="en-US" altLang="zh-CN" dirty="0">
                  <a:latin typeface="Times New Roman" pitchFamily="18" charset="0"/>
                </a:rPr>
                <a:t>]</a:t>
              </a:r>
            </a:p>
            <a:p>
              <a:pPr algn="just">
                <a:lnSpc>
                  <a:spcPct val="70000"/>
                </a:lnSpc>
                <a:defRPr/>
              </a:pPr>
              <a:r>
                <a:rPr lang="en-US" altLang="zh-CN" i="1" dirty="0">
                  <a:latin typeface="Times New Roman" pitchFamily="18" charset="0"/>
                </a:rPr>
                <a:t>if t</a:t>
              </a:r>
              <a:r>
                <a:rPr lang="en-US" altLang="zh-CN" i="1" baseline="-25000" dirty="0">
                  <a:latin typeface="Times New Roman" pitchFamily="18" charset="0"/>
                </a:rPr>
                <a:t>3</a:t>
              </a:r>
              <a:r>
                <a:rPr lang="en-US" altLang="zh-CN" i="1" dirty="0">
                  <a:latin typeface="Times New Roman" pitchFamily="18" charset="0"/>
                </a:rPr>
                <a:t> </a:t>
              </a:r>
              <a:r>
                <a:rPr lang="en-US" altLang="zh-CN" dirty="0">
                  <a:latin typeface="Times New Roman" pitchFamily="18" charset="0"/>
                </a:rPr>
                <a:t>&lt; </a:t>
              </a:r>
              <a:r>
                <a:rPr lang="en-US" altLang="zh-CN" i="1" dirty="0">
                  <a:latin typeface="Times New Roman" pitchFamily="18" charset="0"/>
                </a:rPr>
                <a:t>v</a:t>
              </a:r>
              <a:r>
                <a:rPr lang="en-US" altLang="zh-CN" dirty="0">
                  <a:latin typeface="Times New Roman" pitchFamily="18" charset="0"/>
                </a:rPr>
                <a:t> </a:t>
              </a:r>
              <a:r>
                <a:rPr lang="en-US" altLang="zh-CN" i="1" dirty="0" err="1">
                  <a:latin typeface="Times New Roman" pitchFamily="18" charset="0"/>
                </a:rPr>
                <a:t>goto</a:t>
              </a:r>
              <a:r>
                <a:rPr lang="en-US" altLang="zh-CN" dirty="0">
                  <a:latin typeface="Times New Roman" pitchFamily="18" charset="0"/>
                </a:rPr>
                <a:t> </a:t>
              </a:r>
              <a:r>
                <a:rPr lang="en-US" altLang="zh-CN" i="1" dirty="0">
                  <a:latin typeface="Times New Roman" pitchFamily="18" charset="0"/>
                </a:rPr>
                <a:t>B</a:t>
              </a:r>
              <a:r>
                <a:rPr lang="en-US" altLang="zh-CN" i="1" baseline="-25000" dirty="0">
                  <a:latin typeface="Times New Roman" pitchFamily="18" charset="0"/>
                </a:rPr>
                <a:t>2</a:t>
              </a:r>
            </a:p>
          </p:txBody>
        </p:sp>
        <p:sp>
          <p:nvSpPr>
            <p:cNvPr id="51216" name="Rectangle 6">
              <a:extLst>
                <a:ext uri="{FF2B5EF4-FFF2-40B4-BE49-F238E27FC236}">
                  <a16:creationId xmlns:a16="http://schemas.microsoft.com/office/drawing/2014/main" id="{D4F55538-260C-4A08-A892-DA73780980E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46713" y="195263"/>
              <a:ext cx="393700" cy="22066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0" rIns="0" bIns="0"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i="1">
                  <a:latin typeface="Times New Roman" panose="02020603050405020304" pitchFamily="18" charset="0"/>
                </a:rPr>
                <a:t>B</a:t>
              </a:r>
              <a:r>
                <a:rPr lang="en-US" altLang="zh-CN" i="1" baseline="-25000">
                  <a:latin typeface="Times New Roman" panose="02020603050405020304" pitchFamily="18" charset="0"/>
                </a:rPr>
                <a:t>1</a:t>
              </a:r>
              <a:endParaRPr lang="en-US" altLang="zh-CN" i="1">
                <a:latin typeface="Times New Roman" panose="02020603050405020304" pitchFamily="18" charset="0"/>
              </a:endParaRPr>
            </a:p>
          </p:txBody>
        </p:sp>
        <p:sp>
          <p:nvSpPr>
            <p:cNvPr id="51217" name="Rectangle 7">
              <a:extLst>
                <a:ext uri="{FF2B5EF4-FFF2-40B4-BE49-F238E27FC236}">
                  <a16:creationId xmlns:a16="http://schemas.microsoft.com/office/drawing/2014/main" id="{ED6732A4-7477-481B-9012-F64AF12B3C9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29256" y="1258888"/>
              <a:ext cx="627062" cy="3254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i="1">
                  <a:latin typeface="Times New Roman" panose="02020603050405020304" pitchFamily="18" charset="0"/>
                </a:rPr>
                <a:t>B</a:t>
              </a:r>
              <a:r>
                <a:rPr lang="en-US" altLang="zh-CN" i="1" baseline="-25000">
                  <a:latin typeface="Times New Roman" panose="02020603050405020304" pitchFamily="18" charset="0"/>
                </a:rPr>
                <a:t>2</a:t>
              </a:r>
              <a:endParaRPr lang="en-US" altLang="zh-CN" i="1">
                <a:latin typeface="Times New Roman" panose="02020603050405020304" pitchFamily="18" charset="0"/>
              </a:endParaRPr>
            </a:p>
          </p:txBody>
        </p:sp>
        <p:sp>
          <p:nvSpPr>
            <p:cNvPr id="33" name="Rectangle 8">
              <a:extLst>
                <a:ext uri="{FF2B5EF4-FFF2-40B4-BE49-F238E27FC236}">
                  <a16:creationId xmlns:a16="http://schemas.microsoft.com/office/drawing/2014/main" id="{B24E8639-2DB1-4DB5-9067-E3D10A9CCA1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40123" y="2500714"/>
              <a:ext cx="1711331" cy="812941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8580" tIns="27000" rIns="68580" bIns="27000"/>
            <a:lstStyle/>
            <a:p>
              <a:pPr algn="just">
                <a:lnSpc>
                  <a:spcPct val="70000"/>
                </a:lnSpc>
                <a:defRPr/>
              </a:pPr>
              <a:r>
                <a:rPr lang="en-US" altLang="zh-CN" i="1" dirty="0">
                  <a:latin typeface="Times New Roman" pitchFamily="18" charset="0"/>
                </a:rPr>
                <a:t>j </a:t>
              </a:r>
              <a:r>
                <a:rPr lang="en-US" altLang="zh-CN" dirty="0">
                  <a:latin typeface="Times New Roman" pitchFamily="18" charset="0"/>
                </a:rPr>
                <a:t>= </a:t>
              </a:r>
              <a:r>
                <a:rPr lang="en-US" altLang="zh-CN" i="1" dirty="0">
                  <a:latin typeface="Times New Roman" pitchFamily="18" charset="0"/>
                </a:rPr>
                <a:t>j </a:t>
              </a:r>
              <a:r>
                <a:rPr lang="en-US" altLang="zh-CN" dirty="0">
                  <a:latin typeface="Times New Roman" pitchFamily="18" charset="0"/>
                  <a:sym typeface="Symbol" pitchFamily="18" charset="2"/>
                </a:rPr>
                <a:t></a:t>
              </a:r>
              <a:r>
                <a:rPr lang="en-US" altLang="zh-CN" dirty="0">
                  <a:latin typeface="Times New Roman" pitchFamily="18" charset="0"/>
                </a:rPr>
                <a:t>1</a:t>
              </a:r>
            </a:p>
            <a:p>
              <a:pPr algn="just">
                <a:lnSpc>
                  <a:spcPct val="70000"/>
                </a:lnSpc>
                <a:defRPr/>
              </a:pPr>
              <a:r>
                <a:rPr lang="en-US" altLang="zh-CN" i="1" dirty="0">
                  <a:solidFill>
                    <a:srgbClr val="0000FF"/>
                  </a:solidFill>
                  <a:latin typeface="Times New Roman" pitchFamily="18" charset="0"/>
                </a:rPr>
                <a:t>t</a:t>
              </a:r>
              <a:r>
                <a:rPr lang="en-US" altLang="zh-CN" i="1" baseline="-25000" dirty="0">
                  <a:solidFill>
                    <a:srgbClr val="0000FF"/>
                  </a:solidFill>
                  <a:latin typeface="Times New Roman" pitchFamily="18" charset="0"/>
                </a:rPr>
                <a:t>4</a:t>
              </a:r>
              <a:r>
                <a:rPr lang="en-US" altLang="zh-CN" dirty="0">
                  <a:latin typeface="Times New Roman" pitchFamily="18" charset="0"/>
                </a:rPr>
                <a:t> = </a:t>
              </a:r>
              <a:r>
                <a:rPr lang="en-US" altLang="zh-CN" dirty="0">
                  <a:solidFill>
                    <a:srgbClr val="0000FF"/>
                  </a:solidFill>
                  <a:latin typeface="Times New Roman" pitchFamily="18" charset="0"/>
                </a:rPr>
                <a:t>4 </a:t>
              </a:r>
              <a:r>
                <a:rPr lang="en-US" altLang="zh-CN" dirty="0">
                  <a:solidFill>
                    <a:srgbClr val="0000FF"/>
                  </a:solidFill>
                  <a:latin typeface="宋体" pitchFamily="2" charset="-122"/>
                </a:rPr>
                <a:t>*</a:t>
              </a:r>
              <a:r>
                <a:rPr lang="en-US" altLang="zh-CN" dirty="0">
                  <a:solidFill>
                    <a:srgbClr val="0000FF"/>
                  </a:solidFill>
                  <a:latin typeface="Times New Roman" pitchFamily="18" charset="0"/>
                </a:rPr>
                <a:t> </a:t>
              </a:r>
              <a:r>
                <a:rPr lang="en-US" altLang="zh-CN" i="1" dirty="0">
                  <a:solidFill>
                    <a:srgbClr val="0000FF"/>
                  </a:solidFill>
                  <a:latin typeface="Times New Roman" pitchFamily="18" charset="0"/>
                </a:rPr>
                <a:t>j</a:t>
              </a:r>
            </a:p>
            <a:p>
              <a:pPr algn="just">
                <a:lnSpc>
                  <a:spcPct val="70000"/>
                </a:lnSpc>
                <a:defRPr/>
              </a:pPr>
              <a:r>
                <a:rPr lang="en-US" altLang="zh-CN" i="1" dirty="0">
                  <a:latin typeface="Times New Roman" pitchFamily="18" charset="0"/>
                </a:rPr>
                <a:t>t</a:t>
              </a:r>
              <a:r>
                <a:rPr lang="en-US" altLang="zh-CN" i="1" baseline="-25000" dirty="0">
                  <a:latin typeface="Times New Roman" pitchFamily="18" charset="0"/>
                </a:rPr>
                <a:t>5</a:t>
              </a:r>
              <a:r>
                <a:rPr lang="en-US" altLang="zh-CN" dirty="0">
                  <a:latin typeface="Times New Roman" pitchFamily="18" charset="0"/>
                </a:rPr>
                <a:t> = </a:t>
              </a:r>
              <a:r>
                <a:rPr lang="en-US" altLang="zh-CN" i="1" dirty="0">
                  <a:latin typeface="Times New Roman" pitchFamily="18" charset="0"/>
                </a:rPr>
                <a:t>a</a:t>
              </a:r>
              <a:r>
                <a:rPr lang="en-US" altLang="zh-CN" dirty="0">
                  <a:latin typeface="Times New Roman" pitchFamily="18" charset="0"/>
                </a:rPr>
                <a:t>[</a:t>
              </a:r>
              <a:r>
                <a:rPr lang="en-US" altLang="zh-CN" i="1" dirty="0">
                  <a:latin typeface="Times New Roman" pitchFamily="18" charset="0"/>
                </a:rPr>
                <a:t>t</a:t>
              </a:r>
              <a:r>
                <a:rPr lang="en-US" altLang="zh-CN" i="1" baseline="-25000" dirty="0">
                  <a:latin typeface="Times New Roman" pitchFamily="18" charset="0"/>
                </a:rPr>
                <a:t>4</a:t>
              </a:r>
              <a:r>
                <a:rPr lang="en-US" altLang="zh-CN" dirty="0">
                  <a:latin typeface="Times New Roman" pitchFamily="18" charset="0"/>
                </a:rPr>
                <a:t>]</a:t>
              </a:r>
            </a:p>
            <a:p>
              <a:pPr algn="just">
                <a:lnSpc>
                  <a:spcPct val="70000"/>
                </a:lnSpc>
                <a:defRPr/>
              </a:pPr>
              <a:r>
                <a:rPr lang="en-US" altLang="zh-CN" i="1" dirty="0">
                  <a:latin typeface="Times New Roman" pitchFamily="18" charset="0"/>
                </a:rPr>
                <a:t>if</a:t>
              </a:r>
              <a:r>
                <a:rPr lang="en-US" altLang="zh-CN" dirty="0">
                  <a:latin typeface="Times New Roman" pitchFamily="18" charset="0"/>
                </a:rPr>
                <a:t> </a:t>
              </a:r>
              <a:r>
                <a:rPr lang="en-US" altLang="zh-CN" i="1" dirty="0">
                  <a:latin typeface="Times New Roman" pitchFamily="18" charset="0"/>
                </a:rPr>
                <a:t>t</a:t>
              </a:r>
              <a:r>
                <a:rPr lang="en-US" altLang="zh-CN" i="1" baseline="-25000" dirty="0">
                  <a:latin typeface="Times New Roman" pitchFamily="18" charset="0"/>
                </a:rPr>
                <a:t>5</a:t>
              </a:r>
              <a:r>
                <a:rPr lang="en-US" altLang="zh-CN" dirty="0">
                  <a:latin typeface="Times New Roman" pitchFamily="18" charset="0"/>
                </a:rPr>
                <a:t> &gt; </a:t>
              </a:r>
              <a:r>
                <a:rPr lang="en-US" altLang="zh-CN" i="1" dirty="0">
                  <a:latin typeface="Times New Roman" pitchFamily="18" charset="0"/>
                </a:rPr>
                <a:t>v</a:t>
              </a:r>
              <a:r>
                <a:rPr lang="en-US" altLang="zh-CN" dirty="0">
                  <a:latin typeface="Times New Roman" pitchFamily="18" charset="0"/>
                </a:rPr>
                <a:t> </a:t>
              </a:r>
              <a:r>
                <a:rPr lang="en-US" altLang="zh-CN" i="1" dirty="0" err="1">
                  <a:latin typeface="Times New Roman" pitchFamily="18" charset="0"/>
                </a:rPr>
                <a:t>goto</a:t>
              </a:r>
              <a:r>
                <a:rPr lang="en-US" altLang="zh-CN" dirty="0">
                  <a:latin typeface="Times New Roman" pitchFamily="18" charset="0"/>
                </a:rPr>
                <a:t> </a:t>
              </a:r>
              <a:r>
                <a:rPr lang="en-US" altLang="zh-CN" i="1" dirty="0">
                  <a:latin typeface="Times New Roman" pitchFamily="18" charset="0"/>
                </a:rPr>
                <a:t>B</a:t>
              </a:r>
              <a:r>
                <a:rPr lang="en-US" altLang="zh-CN" i="1" baseline="-25000" dirty="0">
                  <a:latin typeface="Times New Roman" pitchFamily="18" charset="0"/>
                </a:rPr>
                <a:t>3</a:t>
              </a:r>
            </a:p>
          </p:txBody>
        </p:sp>
        <p:sp>
          <p:nvSpPr>
            <p:cNvPr id="51219" name="Line 9">
              <a:extLst>
                <a:ext uri="{FF2B5EF4-FFF2-40B4-BE49-F238E27FC236}">
                  <a16:creationId xmlns:a16="http://schemas.microsoft.com/office/drawing/2014/main" id="{515A5D42-CEA6-4079-B0EC-D58D9840445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457700" y="1035050"/>
              <a:ext cx="0" cy="315913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51220" name="Line 10">
              <a:extLst>
                <a:ext uri="{FF2B5EF4-FFF2-40B4-BE49-F238E27FC236}">
                  <a16:creationId xmlns:a16="http://schemas.microsoft.com/office/drawing/2014/main" id="{D55C2EA3-FFD5-41CE-8984-4D4E6D5F082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440238" y="2184400"/>
              <a:ext cx="0" cy="315913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36" name="Rectangle 11">
              <a:extLst>
                <a:ext uri="{FF2B5EF4-FFF2-40B4-BE49-F238E27FC236}">
                  <a16:creationId xmlns:a16="http://schemas.microsoft.com/office/drawing/2014/main" id="{ADB7762C-F8B0-4CF1-944E-F7961A1E598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40123" y="3662966"/>
              <a:ext cx="1725618" cy="304853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7500" tIns="0" rIns="0" bIns="0"/>
            <a:lstStyle/>
            <a:p>
              <a:pPr algn="just">
                <a:lnSpc>
                  <a:spcPct val="96000"/>
                </a:lnSpc>
                <a:defRPr/>
              </a:pPr>
              <a:r>
                <a:rPr lang="en-US" altLang="zh-CN" i="1" dirty="0">
                  <a:latin typeface="Times New Roman" pitchFamily="18" charset="0"/>
                </a:rPr>
                <a:t>if</a:t>
              </a:r>
              <a:r>
                <a:rPr lang="en-US" altLang="zh-CN" dirty="0">
                  <a:latin typeface="Times New Roman" pitchFamily="18" charset="0"/>
                </a:rPr>
                <a:t> </a:t>
              </a:r>
              <a:r>
                <a:rPr lang="en-US" altLang="zh-CN" i="1">
                  <a:latin typeface="Times New Roman" pitchFamily="18" charset="0"/>
                </a:rPr>
                <a:t>i</a:t>
              </a:r>
              <a:r>
                <a:rPr lang="en-US" altLang="zh-CN" dirty="0">
                  <a:latin typeface="Times New Roman" pitchFamily="18" charset="0"/>
                </a:rPr>
                <a:t> &gt;= </a:t>
              </a:r>
              <a:r>
                <a:rPr lang="en-US" altLang="zh-CN" i="1" dirty="0">
                  <a:latin typeface="Times New Roman" pitchFamily="18" charset="0"/>
                </a:rPr>
                <a:t>j </a:t>
              </a:r>
              <a:r>
                <a:rPr lang="en-US" altLang="zh-CN" i="1" dirty="0" err="1">
                  <a:latin typeface="Times New Roman" pitchFamily="18" charset="0"/>
                </a:rPr>
                <a:t>goto</a:t>
              </a:r>
              <a:r>
                <a:rPr lang="en-US" altLang="zh-CN" dirty="0">
                  <a:latin typeface="Times New Roman" pitchFamily="18" charset="0"/>
                </a:rPr>
                <a:t> </a:t>
              </a:r>
              <a:r>
                <a:rPr lang="en-US" altLang="zh-CN" i="1" dirty="0">
                  <a:latin typeface="Times New Roman" pitchFamily="18" charset="0"/>
                </a:rPr>
                <a:t>B</a:t>
              </a:r>
              <a:r>
                <a:rPr lang="en-US" altLang="zh-CN" i="1" baseline="-25000" dirty="0">
                  <a:latin typeface="Times New Roman" pitchFamily="18" charset="0"/>
                </a:rPr>
                <a:t>6</a:t>
              </a:r>
            </a:p>
          </p:txBody>
        </p:sp>
        <p:sp>
          <p:nvSpPr>
            <p:cNvPr id="51222" name="Line 12">
              <a:extLst>
                <a:ext uri="{FF2B5EF4-FFF2-40B4-BE49-F238E27FC236}">
                  <a16:creationId xmlns:a16="http://schemas.microsoft.com/office/drawing/2014/main" id="{2D9E4D7B-05FB-446E-AF0B-34E8E48FA6D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440238" y="3332163"/>
              <a:ext cx="0" cy="319087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51223" name="Rectangle 14">
              <a:extLst>
                <a:ext uri="{FF2B5EF4-FFF2-40B4-BE49-F238E27FC236}">
                  <a16:creationId xmlns:a16="http://schemas.microsoft.com/office/drawing/2014/main" id="{E844AC28-5F95-43BE-ACAD-E5F9B4C9EFC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46723" y="3567113"/>
              <a:ext cx="625475" cy="3238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i="1">
                  <a:latin typeface="Times New Roman" panose="02020603050405020304" pitchFamily="18" charset="0"/>
                </a:rPr>
                <a:t>B</a:t>
              </a:r>
              <a:r>
                <a:rPr lang="en-US" altLang="zh-CN" i="1" baseline="-25000">
                  <a:latin typeface="Times New Roman" panose="02020603050405020304" pitchFamily="18" charset="0"/>
                </a:rPr>
                <a:t>4</a:t>
              </a:r>
              <a:endParaRPr lang="en-US" altLang="zh-CN" i="1">
                <a:latin typeface="Times New Roman" panose="02020603050405020304" pitchFamily="18" charset="0"/>
              </a:endParaRPr>
            </a:p>
          </p:txBody>
        </p:sp>
        <p:sp>
          <p:nvSpPr>
            <p:cNvPr id="51224" name="Rectangle 15">
              <a:extLst>
                <a:ext uri="{FF2B5EF4-FFF2-40B4-BE49-F238E27FC236}">
                  <a16:creationId xmlns:a16="http://schemas.microsoft.com/office/drawing/2014/main" id="{47C46BEC-3BCF-4C95-941D-2429D22162D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43548" y="2408238"/>
              <a:ext cx="628650" cy="3270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i="1">
                  <a:latin typeface="Times New Roman" panose="02020603050405020304" pitchFamily="18" charset="0"/>
                </a:rPr>
                <a:t>B</a:t>
              </a:r>
              <a:r>
                <a:rPr lang="en-US" altLang="zh-CN" i="1" baseline="-25000">
                  <a:latin typeface="Times New Roman" panose="02020603050405020304" pitchFamily="18" charset="0"/>
                </a:rPr>
                <a:t>3</a:t>
              </a:r>
              <a:endParaRPr lang="en-US" altLang="zh-CN" i="1">
                <a:latin typeface="Times New Roman" panose="02020603050405020304" pitchFamily="18" charset="0"/>
              </a:endParaRPr>
            </a:p>
          </p:txBody>
        </p:sp>
        <p:sp>
          <p:nvSpPr>
            <p:cNvPr id="51225" name="Rectangle 16">
              <a:extLst>
                <a:ext uri="{FF2B5EF4-FFF2-40B4-BE49-F238E27FC236}">
                  <a16:creationId xmlns:a16="http://schemas.microsoft.com/office/drawing/2014/main" id="{BC5DAB56-8423-44EA-8905-A88E575B6ED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71538" y="2283719"/>
              <a:ext cx="514350" cy="3254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i="1">
                  <a:latin typeface="Times New Roman" panose="02020603050405020304" pitchFamily="18" charset="0"/>
                </a:rPr>
                <a:t>B</a:t>
              </a:r>
              <a:r>
                <a:rPr lang="en-US" altLang="zh-CN" i="1" baseline="-25000">
                  <a:latin typeface="Times New Roman" panose="02020603050405020304" pitchFamily="18" charset="0"/>
                </a:rPr>
                <a:t>5</a:t>
              </a:r>
              <a:endParaRPr lang="en-US" altLang="zh-CN" i="1">
                <a:latin typeface="Times New Roman" panose="02020603050405020304" pitchFamily="18" charset="0"/>
              </a:endParaRPr>
            </a:p>
          </p:txBody>
        </p:sp>
        <p:sp>
          <p:nvSpPr>
            <p:cNvPr id="51226" name="Line 18">
              <a:extLst>
                <a:ext uri="{FF2B5EF4-FFF2-40B4-BE49-F238E27FC236}">
                  <a16:creationId xmlns:a16="http://schemas.microsoft.com/office/drawing/2014/main" id="{0A912F50-A474-4653-9C99-4F9265FA00D8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754313" y="3967163"/>
              <a:ext cx="1503362" cy="293687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51227" name="Line 19">
              <a:extLst>
                <a:ext uri="{FF2B5EF4-FFF2-40B4-BE49-F238E27FC236}">
                  <a16:creationId xmlns:a16="http://schemas.microsoft.com/office/drawing/2014/main" id="{47477FF7-F11F-49AB-8761-EB2C5E00083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40263" y="3967163"/>
              <a:ext cx="1487487" cy="293687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51228" name="Rectangle 20">
              <a:extLst>
                <a:ext uri="{FF2B5EF4-FFF2-40B4-BE49-F238E27FC236}">
                  <a16:creationId xmlns:a16="http://schemas.microsoft.com/office/drawing/2014/main" id="{C7C65ABF-6AE5-4D1E-9A93-AC4A78FEA47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64388" y="2067695"/>
              <a:ext cx="627062" cy="3270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i="1">
                  <a:latin typeface="Times New Roman" panose="02020603050405020304" pitchFamily="18" charset="0"/>
                </a:rPr>
                <a:t>B</a:t>
              </a:r>
              <a:r>
                <a:rPr lang="en-US" altLang="zh-CN" i="1" baseline="-25000">
                  <a:latin typeface="Times New Roman" panose="02020603050405020304" pitchFamily="18" charset="0"/>
                </a:rPr>
                <a:t>6</a:t>
              </a:r>
              <a:endParaRPr lang="en-US" altLang="zh-CN" i="1">
                <a:latin typeface="Times New Roman" panose="02020603050405020304" pitchFamily="18" charset="0"/>
              </a:endParaRPr>
            </a:p>
          </p:txBody>
        </p:sp>
        <p:sp>
          <p:nvSpPr>
            <p:cNvPr id="51229" name="Freeform 21">
              <a:extLst>
                <a:ext uri="{FF2B5EF4-FFF2-40B4-BE49-F238E27FC236}">
                  <a16:creationId xmlns:a16="http://schemas.microsoft.com/office/drawing/2014/main" id="{87F1F7F8-B46B-428E-A82E-E3A31D4C70E2}"/>
                </a:ext>
              </a:extLst>
            </p:cNvPr>
            <p:cNvSpPr>
              <a:spLocks/>
            </p:cNvSpPr>
            <p:nvPr/>
          </p:nvSpPr>
          <p:spPr bwMode="auto">
            <a:xfrm rot="367755">
              <a:off x="2913895" y="1183839"/>
              <a:ext cx="768350" cy="1097720"/>
            </a:xfrm>
            <a:custGeom>
              <a:avLst/>
              <a:gdLst>
                <a:gd name="T0" fmla="*/ 2147483646 w 722"/>
                <a:gd name="T1" fmla="*/ 2147483646 h 1447"/>
                <a:gd name="T2" fmla="*/ 2147483646 w 722"/>
                <a:gd name="T3" fmla="*/ 2147483646 h 1447"/>
                <a:gd name="T4" fmla="*/ 2147483646 w 722"/>
                <a:gd name="T5" fmla="*/ 2147483646 h 1447"/>
                <a:gd name="T6" fmla="*/ 2147483646 w 722"/>
                <a:gd name="T7" fmla="*/ 2147483646 h 1447"/>
                <a:gd name="T8" fmla="*/ 2147483646 w 722"/>
                <a:gd name="T9" fmla="*/ 2147483646 h 1447"/>
                <a:gd name="T10" fmla="*/ 2147483646 w 722"/>
                <a:gd name="T11" fmla="*/ 2147483646 h 1447"/>
                <a:gd name="T12" fmla="*/ 2147483646 w 722"/>
                <a:gd name="T13" fmla="*/ 2147483646 h 1447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722"/>
                <a:gd name="T22" fmla="*/ 0 h 1447"/>
                <a:gd name="T23" fmla="*/ 722 w 722"/>
                <a:gd name="T24" fmla="*/ 1447 h 1447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722" h="1447">
                  <a:moveTo>
                    <a:pt x="722" y="1251"/>
                  </a:moveTo>
                  <a:cubicBezTo>
                    <a:pt x="605" y="1349"/>
                    <a:pt x="489" y="1447"/>
                    <a:pt x="392" y="1447"/>
                  </a:cubicBezTo>
                  <a:cubicBezTo>
                    <a:pt x="295" y="1447"/>
                    <a:pt x="203" y="1376"/>
                    <a:pt x="138" y="1251"/>
                  </a:cubicBezTo>
                  <a:cubicBezTo>
                    <a:pt x="73" y="1126"/>
                    <a:pt x="0" y="879"/>
                    <a:pt x="3" y="697"/>
                  </a:cubicBezTo>
                  <a:cubicBezTo>
                    <a:pt x="6" y="515"/>
                    <a:pt x="83" y="272"/>
                    <a:pt x="153" y="157"/>
                  </a:cubicBezTo>
                  <a:cubicBezTo>
                    <a:pt x="223" y="42"/>
                    <a:pt x="338" y="0"/>
                    <a:pt x="423" y="7"/>
                  </a:cubicBezTo>
                  <a:cubicBezTo>
                    <a:pt x="508" y="14"/>
                    <a:pt x="612" y="161"/>
                    <a:pt x="662" y="201"/>
                  </a:cubicBezTo>
                </a:path>
              </a:pathLst>
            </a:cu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51230" name="Freeform 22">
              <a:extLst>
                <a:ext uri="{FF2B5EF4-FFF2-40B4-BE49-F238E27FC236}">
                  <a16:creationId xmlns:a16="http://schemas.microsoft.com/office/drawing/2014/main" id="{6A5DA324-50DA-4764-9F18-EEF26AF2E506}"/>
                </a:ext>
              </a:extLst>
            </p:cNvPr>
            <p:cNvSpPr>
              <a:spLocks/>
            </p:cNvSpPr>
            <p:nvPr/>
          </p:nvSpPr>
          <p:spPr bwMode="auto">
            <a:xfrm rot="190181">
              <a:off x="2923094" y="2346797"/>
              <a:ext cx="754062" cy="1106149"/>
            </a:xfrm>
            <a:custGeom>
              <a:avLst/>
              <a:gdLst>
                <a:gd name="T0" fmla="*/ 2147483646 w 722"/>
                <a:gd name="T1" fmla="*/ 2147483646 h 1447"/>
                <a:gd name="T2" fmla="*/ 2147483646 w 722"/>
                <a:gd name="T3" fmla="*/ 2147483646 h 1447"/>
                <a:gd name="T4" fmla="*/ 2147483646 w 722"/>
                <a:gd name="T5" fmla="*/ 2147483646 h 1447"/>
                <a:gd name="T6" fmla="*/ 2147483646 w 722"/>
                <a:gd name="T7" fmla="*/ 2147483646 h 1447"/>
                <a:gd name="T8" fmla="*/ 2147483646 w 722"/>
                <a:gd name="T9" fmla="*/ 2147483646 h 1447"/>
                <a:gd name="T10" fmla="*/ 2147483646 w 722"/>
                <a:gd name="T11" fmla="*/ 2147483646 h 1447"/>
                <a:gd name="T12" fmla="*/ 2147483646 w 722"/>
                <a:gd name="T13" fmla="*/ 2147483646 h 1447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722"/>
                <a:gd name="T22" fmla="*/ 0 h 1447"/>
                <a:gd name="T23" fmla="*/ 722 w 722"/>
                <a:gd name="T24" fmla="*/ 1447 h 1447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722" h="1447">
                  <a:moveTo>
                    <a:pt x="722" y="1251"/>
                  </a:moveTo>
                  <a:cubicBezTo>
                    <a:pt x="605" y="1349"/>
                    <a:pt x="489" y="1447"/>
                    <a:pt x="392" y="1447"/>
                  </a:cubicBezTo>
                  <a:cubicBezTo>
                    <a:pt x="295" y="1447"/>
                    <a:pt x="203" y="1376"/>
                    <a:pt x="138" y="1251"/>
                  </a:cubicBezTo>
                  <a:cubicBezTo>
                    <a:pt x="73" y="1126"/>
                    <a:pt x="0" y="879"/>
                    <a:pt x="3" y="697"/>
                  </a:cubicBezTo>
                  <a:cubicBezTo>
                    <a:pt x="6" y="515"/>
                    <a:pt x="83" y="272"/>
                    <a:pt x="153" y="157"/>
                  </a:cubicBezTo>
                  <a:cubicBezTo>
                    <a:pt x="223" y="42"/>
                    <a:pt x="338" y="0"/>
                    <a:pt x="423" y="7"/>
                  </a:cubicBezTo>
                  <a:cubicBezTo>
                    <a:pt x="508" y="14"/>
                    <a:pt x="612" y="161"/>
                    <a:pt x="662" y="201"/>
                  </a:cubicBezTo>
                </a:path>
              </a:pathLst>
            </a:cu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47" name="Rectangle 35">
              <a:extLst>
                <a:ext uri="{FF2B5EF4-FFF2-40B4-BE49-F238E27FC236}">
                  <a16:creationId xmlns:a16="http://schemas.microsoft.com/office/drawing/2014/main" id="{4984CDE6-BC1D-4885-BE7B-B633B2CFE70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192832" y="2424501"/>
              <a:ext cx="1308105" cy="2214947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8580" tIns="0" rIns="68580" bIns="0"/>
            <a:lstStyle/>
            <a:p>
              <a:pPr algn="just">
                <a:lnSpc>
                  <a:spcPct val="96000"/>
                </a:lnSpc>
                <a:defRPr/>
              </a:pPr>
              <a:r>
                <a:rPr lang="en-US" altLang="zh-CN" i="1" dirty="0">
                  <a:latin typeface="Times New Roman" pitchFamily="18" charset="0"/>
                </a:rPr>
                <a:t>t</a:t>
              </a:r>
              <a:r>
                <a:rPr lang="en-US" altLang="zh-CN" i="1" baseline="-30000" dirty="0">
                  <a:latin typeface="Times New Roman" pitchFamily="18" charset="0"/>
                </a:rPr>
                <a:t>11</a:t>
              </a:r>
              <a:r>
                <a:rPr lang="en-US" altLang="zh-CN" dirty="0">
                  <a:latin typeface="Times New Roman" pitchFamily="18" charset="0"/>
                </a:rPr>
                <a:t> = 4 </a:t>
              </a:r>
              <a:r>
                <a:rPr lang="en-US" altLang="zh-CN" dirty="0">
                  <a:latin typeface="宋体" pitchFamily="2" charset="-122"/>
                </a:rPr>
                <a:t>*</a:t>
              </a:r>
              <a:r>
                <a:rPr lang="en-US" altLang="zh-CN" dirty="0">
                  <a:latin typeface="Times New Roman" pitchFamily="18" charset="0"/>
                </a:rPr>
                <a:t> </a:t>
              </a:r>
              <a:r>
                <a:rPr lang="en-US" altLang="zh-CN" i="1">
                  <a:latin typeface="Times New Roman" pitchFamily="18" charset="0"/>
                </a:rPr>
                <a:t>i</a:t>
              </a:r>
              <a:endParaRPr lang="en-US" altLang="zh-CN" i="1" dirty="0">
                <a:latin typeface="Times New Roman" pitchFamily="18" charset="0"/>
              </a:endParaRPr>
            </a:p>
            <a:p>
              <a:pPr algn="just">
                <a:lnSpc>
                  <a:spcPct val="96000"/>
                </a:lnSpc>
                <a:defRPr/>
              </a:pPr>
              <a:r>
                <a:rPr lang="en-US" altLang="zh-CN" i="1" dirty="0">
                  <a:latin typeface="Times New Roman" pitchFamily="18" charset="0"/>
                </a:rPr>
                <a:t>x</a:t>
              </a:r>
              <a:r>
                <a:rPr lang="en-US" altLang="zh-CN" dirty="0">
                  <a:latin typeface="Times New Roman" pitchFamily="18" charset="0"/>
                </a:rPr>
                <a:t> = </a:t>
              </a:r>
              <a:r>
                <a:rPr lang="en-US" altLang="zh-CN" i="1" dirty="0">
                  <a:latin typeface="Times New Roman" pitchFamily="18" charset="0"/>
                </a:rPr>
                <a:t>a</a:t>
              </a:r>
              <a:r>
                <a:rPr lang="en-US" altLang="zh-CN" dirty="0">
                  <a:latin typeface="Times New Roman" pitchFamily="18" charset="0"/>
                </a:rPr>
                <a:t>[</a:t>
              </a:r>
              <a:r>
                <a:rPr lang="en-US" altLang="zh-CN" i="1" dirty="0">
                  <a:latin typeface="Times New Roman" pitchFamily="18" charset="0"/>
                </a:rPr>
                <a:t>t</a:t>
              </a:r>
              <a:r>
                <a:rPr lang="en-US" altLang="zh-CN" i="1" baseline="-30000" dirty="0">
                  <a:latin typeface="Times New Roman" pitchFamily="18" charset="0"/>
                </a:rPr>
                <a:t>11</a:t>
              </a:r>
              <a:r>
                <a:rPr lang="en-US" altLang="zh-CN" dirty="0">
                  <a:latin typeface="Times New Roman" pitchFamily="18" charset="0"/>
                </a:rPr>
                <a:t>]</a:t>
              </a:r>
            </a:p>
            <a:p>
              <a:pPr algn="just">
                <a:lnSpc>
                  <a:spcPct val="96000"/>
                </a:lnSpc>
                <a:defRPr/>
              </a:pPr>
              <a:r>
                <a:rPr lang="en-US" altLang="zh-CN" i="1" dirty="0">
                  <a:latin typeface="Times New Roman" pitchFamily="18" charset="0"/>
                </a:rPr>
                <a:t>t</a:t>
              </a:r>
              <a:r>
                <a:rPr lang="en-US" altLang="zh-CN" i="1" baseline="-30000" dirty="0">
                  <a:latin typeface="Times New Roman" pitchFamily="18" charset="0"/>
                </a:rPr>
                <a:t>12</a:t>
              </a:r>
              <a:r>
                <a:rPr lang="en-US" altLang="zh-CN" i="1" dirty="0">
                  <a:latin typeface="Times New Roman" pitchFamily="18" charset="0"/>
                </a:rPr>
                <a:t> </a:t>
              </a:r>
              <a:r>
                <a:rPr lang="en-US" altLang="zh-CN" dirty="0">
                  <a:latin typeface="Times New Roman" pitchFamily="18" charset="0"/>
                </a:rPr>
                <a:t>= 4 </a:t>
              </a:r>
              <a:r>
                <a:rPr lang="en-US" altLang="zh-CN" dirty="0">
                  <a:latin typeface="宋体" pitchFamily="2" charset="-122"/>
                </a:rPr>
                <a:t>*</a:t>
              </a:r>
              <a:r>
                <a:rPr lang="en-US" altLang="zh-CN" dirty="0">
                  <a:latin typeface="Times New Roman" pitchFamily="18" charset="0"/>
                </a:rPr>
                <a:t> </a:t>
              </a:r>
              <a:r>
                <a:rPr lang="en-US" altLang="zh-CN" i="1">
                  <a:latin typeface="Times New Roman" pitchFamily="18" charset="0"/>
                </a:rPr>
                <a:t>i</a:t>
              </a:r>
              <a:r>
                <a:rPr lang="en-US" altLang="zh-CN" dirty="0">
                  <a:latin typeface="Times New Roman" pitchFamily="18" charset="0"/>
                </a:rPr>
                <a:t> </a:t>
              </a:r>
            </a:p>
            <a:p>
              <a:pPr algn="just">
                <a:lnSpc>
                  <a:spcPct val="96000"/>
                </a:lnSpc>
                <a:defRPr/>
              </a:pPr>
              <a:r>
                <a:rPr lang="en-US" altLang="zh-CN" i="1" dirty="0">
                  <a:latin typeface="Times New Roman" pitchFamily="18" charset="0"/>
                </a:rPr>
                <a:t>t</a:t>
              </a:r>
              <a:r>
                <a:rPr lang="en-US" altLang="zh-CN" i="1" baseline="-30000" dirty="0">
                  <a:latin typeface="Times New Roman" pitchFamily="18" charset="0"/>
                </a:rPr>
                <a:t>13</a:t>
              </a:r>
              <a:r>
                <a:rPr lang="en-US" altLang="zh-CN" dirty="0">
                  <a:latin typeface="Times New Roman" pitchFamily="18" charset="0"/>
                </a:rPr>
                <a:t> = 4 </a:t>
              </a:r>
              <a:r>
                <a:rPr lang="en-US" altLang="zh-CN" dirty="0">
                  <a:latin typeface="宋体" pitchFamily="2" charset="-122"/>
                </a:rPr>
                <a:t>*</a:t>
              </a:r>
              <a:r>
                <a:rPr lang="en-US" altLang="zh-CN" dirty="0">
                  <a:latin typeface="Times New Roman" pitchFamily="18" charset="0"/>
                </a:rPr>
                <a:t> n</a:t>
              </a:r>
            </a:p>
            <a:p>
              <a:pPr algn="just">
                <a:lnSpc>
                  <a:spcPct val="96000"/>
                </a:lnSpc>
                <a:defRPr/>
              </a:pPr>
              <a:r>
                <a:rPr lang="en-US" altLang="zh-CN" i="1" dirty="0">
                  <a:latin typeface="Times New Roman" pitchFamily="18" charset="0"/>
                </a:rPr>
                <a:t>t</a:t>
              </a:r>
              <a:r>
                <a:rPr lang="en-US" altLang="zh-CN" i="1" baseline="-30000" dirty="0">
                  <a:latin typeface="Times New Roman" pitchFamily="18" charset="0"/>
                </a:rPr>
                <a:t>14</a:t>
              </a:r>
              <a:r>
                <a:rPr lang="en-US" altLang="zh-CN" dirty="0">
                  <a:latin typeface="Times New Roman" pitchFamily="18" charset="0"/>
                </a:rPr>
                <a:t> = </a:t>
              </a:r>
              <a:r>
                <a:rPr lang="en-US" altLang="zh-CN" i="1" dirty="0">
                  <a:latin typeface="Times New Roman" pitchFamily="18" charset="0"/>
                </a:rPr>
                <a:t>a</a:t>
              </a:r>
              <a:r>
                <a:rPr lang="en-US" altLang="zh-CN" dirty="0">
                  <a:latin typeface="Times New Roman" pitchFamily="18" charset="0"/>
                </a:rPr>
                <a:t>[</a:t>
              </a:r>
              <a:r>
                <a:rPr lang="en-US" altLang="zh-CN" i="1" dirty="0">
                  <a:latin typeface="Times New Roman" pitchFamily="18" charset="0"/>
                </a:rPr>
                <a:t>t</a:t>
              </a:r>
              <a:r>
                <a:rPr lang="en-US" altLang="zh-CN" i="1" baseline="-30000" dirty="0">
                  <a:latin typeface="Times New Roman" pitchFamily="18" charset="0"/>
                </a:rPr>
                <a:t>13</a:t>
              </a:r>
              <a:r>
                <a:rPr lang="en-US" altLang="zh-CN" dirty="0">
                  <a:latin typeface="Times New Roman" pitchFamily="18" charset="0"/>
                </a:rPr>
                <a:t>]</a:t>
              </a:r>
            </a:p>
            <a:p>
              <a:pPr algn="just">
                <a:lnSpc>
                  <a:spcPct val="96000"/>
                </a:lnSpc>
                <a:defRPr/>
              </a:pPr>
              <a:r>
                <a:rPr lang="en-US" altLang="zh-CN" i="1" dirty="0">
                  <a:latin typeface="Times New Roman" pitchFamily="18" charset="0"/>
                </a:rPr>
                <a:t>a</a:t>
              </a:r>
              <a:r>
                <a:rPr lang="en-US" altLang="zh-CN" dirty="0">
                  <a:latin typeface="Times New Roman" pitchFamily="18" charset="0"/>
                </a:rPr>
                <a:t>[</a:t>
              </a:r>
              <a:r>
                <a:rPr lang="en-US" altLang="zh-CN" i="1" dirty="0">
                  <a:latin typeface="Times New Roman" pitchFamily="18" charset="0"/>
                </a:rPr>
                <a:t>t</a:t>
              </a:r>
              <a:r>
                <a:rPr lang="en-US" altLang="zh-CN" i="1" baseline="-30000" dirty="0">
                  <a:latin typeface="Times New Roman" pitchFamily="18" charset="0"/>
                </a:rPr>
                <a:t>12</a:t>
              </a:r>
              <a:r>
                <a:rPr lang="en-US" altLang="zh-CN" dirty="0">
                  <a:latin typeface="Times New Roman" pitchFamily="18" charset="0"/>
                </a:rPr>
                <a:t>] = </a:t>
              </a:r>
              <a:r>
                <a:rPr lang="en-US" altLang="zh-CN" i="1" dirty="0">
                  <a:latin typeface="Times New Roman" pitchFamily="18" charset="0"/>
                </a:rPr>
                <a:t>t</a:t>
              </a:r>
              <a:r>
                <a:rPr lang="en-US" altLang="zh-CN" i="1" baseline="-30000" dirty="0">
                  <a:latin typeface="Times New Roman" pitchFamily="18" charset="0"/>
                </a:rPr>
                <a:t>14</a:t>
              </a:r>
              <a:endParaRPr lang="en-US" altLang="zh-CN" i="1" dirty="0">
                <a:latin typeface="Times New Roman" pitchFamily="18" charset="0"/>
              </a:endParaRPr>
            </a:p>
            <a:p>
              <a:pPr algn="just">
                <a:lnSpc>
                  <a:spcPct val="96000"/>
                </a:lnSpc>
                <a:defRPr/>
              </a:pPr>
              <a:r>
                <a:rPr lang="en-US" altLang="zh-CN" i="1" dirty="0">
                  <a:latin typeface="Times New Roman" pitchFamily="18" charset="0"/>
                </a:rPr>
                <a:t>t</a:t>
              </a:r>
              <a:r>
                <a:rPr lang="en-US" altLang="zh-CN" i="1" baseline="-30000" dirty="0">
                  <a:latin typeface="Times New Roman" pitchFamily="18" charset="0"/>
                </a:rPr>
                <a:t>15</a:t>
              </a:r>
              <a:r>
                <a:rPr lang="en-US" altLang="zh-CN" dirty="0">
                  <a:latin typeface="Times New Roman" pitchFamily="18" charset="0"/>
                </a:rPr>
                <a:t> = 4 </a:t>
              </a:r>
              <a:r>
                <a:rPr lang="en-US" altLang="zh-CN" dirty="0">
                  <a:latin typeface="宋体" pitchFamily="2" charset="-122"/>
                </a:rPr>
                <a:t>*</a:t>
              </a:r>
              <a:r>
                <a:rPr lang="en-US" altLang="zh-CN" dirty="0">
                  <a:latin typeface="Times New Roman" pitchFamily="18" charset="0"/>
                </a:rPr>
                <a:t> </a:t>
              </a:r>
              <a:r>
                <a:rPr lang="en-US" altLang="zh-CN" i="1" dirty="0">
                  <a:latin typeface="Times New Roman" pitchFamily="18" charset="0"/>
                </a:rPr>
                <a:t>n</a:t>
              </a:r>
              <a:r>
                <a:rPr lang="en-US" altLang="zh-CN" dirty="0">
                  <a:latin typeface="Times New Roman" pitchFamily="18" charset="0"/>
                </a:rPr>
                <a:t> </a:t>
              </a:r>
            </a:p>
            <a:p>
              <a:pPr algn="just">
                <a:lnSpc>
                  <a:spcPct val="96000"/>
                </a:lnSpc>
                <a:defRPr/>
              </a:pPr>
              <a:r>
                <a:rPr lang="en-US" altLang="zh-CN" i="1" dirty="0">
                  <a:latin typeface="Times New Roman" pitchFamily="18" charset="0"/>
                </a:rPr>
                <a:t>a</a:t>
              </a:r>
              <a:r>
                <a:rPr lang="en-US" altLang="zh-CN" dirty="0">
                  <a:latin typeface="Times New Roman" pitchFamily="18" charset="0"/>
                </a:rPr>
                <a:t>[</a:t>
              </a:r>
              <a:r>
                <a:rPr lang="en-US" altLang="zh-CN" i="1" dirty="0">
                  <a:latin typeface="Times New Roman" pitchFamily="18" charset="0"/>
                </a:rPr>
                <a:t>t</a:t>
              </a:r>
              <a:r>
                <a:rPr lang="en-US" altLang="zh-CN" i="1" baseline="-30000" dirty="0">
                  <a:latin typeface="Times New Roman" pitchFamily="18" charset="0"/>
                </a:rPr>
                <a:t>15</a:t>
              </a:r>
              <a:r>
                <a:rPr lang="en-US" altLang="zh-CN" dirty="0">
                  <a:latin typeface="Times New Roman" pitchFamily="18" charset="0"/>
                </a:rPr>
                <a:t>] = </a:t>
              </a:r>
              <a:r>
                <a:rPr lang="en-US" altLang="zh-CN" i="1" dirty="0">
                  <a:latin typeface="Times New Roman" pitchFamily="18" charset="0"/>
                </a:rPr>
                <a:t>x</a:t>
              </a:r>
              <a:r>
                <a:rPr lang="en-US" altLang="zh-CN" dirty="0">
                  <a:latin typeface="Times New Roman" pitchFamily="18" charset="0"/>
                </a:rPr>
                <a:t> </a:t>
              </a:r>
            </a:p>
          </p:txBody>
        </p:sp>
      </p:grpSp>
      <p:sp>
        <p:nvSpPr>
          <p:cNvPr id="51205" name="Rectangle 4">
            <a:extLst>
              <a:ext uri="{FF2B5EF4-FFF2-40B4-BE49-F238E27FC236}">
                <a16:creationId xmlns:a16="http://schemas.microsoft.com/office/drawing/2014/main" id="{EE3384BD-5890-40DC-8986-F80ECF9C5B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650" y="268288"/>
            <a:ext cx="2744788" cy="358775"/>
          </a:xfrm>
        </p:spPr>
        <p:txBody>
          <a:bodyPr/>
          <a:lstStyle/>
          <a:p>
            <a:pPr eaLnBrk="1" hangingPunct="1"/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例</a:t>
            </a:r>
          </a:p>
        </p:txBody>
      </p:sp>
      <p:sp>
        <p:nvSpPr>
          <p:cNvPr id="51206" name="Rectangle 24">
            <a:extLst>
              <a:ext uri="{FF2B5EF4-FFF2-40B4-BE49-F238E27FC236}">
                <a16:creationId xmlns:a16="http://schemas.microsoft.com/office/drawing/2014/main" id="{04DC4875-3487-4603-8F59-954E69F0A0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93838" y="2205038"/>
            <a:ext cx="1292225" cy="2484437"/>
          </a:xfrm>
          <a:prstGeom prst="rect">
            <a:avLst/>
          </a:prstGeom>
          <a:noFill/>
          <a:ln w="38100">
            <a:solidFill>
              <a:srgbClr val="FF0000"/>
            </a:solidFill>
            <a:prstDash val="lgDash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68580" tIns="34290" rIns="68580" bIns="34290" anchor="ctr"/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>
              <a:cs typeface="楷体_GB2312" charset="0"/>
            </a:endParaRPr>
          </a:p>
        </p:txBody>
      </p:sp>
      <p:cxnSp>
        <p:nvCxnSpPr>
          <p:cNvPr id="31" name="直接连接符 30">
            <a:extLst>
              <a:ext uri="{FF2B5EF4-FFF2-40B4-BE49-F238E27FC236}">
                <a16:creationId xmlns:a16="http://schemas.microsoft.com/office/drawing/2014/main" id="{1C49829D-79A9-4705-81C5-BEBABE49F936}"/>
              </a:ext>
            </a:extLst>
          </p:cNvPr>
          <p:cNvCxnSpPr/>
          <p:nvPr/>
        </p:nvCxnSpPr>
        <p:spPr>
          <a:xfrm>
            <a:off x="1954213" y="2492375"/>
            <a:ext cx="601662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任意多边形 31">
            <a:extLst>
              <a:ext uri="{FF2B5EF4-FFF2-40B4-BE49-F238E27FC236}">
                <a16:creationId xmlns:a16="http://schemas.microsoft.com/office/drawing/2014/main" id="{AD2E10DB-26D3-4087-BD47-DB683614381C}"/>
              </a:ext>
            </a:extLst>
          </p:cNvPr>
          <p:cNvSpPr/>
          <p:nvPr/>
        </p:nvSpPr>
        <p:spPr>
          <a:xfrm>
            <a:off x="946150" y="793750"/>
            <a:ext cx="2874963" cy="4319588"/>
          </a:xfrm>
          <a:custGeom>
            <a:avLst/>
            <a:gdLst>
              <a:gd name="connsiteX0" fmla="*/ 807738 w 2874532"/>
              <a:gd name="connsiteY0" fmla="*/ 3903406 h 4319190"/>
              <a:gd name="connsiteX1" fmla="*/ 143858 w 2874532"/>
              <a:gd name="connsiteY1" fmla="*/ 3991088 h 4319190"/>
              <a:gd name="connsiteX2" fmla="*/ 269119 w 2874532"/>
              <a:gd name="connsiteY2" fmla="*/ 295910 h 4319190"/>
              <a:gd name="connsiteX3" fmla="*/ 2874532 w 2874532"/>
              <a:gd name="connsiteY3" fmla="*/ 496327 h 43191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74532" h="4319190">
                <a:moveTo>
                  <a:pt x="807738" y="3903406"/>
                </a:moveTo>
                <a:cubicBezTo>
                  <a:pt x="520683" y="4247871"/>
                  <a:pt x="233628" y="4592337"/>
                  <a:pt x="143858" y="3991088"/>
                </a:cubicBezTo>
                <a:cubicBezTo>
                  <a:pt x="54088" y="3389839"/>
                  <a:pt x="-185993" y="878370"/>
                  <a:pt x="269119" y="295910"/>
                </a:cubicBezTo>
                <a:cubicBezTo>
                  <a:pt x="724231" y="-286550"/>
                  <a:pt x="1799381" y="104888"/>
                  <a:pt x="2874532" y="496327"/>
                </a:cubicBezTo>
              </a:path>
            </a:pathLst>
          </a:custGeom>
          <a:noFill/>
          <a:ln w="25400">
            <a:solidFill>
              <a:schemeClr val="tx1"/>
            </a:solidFill>
            <a:tailEnd type="stealth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zh-CN" altLang="en-US"/>
          </a:p>
        </p:txBody>
      </p:sp>
      <p:grpSp>
        <p:nvGrpSpPr>
          <p:cNvPr id="3" name="组合 33">
            <a:extLst>
              <a:ext uri="{FF2B5EF4-FFF2-40B4-BE49-F238E27FC236}">
                <a16:creationId xmlns:a16="http://schemas.microsoft.com/office/drawing/2014/main" id="{7EA1AE2E-57F8-45B7-9A1D-16B2428F8EE7}"/>
              </a:ext>
            </a:extLst>
          </p:cNvPr>
          <p:cNvGrpSpPr>
            <a:grpSpLocks/>
          </p:cNvGrpSpPr>
          <p:nvPr/>
        </p:nvGrpSpPr>
        <p:grpSpPr bwMode="auto">
          <a:xfrm>
            <a:off x="50800" y="2503488"/>
            <a:ext cx="2144713" cy="714375"/>
            <a:chOff x="50243" y="3435846"/>
            <a:chExt cx="2145493" cy="714206"/>
          </a:xfrm>
        </p:grpSpPr>
        <p:sp>
          <p:nvSpPr>
            <p:cNvPr id="35" name="矩形 34">
              <a:extLst>
                <a:ext uri="{FF2B5EF4-FFF2-40B4-BE49-F238E27FC236}">
                  <a16:creationId xmlns:a16="http://schemas.microsoft.com/office/drawing/2014/main" id="{BA1AE8B1-133A-462D-9374-C3E67D74EC6F}"/>
                </a:ext>
              </a:extLst>
            </p:cNvPr>
            <p:cNvSpPr/>
            <p:nvPr/>
          </p:nvSpPr>
          <p:spPr>
            <a:xfrm>
              <a:off x="50243" y="3504092"/>
              <a:ext cx="1137063" cy="645960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txBody>
            <a:bodyPr>
              <a:spAutoFit/>
            </a:bodyPr>
            <a:lstStyle/>
            <a:p>
              <a:pPr eaLnBrk="1" hangingPunct="1">
                <a:defRPr/>
              </a:pPr>
              <a:r>
                <a:rPr lang="zh-CN" altLang="en-US" dirty="0">
                  <a:solidFill>
                    <a:prstClr val="black"/>
                  </a:solidFill>
                  <a:latin typeface="楷体" pitchFamily="49" charset="-122"/>
                  <a:ea typeface="楷体" pitchFamily="49" charset="-122"/>
                  <a:cs typeface="Times New Roman" pitchFamily="18" charset="0"/>
                </a:rPr>
                <a:t>全局公共子表达式</a:t>
              </a:r>
              <a:endParaRPr lang="en-US" altLang="zh-CN" dirty="0">
                <a:solidFill>
                  <a:prstClr val="black"/>
                </a:solidFill>
                <a:latin typeface="楷体" pitchFamily="49" charset="-122"/>
                <a:ea typeface="楷体" pitchFamily="49" charset="-122"/>
                <a:cs typeface="Times New Roman" pitchFamily="18" charset="0"/>
              </a:endParaRPr>
            </a:p>
          </p:txBody>
        </p:sp>
        <p:cxnSp>
          <p:nvCxnSpPr>
            <p:cNvPr id="37" name="直接连接符 36">
              <a:extLst>
                <a:ext uri="{FF2B5EF4-FFF2-40B4-BE49-F238E27FC236}">
                  <a16:creationId xmlns:a16="http://schemas.microsoft.com/office/drawing/2014/main" id="{FA872608-558E-4A24-A50B-70204549D92A}"/>
                </a:ext>
              </a:extLst>
            </p:cNvPr>
            <p:cNvCxnSpPr/>
            <p:nvPr/>
          </p:nvCxnSpPr>
          <p:spPr>
            <a:xfrm flipV="1">
              <a:off x="1192071" y="3435846"/>
              <a:ext cx="1003665" cy="244417"/>
            </a:xfrm>
            <a:prstGeom prst="line">
              <a:avLst/>
            </a:prstGeom>
            <a:ln w="2222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D4287FC1-D736-4CE7-AA73-70F8558609E2}"/>
              </a:ext>
            </a:extLst>
          </p:cNvPr>
          <p:cNvCxnSpPr/>
          <p:nvPr/>
        </p:nvCxnSpPr>
        <p:spPr>
          <a:xfrm>
            <a:off x="1979613" y="3076575"/>
            <a:ext cx="601662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0F7A36C8-ECDD-40E0-8194-49F265C13991}"/>
              </a:ext>
            </a:extLst>
          </p:cNvPr>
          <p:cNvCxnSpPr/>
          <p:nvPr/>
        </p:nvCxnSpPr>
        <p:spPr>
          <a:xfrm>
            <a:off x="1187450" y="2747963"/>
            <a:ext cx="1152525" cy="328612"/>
          </a:xfrm>
          <a:prstGeom prst="line">
            <a:avLst/>
          </a:prstGeom>
          <a:ln w="2222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 nodeType="clickPar">
                      <p:stCondLst>
                        <p:cond delay="indefinite"/>
                      </p:stCondLst>
                      <p:childTnLst>
                        <p:par>
                          <p:cTn id="1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 nodeType="clickPar">
                      <p:stCondLst>
                        <p:cond delay="indefinite"/>
                      </p:stCondLst>
                      <p:childTnLst>
                        <p:par>
                          <p:cTn id="2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6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53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7289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907289">
                                            <p:bg/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907289">
                                            <p:bg/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907289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53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728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90728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90728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90728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53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728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90728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90728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90728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 nodeType="clickPar">
                      <p:stCondLst>
                        <p:cond delay="indefinite"/>
                      </p:stCondLst>
                      <p:childTnLst>
                        <p:par>
                          <p:cTn id="5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2" presetID="53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728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90728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90728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90728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 nodeType="clickPar">
                      <p:stCondLst>
                        <p:cond delay="indefinite"/>
                      </p:stCondLst>
                      <p:childTnLst>
                        <p:par>
                          <p:cTn id="5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9" presetID="53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728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90728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500" fill="hold"/>
                                        <p:tgtEl>
                                          <p:spTgt spid="90728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90728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 nodeType="clickPar">
                      <p:stCondLst>
                        <p:cond delay="indefinite"/>
                      </p:stCondLst>
                      <p:childTnLst>
                        <p:par>
                          <p:cTn id="6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6" presetID="53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728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" dur="500" fill="hold"/>
                                        <p:tgtEl>
                                          <p:spTgt spid="90728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500" fill="hold"/>
                                        <p:tgtEl>
                                          <p:spTgt spid="90728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90728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 nodeType="clickPar">
                      <p:stCondLst>
                        <p:cond delay="indefinite"/>
                      </p:stCondLst>
                      <p:childTnLst>
                        <p:par>
                          <p:cTn id="7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3" presetID="53" presetClass="exit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74" dur="500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" dur="500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76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8" presetID="53" presetClass="exit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79" dur="5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0" dur="5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8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53" presetClass="exit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84" dur="500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5" dur="500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86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8" presetID="53" presetClass="exit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89" dur="500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0" dur="500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91" dur="500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53" presetClass="exit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94" dur="500"/>
                                        <p:tgtEl>
                                          <p:spTgt spid="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5" dur="500"/>
                                        <p:tgtEl>
                                          <p:spTgt spid="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96" dur="500"/>
                                        <p:tgtEl>
                                          <p:spTgt spid="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8" presetID="53" presetClass="exit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99" dur="500"/>
                                        <p:tgtEl>
                                          <p:spTgt spid="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0" dur="500"/>
                                        <p:tgtEl>
                                          <p:spTgt spid="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101" dur="500"/>
                                        <p:tgtEl>
                                          <p:spTgt spid="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53" presetClass="exit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04" dur="500"/>
                                        <p:tgtEl>
                                          <p:spTgt spid="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5" dur="500"/>
                                        <p:tgtEl>
                                          <p:spTgt spid="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106" dur="500"/>
                                        <p:tgtEl>
                                          <p:spTgt spid="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8" presetID="53" presetClass="exit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09" dur="500"/>
                                        <p:tgtEl>
                                          <p:spTgt spid="2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0" dur="500"/>
                                        <p:tgtEl>
                                          <p:spTgt spid="2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111" dur="500"/>
                                        <p:tgtEl>
                                          <p:spTgt spid="2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53" presetClass="exit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14" dur="500"/>
                                        <p:tgtEl>
                                          <p:spTgt spid="2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5" dur="500"/>
                                        <p:tgtEl>
                                          <p:spTgt spid="2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116" dur="500"/>
                                        <p:tgtEl>
                                          <p:spTgt spid="2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8" presetID="53" presetClass="exit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19" dur="500"/>
                                        <p:tgtEl>
                                          <p:spTgt spid="2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0" dur="500"/>
                                        <p:tgtEl>
                                          <p:spTgt spid="2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121" dur="500"/>
                                        <p:tgtEl>
                                          <p:spTgt spid="2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53" presetClass="exit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24" dur="500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5" dur="500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126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07289" grpId="0" build="allAtOnce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Rectangle 33">
            <a:extLst>
              <a:ext uri="{FF2B5EF4-FFF2-40B4-BE49-F238E27FC236}">
                <a16:creationId xmlns:a16="http://schemas.microsoft.com/office/drawing/2014/main" id="{BE64741D-D6AA-42C0-9A6F-BD0DFEBC38D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47813" y="2255838"/>
            <a:ext cx="1189037" cy="240347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lIns="68580" tIns="0" rIns="68580" bIns="0"/>
          <a:lstStyle/>
          <a:p>
            <a:pPr algn="just">
              <a:lnSpc>
                <a:spcPct val="96000"/>
              </a:lnSpc>
              <a:defRPr/>
            </a:pPr>
            <a:r>
              <a:rPr lang="en-US" altLang="zh-CN" i="1" dirty="0">
                <a:latin typeface="Times New Roman" pitchFamily="18" charset="0"/>
              </a:rPr>
              <a:t>x</a:t>
            </a:r>
            <a:r>
              <a:rPr lang="en-US" altLang="zh-CN" dirty="0">
                <a:latin typeface="Times New Roman" pitchFamily="18" charset="0"/>
              </a:rPr>
              <a:t> = </a:t>
            </a:r>
            <a:r>
              <a:rPr lang="en-US" altLang="zh-CN" i="1" dirty="0">
                <a:latin typeface="Times New Roman" pitchFamily="18" charset="0"/>
              </a:rPr>
              <a:t>a</a:t>
            </a:r>
            <a:r>
              <a:rPr lang="en-US" altLang="zh-CN" dirty="0">
                <a:latin typeface="Times New Roman" pitchFamily="18" charset="0"/>
              </a:rPr>
              <a:t>[</a:t>
            </a:r>
            <a:r>
              <a:rPr lang="en-US" altLang="zh-CN" i="1" dirty="0">
                <a:solidFill>
                  <a:srgbClr val="FF0000"/>
                </a:solidFill>
                <a:latin typeface="Times New Roman" pitchFamily="18" charset="0"/>
              </a:rPr>
              <a:t>t</a:t>
            </a:r>
            <a:r>
              <a:rPr lang="en-US" altLang="zh-CN" i="1" baseline="-25000" dirty="0">
                <a:solidFill>
                  <a:srgbClr val="FF0000"/>
                </a:solidFill>
                <a:latin typeface="Times New Roman" pitchFamily="18" charset="0"/>
              </a:rPr>
              <a:t>2</a:t>
            </a:r>
            <a:r>
              <a:rPr lang="en-US" altLang="zh-CN" dirty="0">
                <a:latin typeface="Times New Roman" pitchFamily="18" charset="0"/>
              </a:rPr>
              <a:t>]</a:t>
            </a:r>
          </a:p>
          <a:p>
            <a:pPr algn="just">
              <a:lnSpc>
                <a:spcPct val="96000"/>
              </a:lnSpc>
              <a:defRPr/>
            </a:pPr>
            <a:r>
              <a:rPr lang="en-US" altLang="zh-CN" i="1" dirty="0">
                <a:latin typeface="Times New Roman" pitchFamily="18" charset="0"/>
              </a:rPr>
              <a:t>t</a:t>
            </a:r>
            <a:r>
              <a:rPr lang="en-US" altLang="zh-CN" i="1" baseline="-25000" dirty="0">
                <a:latin typeface="Times New Roman" pitchFamily="18" charset="0"/>
              </a:rPr>
              <a:t>9</a:t>
            </a:r>
            <a:r>
              <a:rPr lang="en-US" altLang="zh-CN" dirty="0">
                <a:latin typeface="Times New Roman" pitchFamily="18" charset="0"/>
              </a:rPr>
              <a:t> = </a:t>
            </a:r>
            <a:r>
              <a:rPr lang="en-US" altLang="zh-CN" i="1" dirty="0">
                <a:latin typeface="Times New Roman" pitchFamily="18" charset="0"/>
              </a:rPr>
              <a:t>a</a:t>
            </a:r>
            <a:r>
              <a:rPr lang="en-US" altLang="zh-CN" dirty="0">
                <a:latin typeface="Times New Roman" pitchFamily="18" charset="0"/>
              </a:rPr>
              <a:t>[</a:t>
            </a:r>
            <a:r>
              <a:rPr lang="en-US" altLang="zh-CN" i="1" dirty="0">
                <a:solidFill>
                  <a:srgbClr val="FF0000"/>
                </a:solidFill>
                <a:latin typeface="Times New Roman" pitchFamily="18" charset="0"/>
              </a:rPr>
              <a:t>t</a:t>
            </a:r>
            <a:r>
              <a:rPr lang="en-US" altLang="zh-CN" i="1" baseline="-25000" dirty="0">
                <a:solidFill>
                  <a:srgbClr val="FF0000"/>
                </a:solidFill>
                <a:latin typeface="Times New Roman" pitchFamily="18" charset="0"/>
              </a:rPr>
              <a:t>4</a:t>
            </a:r>
            <a:r>
              <a:rPr lang="en-US" altLang="zh-CN" dirty="0">
                <a:latin typeface="Times New Roman" pitchFamily="18" charset="0"/>
              </a:rPr>
              <a:t>]</a:t>
            </a:r>
          </a:p>
          <a:p>
            <a:pPr algn="just">
              <a:lnSpc>
                <a:spcPct val="96000"/>
              </a:lnSpc>
              <a:defRPr/>
            </a:pPr>
            <a:r>
              <a:rPr lang="en-US" altLang="zh-CN" i="1" dirty="0">
                <a:latin typeface="Times New Roman" pitchFamily="18" charset="0"/>
              </a:rPr>
              <a:t>a</a:t>
            </a:r>
            <a:r>
              <a:rPr lang="en-US" altLang="zh-CN" dirty="0">
                <a:latin typeface="Times New Roman" pitchFamily="18" charset="0"/>
              </a:rPr>
              <a:t>[</a:t>
            </a:r>
            <a:r>
              <a:rPr lang="en-US" altLang="zh-CN" i="1" dirty="0">
                <a:solidFill>
                  <a:srgbClr val="FF0000"/>
                </a:solidFill>
                <a:latin typeface="Times New Roman" pitchFamily="18" charset="0"/>
              </a:rPr>
              <a:t>t</a:t>
            </a:r>
            <a:r>
              <a:rPr lang="en-US" altLang="zh-CN" i="1" baseline="-25000" dirty="0">
                <a:solidFill>
                  <a:srgbClr val="FF0000"/>
                </a:solidFill>
                <a:latin typeface="Times New Roman" pitchFamily="18" charset="0"/>
              </a:rPr>
              <a:t>2</a:t>
            </a:r>
            <a:r>
              <a:rPr lang="en-US" altLang="zh-CN" dirty="0">
                <a:latin typeface="Times New Roman" pitchFamily="18" charset="0"/>
              </a:rPr>
              <a:t>] = </a:t>
            </a:r>
            <a:r>
              <a:rPr lang="en-US" altLang="zh-CN" i="1" dirty="0">
                <a:latin typeface="Times New Roman" pitchFamily="18" charset="0"/>
              </a:rPr>
              <a:t>t</a:t>
            </a:r>
            <a:r>
              <a:rPr lang="en-US" altLang="zh-CN" i="1" baseline="-25000" dirty="0">
                <a:latin typeface="Times New Roman" pitchFamily="18" charset="0"/>
              </a:rPr>
              <a:t>9</a:t>
            </a:r>
            <a:endParaRPr lang="en-US" altLang="zh-CN" i="1" dirty="0">
              <a:latin typeface="Times New Roman" pitchFamily="18" charset="0"/>
            </a:endParaRPr>
          </a:p>
          <a:p>
            <a:pPr algn="just">
              <a:lnSpc>
                <a:spcPct val="96000"/>
              </a:lnSpc>
              <a:defRPr/>
            </a:pPr>
            <a:r>
              <a:rPr lang="en-US" altLang="zh-CN" i="1" dirty="0">
                <a:latin typeface="Times New Roman" pitchFamily="18" charset="0"/>
              </a:rPr>
              <a:t>a</a:t>
            </a:r>
            <a:r>
              <a:rPr lang="en-US" altLang="zh-CN" dirty="0">
                <a:latin typeface="Times New Roman" pitchFamily="18" charset="0"/>
              </a:rPr>
              <a:t>[</a:t>
            </a:r>
            <a:r>
              <a:rPr lang="en-US" altLang="zh-CN" i="1" dirty="0">
                <a:solidFill>
                  <a:srgbClr val="FF0000"/>
                </a:solidFill>
                <a:latin typeface="Times New Roman" pitchFamily="18" charset="0"/>
              </a:rPr>
              <a:t>t</a:t>
            </a:r>
            <a:r>
              <a:rPr lang="en-US" altLang="zh-CN" i="1" baseline="-25000" dirty="0">
                <a:solidFill>
                  <a:srgbClr val="FF0000"/>
                </a:solidFill>
                <a:latin typeface="Times New Roman" pitchFamily="18" charset="0"/>
              </a:rPr>
              <a:t>4</a:t>
            </a:r>
            <a:r>
              <a:rPr lang="en-US" altLang="zh-CN" dirty="0">
                <a:latin typeface="Times New Roman" pitchFamily="18" charset="0"/>
              </a:rPr>
              <a:t>] = </a:t>
            </a:r>
            <a:r>
              <a:rPr lang="en-US" altLang="zh-CN" i="1" dirty="0">
                <a:latin typeface="Times New Roman" pitchFamily="18" charset="0"/>
              </a:rPr>
              <a:t>x</a:t>
            </a:r>
          </a:p>
          <a:p>
            <a:pPr algn="just">
              <a:lnSpc>
                <a:spcPct val="96000"/>
              </a:lnSpc>
              <a:defRPr/>
            </a:pPr>
            <a:r>
              <a:rPr lang="en-US" altLang="zh-CN" dirty="0" err="1">
                <a:latin typeface="Times New Roman" pitchFamily="18" charset="0"/>
              </a:rPr>
              <a:t>goto</a:t>
            </a:r>
            <a:r>
              <a:rPr lang="en-US" altLang="zh-CN" dirty="0">
                <a:latin typeface="Times New Roman" pitchFamily="18" charset="0"/>
              </a:rPr>
              <a:t> </a:t>
            </a:r>
            <a:r>
              <a:rPr lang="en-US" altLang="zh-CN" i="1" dirty="0">
                <a:latin typeface="Times New Roman" pitchFamily="18" charset="0"/>
              </a:rPr>
              <a:t>B</a:t>
            </a:r>
            <a:r>
              <a:rPr lang="en-US" altLang="zh-CN" baseline="-25000" dirty="0">
                <a:latin typeface="Times New Roman" pitchFamily="18" charset="0"/>
              </a:rPr>
              <a:t>2</a:t>
            </a:r>
          </a:p>
        </p:txBody>
      </p:sp>
      <p:sp>
        <p:nvSpPr>
          <p:cNvPr id="53251" name="Rectangle 4">
            <a:extLst>
              <a:ext uri="{FF2B5EF4-FFF2-40B4-BE49-F238E27FC236}">
                <a16:creationId xmlns:a16="http://schemas.microsoft.com/office/drawing/2014/main" id="{480006F3-40F5-4927-A117-2C31DBFF10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例</a:t>
            </a:r>
          </a:p>
        </p:txBody>
      </p:sp>
      <p:sp>
        <p:nvSpPr>
          <p:cNvPr id="27" name="Rectangle 25">
            <a:extLst>
              <a:ext uri="{FF2B5EF4-FFF2-40B4-BE49-F238E27FC236}">
                <a16:creationId xmlns:a16="http://schemas.microsoft.com/office/drawing/2014/main" id="{6203403F-9D4B-436E-AA40-52885A0739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37275" y="195263"/>
            <a:ext cx="1243013" cy="1458912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w="25400">
            <a:solidFill>
              <a:schemeClr val="tx1"/>
            </a:solidFill>
            <a:prstDash val="lgDash"/>
            <a:miter lim="800000"/>
            <a:headEnd/>
            <a:tailEnd/>
          </a:ln>
        </p:spPr>
        <p:txBody>
          <a:bodyPr lIns="68580" tIns="0" rIns="68580" bIns="0"/>
          <a:lstStyle/>
          <a:p>
            <a:pPr algn="just">
              <a:lnSpc>
                <a:spcPct val="96000"/>
              </a:lnSpc>
              <a:defRPr/>
            </a:pPr>
            <a:r>
              <a:rPr lang="en-US" altLang="zh-CN" i="1" dirty="0">
                <a:latin typeface="Times New Roman" pitchFamily="18" charset="0"/>
              </a:rPr>
              <a:t>x</a:t>
            </a:r>
            <a:r>
              <a:rPr lang="en-US" altLang="zh-CN" dirty="0">
                <a:latin typeface="Times New Roman" pitchFamily="18" charset="0"/>
              </a:rPr>
              <a:t> = </a:t>
            </a:r>
            <a:r>
              <a:rPr lang="en-US" altLang="zh-CN" i="1" dirty="0">
                <a:latin typeface="Times New Roman" pitchFamily="18" charset="0"/>
              </a:rPr>
              <a:t>a</a:t>
            </a:r>
            <a:r>
              <a:rPr lang="en-US" altLang="zh-CN" dirty="0">
                <a:latin typeface="Times New Roman" pitchFamily="18" charset="0"/>
              </a:rPr>
              <a:t>[</a:t>
            </a:r>
            <a:r>
              <a:rPr lang="en-US" altLang="zh-CN" i="1" dirty="0">
                <a:solidFill>
                  <a:srgbClr val="FF0000"/>
                </a:solidFill>
                <a:latin typeface="Times New Roman" pitchFamily="18" charset="0"/>
              </a:rPr>
              <a:t>t</a:t>
            </a:r>
            <a:r>
              <a:rPr lang="en-US" altLang="zh-CN" i="1" baseline="-25000" dirty="0">
                <a:solidFill>
                  <a:srgbClr val="FF0000"/>
                </a:solidFill>
                <a:latin typeface="Times New Roman" pitchFamily="18" charset="0"/>
              </a:rPr>
              <a:t>2</a:t>
            </a:r>
            <a:r>
              <a:rPr lang="en-US" altLang="zh-CN" dirty="0">
                <a:latin typeface="Times New Roman" pitchFamily="18" charset="0"/>
              </a:rPr>
              <a:t>]</a:t>
            </a:r>
          </a:p>
          <a:p>
            <a:pPr algn="just">
              <a:lnSpc>
                <a:spcPct val="96000"/>
              </a:lnSpc>
              <a:defRPr/>
            </a:pPr>
            <a:r>
              <a:rPr lang="en-US" altLang="zh-CN" i="1" dirty="0">
                <a:latin typeface="Times New Roman" pitchFamily="18" charset="0"/>
              </a:rPr>
              <a:t>t</a:t>
            </a:r>
            <a:r>
              <a:rPr lang="en-US" altLang="zh-CN" i="1" baseline="-25000" dirty="0">
                <a:latin typeface="Times New Roman" pitchFamily="18" charset="0"/>
              </a:rPr>
              <a:t>9</a:t>
            </a:r>
            <a:r>
              <a:rPr lang="en-US" altLang="zh-CN" dirty="0">
                <a:latin typeface="Times New Roman" pitchFamily="18" charset="0"/>
              </a:rPr>
              <a:t> = </a:t>
            </a:r>
            <a:r>
              <a:rPr lang="en-US" altLang="zh-CN" i="1" dirty="0">
                <a:latin typeface="Times New Roman" pitchFamily="18" charset="0"/>
              </a:rPr>
              <a:t>a</a:t>
            </a:r>
            <a:r>
              <a:rPr lang="en-US" altLang="zh-CN" dirty="0">
                <a:latin typeface="Times New Roman" pitchFamily="18" charset="0"/>
              </a:rPr>
              <a:t>[</a:t>
            </a:r>
            <a:r>
              <a:rPr lang="en-US" altLang="zh-CN" i="1" dirty="0">
                <a:solidFill>
                  <a:srgbClr val="FF0000"/>
                </a:solidFill>
                <a:latin typeface="Times New Roman" pitchFamily="18" charset="0"/>
              </a:rPr>
              <a:t>t</a:t>
            </a:r>
            <a:r>
              <a:rPr lang="en-US" altLang="zh-CN" i="1" baseline="-25000" dirty="0">
                <a:solidFill>
                  <a:srgbClr val="FF0000"/>
                </a:solidFill>
                <a:latin typeface="Times New Roman" pitchFamily="18" charset="0"/>
              </a:rPr>
              <a:t>4</a:t>
            </a:r>
            <a:r>
              <a:rPr lang="en-US" altLang="zh-CN" dirty="0">
                <a:latin typeface="Times New Roman" pitchFamily="18" charset="0"/>
              </a:rPr>
              <a:t>]</a:t>
            </a:r>
          </a:p>
          <a:p>
            <a:pPr algn="just">
              <a:lnSpc>
                <a:spcPct val="96000"/>
              </a:lnSpc>
              <a:defRPr/>
            </a:pPr>
            <a:r>
              <a:rPr lang="en-US" altLang="zh-CN" i="1" dirty="0">
                <a:latin typeface="Times New Roman" pitchFamily="18" charset="0"/>
              </a:rPr>
              <a:t>a</a:t>
            </a:r>
            <a:r>
              <a:rPr lang="en-US" altLang="zh-CN" dirty="0">
                <a:latin typeface="Times New Roman" pitchFamily="18" charset="0"/>
              </a:rPr>
              <a:t>[</a:t>
            </a:r>
            <a:r>
              <a:rPr lang="en-US" altLang="zh-CN" i="1" dirty="0">
                <a:solidFill>
                  <a:srgbClr val="FF0000"/>
                </a:solidFill>
                <a:latin typeface="Times New Roman" pitchFamily="18" charset="0"/>
              </a:rPr>
              <a:t>t</a:t>
            </a:r>
            <a:r>
              <a:rPr lang="en-US" altLang="zh-CN" i="1" baseline="-25000" dirty="0">
                <a:solidFill>
                  <a:srgbClr val="FF0000"/>
                </a:solidFill>
                <a:latin typeface="Times New Roman" pitchFamily="18" charset="0"/>
              </a:rPr>
              <a:t>2</a:t>
            </a:r>
            <a:r>
              <a:rPr lang="en-US" altLang="zh-CN" dirty="0">
                <a:latin typeface="Times New Roman" pitchFamily="18" charset="0"/>
              </a:rPr>
              <a:t>] = </a:t>
            </a:r>
            <a:r>
              <a:rPr lang="en-US" altLang="zh-CN" i="1" dirty="0">
                <a:latin typeface="Times New Roman" pitchFamily="18" charset="0"/>
              </a:rPr>
              <a:t>t</a:t>
            </a:r>
            <a:r>
              <a:rPr lang="en-US" altLang="zh-CN" i="1" baseline="-25000" dirty="0">
                <a:latin typeface="Times New Roman" pitchFamily="18" charset="0"/>
              </a:rPr>
              <a:t>9</a:t>
            </a:r>
            <a:endParaRPr lang="en-US" altLang="zh-CN" i="1" dirty="0">
              <a:latin typeface="Times New Roman" pitchFamily="18" charset="0"/>
            </a:endParaRPr>
          </a:p>
          <a:p>
            <a:pPr algn="just">
              <a:lnSpc>
                <a:spcPct val="96000"/>
              </a:lnSpc>
              <a:defRPr/>
            </a:pPr>
            <a:r>
              <a:rPr lang="en-US" altLang="zh-CN" i="1" dirty="0">
                <a:latin typeface="Times New Roman" pitchFamily="18" charset="0"/>
              </a:rPr>
              <a:t>a</a:t>
            </a:r>
            <a:r>
              <a:rPr lang="en-US" altLang="zh-CN" dirty="0">
                <a:latin typeface="Times New Roman" pitchFamily="18" charset="0"/>
              </a:rPr>
              <a:t>[</a:t>
            </a:r>
            <a:r>
              <a:rPr lang="en-US" altLang="zh-CN" i="1" dirty="0">
                <a:solidFill>
                  <a:srgbClr val="FF0000"/>
                </a:solidFill>
                <a:latin typeface="Times New Roman" pitchFamily="18" charset="0"/>
              </a:rPr>
              <a:t>t</a:t>
            </a:r>
            <a:r>
              <a:rPr lang="en-US" altLang="zh-CN" i="1" baseline="-25000" dirty="0">
                <a:solidFill>
                  <a:srgbClr val="FF0000"/>
                </a:solidFill>
                <a:latin typeface="Times New Roman" pitchFamily="18" charset="0"/>
              </a:rPr>
              <a:t>4</a:t>
            </a:r>
            <a:r>
              <a:rPr lang="en-US" altLang="zh-CN" dirty="0">
                <a:latin typeface="Times New Roman" pitchFamily="18" charset="0"/>
              </a:rPr>
              <a:t>] = </a:t>
            </a:r>
            <a:r>
              <a:rPr lang="en-US" altLang="zh-CN" i="1" dirty="0">
                <a:latin typeface="Times New Roman" pitchFamily="18" charset="0"/>
              </a:rPr>
              <a:t>x</a:t>
            </a:r>
          </a:p>
          <a:p>
            <a:pPr algn="just">
              <a:lnSpc>
                <a:spcPct val="96000"/>
              </a:lnSpc>
              <a:defRPr/>
            </a:pPr>
            <a:r>
              <a:rPr lang="en-US" altLang="zh-CN" dirty="0" err="1">
                <a:latin typeface="Times New Roman" pitchFamily="18" charset="0"/>
              </a:rPr>
              <a:t>goto</a:t>
            </a:r>
            <a:r>
              <a:rPr lang="en-US" altLang="zh-CN" dirty="0">
                <a:latin typeface="Times New Roman" pitchFamily="18" charset="0"/>
              </a:rPr>
              <a:t> </a:t>
            </a:r>
            <a:r>
              <a:rPr lang="en-US" altLang="zh-CN" i="1" dirty="0">
                <a:latin typeface="Times New Roman" pitchFamily="18" charset="0"/>
              </a:rPr>
              <a:t>B</a:t>
            </a:r>
            <a:r>
              <a:rPr lang="en-US" altLang="zh-CN" baseline="-25000" dirty="0">
                <a:latin typeface="Times New Roman" pitchFamily="18" charset="0"/>
              </a:rPr>
              <a:t>2</a:t>
            </a:r>
          </a:p>
        </p:txBody>
      </p:sp>
      <p:grpSp>
        <p:nvGrpSpPr>
          <p:cNvPr id="53253" name="组合 49">
            <a:extLst>
              <a:ext uri="{FF2B5EF4-FFF2-40B4-BE49-F238E27FC236}">
                <a16:creationId xmlns:a16="http://schemas.microsoft.com/office/drawing/2014/main" id="{06C9C513-2121-43F5-AEE6-453041FD242F}"/>
              </a:ext>
            </a:extLst>
          </p:cNvPr>
          <p:cNvGrpSpPr>
            <a:grpSpLocks/>
          </p:cNvGrpSpPr>
          <p:nvPr/>
        </p:nvGrpSpPr>
        <p:grpSpPr bwMode="auto">
          <a:xfrm>
            <a:off x="1071563" y="195263"/>
            <a:ext cx="6719887" cy="4443412"/>
            <a:chOff x="1071538" y="195263"/>
            <a:chExt cx="6719912" cy="4444185"/>
          </a:xfrm>
        </p:grpSpPr>
        <p:sp>
          <p:nvSpPr>
            <p:cNvPr id="30" name="Rectangle 4">
              <a:extLst>
                <a:ext uri="{FF2B5EF4-FFF2-40B4-BE49-F238E27FC236}">
                  <a16:creationId xmlns:a16="http://schemas.microsoft.com/office/drawing/2014/main" id="{82A3E470-C022-4914-AFE5-62350D4C7CC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25835" y="212728"/>
              <a:ext cx="1693869" cy="81453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8580" tIns="27000" rIns="68580" bIns="0"/>
            <a:lstStyle/>
            <a:p>
              <a:pPr algn="just">
                <a:lnSpc>
                  <a:spcPct val="70000"/>
                </a:lnSpc>
                <a:defRPr/>
              </a:pPr>
              <a:r>
                <a:rPr lang="en-US" altLang="zh-CN" i="1">
                  <a:latin typeface="Times New Roman" pitchFamily="18" charset="0"/>
                </a:rPr>
                <a:t>i</a:t>
              </a:r>
              <a:r>
                <a:rPr lang="en-US" altLang="zh-CN" i="1" dirty="0">
                  <a:latin typeface="Times New Roman" pitchFamily="18" charset="0"/>
                </a:rPr>
                <a:t> </a:t>
              </a:r>
              <a:r>
                <a:rPr lang="en-US" altLang="zh-CN" dirty="0">
                  <a:latin typeface="Times New Roman" pitchFamily="18" charset="0"/>
                </a:rPr>
                <a:t>=</a:t>
              </a:r>
              <a:r>
                <a:rPr lang="en-US" altLang="zh-CN" i="1" dirty="0">
                  <a:latin typeface="Times New Roman" pitchFamily="18" charset="0"/>
                </a:rPr>
                <a:t> m </a:t>
              </a:r>
              <a:r>
                <a:rPr lang="en-US" altLang="zh-CN" dirty="0">
                  <a:latin typeface="Times New Roman" pitchFamily="18" charset="0"/>
                  <a:sym typeface="Symbol" pitchFamily="18" charset="2"/>
                </a:rPr>
                <a:t></a:t>
              </a:r>
              <a:r>
                <a:rPr lang="en-US" altLang="zh-CN" dirty="0">
                  <a:latin typeface="Times New Roman" pitchFamily="18" charset="0"/>
                </a:rPr>
                <a:t>1</a:t>
              </a:r>
            </a:p>
            <a:p>
              <a:pPr algn="just">
                <a:lnSpc>
                  <a:spcPct val="70000"/>
                </a:lnSpc>
                <a:defRPr/>
              </a:pPr>
              <a:r>
                <a:rPr lang="en-US" altLang="zh-CN" i="1" dirty="0">
                  <a:latin typeface="Times New Roman" pitchFamily="18" charset="0"/>
                </a:rPr>
                <a:t>j</a:t>
              </a:r>
              <a:r>
                <a:rPr lang="en-US" altLang="zh-CN" dirty="0">
                  <a:latin typeface="Times New Roman" pitchFamily="18" charset="0"/>
                </a:rPr>
                <a:t> =</a:t>
              </a:r>
              <a:r>
                <a:rPr lang="en-US" altLang="zh-CN" i="1" dirty="0">
                  <a:latin typeface="Times New Roman" pitchFamily="18" charset="0"/>
                </a:rPr>
                <a:t> n</a:t>
              </a:r>
            </a:p>
            <a:p>
              <a:pPr algn="just">
                <a:lnSpc>
                  <a:spcPct val="70000"/>
                </a:lnSpc>
                <a:defRPr/>
              </a:pPr>
              <a:r>
                <a:rPr lang="en-US" altLang="zh-CN" i="1" dirty="0">
                  <a:latin typeface="Times New Roman" pitchFamily="18" charset="0"/>
                </a:rPr>
                <a:t>t</a:t>
              </a:r>
              <a:r>
                <a:rPr lang="en-US" altLang="zh-CN" i="1" baseline="-25000" dirty="0">
                  <a:latin typeface="Times New Roman" pitchFamily="18" charset="0"/>
                </a:rPr>
                <a:t>1</a:t>
              </a:r>
              <a:r>
                <a:rPr lang="en-US" altLang="zh-CN" dirty="0">
                  <a:latin typeface="Times New Roman" pitchFamily="18" charset="0"/>
                </a:rPr>
                <a:t> = 4 </a:t>
              </a:r>
              <a:r>
                <a:rPr lang="en-US" altLang="zh-CN" dirty="0">
                  <a:latin typeface="宋体" pitchFamily="2" charset="-122"/>
                </a:rPr>
                <a:t>*</a:t>
              </a:r>
              <a:r>
                <a:rPr lang="en-US" altLang="zh-CN" dirty="0">
                  <a:latin typeface="Times New Roman" pitchFamily="18" charset="0"/>
                </a:rPr>
                <a:t> </a:t>
              </a:r>
              <a:r>
                <a:rPr lang="en-US" altLang="zh-CN" i="1" dirty="0">
                  <a:latin typeface="Times New Roman" pitchFamily="18" charset="0"/>
                </a:rPr>
                <a:t>n</a:t>
              </a:r>
            </a:p>
            <a:p>
              <a:pPr algn="just">
                <a:lnSpc>
                  <a:spcPct val="70000"/>
                </a:lnSpc>
                <a:defRPr/>
              </a:pPr>
              <a:r>
                <a:rPr lang="en-US" altLang="zh-CN" i="1" dirty="0">
                  <a:latin typeface="Times New Roman" pitchFamily="18" charset="0"/>
                </a:rPr>
                <a:t>v</a:t>
              </a:r>
              <a:r>
                <a:rPr lang="en-US" altLang="zh-CN" dirty="0">
                  <a:latin typeface="Times New Roman" pitchFamily="18" charset="0"/>
                </a:rPr>
                <a:t> = </a:t>
              </a:r>
              <a:r>
                <a:rPr lang="en-US" altLang="zh-CN" i="1" dirty="0">
                  <a:latin typeface="Times New Roman" pitchFamily="18" charset="0"/>
                </a:rPr>
                <a:t>a</a:t>
              </a:r>
              <a:r>
                <a:rPr lang="en-US" altLang="zh-CN" dirty="0">
                  <a:latin typeface="Times New Roman" pitchFamily="18" charset="0"/>
                </a:rPr>
                <a:t>[</a:t>
              </a:r>
              <a:r>
                <a:rPr lang="en-US" altLang="zh-CN" i="1" dirty="0">
                  <a:latin typeface="Times New Roman" pitchFamily="18" charset="0"/>
                </a:rPr>
                <a:t>t</a:t>
              </a:r>
              <a:r>
                <a:rPr lang="en-US" altLang="zh-CN" i="1" baseline="-25000" dirty="0">
                  <a:latin typeface="Times New Roman" pitchFamily="18" charset="0"/>
                </a:rPr>
                <a:t>1</a:t>
              </a:r>
              <a:r>
                <a:rPr lang="en-US" altLang="zh-CN" dirty="0">
                  <a:latin typeface="Times New Roman" pitchFamily="18" charset="0"/>
                </a:rPr>
                <a:t>]</a:t>
              </a:r>
            </a:p>
          </p:txBody>
        </p:sp>
        <p:sp>
          <p:nvSpPr>
            <p:cNvPr id="31" name="Rectangle 5">
              <a:extLst>
                <a:ext uri="{FF2B5EF4-FFF2-40B4-BE49-F238E27FC236}">
                  <a16:creationId xmlns:a16="http://schemas.microsoft.com/office/drawing/2014/main" id="{F6211376-13AE-4858-A2F7-338F5D83CA1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22659" y="1351164"/>
              <a:ext cx="1711331" cy="814529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8580" tIns="27000" rIns="68580" bIns="27000"/>
            <a:lstStyle/>
            <a:p>
              <a:pPr algn="just">
                <a:lnSpc>
                  <a:spcPct val="70000"/>
                </a:lnSpc>
                <a:defRPr/>
              </a:pPr>
              <a:r>
                <a:rPr lang="en-US" altLang="zh-CN" i="1" dirty="0" err="1">
                  <a:latin typeface="Times New Roman" pitchFamily="18" charset="0"/>
                </a:rPr>
                <a:t>i</a:t>
              </a:r>
              <a:r>
                <a:rPr lang="en-US" altLang="zh-CN" dirty="0">
                  <a:latin typeface="Times New Roman" pitchFamily="18" charset="0"/>
                </a:rPr>
                <a:t> =</a:t>
              </a:r>
              <a:r>
                <a:rPr lang="en-US" altLang="zh-CN" i="1" dirty="0">
                  <a:latin typeface="Times New Roman" pitchFamily="18" charset="0"/>
                </a:rPr>
                <a:t> </a:t>
              </a:r>
              <a:r>
                <a:rPr lang="en-US" altLang="zh-CN" i="1" dirty="0" err="1">
                  <a:latin typeface="Times New Roman" pitchFamily="18" charset="0"/>
                </a:rPr>
                <a:t>i</a:t>
              </a:r>
              <a:r>
                <a:rPr lang="en-US" altLang="zh-CN" i="1" dirty="0">
                  <a:latin typeface="Times New Roman" pitchFamily="18" charset="0"/>
                </a:rPr>
                <a:t> </a:t>
              </a:r>
              <a:r>
                <a:rPr lang="en-US" altLang="zh-CN" dirty="0">
                  <a:latin typeface="Times New Roman" pitchFamily="18" charset="0"/>
                </a:rPr>
                <a:t>+ 1</a:t>
              </a:r>
            </a:p>
            <a:p>
              <a:pPr algn="just">
                <a:lnSpc>
                  <a:spcPct val="70000"/>
                </a:lnSpc>
                <a:defRPr/>
              </a:pPr>
              <a:r>
                <a:rPr lang="en-US" altLang="zh-CN" i="1" dirty="0">
                  <a:latin typeface="Times New Roman" pitchFamily="18" charset="0"/>
                </a:rPr>
                <a:t>t</a:t>
              </a:r>
              <a:r>
                <a:rPr lang="en-US" altLang="zh-CN" i="1" baseline="-25000" dirty="0">
                  <a:latin typeface="Times New Roman" pitchFamily="18" charset="0"/>
                </a:rPr>
                <a:t>2</a:t>
              </a:r>
              <a:r>
                <a:rPr lang="en-US" altLang="zh-CN" dirty="0">
                  <a:latin typeface="Times New Roman" pitchFamily="18" charset="0"/>
                </a:rPr>
                <a:t> = </a:t>
              </a:r>
              <a:r>
                <a:rPr lang="en-US" altLang="zh-CN" dirty="0">
                  <a:solidFill>
                    <a:srgbClr val="0000FF"/>
                  </a:solidFill>
                  <a:latin typeface="Times New Roman" pitchFamily="18" charset="0"/>
                </a:rPr>
                <a:t>4 </a:t>
              </a:r>
              <a:r>
                <a:rPr lang="en-US" altLang="zh-CN" dirty="0">
                  <a:solidFill>
                    <a:srgbClr val="0000FF"/>
                  </a:solidFill>
                  <a:latin typeface="宋体" pitchFamily="2" charset="-122"/>
                </a:rPr>
                <a:t>*</a:t>
              </a:r>
              <a:r>
                <a:rPr lang="en-US" altLang="zh-CN" dirty="0">
                  <a:solidFill>
                    <a:srgbClr val="0000FF"/>
                  </a:solidFill>
                  <a:latin typeface="Times New Roman" pitchFamily="18" charset="0"/>
                </a:rPr>
                <a:t> </a:t>
              </a:r>
              <a:r>
                <a:rPr lang="en-US" altLang="zh-CN" i="1" dirty="0" err="1">
                  <a:solidFill>
                    <a:srgbClr val="0000FF"/>
                  </a:solidFill>
                  <a:latin typeface="Times New Roman" pitchFamily="18" charset="0"/>
                </a:rPr>
                <a:t>i</a:t>
              </a:r>
              <a:endParaRPr lang="en-US" altLang="zh-CN" i="1" dirty="0">
                <a:solidFill>
                  <a:srgbClr val="0000FF"/>
                </a:solidFill>
                <a:latin typeface="Times New Roman" pitchFamily="18" charset="0"/>
              </a:endParaRPr>
            </a:p>
            <a:p>
              <a:pPr algn="just">
                <a:lnSpc>
                  <a:spcPct val="70000"/>
                </a:lnSpc>
                <a:defRPr/>
              </a:pPr>
              <a:r>
                <a:rPr lang="en-US" altLang="zh-CN" i="1" dirty="0">
                  <a:latin typeface="Times New Roman" pitchFamily="18" charset="0"/>
                </a:rPr>
                <a:t>t</a:t>
              </a:r>
              <a:r>
                <a:rPr lang="en-US" altLang="zh-CN" i="1" baseline="-25000" dirty="0">
                  <a:latin typeface="Times New Roman" pitchFamily="18" charset="0"/>
                </a:rPr>
                <a:t>3</a:t>
              </a:r>
              <a:r>
                <a:rPr lang="en-US" altLang="zh-CN" dirty="0">
                  <a:latin typeface="Times New Roman" pitchFamily="18" charset="0"/>
                </a:rPr>
                <a:t> = </a:t>
              </a:r>
              <a:r>
                <a:rPr lang="en-US" altLang="zh-CN" i="1" dirty="0">
                  <a:latin typeface="Times New Roman" pitchFamily="18" charset="0"/>
                </a:rPr>
                <a:t>a</a:t>
              </a:r>
              <a:r>
                <a:rPr lang="en-US" altLang="zh-CN" dirty="0">
                  <a:latin typeface="Times New Roman" pitchFamily="18" charset="0"/>
                </a:rPr>
                <a:t>[</a:t>
              </a:r>
              <a:r>
                <a:rPr lang="en-US" altLang="zh-CN" i="1" dirty="0">
                  <a:latin typeface="Times New Roman" pitchFamily="18" charset="0"/>
                </a:rPr>
                <a:t>t</a:t>
              </a:r>
              <a:r>
                <a:rPr lang="en-US" altLang="zh-CN" i="1" baseline="-25000" dirty="0">
                  <a:latin typeface="Times New Roman" pitchFamily="18" charset="0"/>
                </a:rPr>
                <a:t>2</a:t>
              </a:r>
              <a:r>
                <a:rPr lang="en-US" altLang="zh-CN" dirty="0">
                  <a:latin typeface="Times New Roman" pitchFamily="18" charset="0"/>
                </a:rPr>
                <a:t>]</a:t>
              </a:r>
            </a:p>
            <a:p>
              <a:pPr algn="just">
                <a:lnSpc>
                  <a:spcPct val="70000"/>
                </a:lnSpc>
                <a:defRPr/>
              </a:pPr>
              <a:r>
                <a:rPr lang="en-US" altLang="zh-CN" i="1" dirty="0">
                  <a:latin typeface="Times New Roman" pitchFamily="18" charset="0"/>
                </a:rPr>
                <a:t>if t</a:t>
              </a:r>
              <a:r>
                <a:rPr lang="en-US" altLang="zh-CN" i="1" baseline="-25000" dirty="0">
                  <a:latin typeface="Times New Roman" pitchFamily="18" charset="0"/>
                </a:rPr>
                <a:t>3</a:t>
              </a:r>
              <a:r>
                <a:rPr lang="en-US" altLang="zh-CN" i="1" dirty="0">
                  <a:latin typeface="Times New Roman" pitchFamily="18" charset="0"/>
                </a:rPr>
                <a:t> </a:t>
              </a:r>
              <a:r>
                <a:rPr lang="en-US" altLang="zh-CN" dirty="0">
                  <a:latin typeface="Times New Roman" pitchFamily="18" charset="0"/>
                </a:rPr>
                <a:t>&lt; </a:t>
              </a:r>
              <a:r>
                <a:rPr lang="en-US" altLang="zh-CN" i="1" dirty="0">
                  <a:latin typeface="Times New Roman" pitchFamily="18" charset="0"/>
                </a:rPr>
                <a:t>v</a:t>
              </a:r>
              <a:r>
                <a:rPr lang="en-US" altLang="zh-CN" dirty="0">
                  <a:latin typeface="Times New Roman" pitchFamily="18" charset="0"/>
                </a:rPr>
                <a:t> </a:t>
              </a:r>
              <a:r>
                <a:rPr lang="en-US" altLang="zh-CN" i="1" dirty="0" err="1">
                  <a:latin typeface="Times New Roman" pitchFamily="18" charset="0"/>
                </a:rPr>
                <a:t>goto</a:t>
              </a:r>
              <a:r>
                <a:rPr lang="en-US" altLang="zh-CN" dirty="0">
                  <a:latin typeface="Times New Roman" pitchFamily="18" charset="0"/>
                </a:rPr>
                <a:t> </a:t>
              </a:r>
              <a:r>
                <a:rPr lang="en-US" altLang="zh-CN" i="1" dirty="0">
                  <a:latin typeface="Times New Roman" pitchFamily="18" charset="0"/>
                </a:rPr>
                <a:t>B</a:t>
              </a:r>
              <a:r>
                <a:rPr lang="en-US" altLang="zh-CN" i="1" baseline="-25000" dirty="0">
                  <a:latin typeface="Times New Roman" pitchFamily="18" charset="0"/>
                </a:rPr>
                <a:t>2</a:t>
              </a:r>
            </a:p>
          </p:txBody>
        </p:sp>
        <p:sp>
          <p:nvSpPr>
            <p:cNvPr id="53258" name="Rectangle 6">
              <a:extLst>
                <a:ext uri="{FF2B5EF4-FFF2-40B4-BE49-F238E27FC236}">
                  <a16:creationId xmlns:a16="http://schemas.microsoft.com/office/drawing/2014/main" id="{69E1AF32-F597-48C0-AE12-030DE32B4A2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46713" y="195263"/>
              <a:ext cx="393700" cy="22066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0" rIns="0" bIns="0"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i="1">
                  <a:latin typeface="Times New Roman" panose="02020603050405020304" pitchFamily="18" charset="0"/>
                </a:rPr>
                <a:t>B</a:t>
              </a:r>
              <a:r>
                <a:rPr lang="en-US" altLang="zh-CN" i="1" baseline="-25000">
                  <a:latin typeface="Times New Roman" panose="02020603050405020304" pitchFamily="18" charset="0"/>
                </a:rPr>
                <a:t>1</a:t>
              </a:r>
              <a:endParaRPr lang="en-US" altLang="zh-CN" i="1">
                <a:latin typeface="Times New Roman" panose="02020603050405020304" pitchFamily="18" charset="0"/>
              </a:endParaRPr>
            </a:p>
          </p:txBody>
        </p:sp>
        <p:sp>
          <p:nvSpPr>
            <p:cNvPr id="53259" name="Rectangle 7">
              <a:extLst>
                <a:ext uri="{FF2B5EF4-FFF2-40B4-BE49-F238E27FC236}">
                  <a16:creationId xmlns:a16="http://schemas.microsoft.com/office/drawing/2014/main" id="{0F43E2B1-E0D0-4605-ABE1-DCCA800B0B1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29256" y="1258888"/>
              <a:ext cx="627062" cy="3254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i="1">
                  <a:latin typeface="Times New Roman" panose="02020603050405020304" pitchFamily="18" charset="0"/>
                </a:rPr>
                <a:t>B</a:t>
              </a:r>
              <a:r>
                <a:rPr lang="en-US" altLang="zh-CN" i="1" baseline="-25000">
                  <a:latin typeface="Times New Roman" panose="02020603050405020304" pitchFamily="18" charset="0"/>
                </a:rPr>
                <a:t>2</a:t>
              </a:r>
              <a:endParaRPr lang="en-US" altLang="zh-CN" i="1">
                <a:latin typeface="Times New Roman" panose="02020603050405020304" pitchFamily="18" charset="0"/>
              </a:endParaRPr>
            </a:p>
          </p:txBody>
        </p:sp>
        <p:sp>
          <p:nvSpPr>
            <p:cNvPr id="34" name="Rectangle 8">
              <a:extLst>
                <a:ext uri="{FF2B5EF4-FFF2-40B4-BE49-F238E27FC236}">
                  <a16:creationId xmlns:a16="http://schemas.microsoft.com/office/drawing/2014/main" id="{10B2D73B-254B-4727-AD54-889EE002C67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40123" y="2500714"/>
              <a:ext cx="1711331" cy="812941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8580" tIns="27000" rIns="68580" bIns="27000"/>
            <a:lstStyle/>
            <a:p>
              <a:pPr algn="just">
                <a:lnSpc>
                  <a:spcPct val="70000"/>
                </a:lnSpc>
                <a:defRPr/>
              </a:pPr>
              <a:r>
                <a:rPr lang="en-US" altLang="zh-CN" i="1" dirty="0">
                  <a:latin typeface="Times New Roman" pitchFamily="18" charset="0"/>
                </a:rPr>
                <a:t>j </a:t>
              </a:r>
              <a:r>
                <a:rPr lang="en-US" altLang="zh-CN" dirty="0">
                  <a:latin typeface="Times New Roman" pitchFamily="18" charset="0"/>
                </a:rPr>
                <a:t>= </a:t>
              </a:r>
              <a:r>
                <a:rPr lang="en-US" altLang="zh-CN" i="1" dirty="0">
                  <a:latin typeface="Times New Roman" pitchFamily="18" charset="0"/>
                </a:rPr>
                <a:t>j </a:t>
              </a:r>
              <a:r>
                <a:rPr lang="en-US" altLang="zh-CN" dirty="0">
                  <a:latin typeface="Times New Roman" pitchFamily="18" charset="0"/>
                  <a:sym typeface="Symbol" pitchFamily="18" charset="2"/>
                </a:rPr>
                <a:t></a:t>
              </a:r>
              <a:r>
                <a:rPr lang="en-US" altLang="zh-CN" dirty="0">
                  <a:latin typeface="Times New Roman" pitchFamily="18" charset="0"/>
                </a:rPr>
                <a:t>1</a:t>
              </a:r>
            </a:p>
            <a:p>
              <a:pPr algn="just">
                <a:lnSpc>
                  <a:spcPct val="70000"/>
                </a:lnSpc>
                <a:defRPr/>
              </a:pPr>
              <a:r>
                <a:rPr lang="en-US" altLang="zh-CN" i="1" dirty="0">
                  <a:latin typeface="Times New Roman" pitchFamily="18" charset="0"/>
                </a:rPr>
                <a:t>t</a:t>
              </a:r>
              <a:r>
                <a:rPr lang="en-US" altLang="zh-CN" i="1" baseline="-25000" dirty="0">
                  <a:latin typeface="Times New Roman" pitchFamily="18" charset="0"/>
                </a:rPr>
                <a:t>4</a:t>
              </a:r>
              <a:r>
                <a:rPr lang="en-US" altLang="zh-CN" dirty="0">
                  <a:latin typeface="Times New Roman" pitchFamily="18" charset="0"/>
                </a:rPr>
                <a:t> = </a:t>
              </a:r>
              <a:r>
                <a:rPr lang="en-US" altLang="zh-CN" dirty="0">
                  <a:solidFill>
                    <a:srgbClr val="0000FF"/>
                  </a:solidFill>
                  <a:latin typeface="Times New Roman" pitchFamily="18" charset="0"/>
                </a:rPr>
                <a:t>4 </a:t>
              </a:r>
              <a:r>
                <a:rPr lang="en-US" altLang="zh-CN" dirty="0">
                  <a:solidFill>
                    <a:srgbClr val="0000FF"/>
                  </a:solidFill>
                  <a:latin typeface="宋体" pitchFamily="2" charset="-122"/>
                </a:rPr>
                <a:t>*</a:t>
              </a:r>
              <a:r>
                <a:rPr lang="en-US" altLang="zh-CN" dirty="0">
                  <a:solidFill>
                    <a:srgbClr val="0000FF"/>
                  </a:solidFill>
                  <a:latin typeface="Times New Roman" pitchFamily="18" charset="0"/>
                </a:rPr>
                <a:t> </a:t>
              </a:r>
              <a:r>
                <a:rPr lang="en-US" altLang="zh-CN" i="1" dirty="0">
                  <a:solidFill>
                    <a:srgbClr val="0000FF"/>
                  </a:solidFill>
                  <a:latin typeface="Times New Roman" pitchFamily="18" charset="0"/>
                </a:rPr>
                <a:t>j</a:t>
              </a:r>
            </a:p>
            <a:p>
              <a:pPr algn="just">
                <a:lnSpc>
                  <a:spcPct val="70000"/>
                </a:lnSpc>
                <a:defRPr/>
              </a:pPr>
              <a:r>
                <a:rPr lang="en-US" altLang="zh-CN" i="1" dirty="0">
                  <a:latin typeface="Times New Roman" pitchFamily="18" charset="0"/>
                </a:rPr>
                <a:t>t</a:t>
              </a:r>
              <a:r>
                <a:rPr lang="en-US" altLang="zh-CN" i="1" baseline="-25000" dirty="0">
                  <a:latin typeface="Times New Roman" pitchFamily="18" charset="0"/>
                </a:rPr>
                <a:t>5</a:t>
              </a:r>
              <a:r>
                <a:rPr lang="en-US" altLang="zh-CN" dirty="0">
                  <a:latin typeface="Times New Roman" pitchFamily="18" charset="0"/>
                </a:rPr>
                <a:t> = </a:t>
              </a:r>
              <a:r>
                <a:rPr lang="en-US" altLang="zh-CN" i="1" dirty="0">
                  <a:latin typeface="Times New Roman" pitchFamily="18" charset="0"/>
                </a:rPr>
                <a:t>a</a:t>
              </a:r>
              <a:r>
                <a:rPr lang="en-US" altLang="zh-CN" dirty="0">
                  <a:latin typeface="Times New Roman" pitchFamily="18" charset="0"/>
                </a:rPr>
                <a:t>[</a:t>
              </a:r>
              <a:r>
                <a:rPr lang="en-US" altLang="zh-CN" i="1" dirty="0">
                  <a:latin typeface="Times New Roman" pitchFamily="18" charset="0"/>
                </a:rPr>
                <a:t>t</a:t>
              </a:r>
              <a:r>
                <a:rPr lang="en-US" altLang="zh-CN" i="1" baseline="-25000" dirty="0">
                  <a:latin typeface="Times New Roman" pitchFamily="18" charset="0"/>
                </a:rPr>
                <a:t>4</a:t>
              </a:r>
              <a:r>
                <a:rPr lang="en-US" altLang="zh-CN" dirty="0">
                  <a:latin typeface="Times New Roman" pitchFamily="18" charset="0"/>
                </a:rPr>
                <a:t>]</a:t>
              </a:r>
            </a:p>
            <a:p>
              <a:pPr algn="just">
                <a:lnSpc>
                  <a:spcPct val="70000"/>
                </a:lnSpc>
                <a:defRPr/>
              </a:pPr>
              <a:r>
                <a:rPr lang="en-US" altLang="zh-CN" i="1" dirty="0">
                  <a:latin typeface="Times New Roman" pitchFamily="18" charset="0"/>
                </a:rPr>
                <a:t>if</a:t>
              </a:r>
              <a:r>
                <a:rPr lang="en-US" altLang="zh-CN" dirty="0">
                  <a:latin typeface="Times New Roman" pitchFamily="18" charset="0"/>
                </a:rPr>
                <a:t> </a:t>
              </a:r>
              <a:r>
                <a:rPr lang="en-US" altLang="zh-CN" i="1" dirty="0">
                  <a:latin typeface="Times New Roman" pitchFamily="18" charset="0"/>
                </a:rPr>
                <a:t>t</a:t>
              </a:r>
              <a:r>
                <a:rPr lang="en-US" altLang="zh-CN" i="1" baseline="-25000" dirty="0">
                  <a:latin typeface="Times New Roman" pitchFamily="18" charset="0"/>
                </a:rPr>
                <a:t>5</a:t>
              </a:r>
              <a:r>
                <a:rPr lang="en-US" altLang="zh-CN" dirty="0">
                  <a:latin typeface="Times New Roman" pitchFamily="18" charset="0"/>
                </a:rPr>
                <a:t> &gt; </a:t>
              </a:r>
              <a:r>
                <a:rPr lang="en-US" altLang="zh-CN" i="1" dirty="0">
                  <a:latin typeface="Times New Roman" pitchFamily="18" charset="0"/>
                </a:rPr>
                <a:t>v</a:t>
              </a:r>
              <a:r>
                <a:rPr lang="en-US" altLang="zh-CN" dirty="0">
                  <a:latin typeface="Times New Roman" pitchFamily="18" charset="0"/>
                </a:rPr>
                <a:t> </a:t>
              </a:r>
              <a:r>
                <a:rPr lang="en-US" altLang="zh-CN" i="1" dirty="0" err="1">
                  <a:latin typeface="Times New Roman" pitchFamily="18" charset="0"/>
                </a:rPr>
                <a:t>goto</a:t>
              </a:r>
              <a:r>
                <a:rPr lang="en-US" altLang="zh-CN" dirty="0">
                  <a:latin typeface="Times New Roman" pitchFamily="18" charset="0"/>
                </a:rPr>
                <a:t> </a:t>
              </a:r>
              <a:r>
                <a:rPr lang="en-US" altLang="zh-CN" i="1" dirty="0">
                  <a:latin typeface="Times New Roman" pitchFamily="18" charset="0"/>
                </a:rPr>
                <a:t>B</a:t>
              </a:r>
              <a:r>
                <a:rPr lang="en-US" altLang="zh-CN" i="1" baseline="-25000" dirty="0">
                  <a:latin typeface="Times New Roman" pitchFamily="18" charset="0"/>
                </a:rPr>
                <a:t>3</a:t>
              </a:r>
            </a:p>
          </p:txBody>
        </p:sp>
        <p:sp>
          <p:nvSpPr>
            <p:cNvPr id="53261" name="Line 9">
              <a:extLst>
                <a:ext uri="{FF2B5EF4-FFF2-40B4-BE49-F238E27FC236}">
                  <a16:creationId xmlns:a16="http://schemas.microsoft.com/office/drawing/2014/main" id="{7624A02D-463B-4208-895D-32122F04FCB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457700" y="1035050"/>
              <a:ext cx="0" cy="315913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53262" name="Line 10">
              <a:extLst>
                <a:ext uri="{FF2B5EF4-FFF2-40B4-BE49-F238E27FC236}">
                  <a16:creationId xmlns:a16="http://schemas.microsoft.com/office/drawing/2014/main" id="{A9764A7E-8093-45D1-B61D-1673E2D96B5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440238" y="2184400"/>
              <a:ext cx="0" cy="315913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37" name="Rectangle 11">
              <a:extLst>
                <a:ext uri="{FF2B5EF4-FFF2-40B4-BE49-F238E27FC236}">
                  <a16:creationId xmlns:a16="http://schemas.microsoft.com/office/drawing/2014/main" id="{A6593856-2813-4320-8522-7472FF89FC5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40123" y="3662966"/>
              <a:ext cx="1725618" cy="304853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7500" tIns="0" rIns="0" bIns="0"/>
            <a:lstStyle/>
            <a:p>
              <a:pPr algn="just">
                <a:lnSpc>
                  <a:spcPct val="96000"/>
                </a:lnSpc>
                <a:defRPr/>
              </a:pPr>
              <a:r>
                <a:rPr lang="en-US" altLang="zh-CN" i="1" dirty="0">
                  <a:latin typeface="Times New Roman" pitchFamily="18" charset="0"/>
                </a:rPr>
                <a:t>if</a:t>
              </a:r>
              <a:r>
                <a:rPr lang="en-US" altLang="zh-CN" dirty="0">
                  <a:latin typeface="Times New Roman" pitchFamily="18" charset="0"/>
                </a:rPr>
                <a:t> </a:t>
              </a:r>
              <a:r>
                <a:rPr lang="en-US" altLang="zh-CN" i="1">
                  <a:latin typeface="Times New Roman" pitchFamily="18" charset="0"/>
                </a:rPr>
                <a:t>i</a:t>
              </a:r>
              <a:r>
                <a:rPr lang="en-US" altLang="zh-CN" dirty="0">
                  <a:latin typeface="Times New Roman" pitchFamily="18" charset="0"/>
                </a:rPr>
                <a:t> &gt;= </a:t>
              </a:r>
              <a:r>
                <a:rPr lang="en-US" altLang="zh-CN" i="1" dirty="0">
                  <a:latin typeface="Times New Roman" pitchFamily="18" charset="0"/>
                </a:rPr>
                <a:t>j </a:t>
              </a:r>
              <a:r>
                <a:rPr lang="en-US" altLang="zh-CN" i="1" dirty="0" err="1">
                  <a:latin typeface="Times New Roman" pitchFamily="18" charset="0"/>
                </a:rPr>
                <a:t>goto</a:t>
              </a:r>
              <a:r>
                <a:rPr lang="en-US" altLang="zh-CN" dirty="0">
                  <a:latin typeface="Times New Roman" pitchFamily="18" charset="0"/>
                </a:rPr>
                <a:t> </a:t>
              </a:r>
              <a:r>
                <a:rPr lang="en-US" altLang="zh-CN" i="1" dirty="0">
                  <a:latin typeface="Times New Roman" pitchFamily="18" charset="0"/>
                </a:rPr>
                <a:t>B</a:t>
              </a:r>
              <a:r>
                <a:rPr lang="en-US" altLang="zh-CN" i="1" baseline="-25000" dirty="0">
                  <a:latin typeface="Times New Roman" pitchFamily="18" charset="0"/>
                </a:rPr>
                <a:t>6</a:t>
              </a:r>
            </a:p>
          </p:txBody>
        </p:sp>
        <p:sp>
          <p:nvSpPr>
            <p:cNvPr id="53264" name="Line 12">
              <a:extLst>
                <a:ext uri="{FF2B5EF4-FFF2-40B4-BE49-F238E27FC236}">
                  <a16:creationId xmlns:a16="http://schemas.microsoft.com/office/drawing/2014/main" id="{BF8AA3A3-AE95-4FEA-90D6-7C2EB7F8F60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440238" y="3332163"/>
              <a:ext cx="0" cy="319087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53265" name="Rectangle 14">
              <a:extLst>
                <a:ext uri="{FF2B5EF4-FFF2-40B4-BE49-F238E27FC236}">
                  <a16:creationId xmlns:a16="http://schemas.microsoft.com/office/drawing/2014/main" id="{D683F2B5-930F-4A11-9B2F-38F691011B2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46723" y="3567113"/>
              <a:ext cx="625475" cy="3238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i="1">
                  <a:latin typeface="Times New Roman" panose="02020603050405020304" pitchFamily="18" charset="0"/>
                </a:rPr>
                <a:t>B</a:t>
              </a:r>
              <a:r>
                <a:rPr lang="en-US" altLang="zh-CN" i="1" baseline="-25000">
                  <a:latin typeface="Times New Roman" panose="02020603050405020304" pitchFamily="18" charset="0"/>
                </a:rPr>
                <a:t>4</a:t>
              </a:r>
              <a:endParaRPr lang="en-US" altLang="zh-CN" i="1">
                <a:latin typeface="Times New Roman" panose="02020603050405020304" pitchFamily="18" charset="0"/>
              </a:endParaRPr>
            </a:p>
          </p:txBody>
        </p:sp>
        <p:sp>
          <p:nvSpPr>
            <p:cNvPr id="53266" name="Rectangle 15">
              <a:extLst>
                <a:ext uri="{FF2B5EF4-FFF2-40B4-BE49-F238E27FC236}">
                  <a16:creationId xmlns:a16="http://schemas.microsoft.com/office/drawing/2014/main" id="{7DB2D65A-A063-47F4-866B-2CFB0C2AD46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43548" y="2408238"/>
              <a:ext cx="628650" cy="3270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i="1">
                  <a:latin typeface="Times New Roman" panose="02020603050405020304" pitchFamily="18" charset="0"/>
                </a:rPr>
                <a:t>B</a:t>
              </a:r>
              <a:r>
                <a:rPr lang="en-US" altLang="zh-CN" i="1" baseline="-25000">
                  <a:latin typeface="Times New Roman" panose="02020603050405020304" pitchFamily="18" charset="0"/>
                </a:rPr>
                <a:t>3</a:t>
              </a:r>
              <a:endParaRPr lang="en-US" altLang="zh-CN" i="1">
                <a:latin typeface="Times New Roman" panose="02020603050405020304" pitchFamily="18" charset="0"/>
              </a:endParaRPr>
            </a:p>
          </p:txBody>
        </p:sp>
        <p:sp>
          <p:nvSpPr>
            <p:cNvPr id="53267" name="Rectangle 16">
              <a:extLst>
                <a:ext uri="{FF2B5EF4-FFF2-40B4-BE49-F238E27FC236}">
                  <a16:creationId xmlns:a16="http://schemas.microsoft.com/office/drawing/2014/main" id="{3E053F0C-3CD7-4F4A-9D91-2FC6E44A37A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71538" y="2283719"/>
              <a:ext cx="514350" cy="3254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i="1">
                  <a:latin typeface="Times New Roman" panose="02020603050405020304" pitchFamily="18" charset="0"/>
                </a:rPr>
                <a:t>B</a:t>
              </a:r>
              <a:r>
                <a:rPr lang="en-US" altLang="zh-CN" i="1" baseline="-25000">
                  <a:latin typeface="Times New Roman" panose="02020603050405020304" pitchFamily="18" charset="0"/>
                </a:rPr>
                <a:t>5</a:t>
              </a:r>
              <a:endParaRPr lang="en-US" altLang="zh-CN" i="1">
                <a:latin typeface="Times New Roman" panose="02020603050405020304" pitchFamily="18" charset="0"/>
              </a:endParaRPr>
            </a:p>
          </p:txBody>
        </p:sp>
        <p:sp>
          <p:nvSpPr>
            <p:cNvPr id="53268" name="Line 18">
              <a:extLst>
                <a:ext uri="{FF2B5EF4-FFF2-40B4-BE49-F238E27FC236}">
                  <a16:creationId xmlns:a16="http://schemas.microsoft.com/office/drawing/2014/main" id="{829F8C81-D412-4901-8CB1-ACF07E6045B9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754313" y="3967163"/>
              <a:ext cx="1503362" cy="293687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53269" name="Line 19">
              <a:extLst>
                <a:ext uri="{FF2B5EF4-FFF2-40B4-BE49-F238E27FC236}">
                  <a16:creationId xmlns:a16="http://schemas.microsoft.com/office/drawing/2014/main" id="{FA77B916-DA42-4183-8FA2-56F4C6BD686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40263" y="3967163"/>
              <a:ext cx="1487487" cy="293687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53270" name="Rectangle 20">
              <a:extLst>
                <a:ext uri="{FF2B5EF4-FFF2-40B4-BE49-F238E27FC236}">
                  <a16:creationId xmlns:a16="http://schemas.microsoft.com/office/drawing/2014/main" id="{35EFC727-2D1A-4D10-92B7-4E0C15AE41B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64388" y="2067695"/>
              <a:ext cx="627062" cy="3270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i="1">
                  <a:latin typeface="Times New Roman" panose="02020603050405020304" pitchFamily="18" charset="0"/>
                </a:rPr>
                <a:t>B</a:t>
              </a:r>
              <a:r>
                <a:rPr lang="en-US" altLang="zh-CN" i="1" baseline="-25000">
                  <a:latin typeface="Times New Roman" panose="02020603050405020304" pitchFamily="18" charset="0"/>
                </a:rPr>
                <a:t>6</a:t>
              </a:r>
              <a:endParaRPr lang="en-US" altLang="zh-CN" i="1">
                <a:latin typeface="Times New Roman" panose="02020603050405020304" pitchFamily="18" charset="0"/>
              </a:endParaRPr>
            </a:p>
          </p:txBody>
        </p:sp>
        <p:sp>
          <p:nvSpPr>
            <p:cNvPr id="53271" name="Freeform 21">
              <a:extLst>
                <a:ext uri="{FF2B5EF4-FFF2-40B4-BE49-F238E27FC236}">
                  <a16:creationId xmlns:a16="http://schemas.microsoft.com/office/drawing/2014/main" id="{77100A38-2804-4981-8E08-8BD9B3BDFFC4}"/>
                </a:ext>
              </a:extLst>
            </p:cNvPr>
            <p:cNvSpPr>
              <a:spLocks/>
            </p:cNvSpPr>
            <p:nvPr/>
          </p:nvSpPr>
          <p:spPr bwMode="auto">
            <a:xfrm rot="367755">
              <a:off x="2913895" y="1183839"/>
              <a:ext cx="768350" cy="1097720"/>
            </a:xfrm>
            <a:custGeom>
              <a:avLst/>
              <a:gdLst>
                <a:gd name="T0" fmla="*/ 2147483646 w 722"/>
                <a:gd name="T1" fmla="*/ 2147483646 h 1447"/>
                <a:gd name="T2" fmla="*/ 2147483646 w 722"/>
                <a:gd name="T3" fmla="*/ 2147483646 h 1447"/>
                <a:gd name="T4" fmla="*/ 2147483646 w 722"/>
                <a:gd name="T5" fmla="*/ 2147483646 h 1447"/>
                <a:gd name="T6" fmla="*/ 2147483646 w 722"/>
                <a:gd name="T7" fmla="*/ 2147483646 h 1447"/>
                <a:gd name="T8" fmla="*/ 2147483646 w 722"/>
                <a:gd name="T9" fmla="*/ 2147483646 h 1447"/>
                <a:gd name="T10" fmla="*/ 2147483646 w 722"/>
                <a:gd name="T11" fmla="*/ 2147483646 h 1447"/>
                <a:gd name="T12" fmla="*/ 2147483646 w 722"/>
                <a:gd name="T13" fmla="*/ 2147483646 h 1447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722"/>
                <a:gd name="T22" fmla="*/ 0 h 1447"/>
                <a:gd name="T23" fmla="*/ 722 w 722"/>
                <a:gd name="T24" fmla="*/ 1447 h 1447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722" h="1447">
                  <a:moveTo>
                    <a:pt x="722" y="1251"/>
                  </a:moveTo>
                  <a:cubicBezTo>
                    <a:pt x="605" y="1349"/>
                    <a:pt x="489" y="1447"/>
                    <a:pt x="392" y="1447"/>
                  </a:cubicBezTo>
                  <a:cubicBezTo>
                    <a:pt x="295" y="1447"/>
                    <a:pt x="203" y="1376"/>
                    <a:pt x="138" y="1251"/>
                  </a:cubicBezTo>
                  <a:cubicBezTo>
                    <a:pt x="73" y="1126"/>
                    <a:pt x="0" y="879"/>
                    <a:pt x="3" y="697"/>
                  </a:cubicBezTo>
                  <a:cubicBezTo>
                    <a:pt x="6" y="515"/>
                    <a:pt x="83" y="272"/>
                    <a:pt x="153" y="157"/>
                  </a:cubicBezTo>
                  <a:cubicBezTo>
                    <a:pt x="223" y="42"/>
                    <a:pt x="338" y="0"/>
                    <a:pt x="423" y="7"/>
                  </a:cubicBezTo>
                  <a:cubicBezTo>
                    <a:pt x="508" y="14"/>
                    <a:pt x="612" y="161"/>
                    <a:pt x="662" y="201"/>
                  </a:cubicBezTo>
                </a:path>
              </a:pathLst>
            </a:cu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53272" name="Freeform 22">
              <a:extLst>
                <a:ext uri="{FF2B5EF4-FFF2-40B4-BE49-F238E27FC236}">
                  <a16:creationId xmlns:a16="http://schemas.microsoft.com/office/drawing/2014/main" id="{6EE00768-5F72-47CE-9545-BD85FC1D2B78}"/>
                </a:ext>
              </a:extLst>
            </p:cNvPr>
            <p:cNvSpPr>
              <a:spLocks/>
            </p:cNvSpPr>
            <p:nvPr/>
          </p:nvSpPr>
          <p:spPr bwMode="auto">
            <a:xfrm rot="190181">
              <a:off x="2923094" y="2346797"/>
              <a:ext cx="754062" cy="1106149"/>
            </a:xfrm>
            <a:custGeom>
              <a:avLst/>
              <a:gdLst>
                <a:gd name="T0" fmla="*/ 2147483646 w 722"/>
                <a:gd name="T1" fmla="*/ 2147483646 h 1447"/>
                <a:gd name="T2" fmla="*/ 2147483646 w 722"/>
                <a:gd name="T3" fmla="*/ 2147483646 h 1447"/>
                <a:gd name="T4" fmla="*/ 2147483646 w 722"/>
                <a:gd name="T5" fmla="*/ 2147483646 h 1447"/>
                <a:gd name="T6" fmla="*/ 2147483646 w 722"/>
                <a:gd name="T7" fmla="*/ 2147483646 h 1447"/>
                <a:gd name="T8" fmla="*/ 2147483646 w 722"/>
                <a:gd name="T9" fmla="*/ 2147483646 h 1447"/>
                <a:gd name="T10" fmla="*/ 2147483646 w 722"/>
                <a:gd name="T11" fmla="*/ 2147483646 h 1447"/>
                <a:gd name="T12" fmla="*/ 2147483646 w 722"/>
                <a:gd name="T13" fmla="*/ 2147483646 h 1447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722"/>
                <a:gd name="T22" fmla="*/ 0 h 1447"/>
                <a:gd name="T23" fmla="*/ 722 w 722"/>
                <a:gd name="T24" fmla="*/ 1447 h 1447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722" h="1447">
                  <a:moveTo>
                    <a:pt x="722" y="1251"/>
                  </a:moveTo>
                  <a:cubicBezTo>
                    <a:pt x="605" y="1349"/>
                    <a:pt x="489" y="1447"/>
                    <a:pt x="392" y="1447"/>
                  </a:cubicBezTo>
                  <a:cubicBezTo>
                    <a:pt x="295" y="1447"/>
                    <a:pt x="203" y="1376"/>
                    <a:pt x="138" y="1251"/>
                  </a:cubicBezTo>
                  <a:cubicBezTo>
                    <a:pt x="73" y="1126"/>
                    <a:pt x="0" y="879"/>
                    <a:pt x="3" y="697"/>
                  </a:cubicBezTo>
                  <a:cubicBezTo>
                    <a:pt x="6" y="515"/>
                    <a:pt x="83" y="272"/>
                    <a:pt x="153" y="157"/>
                  </a:cubicBezTo>
                  <a:cubicBezTo>
                    <a:pt x="223" y="42"/>
                    <a:pt x="338" y="0"/>
                    <a:pt x="423" y="7"/>
                  </a:cubicBezTo>
                  <a:cubicBezTo>
                    <a:pt x="508" y="14"/>
                    <a:pt x="612" y="161"/>
                    <a:pt x="662" y="201"/>
                  </a:cubicBezTo>
                </a:path>
              </a:pathLst>
            </a:cu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50" name="Rectangle 35">
              <a:extLst>
                <a:ext uri="{FF2B5EF4-FFF2-40B4-BE49-F238E27FC236}">
                  <a16:creationId xmlns:a16="http://schemas.microsoft.com/office/drawing/2014/main" id="{7121C9CE-9667-475E-A3E7-D67FFADDBA5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192832" y="2424501"/>
              <a:ext cx="1308105" cy="2214947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8580" tIns="0" rIns="68580" bIns="0"/>
            <a:lstStyle/>
            <a:p>
              <a:pPr algn="just">
                <a:lnSpc>
                  <a:spcPct val="96000"/>
                </a:lnSpc>
                <a:defRPr/>
              </a:pPr>
              <a:r>
                <a:rPr lang="en-US" altLang="zh-CN" i="1" dirty="0">
                  <a:latin typeface="Times New Roman" pitchFamily="18" charset="0"/>
                </a:rPr>
                <a:t>t</a:t>
              </a:r>
              <a:r>
                <a:rPr lang="en-US" altLang="zh-CN" i="1" baseline="-30000" dirty="0">
                  <a:latin typeface="Times New Roman" pitchFamily="18" charset="0"/>
                </a:rPr>
                <a:t>11</a:t>
              </a:r>
              <a:r>
                <a:rPr lang="en-US" altLang="zh-CN" dirty="0">
                  <a:latin typeface="Times New Roman" pitchFamily="18" charset="0"/>
                </a:rPr>
                <a:t> = 4 </a:t>
              </a:r>
              <a:r>
                <a:rPr lang="en-US" altLang="zh-CN" dirty="0">
                  <a:latin typeface="宋体" pitchFamily="2" charset="-122"/>
                </a:rPr>
                <a:t>*</a:t>
              </a:r>
              <a:r>
                <a:rPr lang="en-US" altLang="zh-CN" dirty="0">
                  <a:latin typeface="Times New Roman" pitchFamily="18" charset="0"/>
                </a:rPr>
                <a:t> </a:t>
              </a:r>
              <a:r>
                <a:rPr lang="en-US" altLang="zh-CN" i="1">
                  <a:latin typeface="Times New Roman" pitchFamily="18" charset="0"/>
                </a:rPr>
                <a:t>i</a:t>
              </a:r>
              <a:endParaRPr lang="en-US" altLang="zh-CN" i="1" dirty="0">
                <a:latin typeface="Times New Roman" pitchFamily="18" charset="0"/>
              </a:endParaRPr>
            </a:p>
            <a:p>
              <a:pPr algn="just">
                <a:lnSpc>
                  <a:spcPct val="96000"/>
                </a:lnSpc>
                <a:defRPr/>
              </a:pPr>
              <a:r>
                <a:rPr lang="en-US" altLang="zh-CN" i="1" dirty="0">
                  <a:latin typeface="Times New Roman" pitchFamily="18" charset="0"/>
                </a:rPr>
                <a:t>x</a:t>
              </a:r>
              <a:r>
                <a:rPr lang="en-US" altLang="zh-CN" dirty="0">
                  <a:latin typeface="Times New Roman" pitchFamily="18" charset="0"/>
                </a:rPr>
                <a:t> = </a:t>
              </a:r>
              <a:r>
                <a:rPr lang="en-US" altLang="zh-CN" i="1" dirty="0">
                  <a:latin typeface="Times New Roman" pitchFamily="18" charset="0"/>
                </a:rPr>
                <a:t>a</a:t>
              </a:r>
              <a:r>
                <a:rPr lang="en-US" altLang="zh-CN" dirty="0">
                  <a:latin typeface="Times New Roman" pitchFamily="18" charset="0"/>
                </a:rPr>
                <a:t>[</a:t>
              </a:r>
              <a:r>
                <a:rPr lang="en-US" altLang="zh-CN" i="1" dirty="0">
                  <a:latin typeface="Times New Roman" pitchFamily="18" charset="0"/>
                </a:rPr>
                <a:t>t</a:t>
              </a:r>
              <a:r>
                <a:rPr lang="en-US" altLang="zh-CN" i="1" baseline="-30000" dirty="0">
                  <a:latin typeface="Times New Roman" pitchFamily="18" charset="0"/>
                </a:rPr>
                <a:t>11</a:t>
              </a:r>
              <a:r>
                <a:rPr lang="en-US" altLang="zh-CN" dirty="0">
                  <a:latin typeface="Times New Roman" pitchFamily="18" charset="0"/>
                </a:rPr>
                <a:t>]</a:t>
              </a:r>
            </a:p>
            <a:p>
              <a:pPr algn="just">
                <a:lnSpc>
                  <a:spcPct val="96000"/>
                </a:lnSpc>
                <a:defRPr/>
              </a:pPr>
              <a:r>
                <a:rPr lang="en-US" altLang="zh-CN" i="1" dirty="0">
                  <a:latin typeface="Times New Roman" pitchFamily="18" charset="0"/>
                </a:rPr>
                <a:t>t</a:t>
              </a:r>
              <a:r>
                <a:rPr lang="en-US" altLang="zh-CN" i="1" baseline="-30000" dirty="0">
                  <a:latin typeface="Times New Roman" pitchFamily="18" charset="0"/>
                </a:rPr>
                <a:t>12</a:t>
              </a:r>
              <a:r>
                <a:rPr lang="en-US" altLang="zh-CN" i="1" dirty="0">
                  <a:latin typeface="Times New Roman" pitchFamily="18" charset="0"/>
                </a:rPr>
                <a:t> </a:t>
              </a:r>
              <a:r>
                <a:rPr lang="en-US" altLang="zh-CN" dirty="0">
                  <a:latin typeface="Times New Roman" pitchFamily="18" charset="0"/>
                </a:rPr>
                <a:t>= 4 </a:t>
              </a:r>
              <a:r>
                <a:rPr lang="en-US" altLang="zh-CN" dirty="0">
                  <a:latin typeface="宋体" pitchFamily="2" charset="-122"/>
                </a:rPr>
                <a:t>*</a:t>
              </a:r>
              <a:r>
                <a:rPr lang="en-US" altLang="zh-CN" dirty="0">
                  <a:latin typeface="Times New Roman" pitchFamily="18" charset="0"/>
                </a:rPr>
                <a:t> </a:t>
              </a:r>
              <a:r>
                <a:rPr lang="en-US" altLang="zh-CN" i="1">
                  <a:latin typeface="Times New Roman" pitchFamily="18" charset="0"/>
                </a:rPr>
                <a:t>i</a:t>
              </a:r>
              <a:r>
                <a:rPr lang="en-US" altLang="zh-CN" dirty="0">
                  <a:latin typeface="Times New Roman" pitchFamily="18" charset="0"/>
                </a:rPr>
                <a:t> </a:t>
              </a:r>
            </a:p>
            <a:p>
              <a:pPr algn="just">
                <a:lnSpc>
                  <a:spcPct val="96000"/>
                </a:lnSpc>
                <a:defRPr/>
              </a:pPr>
              <a:r>
                <a:rPr lang="en-US" altLang="zh-CN" i="1" dirty="0">
                  <a:latin typeface="Times New Roman" pitchFamily="18" charset="0"/>
                </a:rPr>
                <a:t>t</a:t>
              </a:r>
              <a:r>
                <a:rPr lang="en-US" altLang="zh-CN" i="1" baseline="-30000" dirty="0">
                  <a:latin typeface="Times New Roman" pitchFamily="18" charset="0"/>
                </a:rPr>
                <a:t>13</a:t>
              </a:r>
              <a:r>
                <a:rPr lang="en-US" altLang="zh-CN" dirty="0">
                  <a:latin typeface="Times New Roman" pitchFamily="18" charset="0"/>
                </a:rPr>
                <a:t> = 4 </a:t>
              </a:r>
              <a:r>
                <a:rPr lang="en-US" altLang="zh-CN" dirty="0">
                  <a:latin typeface="宋体" pitchFamily="2" charset="-122"/>
                </a:rPr>
                <a:t>*</a:t>
              </a:r>
              <a:r>
                <a:rPr lang="en-US" altLang="zh-CN" dirty="0">
                  <a:latin typeface="Times New Roman" pitchFamily="18" charset="0"/>
                </a:rPr>
                <a:t> n</a:t>
              </a:r>
            </a:p>
            <a:p>
              <a:pPr algn="just">
                <a:lnSpc>
                  <a:spcPct val="96000"/>
                </a:lnSpc>
                <a:defRPr/>
              </a:pPr>
              <a:r>
                <a:rPr lang="en-US" altLang="zh-CN" i="1" dirty="0">
                  <a:latin typeface="Times New Roman" pitchFamily="18" charset="0"/>
                </a:rPr>
                <a:t>t</a:t>
              </a:r>
              <a:r>
                <a:rPr lang="en-US" altLang="zh-CN" i="1" baseline="-30000" dirty="0">
                  <a:latin typeface="Times New Roman" pitchFamily="18" charset="0"/>
                </a:rPr>
                <a:t>14</a:t>
              </a:r>
              <a:r>
                <a:rPr lang="en-US" altLang="zh-CN" i="1" dirty="0">
                  <a:latin typeface="Times New Roman" pitchFamily="18" charset="0"/>
                </a:rPr>
                <a:t> </a:t>
              </a:r>
              <a:r>
                <a:rPr lang="en-US" altLang="zh-CN" dirty="0">
                  <a:latin typeface="Times New Roman" pitchFamily="18" charset="0"/>
                </a:rPr>
                <a:t>= </a:t>
              </a:r>
              <a:r>
                <a:rPr lang="en-US" altLang="zh-CN" i="1" dirty="0">
                  <a:latin typeface="Times New Roman" pitchFamily="18" charset="0"/>
                </a:rPr>
                <a:t>a</a:t>
              </a:r>
              <a:r>
                <a:rPr lang="en-US" altLang="zh-CN" dirty="0">
                  <a:latin typeface="Times New Roman" pitchFamily="18" charset="0"/>
                </a:rPr>
                <a:t>[</a:t>
              </a:r>
              <a:r>
                <a:rPr lang="en-US" altLang="zh-CN" i="1" dirty="0">
                  <a:latin typeface="Times New Roman" pitchFamily="18" charset="0"/>
                </a:rPr>
                <a:t>t</a:t>
              </a:r>
              <a:r>
                <a:rPr lang="en-US" altLang="zh-CN" i="1" baseline="-30000" dirty="0">
                  <a:latin typeface="Times New Roman" pitchFamily="18" charset="0"/>
                </a:rPr>
                <a:t>13</a:t>
              </a:r>
              <a:r>
                <a:rPr lang="en-US" altLang="zh-CN" dirty="0">
                  <a:latin typeface="Times New Roman" pitchFamily="18" charset="0"/>
                </a:rPr>
                <a:t>]</a:t>
              </a:r>
            </a:p>
            <a:p>
              <a:pPr algn="just">
                <a:lnSpc>
                  <a:spcPct val="96000"/>
                </a:lnSpc>
                <a:defRPr/>
              </a:pPr>
              <a:r>
                <a:rPr lang="en-US" altLang="zh-CN" i="1" dirty="0">
                  <a:latin typeface="Times New Roman" pitchFamily="18" charset="0"/>
                </a:rPr>
                <a:t>a</a:t>
              </a:r>
              <a:r>
                <a:rPr lang="en-US" altLang="zh-CN" dirty="0">
                  <a:latin typeface="Times New Roman" pitchFamily="18" charset="0"/>
                </a:rPr>
                <a:t>[</a:t>
              </a:r>
              <a:r>
                <a:rPr lang="en-US" altLang="zh-CN" i="1" dirty="0">
                  <a:latin typeface="Times New Roman" pitchFamily="18" charset="0"/>
                </a:rPr>
                <a:t>t</a:t>
              </a:r>
              <a:r>
                <a:rPr lang="en-US" altLang="zh-CN" i="1" baseline="-30000" dirty="0">
                  <a:latin typeface="Times New Roman" pitchFamily="18" charset="0"/>
                </a:rPr>
                <a:t>12</a:t>
              </a:r>
              <a:r>
                <a:rPr lang="en-US" altLang="zh-CN" dirty="0">
                  <a:latin typeface="Times New Roman" pitchFamily="18" charset="0"/>
                </a:rPr>
                <a:t>] = </a:t>
              </a:r>
              <a:r>
                <a:rPr lang="en-US" altLang="zh-CN" i="1" dirty="0">
                  <a:latin typeface="Times New Roman" pitchFamily="18" charset="0"/>
                </a:rPr>
                <a:t>t</a:t>
              </a:r>
              <a:r>
                <a:rPr lang="en-US" altLang="zh-CN" i="1" baseline="-30000" dirty="0">
                  <a:latin typeface="Times New Roman" pitchFamily="18" charset="0"/>
                </a:rPr>
                <a:t>14</a:t>
              </a:r>
              <a:endParaRPr lang="en-US" altLang="zh-CN" i="1" dirty="0">
                <a:latin typeface="Times New Roman" pitchFamily="18" charset="0"/>
              </a:endParaRPr>
            </a:p>
            <a:p>
              <a:pPr algn="just">
                <a:lnSpc>
                  <a:spcPct val="96000"/>
                </a:lnSpc>
                <a:defRPr/>
              </a:pPr>
              <a:r>
                <a:rPr lang="en-US" altLang="zh-CN" i="1" dirty="0">
                  <a:latin typeface="Times New Roman" pitchFamily="18" charset="0"/>
                </a:rPr>
                <a:t>t</a:t>
              </a:r>
              <a:r>
                <a:rPr lang="en-US" altLang="zh-CN" i="1" baseline="-30000" dirty="0">
                  <a:latin typeface="Times New Roman" pitchFamily="18" charset="0"/>
                </a:rPr>
                <a:t>15</a:t>
              </a:r>
              <a:r>
                <a:rPr lang="en-US" altLang="zh-CN" dirty="0">
                  <a:latin typeface="Times New Roman" pitchFamily="18" charset="0"/>
                </a:rPr>
                <a:t> = 4 </a:t>
              </a:r>
              <a:r>
                <a:rPr lang="en-US" altLang="zh-CN" dirty="0">
                  <a:latin typeface="宋体" pitchFamily="2" charset="-122"/>
                </a:rPr>
                <a:t>*</a:t>
              </a:r>
              <a:r>
                <a:rPr lang="en-US" altLang="zh-CN" dirty="0">
                  <a:latin typeface="Times New Roman" pitchFamily="18" charset="0"/>
                </a:rPr>
                <a:t> </a:t>
              </a:r>
              <a:r>
                <a:rPr lang="en-US" altLang="zh-CN" i="1" dirty="0">
                  <a:latin typeface="Times New Roman" pitchFamily="18" charset="0"/>
                </a:rPr>
                <a:t>n</a:t>
              </a:r>
              <a:r>
                <a:rPr lang="en-US" altLang="zh-CN" dirty="0">
                  <a:latin typeface="Times New Roman" pitchFamily="18" charset="0"/>
                </a:rPr>
                <a:t> </a:t>
              </a:r>
            </a:p>
            <a:p>
              <a:pPr algn="just">
                <a:lnSpc>
                  <a:spcPct val="96000"/>
                </a:lnSpc>
                <a:defRPr/>
              </a:pPr>
              <a:r>
                <a:rPr lang="en-US" altLang="zh-CN" i="1" dirty="0">
                  <a:latin typeface="Times New Roman" pitchFamily="18" charset="0"/>
                </a:rPr>
                <a:t>a</a:t>
              </a:r>
              <a:r>
                <a:rPr lang="en-US" altLang="zh-CN" dirty="0">
                  <a:latin typeface="Times New Roman" pitchFamily="18" charset="0"/>
                </a:rPr>
                <a:t>[</a:t>
              </a:r>
              <a:r>
                <a:rPr lang="en-US" altLang="zh-CN" i="1" dirty="0">
                  <a:latin typeface="Times New Roman" pitchFamily="18" charset="0"/>
                </a:rPr>
                <a:t>t</a:t>
              </a:r>
              <a:r>
                <a:rPr lang="en-US" altLang="zh-CN" i="1" baseline="-30000" dirty="0">
                  <a:latin typeface="Times New Roman" pitchFamily="18" charset="0"/>
                </a:rPr>
                <a:t>15</a:t>
              </a:r>
              <a:r>
                <a:rPr lang="en-US" altLang="zh-CN" dirty="0">
                  <a:latin typeface="Times New Roman" pitchFamily="18" charset="0"/>
                </a:rPr>
                <a:t>] = </a:t>
              </a:r>
              <a:r>
                <a:rPr lang="en-US" altLang="zh-CN" i="1" dirty="0">
                  <a:latin typeface="Times New Roman" pitchFamily="18" charset="0"/>
                </a:rPr>
                <a:t>x</a:t>
              </a:r>
              <a:r>
                <a:rPr lang="en-US" altLang="zh-CN" dirty="0">
                  <a:latin typeface="Times New Roman" pitchFamily="18" charset="0"/>
                </a:rPr>
                <a:t> </a:t>
              </a:r>
            </a:p>
          </p:txBody>
        </p:sp>
      </p:grpSp>
      <p:sp>
        <p:nvSpPr>
          <p:cNvPr id="26" name="任意多边形 25">
            <a:extLst>
              <a:ext uri="{FF2B5EF4-FFF2-40B4-BE49-F238E27FC236}">
                <a16:creationId xmlns:a16="http://schemas.microsoft.com/office/drawing/2014/main" id="{0B776DC9-4CAE-498B-BCB8-4FD39264CD18}"/>
              </a:ext>
            </a:extLst>
          </p:cNvPr>
          <p:cNvSpPr/>
          <p:nvPr/>
        </p:nvSpPr>
        <p:spPr>
          <a:xfrm>
            <a:off x="946150" y="793750"/>
            <a:ext cx="2874963" cy="4319588"/>
          </a:xfrm>
          <a:custGeom>
            <a:avLst/>
            <a:gdLst>
              <a:gd name="connsiteX0" fmla="*/ 807738 w 2874532"/>
              <a:gd name="connsiteY0" fmla="*/ 3903406 h 4319190"/>
              <a:gd name="connsiteX1" fmla="*/ 143858 w 2874532"/>
              <a:gd name="connsiteY1" fmla="*/ 3991088 h 4319190"/>
              <a:gd name="connsiteX2" fmla="*/ 269119 w 2874532"/>
              <a:gd name="connsiteY2" fmla="*/ 295910 h 4319190"/>
              <a:gd name="connsiteX3" fmla="*/ 2874532 w 2874532"/>
              <a:gd name="connsiteY3" fmla="*/ 496327 h 43191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74532" h="4319190">
                <a:moveTo>
                  <a:pt x="807738" y="3903406"/>
                </a:moveTo>
                <a:cubicBezTo>
                  <a:pt x="520683" y="4247871"/>
                  <a:pt x="233628" y="4592337"/>
                  <a:pt x="143858" y="3991088"/>
                </a:cubicBezTo>
                <a:cubicBezTo>
                  <a:pt x="54088" y="3389839"/>
                  <a:pt x="-185993" y="878370"/>
                  <a:pt x="269119" y="295910"/>
                </a:cubicBezTo>
                <a:cubicBezTo>
                  <a:pt x="724231" y="-286550"/>
                  <a:pt x="1799381" y="104888"/>
                  <a:pt x="2874532" y="496327"/>
                </a:cubicBezTo>
              </a:path>
            </a:pathLst>
          </a:custGeom>
          <a:noFill/>
          <a:ln w="25400">
            <a:solidFill>
              <a:schemeClr val="tx1"/>
            </a:solidFill>
            <a:tailEnd type="stealth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zh-CN" altLang="en-US"/>
          </a:p>
        </p:txBody>
      </p:sp>
      <p:sp>
        <p:nvSpPr>
          <p:cNvPr id="53255" name="Rectangle 24">
            <a:extLst>
              <a:ext uri="{FF2B5EF4-FFF2-40B4-BE49-F238E27FC236}">
                <a16:creationId xmlns:a16="http://schemas.microsoft.com/office/drawing/2014/main" id="{6EE2D20B-6598-48BA-B4E4-31F6E99EAB8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93838" y="2205038"/>
            <a:ext cx="1292225" cy="2484437"/>
          </a:xfrm>
          <a:prstGeom prst="rect">
            <a:avLst/>
          </a:prstGeom>
          <a:noFill/>
          <a:ln w="38100">
            <a:solidFill>
              <a:srgbClr val="FF0000"/>
            </a:solidFill>
            <a:prstDash val="lgDash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68580" tIns="34290" rIns="68580" bIns="34290" anchor="ctr"/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>
              <a:cs typeface="楷体_GB2312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4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4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4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4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4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4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4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4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4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4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 nodeType="clickPar">
                      <p:stCondLst>
                        <p:cond delay="indefinite"/>
                      </p:stCondLst>
                      <p:childTnLst>
                        <p:par>
                          <p:cTn id="3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2" presetID="53" presetClass="exit" presetSubtype="3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33" dur="500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3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1384" name="Rectangle 24">
            <a:extLst>
              <a:ext uri="{FF2B5EF4-FFF2-40B4-BE49-F238E27FC236}">
                <a16:creationId xmlns:a16="http://schemas.microsoft.com/office/drawing/2014/main" id="{3551251B-0C55-486A-B88F-FA80CAB5B7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15063" y="842963"/>
            <a:ext cx="1241425" cy="1133475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w="25400">
            <a:solidFill>
              <a:schemeClr val="tx1"/>
            </a:solidFill>
            <a:prstDash val="lgDash"/>
            <a:miter lim="800000"/>
            <a:headEnd/>
            <a:tailEnd/>
          </a:ln>
        </p:spPr>
        <p:txBody>
          <a:bodyPr lIns="68580" tIns="0" rIns="68580" bIns="0"/>
          <a:lstStyle/>
          <a:p>
            <a:pPr algn="just">
              <a:lnSpc>
                <a:spcPct val="96000"/>
              </a:lnSpc>
              <a:defRPr/>
            </a:pPr>
            <a:r>
              <a:rPr lang="en-US" altLang="zh-CN" i="1" dirty="0">
                <a:latin typeface="Times New Roman" pitchFamily="18" charset="0"/>
              </a:rPr>
              <a:t>x</a:t>
            </a:r>
            <a:r>
              <a:rPr lang="en-US" altLang="zh-CN" dirty="0">
                <a:latin typeface="Times New Roman" pitchFamily="18" charset="0"/>
              </a:rPr>
              <a:t> = </a:t>
            </a:r>
            <a:r>
              <a:rPr lang="en-US" altLang="zh-CN" i="1" dirty="0">
                <a:solidFill>
                  <a:srgbClr val="FF0000"/>
                </a:solidFill>
                <a:latin typeface="Times New Roman" pitchFamily="18" charset="0"/>
              </a:rPr>
              <a:t>t</a:t>
            </a:r>
            <a:r>
              <a:rPr lang="en-US" altLang="zh-CN" i="1" baseline="-25000" dirty="0">
                <a:solidFill>
                  <a:srgbClr val="FF0000"/>
                </a:solidFill>
                <a:latin typeface="Times New Roman" pitchFamily="18" charset="0"/>
              </a:rPr>
              <a:t>3</a:t>
            </a:r>
            <a:endParaRPr lang="en-US" altLang="zh-CN" i="1" dirty="0">
              <a:solidFill>
                <a:srgbClr val="FF0000"/>
              </a:solidFill>
              <a:latin typeface="Times New Roman" pitchFamily="18" charset="0"/>
            </a:endParaRPr>
          </a:p>
          <a:p>
            <a:pPr algn="just">
              <a:lnSpc>
                <a:spcPct val="96000"/>
              </a:lnSpc>
              <a:defRPr/>
            </a:pPr>
            <a:r>
              <a:rPr lang="en-US" altLang="zh-CN" i="1" dirty="0">
                <a:latin typeface="Times New Roman" pitchFamily="18" charset="0"/>
              </a:rPr>
              <a:t>a</a:t>
            </a:r>
            <a:r>
              <a:rPr lang="en-US" altLang="zh-CN" dirty="0">
                <a:latin typeface="Times New Roman" pitchFamily="18" charset="0"/>
              </a:rPr>
              <a:t>[</a:t>
            </a:r>
            <a:r>
              <a:rPr lang="en-US" altLang="zh-CN" i="1" dirty="0">
                <a:latin typeface="Times New Roman" pitchFamily="18" charset="0"/>
              </a:rPr>
              <a:t>t</a:t>
            </a:r>
            <a:r>
              <a:rPr lang="en-US" altLang="zh-CN" i="1" baseline="-25000" dirty="0">
                <a:latin typeface="Times New Roman" pitchFamily="18" charset="0"/>
              </a:rPr>
              <a:t>2</a:t>
            </a:r>
            <a:r>
              <a:rPr lang="en-US" altLang="zh-CN" dirty="0">
                <a:latin typeface="Times New Roman" pitchFamily="18" charset="0"/>
              </a:rPr>
              <a:t>] =</a:t>
            </a:r>
            <a:r>
              <a:rPr lang="en-US" altLang="zh-CN" dirty="0">
                <a:solidFill>
                  <a:srgbClr val="FF0000"/>
                </a:solidFill>
                <a:latin typeface="Times New Roman" pitchFamily="18" charset="0"/>
              </a:rPr>
              <a:t> </a:t>
            </a:r>
            <a:r>
              <a:rPr lang="en-US" altLang="zh-CN" i="1" dirty="0">
                <a:solidFill>
                  <a:srgbClr val="FF0000"/>
                </a:solidFill>
                <a:latin typeface="Times New Roman" pitchFamily="18" charset="0"/>
              </a:rPr>
              <a:t>t</a:t>
            </a:r>
            <a:r>
              <a:rPr lang="en-US" altLang="zh-CN" i="1" baseline="-25000" dirty="0">
                <a:solidFill>
                  <a:srgbClr val="FF0000"/>
                </a:solidFill>
                <a:latin typeface="Times New Roman" pitchFamily="18" charset="0"/>
              </a:rPr>
              <a:t>5</a:t>
            </a:r>
            <a:endParaRPr lang="en-US" altLang="zh-CN" i="1" dirty="0">
              <a:solidFill>
                <a:srgbClr val="FF0000"/>
              </a:solidFill>
              <a:latin typeface="Times New Roman" pitchFamily="18" charset="0"/>
            </a:endParaRPr>
          </a:p>
          <a:p>
            <a:pPr algn="just">
              <a:lnSpc>
                <a:spcPct val="96000"/>
              </a:lnSpc>
              <a:defRPr/>
            </a:pPr>
            <a:r>
              <a:rPr lang="en-US" altLang="zh-CN" i="1" dirty="0">
                <a:latin typeface="Times New Roman" pitchFamily="18" charset="0"/>
              </a:rPr>
              <a:t>a</a:t>
            </a:r>
            <a:r>
              <a:rPr lang="en-US" altLang="zh-CN" dirty="0">
                <a:latin typeface="Times New Roman" pitchFamily="18" charset="0"/>
              </a:rPr>
              <a:t>[</a:t>
            </a:r>
            <a:r>
              <a:rPr lang="en-US" altLang="zh-CN" i="1" dirty="0">
                <a:latin typeface="Times New Roman" pitchFamily="18" charset="0"/>
              </a:rPr>
              <a:t>t</a:t>
            </a:r>
            <a:r>
              <a:rPr lang="en-US" altLang="zh-CN" i="1" baseline="-25000" dirty="0">
                <a:latin typeface="Times New Roman" pitchFamily="18" charset="0"/>
              </a:rPr>
              <a:t>4</a:t>
            </a:r>
            <a:r>
              <a:rPr lang="en-US" altLang="zh-CN" dirty="0">
                <a:latin typeface="Times New Roman" pitchFamily="18" charset="0"/>
              </a:rPr>
              <a:t>] = </a:t>
            </a:r>
            <a:r>
              <a:rPr lang="en-US" altLang="zh-CN" i="1" dirty="0">
                <a:latin typeface="Times New Roman" pitchFamily="18" charset="0"/>
              </a:rPr>
              <a:t>x</a:t>
            </a:r>
          </a:p>
          <a:p>
            <a:pPr algn="just">
              <a:lnSpc>
                <a:spcPct val="96000"/>
              </a:lnSpc>
              <a:defRPr/>
            </a:pPr>
            <a:r>
              <a:rPr lang="en-US" altLang="zh-CN" dirty="0" err="1">
                <a:latin typeface="Times New Roman" pitchFamily="18" charset="0"/>
              </a:rPr>
              <a:t>goto</a:t>
            </a:r>
            <a:r>
              <a:rPr lang="en-US" altLang="zh-CN" dirty="0">
                <a:latin typeface="Times New Roman" pitchFamily="18" charset="0"/>
              </a:rPr>
              <a:t> </a:t>
            </a:r>
            <a:r>
              <a:rPr lang="en-US" altLang="zh-CN" i="1" dirty="0">
                <a:latin typeface="Times New Roman" pitchFamily="18" charset="0"/>
              </a:rPr>
              <a:t>B</a:t>
            </a:r>
            <a:r>
              <a:rPr lang="en-US" altLang="zh-CN" baseline="-25000" dirty="0">
                <a:latin typeface="Times New Roman" pitchFamily="18" charset="0"/>
              </a:rPr>
              <a:t>2</a:t>
            </a:r>
          </a:p>
        </p:txBody>
      </p:sp>
      <p:sp>
        <p:nvSpPr>
          <p:cNvPr id="42" name="Rectangle 33">
            <a:extLst>
              <a:ext uri="{FF2B5EF4-FFF2-40B4-BE49-F238E27FC236}">
                <a16:creationId xmlns:a16="http://schemas.microsoft.com/office/drawing/2014/main" id="{975BB014-45B4-43A0-BCA2-2985DDAC79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47813" y="2255838"/>
            <a:ext cx="1189037" cy="240347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lIns="68580" tIns="0" rIns="68580" bIns="0"/>
          <a:lstStyle/>
          <a:p>
            <a:pPr algn="just">
              <a:lnSpc>
                <a:spcPct val="96000"/>
              </a:lnSpc>
              <a:defRPr/>
            </a:pPr>
            <a:r>
              <a:rPr lang="en-US" altLang="zh-CN" i="1" dirty="0">
                <a:latin typeface="Times New Roman" pitchFamily="18" charset="0"/>
              </a:rPr>
              <a:t>x</a:t>
            </a:r>
            <a:r>
              <a:rPr lang="en-US" altLang="zh-CN" dirty="0">
                <a:latin typeface="Times New Roman" pitchFamily="18" charset="0"/>
              </a:rPr>
              <a:t> = </a:t>
            </a:r>
            <a:r>
              <a:rPr lang="en-US" altLang="zh-CN" i="1" dirty="0">
                <a:solidFill>
                  <a:srgbClr val="FF0000"/>
                </a:solidFill>
                <a:latin typeface="Times New Roman" pitchFamily="18" charset="0"/>
              </a:rPr>
              <a:t>a</a:t>
            </a:r>
            <a:r>
              <a:rPr lang="en-US" altLang="zh-CN" dirty="0">
                <a:solidFill>
                  <a:srgbClr val="FF0000"/>
                </a:solidFill>
                <a:latin typeface="Times New Roman" pitchFamily="18" charset="0"/>
              </a:rPr>
              <a:t>[</a:t>
            </a:r>
            <a:r>
              <a:rPr lang="en-US" altLang="zh-CN" i="1" dirty="0">
                <a:solidFill>
                  <a:srgbClr val="FF0000"/>
                </a:solidFill>
                <a:latin typeface="Times New Roman" pitchFamily="18" charset="0"/>
              </a:rPr>
              <a:t>t</a:t>
            </a:r>
            <a:r>
              <a:rPr lang="en-US" altLang="zh-CN" i="1" baseline="-25000" dirty="0">
                <a:solidFill>
                  <a:srgbClr val="FF0000"/>
                </a:solidFill>
                <a:latin typeface="Times New Roman" pitchFamily="18" charset="0"/>
              </a:rPr>
              <a:t>2</a:t>
            </a:r>
            <a:r>
              <a:rPr lang="en-US" altLang="zh-CN" dirty="0">
                <a:solidFill>
                  <a:srgbClr val="FF0000"/>
                </a:solidFill>
                <a:latin typeface="Times New Roman" pitchFamily="18" charset="0"/>
              </a:rPr>
              <a:t>]</a:t>
            </a:r>
          </a:p>
          <a:p>
            <a:pPr algn="just">
              <a:lnSpc>
                <a:spcPct val="96000"/>
              </a:lnSpc>
              <a:defRPr/>
            </a:pPr>
            <a:r>
              <a:rPr lang="en-US" altLang="zh-CN" i="1" dirty="0">
                <a:latin typeface="Times New Roman" pitchFamily="18" charset="0"/>
              </a:rPr>
              <a:t>t</a:t>
            </a:r>
            <a:r>
              <a:rPr lang="en-US" altLang="zh-CN" i="1" baseline="-25000" dirty="0">
                <a:latin typeface="Times New Roman" pitchFamily="18" charset="0"/>
              </a:rPr>
              <a:t>9</a:t>
            </a:r>
            <a:r>
              <a:rPr lang="en-US" altLang="zh-CN" dirty="0">
                <a:latin typeface="Times New Roman" pitchFamily="18" charset="0"/>
              </a:rPr>
              <a:t> = </a:t>
            </a:r>
            <a:r>
              <a:rPr lang="en-US" altLang="zh-CN" i="1" dirty="0">
                <a:solidFill>
                  <a:srgbClr val="FF0000"/>
                </a:solidFill>
                <a:latin typeface="Times New Roman" pitchFamily="18" charset="0"/>
              </a:rPr>
              <a:t>a</a:t>
            </a:r>
            <a:r>
              <a:rPr lang="en-US" altLang="zh-CN" dirty="0">
                <a:solidFill>
                  <a:srgbClr val="FF0000"/>
                </a:solidFill>
                <a:latin typeface="Times New Roman" pitchFamily="18" charset="0"/>
              </a:rPr>
              <a:t>[</a:t>
            </a:r>
            <a:r>
              <a:rPr lang="en-US" altLang="zh-CN" i="1" dirty="0">
                <a:solidFill>
                  <a:srgbClr val="FF0000"/>
                </a:solidFill>
                <a:latin typeface="Times New Roman" pitchFamily="18" charset="0"/>
              </a:rPr>
              <a:t>t</a:t>
            </a:r>
            <a:r>
              <a:rPr lang="en-US" altLang="zh-CN" i="1" baseline="-25000" dirty="0">
                <a:solidFill>
                  <a:srgbClr val="FF0000"/>
                </a:solidFill>
                <a:latin typeface="Times New Roman" pitchFamily="18" charset="0"/>
              </a:rPr>
              <a:t>4</a:t>
            </a:r>
            <a:r>
              <a:rPr lang="en-US" altLang="zh-CN" dirty="0">
                <a:solidFill>
                  <a:srgbClr val="FF0000"/>
                </a:solidFill>
                <a:latin typeface="Times New Roman" pitchFamily="18" charset="0"/>
              </a:rPr>
              <a:t>]</a:t>
            </a:r>
          </a:p>
          <a:p>
            <a:pPr algn="just">
              <a:lnSpc>
                <a:spcPct val="96000"/>
              </a:lnSpc>
              <a:defRPr/>
            </a:pPr>
            <a:r>
              <a:rPr lang="en-US" altLang="zh-CN" i="1" dirty="0">
                <a:latin typeface="Times New Roman" pitchFamily="18" charset="0"/>
              </a:rPr>
              <a:t>a</a:t>
            </a:r>
            <a:r>
              <a:rPr lang="en-US" altLang="zh-CN" dirty="0">
                <a:latin typeface="Times New Roman" pitchFamily="18" charset="0"/>
              </a:rPr>
              <a:t>[</a:t>
            </a:r>
            <a:r>
              <a:rPr lang="en-US" altLang="zh-CN" i="1" dirty="0">
                <a:latin typeface="Times New Roman" pitchFamily="18" charset="0"/>
              </a:rPr>
              <a:t>t</a:t>
            </a:r>
            <a:r>
              <a:rPr lang="en-US" altLang="zh-CN" i="1" baseline="-25000" dirty="0">
                <a:latin typeface="Times New Roman" pitchFamily="18" charset="0"/>
              </a:rPr>
              <a:t>2</a:t>
            </a:r>
            <a:r>
              <a:rPr lang="en-US" altLang="zh-CN" dirty="0">
                <a:latin typeface="Times New Roman" pitchFamily="18" charset="0"/>
              </a:rPr>
              <a:t>] = </a:t>
            </a:r>
            <a:r>
              <a:rPr lang="en-US" altLang="zh-CN" i="1" dirty="0">
                <a:latin typeface="Times New Roman" pitchFamily="18" charset="0"/>
              </a:rPr>
              <a:t>t</a:t>
            </a:r>
            <a:r>
              <a:rPr lang="en-US" altLang="zh-CN" i="1" baseline="-25000" dirty="0">
                <a:latin typeface="Times New Roman" pitchFamily="18" charset="0"/>
              </a:rPr>
              <a:t>9</a:t>
            </a:r>
            <a:endParaRPr lang="en-US" altLang="zh-CN" i="1" dirty="0">
              <a:latin typeface="Times New Roman" pitchFamily="18" charset="0"/>
            </a:endParaRPr>
          </a:p>
          <a:p>
            <a:pPr algn="just">
              <a:lnSpc>
                <a:spcPct val="96000"/>
              </a:lnSpc>
              <a:defRPr/>
            </a:pPr>
            <a:r>
              <a:rPr lang="en-US" altLang="zh-CN" i="1" dirty="0">
                <a:latin typeface="Times New Roman" pitchFamily="18" charset="0"/>
              </a:rPr>
              <a:t>a</a:t>
            </a:r>
            <a:r>
              <a:rPr lang="en-US" altLang="zh-CN" dirty="0">
                <a:latin typeface="Times New Roman" pitchFamily="18" charset="0"/>
              </a:rPr>
              <a:t>[</a:t>
            </a:r>
            <a:r>
              <a:rPr lang="en-US" altLang="zh-CN" i="1" dirty="0">
                <a:latin typeface="Times New Roman" pitchFamily="18" charset="0"/>
              </a:rPr>
              <a:t>t</a:t>
            </a:r>
            <a:r>
              <a:rPr lang="en-US" altLang="zh-CN" i="1" baseline="-25000" dirty="0">
                <a:latin typeface="Times New Roman" pitchFamily="18" charset="0"/>
              </a:rPr>
              <a:t>4</a:t>
            </a:r>
            <a:r>
              <a:rPr lang="en-US" altLang="zh-CN" dirty="0">
                <a:latin typeface="Times New Roman" pitchFamily="18" charset="0"/>
              </a:rPr>
              <a:t>] = </a:t>
            </a:r>
            <a:r>
              <a:rPr lang="en-US" altLang="zh-CN" i="1" dirty="0">
                <a:latin typeface="Times New Roman" pitchFamily="18" charset="0"/>
              </a:rPr>
              <a:t>x</a:t>
            </a:r>
          </a:p>
          <a:p>
            <a:pPr algn="just">
              <a:lnSpc>
                <a:spcPct val="96000"/>
              </a:lnSpc>
              <a:defRPr/>
            </a:pPr>
            <a:r>
              <a:rPr lang="en-US" altLang="zh-CN" dirty="0" err="1">
                <a:latin typeface="Times New Roman" pitchFamily="18" charset="0"/>
              </a:rPr>
              <a:t>goto</a:t>
            </a:r>
            <a:r>
              <a:rPr lang="en-US" altLang="zh-CN" dirty="0">
                <a:latin typeface="Times New Roman" pitchFamily="18" charset="0"/>
              </a:rPr>
              <a:t> </a:t>
            </a:r>
            <a:r>
              <a:rPr lang="en-US" altLang="zh-CN" i="1" dirty="0">
                <a:latin typeface="Times New Roman" pitchFamily="18" charset="0"/>
              </a:rPr>
              <a:t>B</a:t>
            </a:r>
            <a:r>
              <a:rPr lang="en-US" altLang="zh-CN" baseline="-25000" dirty="0">
                <a:latin typeface="Times New Roman" pitchFamily="18" charset="0"/>
              </a:rPr>
              <a:t>2</a:t>
            </a:r>
          </a:p>
        </p:txBody>
      </p:sp>
      <p:sp>
        <p:nvSpPr>
          <p:cNvPr id="55300" name="Rectangle 4">
            <a:extLst>
              <a:ext uri="{FF2B5EF4-FFF2-40B4-BE49-F238E27FC236}">
                <a16:creationId xmlns:a16="http://schemas.microsoft.com/office/drawing/2014/main" id="{D46FE3F6-CB2F-4621-8790-B435B0954C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例</a:t>
            </a:r>
          </a:p>
        </p:txBody>
      </p:sp>
      <p:grpSp>
        <p:nvGrpSpPr>
          <p:cNvPr id="55301" name="组合 49">
            <a:extLst>
              <a:ext uri="{FF2B5EF4-FFF2-40B4-BE49-F238E27FC236}">
                <a16:creationId xmlns:a16="http://schemas.microsoft.com/office/drawing/2014/main" id="{815DF487-FC0C-40D3-8734-093B58D067DF}"/>
              </a:ext>
            </a:extLst>
          </p:cNvPr>
          <p:cNvGrpSpPr>
            <a:grpSpLocks/>
          </p:cNvGrpSpPr>
          <p:nvPr/>
        </p:nvGrpSpPr>
        <p:grpSpPr bwMode="auto">
          <a:xfrm>
            <a:off x="1071563" y="195263"/>
            <a:ext cx="6719887" cy="4443412"/>
            <a:chOff x="1071538" y="195263"/>
            <a:chExt cx="6719912" cy="4444185"/>
          </a:xfrm>
        </p:grpSpPr>
        <p:sp>
          <p:nvSpPr>
            <p:cNvPr id="30" name="Rectangle 4">
              <a:extLst>
                <a:ext uri="{FF2B5EF4-FFF2-40B4-BE49-F238E27FC236}">
                  <a16:creationId xmlns:a16="http://schemas.microsoft.com/office/drawing/2014/main" id="{6AD26EEE-B202-4C7C-A713-005951BF00E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25835" y="212728"/>
              <a:ext cx="1693869" cy="81453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8580" tIns="27000" rIns="68580" bIns="0"/>
            <a:lstStyle/>
            <a:p>
              <a:pPr algn="just">
                <a:lnSpc>
                  <a:spcPct val="70000"/>
                </a:lnSpc>
                <a:defRPr/>
              </a:pPr>
              <a:r>
                <a:rPr lang="en-US" altLang="zh-CN" i="1">
                  <a:latin typeface="Times New Roman" pitchFamily="18" charset="0"/>
                </a:rPr>
                <a:t>i</a:t>
              </a:r>
              <a:r>
                <a:rPr lang="en-US" altLang="zh-CN" i="1" dirty="0">
                  <a:latin typeface="Times New Roman" pitchFamily="18" charset="0"/>
                </a:rPr>
                <a:t> </a:t>
              </a:r>
              <a:r>
                <a:rPr lang="en-US" altLang="zh-CN" dirty="0">
                  <a:latin typeface="Times New Roman" pitchFamily="18" charset="0"/>
                </a:rPr>
                <a:t>=</a:t>
              </a:r>
              <a:r>
                <a:rPr lang="en-US" altLang="zh-CN" i="1" dirty="0">
                  <a:latin typeface="Times New Roman" pitchFamily="18" charset="0"/>
                </a:rPr>
                <a:t> m </a:t>
              </a:r>
              <a:r>
                <a:rPr lang="en-US" altLang="zh-CN" dirty="0">
                  <a:latin typeface="Times New Roman" pitchFamily="18" charset="0"/>
                  <a:sym typeface="Symbol" pitchFamily="18" charset="2"/>
                </a:rPr>
                <a:t></a:t>
              </a:r>
              <a:r>
                <a:rPr lang="en-US" altLang="zh-CN" dirty="0">
                  <a:latin typeface="Times New Roman" pitchFamily="18" charset="0"/>
                </a:rPr>
                <a:t>1</a:t>
              </a:r>
            </a:p>
            <a:p>
              <a:pPr algn="just">
                <a:lnSpc>
                  <a:spcPct val="70000"/>
                </a:lnSpc>
                <a:defRPr/>
              </a:pPr>
              <a:r>
                <a:rPr lang="en-US" altLang="zh-CN" i="1" dirty="0">
                  <a:latin typeface="Times New Roman" pitchFamily="18" charset="0"/>
                </a:rPr>
                <a:t>j</a:t>
              </a:r>
              <a:r>
                <a:rPr lang="en-US" altLang="zh-CN" dirty="0">
                  <a:latin typeface="Times New Roman" pitchFamily="18" charset="0"/>
                </a:rPr>
                <a:t> =</a:t>
              </a:r>
              <a:r>
                <a:rPr lang="en-US" altLang="zh-CN" i="1" dirty="0">
                  <a:latin typeface="Times New Roman" pitchFamily="18" charset="0"/>
                </a:rPr>
                <a:t> n</a:t>
              </a:r>
            </a:p>
            <a:p>
              <a:pPr algn="just">
                <a:lnSpc>
                  <a:spcPct val="70000"/>
                </a:lnSpc>
                <a:defRPr/>
              </a:pPr>
              <a:r>
                <a:rPr lang="en-US" altLang="zh-CN" i="1" dirty="0">
                  <a:latin typeface="Times New Roman" pitchFamily="18" charset="0"/>
                </a:rPr>
                <a:t>t</a:t>
              </a:r>
              <a:r>
                <a:rPr lang="en-US" altLang="zh-CN" i="1" baseline="-25000" dirty="0">
                  <a:latin typeface="Times New Roman" pitchFamily="18" charset="0"/>
                </a:rPr>
                <a:t>1</a:t>
              </a:r>
              <a:r>
                <a:rPr lang="en-US" altLang="zh-CN" dirty="0">
                  <a:latin typeface="Times New Roman" pitchFamily="18" charset="0"/>
                </a:rPr>
                <a:t> = 4 </a:t>
              </a:r>
              <a:r>
                <a:rPr lang="en-US" altLang="zh-CN" dirty="0">
                  <a:latin typeface="宋体" pitchFamily="2" charset="-122"/>
                </a:rPr>
                <a:t>*</a:t>
              </a:r>
              <a:r>
                <a:rPr lang="en-US" altLang="zh-CN" dirty="0">
                  <a:latin typeface="Times New Roman" pitchFamily="18" charset="0"/>
                </a:rPr>
                <a:t> </a:t>
              </a:r>
              <a:r>
                <a:rPr lang="en-US" altLang="zh-CN" i="1" dirty="0">
                  <a:latin typeface="Times New Roman" pitchFamily="18" charset="0"/>
                </a:rPr>
                <a:t>n</a:t>
              </a:r>
            </a:p>
            <a:p>
              <a:pPr algn="just">
                <a:lnSpc>
                  <a:spcPct val="70000"/>
                </a:lnSpc>
                <a:defRPr/>
              </a:pPr>
              <a:r>
                <a:rPr lang="en-US" altLang="zh-CN" i="1" dirty="0">
                  <a:latin typeface="Times New Roman" pitchFamily="18" charset="0"/>
                </a:rPr>
                <a:t>v</a:t>
              </a:r>
              <a:r>
                <a:rPr lang="en-US" altLang="zh-CN" dirty="0">
                  <a:latin typeface="Times New Roman" pitchFamily="18" charset="0"/>
                </a:rPr>
                <a:t> = </a:t>
              </a:r>
              <a:r>
                <a:rPr lang="en-US" altLang="zh-CN" i="1" dirty="0">
                  <a:latin typeface="Times New Roman" pitchFamily="18" charset="0"/>
                </a:rPr>
                <a:t>a</a:t>
              </a:r>
              <a:r>
                <a:rPr lang="en-US" altLang="zh-CN" dirty="0">
                  <a:latin typeface="Times New Roman" pitchFamily="18" charset="0"/>
                </a:rPr>
                <a:t>[</a:t>
              </a:r>
              <a:r>
                <a:rPr lang="en-US" altLang="zh-CN" i="1" dirty="0">
                  <a:latin typeface="Times New Roman" pitchFamily="18" charset="0"/>
                </a:rPr>
                <a:t>t</a:t>
              </a:r>
              <a:r>
                <a:rPr lang="en-US" altLang="zh-CN" i="1" baseline="-25000" dirty="0">
                  <a:latin typeface="Times New Roman" pitchFamily="18" charset="0"/>
                </a:rPr>
                <a:t>1</a:t>
              </a:r>
              <a:r>
                <a:rPr lang="en-US" altLang="zh-CN" dirty="0">
                  <a:latin typeface="Times New Roman" pitchFamily="18" charset="0"/>
                </a:rPr>
                <a:t>]</a:t>
              </a:r>
            </a:p>
          </p:txBody>
        </p:sp>
        <p:sp>
          <p:nvSpPr>
            <p:cNvPr id="31" name="Rectangle 5">
              <a:extLst>
                <a:ext uri="{FF2B5EF4-FFF2-40B4-BE49-F238E27FC236}">
                  <a16:creationId xmlns:a16="http://schemas.microsoft.com/office/drawing/2014/main" id="{37AD7727-0733-4E93-9CC0-813C1E2F36B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22659" y="1351164"/>
              <a:ext cx="1711331" cy="814529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8580" tIns="27000" rIns="68580" bIns="27000"/>
            <a:lstStyle/>
            <a:p>
              <a:pPr algn="just">
                <a:lnSpc>
                  <a:spcPct val="70000"/>
                </a:lnSpc>
                <a:defRPr/>
              </a:pPr>
              <a:r>
                <a:rPr lang="en-US" altLang="zh-CN" i="1" dirty="0" err="1">
                  <a:latin typeface="Times New Roman" pitchFamily="18" charset="0"/>
                </a:rPr>
                <a:t>i</a:t>
              </a:r>
              <a:r>
                <a:rPr lang="en-US" altLang="zh-CN" dirty="0">
                  <a:latin typeface="Times New Roman" pitchFamily="18" charset="0"/>
                </a:rPr>
                <a:t> =</a:t>
              </a:r>
              <a:r>
                <a:rPr lang="en-US" altLang="zh-CN" i="1" dirty="0">
                  <a:latin typeface="Times New Roman" pitchFamily="18" charset="0"/>
                </a:rPr>
                <a:t> </a:t>
              </a:r>
              <a:r>
                <a:rPr lang="en-US" altLang="zh-CN" i="1" dirty="0" err="1">
                  <a:latin typeface="Times New Roman" pitchFamily="18" charset="0"/>
                </a:rPr>
                <a:t>i</a:t>
              </a:r>
              <a:r>
                <a:rPr lang="en-US" altLang="zh-CN" i="1" dirty="0">
                  <a:latin typeface="Times New Roman" pitchFamily="18" charset="0"/>
                </a:rPr>
                <a:t> </a:t>
              </a:r>
              <a:r>
                <a:rPr lang="en-US" altLang="zh-CN" dirty="0">
                  <a:latin typeface="Times New Roman" pitchFamily="18" charset="0"/>
                </a:rPr>
                <a:t>+ 1</a:t>
              </a:r>
            </a:p>
            <a:p>
              <a:pPr algn="just">
                <a:lnSpc>
                  <a:spcPct val="70000"/>
                </a:lnSpc>
                <a:defRPr/>
              </a:pPr>
              <a:r>
                <a:rPr lang="en-US" altLang="zh-CN" i="1" dirty="0">
                  <a:latin typeface="Times New Roman" pitchFamily="18" charset="0"/>
                </a:rPr>
                <a:t>t</a:t>
              </a:r>
              <a:r>
                <a:rPr lang="en-US" altLang="zh-CN" i="1" baseline="-25000" dirty="0">
                  <a:latin typeface="Times New Roman" pitchFamily="18" charset="0"/>
                </a:rPr>
                <a:t>2</a:t>
              </a:r>
              <a:r>
                <a:rPr lang="en-US" altLang="zh-CN" dirty="0">
                  <a:latin typeface="Times New Roman" pitchFamily="18" charset="0"/>
                </a:rPr>
                <a:t> = 4 </a:t>
              </a:r>
              <a:r>
                <a:rPr lang="en-US" altLang="zh-CN" dirty="0">
                  <a:latin typeface="宋体" pitchFamily="2" charset="-122"/>
                </a:rPr>
                <a:t>*</a:t>
              </a:r>
              <a:r>
                <a:rPr lang="en-US" altLang="zh-CN" dirty="0">
                  <a:latin typeface="Times New Roman" pitchFamily="18" charset="0"/>
                </a:rPr>
                <a:t> </a:t>
              </a:r>
              <a:r>
                <a:rPr lang="en-US" altLang="zh-CN" i="1" dirty="0" err="1">
                  <a:latin typeface="Times New Roman" pitchFamily="18" charset="0"/>
                </a:rPr>
                <a:t>i</a:t>
              </a:r>
              <a:endParaRPr lang="en-US" altLang="zh-CN" i="1" dirty="0">
                <a:latin typeface="Times New Roman" pitchFamily="18" charset="0"/>
              </a:endParaRPr>
            </a:p>
            <a:p>
              <a:pPr algn="just">
                <a:lnSpc>
                  <a:spcPct val="70000"/>
                </a:lnSpc>
                <a:defRPr/>
              </a:pPr>
              <a:r>
                <a:rPr lang="en-US" altLang="zh-CN" i="1" dirty="0">
                  <a:solidFill>
                    <a:srgbClr val="0000FF"/>
                  </a:solidFill>
                  <a:latin typeface="Times New Roman" pitchFamily="18" charset="0"/>
                </a:rPr>
                <a:t>t</a:t>
              </a:r>
              <a:r>
                <a:rPr lang="en-US" altLang="zh-CN" i="1" baseline="-25000" dirty="0">
                  <a:solidFill>
                    <a:srgbClr val="0000FF"/>
                  </a:solidFill>
                  <a:latin typeface="Times New Roman" pitchFamily="18" charset="0"/>
                </a:rPr>
                <a:t>3</a:t>
              </a:r>
              <a:r>
                <a:rPr lang="en-US" altLang="zh-CN" dirty="0">
                  <a:latin typeface="Times New Roman" pitchFamily="18" charset="0"/>
                </a:rPr>
                <a:t> = </a:t>
              </a:r>
              <a:r>
                <a:rPr lang="en-US" altLang="zh-CN" i="1" dirty="0">
                  <a:solidFill>
                    <a:srgbClr val="0000FF"/>
                  </a:solidFill>
                  <a:latin typeface="Times New Roman" pitchFamily="18" charset="0"/>
                </a:rPr>
                <a:t>a</a:t>
              </a:r>
              <a:r>
                <a:rPr lang="en-US" altLang="zh-CN" dirty="0">
                  <a:solidFill>
                    <a:srgbClr val="0000FF"/>
                  </a:solidFill>
                  <a:latin typeface="Times New Roman" pitchFamily="18" charset="0"/>
                </a:rPr>
                <a:t>[</a:t>
              </a:r>
              <a:r>
                <a:rPr lang="en-US" altLang="zh-CN" i="1" dirty="0">
                  <a:solidFill>
                    <a:srgbClr val="0000FF"/>
                  </a:solidFill>
                  <a:latin typeface="Times New Roman" pitchFamily="18" charset="0"/>
                </a:rPr>
                <a:t>t</a:t>
              </a:r>
              <a:r>
                <a:rPr lang="en-US" altLang="zh-CN" i="1" baseline="-25000" dirty="0">
                  <a:solidFill>
                    <a:srgbClr val="0000FF"/>
                  </a:solidFill>
                  <a:latin typeface="Times New Roman" pitchFamily="18" charset="0"/>
                </a:rPr>
                <a:t>2</a:t>
              </a:r>
              <a:r>
                <a:rPr lang="en-US" altLang="zh-CN" dirty="0">
                  <a:solidFill>
                    <a:srgbClr val="0000FF"/>
                  </a:solidFill>
                  <a:latin typeface="Times New Roman" pitchFamily="18" charset="0"/>
                </a:rPr>
                <a:t>]</a:t>
              </a:r>
            </a:p>
            <a:p>
              <a:pPr algn="just">
                <a:lnSpc>
                  <a:spcPct val="70000"/>
                </a:lnSpc>
                <a:defRPr/>
              </a:pPr>
              <a:r>
                <a:rPr lang="en-US" altLang="zh-CN" i="1" dirty="0">
                  <a:latin typeface="Times New Roman" pitchFamily="18" charset="0"/>
                </a:rPr>
                <a:t>if t</a:t>
              </a:r>
              <a:r>
                <a:rPr lang="en-US" altLang="zh-CN" i="1" baseline="-25000" dirty="0">
                  <a:latin typeface="Times New Roman" pitchFamily="18" charset="0"/>
                </a:rPr>
                <a:t>3</a:t>
              </a:r>
              <a:r>
                <a:rPr lang="en-US" altLang="zh-CN" i="1" dirty="0">
                  <a:latin typeface="Times New Roman" pitchFamily="18" charset="0"/>
                </a:rPr>
                <a:t> </a:t>
              </a:r>
              <a:r>
                <a:rPr lang="en-US" altLang="zh-CN" dirty="0">
                  <a:latin typeface="Times New Roman" pitchFamily="18" charset="0"/>
                </a:rPr>
                <a:t>&lt; </a:t>
              </a:r>
              <a:r>
                <a:rPr lang="en-US" altLang="zh-CN" i="1" dirty="0">
                  <a:latin typeface="Times New Roman" pitchFamily="18" charset="0"/>
                </a:rPr>
                <a:t>v</a:t>
              </a:r>
              <a:r>
                <a:rPr lang="en-US" altLang="zh-CN" dirty="0">
                  <a:latin typeface="Times New Roman" pitchFamily="18" charset="0"/>
                </a:rPr>
                <a:t> </a:t>
              </a:r>
              <a:r>
                <a:rPr lang="en-US" altLang="zh-CN" i="1" dirty="0" err="1">
                  <a:latin typeface="Times New Roman" pitchFamily="18" charset="0"/>
                </a:rPr>
                <a:t>goto</a:t>
              </a:r>
              <a:r>
                <a:rPr lang="en-US" altLang="zh-CN" dirty="0">
                  <a:latin typeface="Times New Roman" pitchFamily="18" charset="0"/>
                </a:rPr>
                <a:t> </a:t>
              </a:r>
              <a:r>
                <a:rPr lang="en-US" altLang="zh-CN" i="1" dirty="0">
                  <a:latin typeface="Times New Roman" pitchFamily="18" charset="0"/>
                </a:rPr>
                <a:t>B</a:t>
              </a:r>
              <a:r>
                <a:rPr lang="en-US" altLang="zh-CN" i="1" baseline="-25000" dirty="0">
                  <a:latin typeface="Times New Roman" pitchFamily="18" charset="0"/>
                </a:rPr>
                <a:t>2</a:t>
              </a:r>
            </a:p>
          </p:txBody>
        </p:sp>
        <p:sp>
          <p:nvSpPr>
            <p:cNvPr id="55308" name="Rectangle 6">
              <a:extLst>
                <a:ext uri="{FF2B5EF4-FFF2-40B4-BE49-F238E27FC236}">
                  <a16:creationId xmlns:a16="http://schemas.microsoft.com/office/drawing/2014/main" id="{84E79249-EB76-49DA-A1E4-A9CEC068698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46713" y="195263"/>
              <a:ext cx="393700" cy="22066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0" rIns="0" bIns="0"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i="1">
                  <a:latin typeface="Times New Roman" panose="02020603050405020304" pitchFamily="18" charset="0"/>
                </a:rPr>
                <a:t>B</a:t>
              </a:r>
              <a:r>
                <a:rPr lang="en-US" altLang="zh-CN" i="1" baseline="-25000">
                  <a:latin typeface="Times New Roman" panose="02020603050405020304" pitchFamily="18" charset="0"/>
                </a:rPr>
                <a:t>1</a:t>
              </a:r>
              <a:endParaRPr lang="en-US" altLang="zh-CN" i="1">
                <a:latin typeface="Times New Roman" panose="02020603050405020304" pitchFamily="18" charset="0"/>
              </a:endParaRPr>
            </a:p>
          </p:txBody>
        </p:sp>
        <p:sp>
          <p:nvSpPr>
            <p:cNvPr id="55309" name="Rectangle 7">
              <a:extLst>
                <a:ext uri="{FF2B5EF4-FFF2-40B4-BE49-F238E27FC236}">
                  <a16:creationId xmlns:a16="http://schemas.microsoft.com/office/drawing/2014/main" id="{8375CC79-75AE-4499-9E2D-9FD2B7FE3B8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29256" y="1258888"/>
              <a:ext cx="627062" cy="3254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i="1">
                  <a:latin typeface="Times New Roman" panose="02020603050405020304" pitchFamily="18" charset="0"/>
                </a:rPr>
                <a:t>B</a:t>
              </a:r>
              <a:r>
                <a:rPr lang="en-US" altLang="zh-CN" i="1" baseline="-25000">
                  <a:latin typeface="Times New Roman" panose="02020603050405020304" pitchFamily="18" charset="0"/>
                </a:rPr>
                <a:t>2</a:t>
              </a:r>
              <a:endParaRPr lang="en-US" altLang="zh-CN" i="1">
                <a:latin typeface="Times New Roman" panose="02020603050405020304" pitchFamily="18" charset="0"/>
              </a:endParaRPr>
            </a:p>
          </p:txBody>
        </p:sp>
        <p:sp>
          <p:nvSpPr>
            <p:cNvPr id="34" name="Rectangle 8">
              <a:extLst>
                <a:ext uri="{FF2B5EF4-FFF2-40B4-BE49-F238E27FC236}">
                  <a16:creationId xmlns:a16="http://schemas.microsoft.com/office/drawing/2014/main" id="{D59C5206-FA5D-4E89-84A1-43A89B9DA66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40123" y="2500714"/>
              <a:ext cx="1711331" cy="812941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8580" tIns="27000" rIns="68580" bIns="27000"/>
            <a:lstStyle/>
            <a:p>
              <a:pPr algn="just">
                <a:lnSpc>
                  <a:spcPct val="70000"/>
                </a:lnSpc>
                <a:defRPr/>
              </a:pPr>
              <a:r>
                <a:rPr lang="en-US" altLang="zh-CN" i="1" dirty="0">
                  <a:latin typeface="Times New Roman" pitchFamily="18" charset="0"/>
                </a:rPr>
                <a:t>j </a:t>
              </a:r>
              <a:r>
                <a:rPr lang="en-US" altLang="zh-CN" dirty="0">
                  <a:latin typeface="Times New Roman" pitchFamily="18" charset="0"/>
                </a:rPr>
                <a:t>= </a:t>
              </a:r>
              <a:r>
                <a:rPr lang="en-US" altLang="zh-CN" i="1" dirty="0">
                  <a:latin typeface="Times New Roman" pitchFamily="18" charset="0"/>
                </a:rPr>
                <a:t>j </a:t>
              </a:r>
              <a:r>
                <a:rPr lang="en-US" altLang="zh-CN" dirty="0">
                  <a:latin typeface="Times New Roman" pitchFamily="18" charset="0"/>
                  <a:sym typeface="Symbol" pitchFamily="18" charset="2"/>
                </a:rPr>
                <a:t></a:t>
              </a:r>
              <a:r>
                <a:rPr lang="en-US" altLang="zh-CN" dirty="0">
                  <a:latin typeface="Times New Roman" pitchFamily="18" charset="0"/>
                </a:rPr>
                <a:t>1</a:t>
              </a:r>
            </a:p>
            <a:p>
              <a:pPr algn="just">
                <a:lnSpc>
                  <a:spcPct val="70000"/>
                </a:lnSpc>
                <a:defRPr/>
              </a:pPr>
              <a:r>
                <a:rPr lang="en-US" altLang="zh-CN" i="1" dirty="0">
                  <a:latin typeface="Times New Roman" pitchFamily="18" charset="0"/>
                </a:rPr>
                <a:t>t</a:t>
              </a:r>
              <a:r>
                <a:rPr lang="en-US" altLang="zh-CN" i="1" baseline="-25000" dirty="0">
                  <a:latin typeface="Times New Roman" pitchFamily="18" charset="0"/>
                </a:rPr>
                <a:t>4</a:t>
              </a:r>
              <a:r>
                <a:rPr lang="en-US" altLang="zh-CN" dirty="0">
                  <a:latin typeface="Times New Roman" pitchFamily="18" charset="0"/>
                </a:rPr>
                <a:t> = 4 </a:t>
              </a:r>
              <a:r>
                <a:rPr lang="en-US" altLang="zh-CN" dirty="0">
                  <a:latin typeface="宋体" pitchFamily="2" charset="-122"/>
                </a:rPr>
                <a:t>*</a:t>
              </a:r>
              <a:r>
                <a:rPr lang="en-US" altLang="zh-CN" dirty="0">
                  <a:latin typeface="Times New Roman" pitchFamily="18" charset="0"/>
                </a:rPr>
                <a:t> </a:t>
              </a:r>
              <a:r>
                <a:rPr lang="en-US" altLang="zh-CN" i="1" dirty="0">
                  <a:latin typeface="Times New Roman" pitchFamily="18" charset="0"/>
                </a:rPr>
                <a:t>j</a:t>
              </a:r>
            </a:p>
            <a:p>
              <a:pPr algn="just">
                <a:lnSpc>
                  <a:spcPct val="70000"/>
                </a:lnSpc>
                <a:defRPr/>
              </a:pPr>
              <a:r>
                <a:rPr lang="en-US" altLang="zh-CN" i="1" dirty="0">
                  <a:solidFill>
                    <a:srgbClr val="0000FF"/>
                  </a:solidFill>
                  <a:latin typeface="Times New Roman" pitchFamily="18" charset="0"/>
                </a:rPr>
                <a:t>t</a:t>
              </a:r>
              <a:r>
                <a:rPr lang="en-US" altLang="zh-CN" i="1" baseline="-25000" dirty="0">
                  <a:solidFill>
                    <a:srgbClr val="0000FF"/>
                  </a:solidFill>
                  <a:latin typeface="Times New Roman" pitchFamily="18" charset="0"/>
                </a:rPr>
                <a:t>5</a:t>
              </a:r>
              <a:r>
                <a:rPr lang="en-US" altLang="zh-CN" dirty="0">
                  <a:latin typeface="Times New Roman" pitchFamily="18" charset="0"/>
                </a:rPr>
                <a:t> = </a:t>
              </a:r>
              <a:r>
                <a:rPr lang="en-US" altLang="zh-CN" i="1" dirty="0">
                  <a:solidFill>
                    <a:srgbClr val="0000FF"/>
                  </a:solidFill>
                  <a:latin typeface="Times New Roman" pitchFamily="18" charset="0"/>
                </a:rPr>
                <a:t>a</a:t>
              </a:r>
              <a:r>
                <a:rPr lang="en-US" altLang="zh-CN" dirty="0">
                  <a:solidFill>
                    <a:srgbClr val="0000FF"/>
                  </a:solidFill>
                  <a:latin typeface="Times New Roman" pitchFamily="18" charset="0"/>
                </a:rPr>
                <a:t>[</a:t>
              </a:r>
              <a:r>
                <a:rPr lang="en-US" altLang="zh-CN" i="1" dirty="0">
                  <a:solidFill>
                    <a:srgbClr val="0000FF"/>
                  </a:solidFill>
                  <a:latin typeface="Times New Roman" pitchFamily="18" charset="0"/>
                </a:rPr>
                <a:t>t</a:t>
              </a:r>
              <a:r>
                <a:rPr lang="en-US" altLang="zh-CN" i="1" baseline="-25000" dirty="0">
                  <a:solidFill>
                    <a:srgbClr val="0000FF"/>
                  </a:solidFill>
                  <a:latin typeface="Times New Roman" pitchFamily="18" charset="0"/>
                </a:rPr>
                <a:t>4</a:t>
              </a:r>
              <a:r>
                <a:rPr lang="en-US" altLang="zh-CN" dirty="0">
                  <a:solidFill>
                    <a:srgbClr val="0000FF"/>
                  </a:solidFill>
                  <a:latin typeface="Times New Roman" pitchFamily="18" charset="0"/>
                </a:rPr>
                <a:t>]</a:t>
              </a:r>
            </a:p>
            <a:p>
              <a:pPr algn="just">
                <a:lnSpc>
                  <a:spcPct val="70000"/>
                </a:lnSpc>
                <a:defRPr/>
              </a:pPr>
              <a:r>
                <a:rPr lang="en-US" altLang="zh-CN" i="1" dirty="0">
                  <a:latin typeface="Times New Roman" pitchFamily="18" charset="0"/>
                </a:rPr>
                <a:t>if</a:t>
              </a:r>
              <a:r>
                <a:rPr lang="en-US" altLang="zh-CN" dirty="0">
                  <a:latin typeface="Times New Roman" pitchFamily="18" charset="0"/>
                </a:rPr>
                <a:t> </a:t>
              </a:r>
              <a:r>
                <a:rPr lang="en-US" altLang="zh-CN" i="1" dirty="0">
                  <a:latin typeface="Times New Roman" pitchFamily="18" charset="0"/>
                </a:rPr>
                <a:t>t</a:t>
              </a:r>
              <a:r>
                <a:rPr lang="en-US" altLang="zh-CN" i="1" baseline="-25000" dirty="0">
                  <a:latin typeface="Times New Roman" pitchFamily="18" charset="0"/>
                </a:rPr>
                <a:t>5</a:t>
              </a:r>
              <a:r>
                <a:rPr lang="en-US" altLang="zh-CN" dirty="0">
                  <a:latin typeface="Times New Roman" pitchFamily="18" charset="0"/>
                </a:rPr>
                <a:t> &gt; </a:t>
              </a:r>
              <a:r>
                <a:rPr lang="en-US" altLang="zh-CN" i="1" dirty="0">
                  <a:latin typeface="Times New Roman" pitchFamily="18" charset="0"/>
                </a:rPr>
                <a:t>v</a:t>
              </a:r>
              <a:r>
                <a:rPr lang="en-US" altLang="zh-CN" dirty="0">
                  <a:latin typeface="Times New Roman" pitchFamily="18" charset="0"/>
                </a:rPr>
                <a:t> </a:t>
              </a:r>
              <a:r>
                <a:rPr lang="en-US" altLang="zh-CN" i="1" dirty="0" err="1">
                  <a:latin typeface="Times New Roman" pitchFamily="18" charset="0"/>
                </a:rPr>
                <a:t>goto</a:t>
              </a:r>
              <a:r>
                <a:rPr lang="en-US" altLang="zh-CN" dirty="0">
                  <a:latin typeface="Times New Roman" pitchFamily="18" charset="0"/>
                </a:rPr>
                <a:t> </a:t>
              </a:r>
              <a:r>
                <a:rPr lang="en-US" altLang="zh-CN" i="1" dirty="0">
                  <a:latin typeface="Times New Roman" pitchFamily="18" charset="0"/>
                </a:rPr>
                <a:t>B</a:t>
              </a:r>
              <a:r>
                <a:rPr lang="en-US" altLang="zh-CN" i="1" baseline="-25000" dirty="0">
                  <a:latin typeface="Times New Roman" pitchFamily="18" charset="0"/>
                </a:rPr>
                <a:t>3</a:t>
              </a:r>
            </a:p>
          </p:txBody>
        </p:sp>
        <p:sp>
          <p:nvSpPr>
            <p:cNvPr id="55311" name="Line 9">
              <a:extLst>
                <a:ext uri="{FF2B5EF4-FFF2-40B4-BE49-F238E27FC236}">
                  <a16:creationId xmlns:a16="http://schemas.microsoft.com/office/drawing/2014/main" id="{EBD91243-D642-4FF9-BD71-695ED1862B9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457700" y="1035050"/>
              <a:ext cx="0" cy="315913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55312" name="Line 10">
              <a:extLst>
                <a:ext uri="{FF2B5EF4-FFF2-40B4-BE49-F238E27FC236}">
                  <a16:creationId xmlns:a16="http://schemas.microsoft.com/office/drawing/2014/main" id="{7ADF8B80-DCEA-45DE-8752-6C363E89AC5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440238" y="2184400"/>
              <a:ext cx="0" cy="315913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37" name="Rectangle 11">
              <a:extLst>
                <a:ext uri="{FF2B5EF4-FFF2-40B4-BE49-F238E27FC236}">
                  <a16:creationId xmlns:a16="http://schemas.microsoft.com/office/drawing/2014/main" id="{58BF3D16-7904-41F9-8630-8DCE79FC206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40123" y="3662966"/>
              <a:ext cx="1725618" cy="304853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7500" tIns="0" rIns="0" bIns="0"/>
            <a:lstStyle/>
            <a:p>
              <a:pPr algn="just">
                <a:lnSpc>
                  <a:spcPct val="96000"/>
                </a:lnSpc>
                <a:defRPr/>
              </a:pPr>
              <a:r>
                <a:rPr lang="en-US" altLang="zh-CN" i="1" dirty="0">
                  <a:latin typeface="Times New Roman" pitchFamily="18" charset="0"/>
                </a:rPr>
                <a:t>if</a:t>
              </a:r>
              <a:r>
                <a:rPr lang="en-US" altLang="zh-CN" dirty="0">
                  <a:latin typeface="Times New Roman" pitchFamily="18" charset="0"/>
                </a:rPr>
                <a:t> </a:t>
              </a:r>
              <a:r>
                <a:rPr lang="en-US" altLang="zh-CN" i="1">
                  <a:latin typeface="Times New Roman" pitchFamily="18" charset="0"/>
                </a:rPr>
                <a:t>i</a:t>
              </a:r>
              <a:r>
                <a:rPr lang="en-US" altLang="zh-CN" dirty="0">
                  <a:latin typeface="Times New Roman" pitchFamily="18" charset="0"/>
                </a:rPr>
                <a:t> &gt;= </a:t>
              </a:r>
              <a:r>
                <a:rPr lang="en-US" altLang="zh-CN" i="1" dirty="0">
                  <a:latin typeface="Times New Roman" pitchFamily="18" charset="0"/>
                </a:rPr>
                <a:t>j </a:t>
              </a:r>
              <a:r>
                <a:rPr lang="en-US" altLang="zh-CN" i="1" dirty="0" err="1">
                  <a:latin typeface="Times New Roman" pitchFamily="18" charset="0"/>
                </a:rPr>
                <a:t>goto</a:t>
              </a:r>
              <a:r>
                <a:rPr lang="en-US" altLang="zh-CN" dirty="0">
                  <a:latin typeface="Times New Roman" pitchFamily="18" charset="0"/>
                </a:rPr>
                <a:t> </a:t>
              </a:r>
              <a:r>
                <a:rPr lang="en-US" altLang="zh-CN" i="1" dirty="0">
                  <a:latin typeface="Times New Roman" pitchFamily="18" charset="0"/>
                </a:rPr>
                <a:t>B</a:t>
              </a:r>
              <a:r>
                <a:rPr lang="en-US" altLang="zh-CN" i="1" baseline="-25000" dirty="0">
                  <a:latin typeface="Times New Roman" pitchFamily="18" charset="0"/>
                </a:rPr>
                <a:t>6</a:t>
              </a:r>
            </a:p>
          </p:txBody>
        </p:sp>
        <p:sp>
          <p:nvSpPr>
            <p:cNvPr id="55314" name="Line 12">
              <a:extLst>
                <a:ext uri="{FF2B5EF4-FFF2-40B4-BE49-F238E27FC236}">
                  <a16:creationId xmlns:a16="http://schemas.microsoft.com/office/drawing/2014/main" id="{6DB8ADBC-2A04-4C0A-9AE1-E3A9D1B9C69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440238" y="3332163"/>
              <a:ext cx="0" cy="319087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55315" name="Rectangle 14">
              <a:extLst>
                <a:ext uri="{FF2B5EF4-FFF2-40B4-BE49-F238E27FC236}">
                  <a16:creationId xmlns:a16="http://schemas.microsoft.com/office/drawing/2014/main" id="{E44F226C-B48B-4598-A8B1-6865425AED2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46723" y="3567113"/>
              <a:ext cx="625475" cy="3238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i="1">
                  <a:latin typeface="Times New Roman" panose="02020603050405020304" pitchFamily="18" charset="0"/>
                </a:rPr>
                <a:t>B</a:t>
              </a:r>
              <a:r>
                <a:rPr lang="en-US" altLang="zh-CN" i="1" baseline="-25000">
                  <a:latin typeface="Times New Roman" panose="02020603050405020304" pitchFamily="18" charset="0"/>
                </a:rPr>
                <a:t>4</a:t>
              </a:r>
              <a:endParaRPr lang="en-US" altLang="zh-CN" i="1">
                <a:latin typeface="Times New Roman" panose="02020603050405020304" pitchFamily="18" charset="0"/>
              </a:endParaRPr>
            </a:p>
          </p:txBody>
        </p:sp>
        <p:sp>
          <p:nvSpPr>
            <p:cNvPr id="55316" name="Rectangle 15">
              <a:extLst>
                <a:ext uri="{FF2B5EF4-FFF2-40B4-BE49-F238E27FC236}">
                  <a16:creationId xmlns:a16="http://schemas.microsoft.com/office/drawing/2014/main" id="{71A94A90-3D0A-4D9B-8EE7-0BCB9BDE061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43548" y="2408238"/>
              <a:ext cx="628650" cy="3270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i="1">
                  <a:latin typeface="Times New Roman" panose="02020603050405020304" pitchFamily="18" charset="0"/>
                </a:rPr>
                <a:t>B</a:t>
              </a:r>
              <a:r>
                <a:rPr lang="en-US" altLang="zh-CN" i="1" baseline="-25000">
                  <a:latin typeface="Times New Roman" panose="02020603050405020304" pitchFamily="18" charset="0"/>
                </a:rPr>
                <a:t>3</a:t>
              </a:r>
              <a:endParaRPr lang="en-US" altLang="zh-CN" i="1">
                <a:latin typeface="Times New Roman" panose="02020603050405020304" pitchFamily="18" charset="0"/>
              </a:endParaRPr>
            </a:p>
          </p:txBody>
        </p:sp>
        <p:sp>
          <p:nvSpPr>
            <p:cNvPr id="55317" name="Rectangle 16">
              <a:extLst>
                <a:ext uri="{FF2B5EF4-FFF2-40B4-BE49-F238E27FC236}">
                  <a16:creationId xmlns:a16="http://schemas.microsoft.com/office/drawing/2014/main" id="{FF5F85DF-1AE5-4BB8-B463-3B895C952A9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71538" y="2283719"/>
              <a:ext cx="514350" cy="3254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i="1">
                  <a:latin typeface="Times New Roman" panose="02020603050405020304" pitchFamily="18" charset="0"/>
                </a:rPr>
                <a:t>B</a:t>
              </a:r>
              <a:r>
                <a:rPr lang="en-US" altLang="zh-CN" i="1" baseline="-25000">
                  <a:latin typeface="Times New Roman" panose="02020603050405020304" pitchFamily="18" charset="0"/>
                </a:rPr>
                <a:t>5</a:t>
              </a:r>
              <a:endParaRPr lang="en-US" altLang="zh-CN" i="1">
                <a:latin typeface="Times New Roman" panose="02020603050405020304" pitchFamily="18" charset="0"/>
              </a:endParaRPr>
            </a:p>
          </p:txBody>
        </p:sp>
        <p:sp>
          <p:nvSpPr>
            <p:cNvPr id="55318" name="Line 18">
              <a:extLst>
                <a:ext uri="{FF2B5EF4-FFF2-40B4-BE49-F238E27FC236}">
                  <a16:creationId xmlns:a16="http://schemas.microsoft.com/office/drawing/2014/main" id="{EB33D9E2-A7BE-4F60-A5C9-0F0F4425E03B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754313" y="3967163"/>
              <a:ext cx="1503362" cy="293687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55319" name="Line 19">
              <a:extLst>
                <a:ext uri="{FF2B5EF4-FFF2-40B4-BE49-F238E27FC236}">
                  <a16:creationId xmlns:a16="http://schemas.microsoft.com/office/drawing/2014/main" id="{46923D60-3486-4C50-9CD7-EB97C49B411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40263" y="3967163"/>
              <a:ext cx="1487487" cy="293687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55320" name="Rectangle 20">
              <a:extLst>
                <a:ext uri="{FF2B5EF4-FFF2-40B4-BE49-F238E27FC236}">
                  <a16:creationId xmlns:a16="http://schemas.microsoft.com/office/drawing/2014/main" id="{0B9735E2-5064-48BB-BE0D-4F297220841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64388" y="2067695"/>
              <a:ext cx="627062" cy="3270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i="1">
                  <a:latin typeface="Times New Roman" panose="02020603050405020304" pitchFamily="18" charset="0"/>
                </a:rPr>
                <a:t>B</a:t>
              </a:r>
              <a:r>
                <a:rPr lang="en-US" altLang="zh-CN" i="1" baseline="-25000">
                  <a:latin typeface="Times New Roman" panose="02020603050405020304" pitchFamily="18" charset="0"/>
                </a:rPr>
                <a:t>6</a:t>
              </a:r>
              <a:endParaRPr lang="en-US" altLang="zh-CN" i="1">
                <a:latin typeface="Times New Roman" panose="02020603050405020304" pitchFamily="18" charset="0"/>
              </a:endParaRPr>
            </a:p>
          </p:txBody>
        </p:sp>
        <p:sp>
          <p:nvSpPr>
            <p:cNvPr id="55321" name="Freeform 21">
              <a:extLst>
                <a:ext uri="{FF2B5EF4-FFF2-40B4-BE49-F238E27FC236}">
                  <a16:creationId xmlns:a16="http://schemas.microsoft.com/office/drawing/2014/main" id="{740651A2-EE5E-484C-BC22-3187CF6CA221}"/>
                </a:ext>
              </a:extLst>
            </p:cNvPr>
            <p:cNvSpPr>
              <a:spLocks/>
            </p:cNvSpPr>
            <p:nvPr/>
          </p:nvSpPr>
          <p:spPr bwMode="auto">
            <a:xfrm rot="367755">
              <a:off x="2913895" y="1183839"/>
              <a:ext cx="768350" cy="1097720"/>
            </a:xfrm>
            <a:custGeom>
              <a:avLst/>
              <a:gdLst>
                <a:gd name="T0" fmla="*/ 2147483646 w 722"/>
                <a:gd name="T1" fmla="*/ 2147483646 h 1447"/>
                <a:gd name="T2" fmla="*/ 2147483646 w 722"/>
                <a:gd name="T3" fmla="*/ 2147483646 h 1447"/>
                <a:gd name="T4" fmla="*/ 2147483646 w 722"/>
                <a:gd name="T5" fmla="*/ 2147483646 h 1447"/>
                <a:gd name="T6" fmla="*/ 2147483646 w 722"/>
                <a:gd name="T7" fmla="*/ 2147483646 h 1447"/>
                <a:gd name="T8" fmla="*/ 2147483646 w 722"/>
                <a:gd name="T9" fmla="*/ 2147483646 h 1447"/>
                <a:gd name="T10" fmla="*/ 2147483646 w 722"/>
                <a:gd name="T11" fmla="*/ 2147483646 h 1447"/>
                <a:gd name="T12" fmla="*/ 2147483646 w 722"/>
                <a:gd name="T13" fmla="*/ 2147483646 h 1447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722"/>
                <a:gd name="T22" fmla="*/ 0 h 1447"/>
                <a:gd name="T23" fmla="*/ 722 w 722"/>
                <a:gd name="T24" fmla="*/ 1447 h 1447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722" h="1447">
                  <a:moveTo>
                    <a:pt x="722" y="1251"/>
                  </a:moveTo>
                  <a:cubicBezTo>
                    <a:pt x="605" y="1349"/>
                    <a:pt x="489" y="1447"/>
                    <a:pt x="392" y="1447"/>
                  </a:cubicBezTo>
                  <a:cubicBezTo>
                    <a:pt x="295" y="1447"/>
                    <a:pt x="203" y="1376"/>
                    <a:pt x="138" y="1251"/>
                  </a:cubicBezTo>
                  <a:cubicBezTo>
                    <a:pt x="73" y="1126"/>
                    <a:pt x="0" y="879"/>
                    <a:pt x="3" y="697"/>
                  </a:cubicBezTo>
                  <a:cubicBezTo>
                    <a:pt x="6" y="515"/>
                    <a:pt x="83" y="272"/>
                    <a:pt x="153" y="157"/>
                  </a:cubicBezTo>
                  <a:cubicBezTo>
                    <a:pt x="223" y="42"/>
                    <a:pt x="338" y="0"/>
                    <a:pt x="423" y="7"/>
                  </a:cubicBezTo>
                  <a:cubicBezTo>
                    <a:pt x="508" y="14"/>
                    <a:pt x="612" y="161"/>
                    <a:pt x="662" y="201"/>
                  </a:cubicBezTo>
                </a:path>
              </a:pathLst>
            </a:cu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55322" name="Freeform 22">
              <a:extLst>
                <a:ext uri="{FF2B5EF4-FFF2-40B4-BE49-F238E27FC236}">
                  <a16:creationId xmlns:a16="http://schemas.microsoft.com/office/drawing/2014/main" id="{6330E9B0-854A-42DC-AF50-53A004BA062D}"/>
                </a:ext>
              </a:extLst>
            </p:cNvPr>
            <p:cNvSpPr>
              <a:spLocks/>
            </p:cNvSpPr>
            <p:nvPr/>
          </p:nvSpPr>
          <p:spPr bwMode="auto">
            <a:xfrm rot="190181">
              <a:off x="2923094" y="2346797"/>
              <a:ext cx="754062" cy="1106149"/>
            </a:xfrm>
            <a:custGeom>
              <a:avLst/>
              <a:gdLst>
                <a:gd name="T0" fmla="*/ 2147483646 w 722"/>
                <a:gd name="T1" fmla="*/ 2147483646 h 1447"/>
                <a:gd name="T2" fmla="*/ 2147483646 w 722"/>
                <a:gd name="T3" fmla="*/ 2147483646 h 1447"/>
                <a:gd name="T4" fmla="*/ 2147483646 w 722"/>
                <a:gd name="T5" fmla="*/ 2147483646 h 1447"/>
                <a:gd name="T6" fmla="*/ 2147483646 w 722"/>
                <a:gd name="T7" fmla="*/ 2147483646 h 1447"/>
                <a:gd name="T8" fmla="*/ 2147483646 w 722"/>
                <a:gd name="T9" fmla="*/ 2147483646 h 1447"/>
                <a:gd name="T10" fmla="*/ 2147483646 w 722"/>
                <a:gd name="T11" fmla="*/ 2147483646 h 1447"/>
                <a:gd name="T12" fmla="*/ 2147483646 w 722"/>
                <a:gd name="T13" fmla="*/ 2147483646 h 1447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722"/>
                <a:gd name="T22" fmla="*/ 0 h 1447"/>
                <a:gd name="T23" fmla="*/ 722 w 722"/>
                <a:gd name="T24" fmla="*/ 1447 h 1447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722" h="1447">
                  <a:moveTo>
                    <a:pt x="722" y="1251"/>
                  </a:moveTo>
                  <a:cubicBezTo>
                    <a:pt x="605" y="1349"/>
                    <a:pt x="489" y="1447"/>
                    <a:pt x="392" y="1447"/>
                  </a:cubicBezTo>
                  <a:cubicBezTo>
                    <a:pt x="295" y="1447"/>
                    <a:pt x="203" y="1376"/>
                    <a:pt x="138" y="1251"/>
                  </a:cubicBezTo>
                  <a:cubicBezTo>
                    <a:pt x="73" y="1126"/>
                    <a:pt x="0" y="879"/>
                    <a:pt x="3" y="697"/>
                  </a:cubicBezTo>
                  <a:cubicBezTo>
                    <a:pt x="6" y="515"/>
                    <a:pt x="83" y="272"/>
                    <a:pt x="153" y="157"/>
                  </a:cubicBezTo>
                  <a:cubicBezTo>
                    <a:pt x="223" y="42"/>
                    <a:pt x="338" y="0"/>
                    <a:pt x="423" y="7"/>
                  </a:cubicBezTo>
                  <a:cubicBezTo>
                    <a:pt x="508" y="14"/>
                    <a:pt x="612" y="161"/>
                    <a:pt x="662" y="201"/>
                  </a:cubicBezTo>
                </a:path>
              </a:pathLst>
            </a:cu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49" name="Rectangle 35">
              <a:extLst>
                <a:ext uri="{FF2B5EF4-FFF2-40B4-BE49-F238E27FC236}">
                  <a16:creationId xmlns:a16="http://schemas.microsoft.com/office/drawing/2014/main" id="{9F5BAAE9-808E-49D4-8FD6-F682052293B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192832" y="2424501"/>
              <a:ext cx="1308105" cy="2214947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8580" tIns="0" rIns="68580" bIns="0"/>
            <a:lstStyle/>
            <a:p>
              <a:pPr algn="just">
                <a:lnSpc>
                  <a:spcPct val="96000"/>
                </a:lnSpc>
                <a:defRPr/>
              </a:pPr>
              <a:r>
                <a:rPr lang="en-US" altLang="zh-CN" i="1" dirty="0">
                  <a:latin typeface="Times New Roman" pitchFamily="18" charset="0"/>
                </a:rPr>
                <a:t>t</a:t>
              </a:r>
              <a:r>
                <a:rPr lang="en-US" altLang="zh-CN" i="1" baseline="-30000" dirty="0">
                  <a:latin typeface="Times New Roman" pitchFamily="18" charset="0"/>
                </a:rPr>
                <a:t>11</a:t>
              </a:r>
              <a:r>
                <a:rPr lang="en-US" altLang="zh-CN" dirty="0">
                  <a:latin typeface="Times New Roman" pitchFamily="18" charset="0"/>
                </a:rPr>
                <a:t> = 4 </a:t>
              </a:r>
              <a:r>
                <a:rPr lang="en-US" altLang="zh-CN" dirty="0">
                  <a:latin typeface="宋体" pitchFamily="2" charset="-122"/>
                </a:rPr>
                <a:t>*</a:t>
              </a:r>
              <a:r>
                <a:rPr lang="en-US" altLang="zh-CN" dirty="0">
                  <a:latin typeface="Times New Roman" pitchFamily="18" charset="0"/>
                </a:rPr>
                <a:t> </a:t>
              </a:r>
              <a:r>
                <a:rPr lang="en-US" altLang="zh-CN" i="1" dirty="0" err="1">
                  <a:latin typeface="Times New Roman" pitchFamily="18" charset="0"/>
                </a:rPr>
                <a:t>i</a:t>
              </a:r>
              <a:endParaRPr lang="en-US" altLang="zh-CN" i="1" dirty="0">
                <a:latin typeface="Times New Roman" pitchFamily="18" charset="0"/>
              </a:endParaRPr>
            </a:p>
            <a:p>
              <a:pPr algn="just">
                <a:lnSpc>
                  <a:spcPct val="96000"/>
                </a:lnSpc>
                <a:defRPr/>
              </a:pPr>
              <a:r>
                <a:rPr lang="en-US" altLang="zh-CN" i="1" dirty="0">
                  <a:latin typeface="Times New Roman" pitchFamily="18" charset="0"/>
                </a:rPr>
                <a:t>x</a:t>
              </a:r>
              <a:r>
                <a:rPr lang="en-US" altLang="zh-CN" dirty="0">
                  <a:latin typeface="Times New Roman" pitchFamily="18" charset="0"/>
                </a:rPr>
                <a:t> = </a:t>
              </a:r>
              <a:r>
                <a:rPr lang="en-US" altLang="zh-CN" i="1" dirty="0">
                  <a:latin typeface="Times New Roman" pitchFamily="18" charset="0"/>
                </a:rPr>
                <a:t>a</a:t>
              </a:r>
              <a:r>
                <a:rPr lang="en-US" altLang="zh-CN" dirty="0">
                  <a:latin typeface="Times New Roman" pitchFamily="18" charset="0"/>
                </a:rPr>
                <a:t>[</a:t>
              </a:r>
              <a:r>
                <a:rPr lang="en-US" altLang="zh-CN" i="1" dirty="0">
                  <a:latin typeface="Times New Roman" pitchFamily="18" charset="0"/>
                </a:rPr>
                <a:t>t</a:t>
              </a:r>
              <a:r>
                <a:rPr lang="en-US" altLang="zh-CN" i="1" baseline="-30000" dirty="0">
                  <a:latin typeface="Times New Roman" pitchFamily="18" charset="0"/>
                </a:rPr>
                <a:t>11</a:t>
              </a:r>
              <a:r>
                <a:rPr lang="en-US" altLang="zh-CN" dirty="0">
                  <a:latin typeface="Times New Roman" pitchFamily="18" charset="0"/>
                </a:rPr>
                <a:t>]</a:t>
              </a:r>
            </a:p>
            <a:p>
              <a:pPr algn="just">
                <a:lnSpc>
                  <a:spcPct val="96000"/>
                </a:lnSpc>
                <a:defRPr/>
              </a:pPr>
              <a:r>
                <a:rPr lang="en-US" altLang="zh-CN" i="1" dirty="0">
                  <a:latin typeface="Times New Roman" pitchFamily="18" charset="0"/>
                </a:rPr>
                <a:t>t</a:t>
              </a:r>
              <a:r>
                <a:rPr lang="en-US" altLang="zh-CN" i="1" baseline="-30000" dirty="0">
                  <a:latin typeface="Times New Roman" pitchFamily="18" charset="0"/>
                </a:rPr>
                <a:t>12</a:t>
              </a:r>
              <a:r>
                <a:rPr lang="en-US" altLang="zh-CN" i="1" dirty="0">
                  <a:latin typeface="Times New Roman" pitchFamily="18" charset="0"/>
                </a:rPr>
                <a:t> </a:t>
              </a:r>
              <a:r>
                <a:rPr lang="en-US" altLang="zh-CN" dirty="0">
                  <a:latin typeface="Times New Roman" pitchFamily="18" charset="0"/>
                </a:rPr>
                <a:t>= 4 </a:t>
              </a:r>
              <a:r>
                <a:rPr lang="en-US" altLang="zh-CN" dirty="0">
                  <a:latin typeface="宋体" pitchFamily="2" charset="-122"/>
                </a:rPr>
                <a:t>*</a:t>
              </a:r>
              <a:r>
                <a:rPr lang="en-US" altLang="zh-CN" dirty="0">
                  <a:latin typeface="Times New Roman" pitchFamily="18" charset="0"/>
                </a:rPr>
                <a:t> </a:t>
              </a:r>
              <a:r>
                <a:rPr lang="en-US" altLang="zh-CN" i="1" dirty="0" err="1">
                  <a:latin typeface="Times New Roman" pitchFamily="18" charset="0"/>
                </a:rPr>
                <a:t>i</a:t>
              </a:r>
              <a:r>
                <a:rPr lang="en-US" altLang="zh-CN" dirty="0">
                  <a:latin typeface="Times New Roman" pitchFamily="18" charset="0"/>
                </a:rPr>
                <a:t> </a:t>
              </a:r>
            </a:p>
            <a:p>
              <a:pPr algn="just">
                <a:lnSpc>
                  <a:spcPct val="96000"/>
                </a:lnSpc>
                <a:defRPr/>
              </a:pPr>
              <a:r>
                <a:rPr lang="en-US" altLang="zh-CN" i="1" dirty="0">
                  <a:latin typeface="Times New Roman" pitchFamily="18" charset="0"/>
                </a:rPr>
                <a:t>t</a:t>
              </a:r>
              <a:r>
                <a:rPr lang="en-US" altLang="zh-CN" i="1" baseline="-30000" dirty="0">
                  <a:latin typeface="Times New Roman" pitchFamily="18" charset="0"/>
                </a:rPr>
                <a:t>13</a:t>
              </a:r>
              <a:r>
                <a:rPr lang="en-US" altLang="zh-CN" dirty="0">
                  <a:latin typeface="Times New Roman" pitchFamily="18" charset="0"/>
                </a:rPr>
                <a:t> = 4 </a:t>
              </a:r>
              <a:r>
                <a:rPr lang="en-US" altLang="zh-CN" dirty="0">
                  <a:latin typeface="宋体" pitchFamily="2" charset="-122"/>
                </a:rPr>
                <a:t>*</a:t>
              </a:r>
              <a:r>
                <a:rPr lang="en-US" altLang="zh-CN" dirty="0">
                  <a:latin typeface="Times New Roman" pitchFamily="18" charset="0"/>
                </a:rPr>
                <a:t> n</a:t>
              </a:r>
            </a:p>
            <a:p>
              <a:pPr algn="just">
                <a:lnSpc>
                  <a:spcPct val="96000"/>
                </a:lnSpc>
                <a:defRPr/>
              </a:pPr>
              <a:r>
                <a:rPr lang="en-US" altLang="zh-CN" i="1" dirty="0">
                  <a:latin typeface="Times New Roman" pitchFamily="18" charset="0"/>
                </a:rPr>
                <a:t>t</a:t>
              </a:r>
              <a:r>
                <a:rPr lang="en-US" altLang="zh-CN" i="1" baseline="-30000" dirty="0">
                  <a:latin typeface="Times New Roman" pitchFamily="18" charset="0"/>
                </a:rPr>
                <a:t>14</a:t>
              </a:r>
              <a:r>
                <a:rPr lang="en-US" altLang="zh-CN" dirty="0">
                  <a:latin typeface="Times New Roman" pitchFamily="18" charset="0"/>
                </a:rPr>
                <a:t> = </a:t>
              </a:r>
              <a:r>
                <a:rPr lang="en-US" altLang="zh-CN" i="1" dirty="0">
                  <a:latin typeface="Times New Roman" pitchFamily="18" charset="0"/>
                </a:rPr>
                <a:t>a</a:t>
              </a:r>
              <a:r>
                <a:rPr lang="en-US" altLang="zh-CN" dirty="0">
                  <a:latin typeface="Times New Roman" pitchFamily="18" charset="0"/>
                </a:rPr>
                <a:t>[</a:t>
              </a:r>
              <a:r>
                <a:rPr lang="en-US" altLang="zh-CN" i="1" dirty="0">
                  <a:latin typeface="Times New Roman" pitchFamily="18" charset="0"/>
                </a:rPr>
                <a:t>t</a:t>
              </a:r>
              <a:r>
                <a:rPr lang="en-US" altLang="zh-CN" i="1" baseline="-30000" dirty="0">
                  <a:latin typeface="Times New Roman" pitchFamily="18" charset="0"/>
                </a:rPr>
                <a:t>13</a:t>
              </a:r>
              <a:r>
                <a:rPr lang="en-US" altLang="zh-CN" dirty="0">
                  <a:latin typeface="Times New Roman" pitchFamily="18" charset="0"/>
                </a:rPr>
                <a:t>]</a:t>
              </a:r>
            </a:p>
            <a:p>
              <a:pPr algn="just">
                <a:lnSpc>
                  <a:spcPct val="96000"/>
                </a:lnSpc>
                <a:defRPr/>
              </a:pPr>
              <a:r>
                <a:rPr lang="en-US" altLang="zh-CN" i="1" dirty="0">
                  <a:latin typeface="Times New Roman" pitchFamily="18" charset="0"/>
                </a:rPr>
                <a:t>a</a:t>
              </a:r>
              <a:r>
                <a:rPr lang="en-US" altLang="zh-CN" dirty="0">
                  <a:latin typeface="Times New Roman" pitchFamily="18" charset="0"/>
                </a:rPr>
                <a:t>[</a:t>
              </a:r>
              <a:r>
                <a:rPr lang="en-US" altLang="zh-CN" i="1" dirty="0">
                  <a:latin typeface="Times New Roman" pitchFamily="18" charset="0"/>
                </a:rPr>
                <a:t>t</a:t>
              </a:r>
              <a:r>
                <a:rPr lang="en-US" altLang="zh-CN" i="1" baseline="-30000" dirty="0">
                  <a:latin typeface="Times New Roman" pitchFamily="18" charset="0"/>
                </a:rPr>
                <a:t>12</a:t>
              </a:r>
              <a:r>
                <a:rPr lang="en-US" altLang="zh-CN" dirty="0">
                  <a:latin typeface="Times New Roman" pitchFamily="18" charset="0"/>
                </a:rPr>
                <a:t>] = </a:t>
              </a:r>
              <a:r>
                <a:rPr lang="en-US" altLang="zh-CN" i="1" dirty="0">
                  <a:latin typeface="Times New Roman" pitchFamily="18" charset="0"/>
                </a:rPr>
                <a:t>t</a:t>
              </a:r>
              <a:r>
                <a:rPr lang="en-US" altLang="zh-CN" i="1" baseline="-30000" dirty="0">
                  <a:latin typeface="Times New Roman" pitchFamily="18" charset="0"/>
                </a:rPr>
                <a:t>14</a:t>
              </a:r>
              <a:endParaRPr lang="en-US" altLang="zh-CN" i="1" dirty="0">
                <a:latin typeface="Times New Roman" pitchFamily="18" charset="0"/>
              </a:endParaRPr>
            </a:p>
            <a:p>
              <a:pPr algn="just">
                <a:lnSpc>
                  <a:spcPct val="96000"/>
                </a:lnSpc>
                <a:defRPr/>
              </a:pPr>
              <a:r>
                <a:rPr lang="en-US" altLang="zh-CN" i="1" dirty="0">
                  <a:latin typeface="Times New Roman" pitchFamily="18" charset="0"/>
                </a:rPr>
                <a:t>t</a:t>
              </a:r>
              <a:r>
                <a:rPr lang="en-US" altLang="zh-CN" i="1" baseline="-30000" dirty="0">
                  <a:latin typeface="Times New Roman" pitchFamily="18" charset="0"/>
                </a:rPr>
                <a:t>15</a:t>
              </a:r>
              <a:r>
                <a:rPr lang="en-US" altLang="zh-CN" dirty="0">
                  <a:latin typeface="Times New Roman" pitchFamily="18" charset="0"/>
                </a:rPr>
                <a:t> = 4 </a:t>
              </a:r>
              <a:r>
                <a:rPr lang="en-US" altLang="zh-CN" dirty="0">
                  <a:latin typeface="宋体" pitchFamily="2" charset="-122"/>
                </a:rPr>
                <a:t>*</a:t>
              </a:r>
              <a:r>
                <a:rPr lang="en-US" altLang="zh-CN" dirty="0">
                  <a:latin typeface="Times New Roman" pitchFamily="18" charset="0"/>
                </a:rPr>
                <a:t> </a:t>
              </a:r>
              <a:r>
                <a:rPr lang="en-US" altLang="zh-CN" i="1" dirty="0">
                  <a:latin typeface="Times New Roman" pitchFamily="18" charset="0"/>
                </a:rPr>
                <a:t>n</a:t>
              </a:r>
              <a:r>
                <a:rPr lang="en-US" altLang="zh-CN" dirty="0">
                  <a:latin typeface="Times New Roman" pitchFamily="18" charset="0"/>
                </a:rPr>
                <a:t> </a:t>
              </a:r>
            </a:p>
            <a:p>
              <a:pPr algn="just">
                <a:lnSpc>
                  <a:spcPct val="96000"/>
                </a:lnSpc>
                <a:defRPr/>
              </a:pPr>
              <a:r>
                <a:rPr lang="en-US" altLang="zh-CN" i="1" dirty="0">
                  <a:latin typeface="Times New Roman" pitchFamily="18" charset="0"/>
                </a:rPr>
                <a:t>a</a:t>
              </a:r>
              <a:r>
                <a:rPr lang="en-US" altLang="zh-CN" dirty="0">
                  <a:latin typeface="Times New Roman" pitchFamily="18" charset="0"/>
                </a:rPr>
                <a:t>[</a:t>
              </a:r>
              <a:r>
                <a:rPr lang="en-US" altLang="zh-CN" i="1" dirty="0">
                  <a:latin typeface="Times New Roman" pitchFamily="18" charset="0"/>
                </a:rPr>
                <a:t>t</a:t>
              </a:r>
              <a:r>
                <a:rPr lang="en-US" altLang="zh-CN" i="1" baseline="-30000" dirty="0">
                  <a:latin typeface="Times New Roman" pitchFamily="18" charset="0"/>
                </a:rPr>
                <a:t>15</a:t>
              </a:r>
              <a:r>
                <a:rPr lang="en-US" altLang="zh-CN" dirty="0">
                  <a:latin typeface="Times New Roman" pitchFamily="18" charset="0"/>
                </a:rPr>
                <a:t>] = </a:t>
              </a:r>
              <a:r>
                <a:rPr lang="en-US" altLang="zh-CN" i="1" dirty="0">
                  <a:latin typeface="Times New Roman" pitchFamily="18" charset="0"/>
                </a:rPr>
                <a:t>x</a:t>
              </a:r>
              <a:r>
                <a:rPr lang="en-US" altLang="zh-CN" dirty="0">
                  <a:latin typeface="Times New Roman" pitchFamily="18" charset="0"/>
                </a:rPr>
                <a:t> </a:t>
              </a:r>
            </a:p>
          </p:txBody>
        </p:sp>
      </p:grpSp>
      <p:sp>
        <p:nvSpPr>
          <p:cNvPr id="26" name="任意多边形 25">
            <a:extLst>
              <a:ext uri="{FF2B5EF4-FFF2-40B4-BE49-F238E27FC236}">
                <a16:creationId xmlns:a16="http://schemas.microsoft.com/office/drawing/2014/main" id="{5959562B-6547-43E8-AEFD-C511C2F01C28}"/>
              </a:ext>
            </a:extLst>
          </p:cNvPr>
          <p:cNvSpPr/>
          <p:nvPr/>
        </p:nvSpPr>
        <p:spPr>
          <a:xfrm>
            <a:off x="946150" y="793750"/>
            <a:ext cx="2874963" cy="4319588"/>
          </a:xfrm>
          <a:custGeom>
            <a:avLst/>
            <a:gdLst>
              <a:gd name="connsiteX0" fmla="*/ 807738 w 2874532"/>
              <a:gd name="connsiteY0" fmla="*/ 3903406 h 4319190"/>
              <a:gd name="connsiteX1" fmla="*/ 143858 w 2874532"/>
              <a:gd name="connsiteY1" fmla="*/ 3991088 h 4319190"/>
              <a:gd name="connsiteX2" fmla="*/ 269119 w 2874532"/>
              <a:gd name="connsiteY2" fmla="*/ 295910 h 4319190"/>
              <a:gd name="connsiteX3" fmla="*/ 2874532 w 2874532"/>
              <a:gd name="connsiteY3" fmla="*/ 496327 h 43191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74532" h="4319190">
                <a:moveTo>
                  <a:pt x="807738" y="3903406"/>
                </a:moveTo>
                <a:cubicBezTo>
                  <a:pt x="520683" y="4247871"/>
                  <a:pt x="233628" y="4592337"/>
                  <a:pt x="143858" y="3991088"/>
                </a:cubicBezTo>
                <a:cubicBezTo>
                  <a:pt x="54088" y="3389839"/>
                  <a:pt x="-185993" y="878370"/>
                  <a:pt x="269119" y="295910"/>
                </a:cubicBezTo>
                <a:cubicBezTo>
                  <a:pt x="724231" y="-286550"/>
                  <a:pt x="1799381" y="104888"/>
                  <a:pt x="2874532" y="496327"/>
                </a:cubicBezTo>
              </a:path>
            </a:pathLst>
          </a:custGeom>
          <a:noFill/>
          <a:ln w="25400">
            <a:solidFill>
              <a:schemeClr val="tx1"/>
            </a:solidFill>
            <a:tailEnd type="stealth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zh-CN" altLang="en-US"/>
          </a:p>
        </p:txBody>
      </p:sp>
      <p:sp>
        <p:nvSpPr>
          <p:cNvPr id="55303" name="Rectangle 24">
            <a:extLst>
              <a:ext uri="{FF2B5EF4-FFF2-40B4-BE49-F238E27FC236}">
                <a16:creationId xmlns:a16="http://schemas.microsoft.com/office/drawing/2014/main" id="{2688B344-9F56-4635-A827-DCBE4A0DF1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93838" y="2205038"/>
            <a:ext cx="1292225" cy="2484437"/>
          </a:xfrm>
          <a:prstGeom prst="rect">
            <a:avLst/>
          </a:prstGeom>
          <a:noFill/>
          <a:ln w="38100">
            <a:solidFill>
              <a:srgbClr val="FF0000"/>
            </a:solidFill>
            <a:prstDash val="lgDash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68580" tIns="34290" rIns="68580" bIns="34290" anchor="ctr"/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>
              <a:cs typeface="楷体_GB2312" charset="0"/>
            </a:endParaRPr>
          </a:p>
        </p:txBody>
      </p: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43319BBD-9D82-4100-B498-553AF1C59516}"/>
              </a:ext>
            </a:extLst>
          </p:cNvPr>
          <p:cNvCxnSpPr/>
          <p:nvPr/>
        </p:nvCxnSpPr>
        <p:spPr>
          <a:xfrm>
            <a:off x="1954213" y="2543469"/>
            <a:ext cx="601662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271C3603-1923-4BE2-AFA7-A8F73AFAA488}"/>
              </a:ext>
            </a:extLst>
          </p:cNvPr>
          <p:cNvCxnSpPr/>
          <p:nvPr/>
        </p:nvCxnSpPr>
        <p:spPr>
          <a:xfrm>
            <a:off x="1960759" y="2806504"/>
            <a:ext cx="601662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 nodeType="clickPar">
                      <p:stCondLst>
                        <p:cond delay="indefinite"/>
                      </p:stCondLst>
                      <p:childTnLst>
                        <p:par>
                          <p:cTn id="1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138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91138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91138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91138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53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1384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911384">
                                            <p:bg/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911384">
                                            <p:bg/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911384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 nodeType="clickPar">
                      <p:stCondLst>
                        <p:cond delay="indefinite"/>
                      </p:stCondLst>
                      <p:childTnLst>
                        <p:par>
                          <p:cTn id="3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1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138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91138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91138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91138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 nodeType="clickPar">
                      <p:stCondLst>
                        <p:cond delay="indefinite"/>
                      </p:stCondLst>
                      <p:childTnLst>
                        <p:par>
                          <p:cTn id="3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8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138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91138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91138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91138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138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91138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91138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91138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 nodeType="clickPar">
                      <p:stCondLst>
                        <p:cond delay="indefinite"/>
                      </p:stCondLst>
                      <p:childTnLst>
                        <p:par>
                          <p:cTn id="5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2" presetID="53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53" dur="500"/>
                                        <p:tgtEl>
                                          <p:spTgt spid="4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500"/>
                                        <p:tgtEl>
                                          <p:spTgt spid="4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55" dur="500"/>
                                        <p:tgtEl>
                                          <p:spTgt spid="4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53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58" dur="500"/>
                                        <p:tgtEl>
                                          <p:spTgt spid="4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500"/>
                                        <p:tgtEl>
                                          <p:spTgt spid="4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60" dur="500"/>
                                        <p:tgtEl>
                                          <p:spTgt spid="4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" presetID="53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63" dur="500"/>
                                        <p:tgtEl>
                                          <p:spTgt spid="4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500"/>
                                        <p:tgtEl>
                                          <p:spTgt spid="4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65" dur="500"/>
                                        <p:tgtEl>
                                          <p:spTgt spid="4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53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68" dur="500"/>
                                        <p:tgtEl>
                                          <p:spTgt spid="4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500"/>
                                        <p:tgtEl>
                                          <p:spTgt spid="4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70" dur="500"/>
                                        <p:tgtEl>
                                          <p:spTgt spid="4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2" presetID="53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73" dur="500"/>
                                        <p:tgtEl>
                                          <p:spTgt spid="4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500"/>
                                        <p:tgtEl>
                                          <p:spTgt spid="4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75" dur="500"/>
                                        <p:tgtEl>
                                          <p:spTgt spid="4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53" presetClass="exit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78" dur="500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500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80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2" presetID="53" presetClass="exit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83" dur="500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500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85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11384" grpId="0" build="allAtOnce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4">
            <a:extLst>
              <a:ext uri="{FF2B5EF4-FFF2-40B4-BE49-F238E27FC236}">
                <a16:creationId xmlns:a16="http://schemas.microsoft.com/office/drawing/2014/main" id="{7D7FCFB7-3B6F-44A7-9235-885CEA2941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15063" y="842963"/>
            <a:ext cx="1241425" cy="1133475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w="25400">
            <a:solidFill>
              <a:schemeClr val="tx1"/>
            </a:solidFill>
            <a:prstDash val="lgDash"/>
            <a:miter lim="800000"/>
            <a:headEnd/>
            <a:tailEnd/>
          </a:ln>
        </p:spPr>
        <p:txBody>
          <a:bodyPr lIns="68580" tIns="0" rIns="68580" bIns="0"/>
          <a:lstStyle/>
          <a:p>
            <a:pPr algn="just">
              <a:lnSpc>
                <a:spcPct val="96000"/>
              </a:lnSpc>
              <a:defRPr/>
            </a:pPr>
            <a:r>
              <a:rPr lang="en-US" altLang="zh-CN" i="1" dirty="0">
                <a:latin typeface="Times New Roman" pitchFamily="18" charset="0"/>
              </a:rPr>
              <a:t>x</a:t>
            </a:r>
            <a:r>
              <a:rPr lang="en-US" altLang="zh-CN" dirty="0">
                <a:latin typeface="Times New Roman" pitchFamily="18" charset="0"/>
              </a:rPr>
              <a:t> = </a:t>
            </a:r>
            <a:r>
              <a:rPr lang="en-US" altLang="zh-CN" i="1" dirty="0">
                <a:solidFill>
                  <a:srgbClr val="FF0000"/>
                </a:solidFill>
                <a:latin typeface="Times New Roman" pitchFamily="18" charset="0"/>
              </a:rPr>
              <a:t>t</a:t>
            </a:r>
            <a:r>
              <a:rPr lang="en-US" altLang="zh-CN" i="1" baseline="-25000" dirty="0">
                <a:solidFill>
                  <a:srgbClr val="FF0000"/>
                </a:solidFill>
                <a:latin typeface="Times New Roman" pitchFamily="18" charset="0"/>
              </a:rPr>
              <a:t>3</a:t>
            </a:r>
            <a:endParaRPr lang="en-US" altLang="zh-CN" i="1" dirty="0">
              <a:solidFill>
                <a:srgbClr val="FF0000"/>
              </a:solidFill>
              <a:latin typeface="Times New Roman" pitchFamily="18" charset="0"/>
            </a:endParaRPr>
          </a:p>
          <a:p>
            <a:pPr algn="just">
              <a:lnSpc>
                <a:spcPct val="96000"/>
              </a:lnSpc>
              <a:defRPr/>
            </a:pPr>
            <a:r>
              <a:rPr lang="en-US" altLang="zh-CN" i="1" dirty="0">
                <a:latin typeface="Times New Roman" pitchFamily="18" charset="0"/>
              </a:rPr>
              <a:t>a</a:t>
            </a:r>
            <a:r>
              <a:rPr lang="en-US" altLang="zh-CN" dirty="0">
                <a:latin typeface="Times New Roman" pitchFamily="18" charset="0"/>
              </a:rPr>
              <a:t>[</a:t>
            </a:r>
            <a:r>
              <a:rPr lang="en-US" altLang="zh-CN" i="1" dirty="0">
                <a:latin typeface="Times New Roman" pitchFamily="18" charset="0"/>
              </a:rPr>
              <a:t>t</a:t>
            </a:r>
            <a:r>
              <a:rPr lang="en-US" altLang="zh-CN" i="1" baseline="-25000" dirty="0">
                <a:latin typeface="Times New Roman" pitchFamily="18" charset="0"/>
              </a:rPr>
              <a:t>2</a:t>
            </a:r>
            <a:r>
              <a:rPr lang="en-US" altLang="zh-CN" dirty="0">
                <a:latin typeface="Times New Roman" pitchFamily="18" charset="0"/>
              </a:rPr>
              <a:t>] =</a:t>
            </a:r>
            <a:r>
              <a:rPr lang="en-US" altLang="zh-CN" dirty="0">
                <a:solidFill>
                  <a:srgbClr val="FF0000"/>
                </a:solidFill>
                <a:latin typeface="Times New Roman" pitchFamily="18" charset="0"/>
              </a:rPr>
              <a:t> </a:t>
            </a:r>
            <a:r>
              <a:rPr lang="en-US" altLang="zh-CN" i="1" dirty="0">
                <a:solidFill>
                  <a:srgbClr val="FF0000"/>
                </a:solidFill>
                <a:latin typeface="Times New Roman" pitchFamily="18" charset="0"/>
              </a:rPr>
              <a:t>t</a:t>
            </a:r>
            <a:r>
              <a:rPr lang="en-US" altLang="zh-CN" i="1" baseline="-25000" dirty="0">
                <a:solidFill>
                  <a:srgbClr val="FF0000"/>
                </a:solidFill>
                <a:latin typeface="Times New Roman" pitchFamily="18" charset="0"/>
              </a:rPr>
              <a:t>5</a:t>
            </a:r>
            <a:endParaRPr lang="en-US" altLang="zh-CN" i="1" dirty="0">
              <a:solidFill>
                <a:srgbClr val="FF0000"/>
              </a:solidFill>
              <a:latin typeface="Times New Roman" pitchFamily="18" charset="0"/>
            </a:endParaRPr>
          </a:p>
          <a:p>
            <a:pPr algn="just">
              <a:lnSpc>
                <a:spcPct val="96000"/>
              </a:lnSpc>
              <a:defRPr/>
            </a:pPr>
            <a:r>
              <a:rPr lang="en-US" altLang="zh-CN" i="1" dirty="0">
                <a:latin typeface="Times New Roman" pitchFamily="18" charset="0"/>
              </a:rPr>
              <a:t>a</a:t>
            </a:r>
            <a:r>
              <a:rPr lang="en-US" altLang="zh-CN" dirty="0">
                <a:latin typeface="Times New Roman" pitchFamily="18" charset="0"/>
              </a:rPr>
              <a:t>[</a:t>
            </a:r>
            <a:r>
              <a:rPr lang="en-US" altLang="zh-CN" i="1" dirty="0">
                <a:latin typeface="Times New Roman" pitchFamily="18" charset="0"/>
              </a:rPr>
              <a:t>t</a:t>
            </a:r>
            <a:r>
              <a:rPr lang="en-US" altLang="zh-CN" i="1" baseline="-25000" dirty="0">
                <a:latin typeface="Times New Roman" pitchFamily="18" charset="0"/>
              </a:rPr>
              <a:t>4</a:t>
            </a:r>
            <a:r>
              <a:rPr lang="en-US" altLang="zh-CN" dirty="0">
                <a:latin typeface="Times New Roman" pitchFamily="18" charset="0"/>
              </a:rPr>
              <a:t>] = </a:t>
            </a:r>
            <a:r>
              <a:rPr lang="en-US" altLang="zh-CN" i="1" dirty="0">
                <a:latin typeface="Times New Roman" pitchFamily="18" charset="0"/>
              </a:rPr>
              <a:t>x</a:t>
            </a:r>
          </a:p>
          <a:p>
            <a:pPr algn="just">
              <a:lnSpc>
                <a:spcPct val="96000"/>
              </a:lnSpc>
              <a:defRPr/>
            </a:pPr>
            <a:r>
              <a:rPr lang="en-US" altLang="zh-CN" dirty="0" err="1">
                <a:latin typeface="Times New Roman" pitchFamily="18" charset="0"/>
              </a:rPr>
              <a:t>goto</a:t>
            </a:r>
            <a:r>
              <a:rPr lang="en-US" altLang="zh-CN" dirty="0">
                <a:latin typeface="Times New Roman" pitchFamily="18" charset="0"/>
              </a:rPr>
              <a:t> </a:t>
            </a:r>
            <a:r>
              <a:rPr lang="en-US" altLang="zh-CN" i="1" dirty="0">
                <a:latin typeface="Times New Roman" pitchFamily="18" charset="0"/>
              </a:rPr>
              <a:t>B</a:t>
            </a:r>
            <a:r>
              <a:rPr lang="en-US" altLang="zh-CN" baseline="-25000" dirty="0">
                <a:latin typeface="Times New Roman" pitchFamily="18" charset="0"/>
              </a:rPr>
              <a:t>2</a:t>
            </a:r>
          </a:p>
        </p:txBody>
      </p:sp>
      <p:sp>
        <p:nvSpPr>
          <p:cNvPr id="44" name="Rectangle 35">
            <a:extLst>
              <a:ext uri="{FF2B5EF4-FFF2-40B4-BE49-F238E27FC236}">
                <a16:creationId xmlns:a16="http://schemas.microsoft.com/office/drawing/2014/main" id="{6B529B6E-0567-401F-82F1-3EDD6F88339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92838" y="2427288"/>
            <a:ext cx="1308100" cy="221456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lIns="68580" tIns="0" rIns="68580" bIns="0"/>
          <a:lstStyle/>
          <a:p>
            <a:pPr algn="just">
              <a:lnSpc>
                <a:spcPct val="96000"/>
              </a:lnSpc>
              <a:defRPr/>
            </a:pPr>
            <a:r>
              <a:rPr lang="en-US" altLang="zh-CN" i="1" dirty="0">
                <a:latin typeface="Times New Roman" pitchFamily="18" charset="0"/>
              </a:rPr>
              <a:t>t</a:t>
            </a:r>
            <a:r>
              <a:rPr lang="en-US" altLang="zh-CN" i="1" baseline="-30000" dirty="0">
                <a:latin typeface="Times New Roman" pitchFamily="18" charset="0"/>
              </a:rPr>
              <a:t>11</a:t>
            </a:r>
            <a:r>
              <a:rPr lang="en-US" altLang="zh-CN" dirty="0">
                <a:latin typeface="Times New Roman" pitchFamily="18" charset="0"/>
              </a:rPr>
              <a:t> = 4 </a:t>
            </a:r>
            <a:r>
              <a:rPr lang="en-US" altLang="zh-CN" dirty="0">
                <a:latin typeface="宋体" pitchFamily="2" charset="-122"/>
              </a:rPr>
              <a:t>*</a:t>
            </a:r>
            <a:r>
              <a:rPr lang="en-US" altLang="zh-CN" dirty="0">
                <a:latin typeface="Times New Roman" pitchFamily="18" charset="0"/>
              </a:rPr>
              <a:t> </a:t>
            </a:r>
            <a:r>
              <a:rPr lang="en-US" altLang="zh-CN" i="1">
                <a:latin typeface="Times New Roman" pitchFamily="18" charset="0"/>
              </a:rPr>
              <a:t>i</a:t>
            </a:r>
            <a:endParaRPr lang="en-US" altLang="zh-CN" i="1" dirty="0">
              <a:latin typeface="Times New Roman" pitchFamily="18" charset="0"/>
            </a:endParaRPr>
          </a:p>
          <a:p>
            <a:pPr algn="just">
              <a:lnSpc>
                <a:spcPct val="96000"/>
              </a:lnSpc>
              <a:defRPr/>
            </a:pPr>
            <a:r>
              <a:rPr lang="en-US" altLang="zh-CN" i="1" dirty="0">
                <a:latin typeface="Times New Roman" pitchFamily="18" charset="0"/>
              </a:rPr>
              <a:t>x</a:t>
            </a:r>
            <a:r>
              <a:rPr lang="en-US" altLang="zh-CN" dirty="0">
                <a:latin typeface="Times New Roman" pitchFamily="18" charset="0"/>
              </a:rPr>
              <a:t> = </a:t>
            </a:r>
            <a:r>
              <a:rPr lang="en-US" altLang="zh-CN" i="1" dirty="0">
                <a:latin typeface="Times New Roman" pitchFamily="18" charset="0"/>
              </a:rPr>
              <a:t>a</a:t>
            </a:r>
            <a:r>
              <a:rPr lang="en-US" altLang="zh-CN" dirty="0">
                <a:latin typeface="Times New Roman" pitchFamily="18" charset="0"/>
              </a:rPr>
              <a:t>[</a:t>
            </a:r>
            <a:r>
              <a:rPr lang="en-US" altLang="zh-CN" i="1" dirty="0">
                <a:latin typeface="Times New Roman" pitchFamily="18" charset="0"/>
              </a:rPr>
              <a:t>t</a:t>
            </a:r>
            <a:r>
              <a:rPr lang="en-US" altLang="zh-CN" i="1" baseline="-30000" dirty="0">
                <a:latin typeface="Times New Roman" pitchFamily="18" charset="0"/>
              </a:rPr>
              <a:t>11</a:t>
            </a:r>
            <a:r>
              <a:rPr lang="en-US" altLang="zh-CN" dirty="0">
                <a:latin typeface="Times New Roman" pitchFamily="18" charset="0"/>
              </a:rPr>
              <a:t>]</a:t>
            </a:r>
          </a:p>
          <a:p>
            <a:pPr algn="just">
              <a:lnSpc>
                <a:spcPct val="96000"/>
              </a:lnSpc>
              <a:defRPr/>
            </a:pPr>
            <a:r>
              <a:rPr lang="en-US" altLang="zh-CN" i="1" dirty="0">
                <a:latin typeface="Times New Roman" pitchFamily="18" charset="0"/>
              </a:rPr>
              <a:t>t</a:t>
            </a:r>
            <a:r>
              <a:rPr lang="en-US" altLang="zh-CN" i="1" baseline="-30000" dirty="0">
                <a:latin typeface="Times New Roman" pitchFamily="18" charset="0"/>
              </a:rPr>
              <a:t>12</a:t>
            </a:r>
            <a:r>
              <a:rPr lang="en-US" altLang="zh-CN" i="1" dirty="0">
                <a:latin typeface="Times New Roman" pitchFamily="18" charset="0"/>
              </a:rPr>
              <a:t> </a:t>
            </a:r>
            <a:r>
              <a:rPr lang="en-US" altLang="zh-CN" dirty="0">
                <a:latin typeface="Times New Roman" pitchFamily="18" charset="0"/>
              </a:rPr>
              <a:t>= 4 </a:t>
            </a:r>
            <a:r>
              <a:rPr lang="en-US" altLang="zh-CN" dirty="0">
                <a:latin typeface="宋体" pitchFamily="2" charset="-122"/>
              </a:rPr>
              <a:t>*</a:t>
            </a:r>
            <a:r>
              <a:rPr lang="en-US" altLang="zh-CN" dirty="0">
                <a:latin typeface="Times New Roman" pitchFamily="18" charset="0"/>
              </a:rPr>
              <a:t> </a:t>
            </a:r>
            <a:r>
              <a:rPr lang="en-US" altLang="zh-CN" i="1">
                <a:latin typeface="Times New Roman" pitchFamily="18" charset="0"/>
              </a:rPr>
              <a:t>i</a:t>
            </a:r>
            <a:r>
              <a:rPr lang="en-US" altLang="zh-CN" dirty="0">
                <a:latin typeface="Times New Roman" pitchFamily="18" charset="0"/>
              </a:rPr>
              <a:t> </a:t>
            </a:r>
          </a:p>
          <a:p>
            <a:pPr algn="just">
              <a:lnSpc>
                <a:spcPct val="96000"/>
              </a:lnSpc>
              <a:defRPr/>
            </a:pPr>
            <a:r>
              <a:rPr lang="en-US" altLang="zh-CN" i="1" dirty="0">
                <a:latin typeface="Times New Roman" pitchFamily="18" charset="0"/>
              </a:rPr>
              <a:t>t</a:t>
            </a:r>
            <a:r>
              <a:rPr lang="en-US" altLang="zh-CN" i="1" baseline="-30000" dirty="0">
                <a:latin typeface="Times New Roman" pitchFamily="18" charset="0"/>
              </a:rPr>
              <a:t>13</a:t>
            </a:r>
            <a:r>
              <a:rPr lang="en-US" altLang="zh-CN" dirty="0">
                <a:latin typeface="Times New Roman" pitchFamily="18" charset="0"/>
              </a:rPr>
              <a:t> = 4 </a:t>
            </a:r>
            <a:r>
              <a:rPr lang="en-US" altLang="zh-CN" dirty="0">
                <a:latin typeface="宋体" pitchFamily="2" charset="-122"/>
              </a:rPr>
              <a:t>*</a:t>
            </a:r>
            <a:r>
              <a:rPr lang="en-US" altLang="zh-CN" dirty="0">
                <a:latin typeface="Times New Roman" pitchFamily="18" charset="0"/>
              </a:rPr>
              <a:t> n</a:t>
            </a:r>
          </a:p>
          <a:p>
            <a:pPr algn="just">
              <a:lnSpc>
                <a:spcPct val="96000"/>
              </a:lnSpc>
              <a:defRPr/>
            </a:pPr>
            <a:r>
              <a:rPr lang="en-US" altLang="zh-CN" i="1" dirty="0">
                <a:latin typeface="Times New Roman" pitchFamily="18" charset="0"/>
              </a:rPr>
              <a:t>t</a:t>
            </a:r>
            <a:r>
              <a:rPr lang="en-US" altLang="zh-CN" i="1" baseline="-30000" dirty="0">
                <a:latin typeface="Times New Roman" pitchFamily="18" charset="0"/>
              </a:rPr>
              <a:t>14</a:t>
            </a:r>
            <a:r>
              <a:rPr lang="en-US" altLang="zh-CN" i="1" dirty="0">
                <a:latin typeface="Times New Roman" pitchFamily="18" charset="0"/>
              </a:rPr>
              <a:t> </a:t>
            </a:r>
            <a:r>
              <a:rPr lang="en-US" altLang="zh-CN" dirty="0">
                <a:latin typeface="Times New Roman" pitchFamily="18" charset="0"/>
              </a:rPr>
              <a:t>= </a:t>
            </a:r>
            <a:r>
              <a:rPr lang="en-US" altLang="zh-CN" i="1" dirty="0">
                <a:latin typeface="Times New Roman" pitchFamily="18" charset="0"/>
              </a:rPr>
              <a:t>a</a:t>
            </a:r>
            <a:r>
              <a:rPr lang="en-US" altLang="zh-CN" dirty="0">
                <a:latin typeface="Times New Roman" pitchFamily="18" charset="0"/>
              </a:rPr>
              <a:t>[</a:t>
            </a:r>
            <a:r>
              <a:rPr lang="en-US" altLang="zh-CN" i="1" dirty="0">
                <a:latin typeface="Times New Roman" pitchFamily="18" charset="0"/>
              </a:rPr>
              <a:t>t</a:t>
            </a:r>
            <a:r>
              <a:rPr lang="en-US" altLang="zh-CN" i="1" baseline="-30000" dirty="0">
                <a:latin typeface="Times New Roman" pitchFamily="18" charset="0"/>
              </a:rPr>
              <a:t>13</a:t>
            </a:r>
            <a:r>
              <a:rPr lang="en-US" altLang="zh-CN" dirty="0">
                <a:latin typeface="Times New Roman" pitchFamily="18" charset="0"/>
              </a:rPr>
              <a:t>]</a:t>
            </a:r>
          </a:p>
          <a:p>
            <a:pPr algn="just">
              <a:lnSpc>
                <a:spcPct val="96000"/>
              </a:lnSpc>
              <a:defRPr/>
            </a:pPr>
            <a:r>
              <a:rPr lang="en-US" altLang="zh-CN" i="1" dirty="0">
                <a:latin typeface="Times New Roman" pitchFamily="18" charset="0"/>
              </a:rPr>
              <a:t>a</a:t>
            </a:r>
            <a:r>
              <a:rPr lang="en-US" altLang="zh-CN" dirty="0">
                <a:latin typeface="Times New Roman" pitchFamily="18" charset="0"/>
              </a:rPr>
              <a:t>[</a:t>
            </a:r>
            <a:r>
              <a:rPr lang="en-US" altLang="zh-CN" i="1" dirty="0">
                <a:latin typeface="Times New Roman" pitchFamily="18" charset="0"/>
              </a:rPr>
              <a:t>t</a:t>
            </a:r>
            <a:r>
              <a:rPr lang="en-US" altLang="zh-CN" i="1" baseline="-30000" dirty="0">
                <a:latin typeface="Times New Roman" pitchFamily="18" charset="0"/>
              </a:rPr>
              <a:t>12</a:t>
            </a:r>
            <a:r>
              <a:rPr lang="en-US" altLang="zh-CN" dirty="0">
                <a:latin typeface="Times New Roman" pitchFamily="18" charset="0"/>
              </a:rPr>
              <a:t>] = </a:t>
            </a:r>
            <a:r>
              <a:rPr lang="en-US" altLang="zh-CN" i="1" dirty="0">
                <a:latin typeface="Times New Roman" pitchFamily="18" charset="0"/>
              </a:rPr>
              <a:t>t</a:t>
            </a:r>
            <a:r>
              <a:rPr lang="en-US" altLang="zh-CN" i="1" baseline="-30000" dirty="0">
                <a:latin typeface="Times New Roman" pitchFamily="18" charset="0"/>
              </a:rPr>
              <a:t>14</a:t>
            </a:r>
            <a:endParaRPr lang="en-US" altLang="zh-CN" i="1" dirty="0">
              <a:latin typeface="Times New Roman" pitchFamily="18" charset="0"/>
            </a:endParaRPr>
          </a:p>
          <a:p>
            <a:pPr algn="just">
              <a:lnSpc>
                <a:spcPct val="96000"/>
              </a:lnSpc>
              <a:defRPr/>
            </a:pPr>
            <a:r>
              <a:rPr lang="en-US" altLang="zh-CN" i="1" dirty="0">
                <a:latin typeface="Times New Roman" pitchFamily="18" charset="0"/>
              </a:rPr>
              <a:t>t</a:t>
            </a:r>
            <a:r>
              <a:rPr lang="en-US" altLang="zh-CN" i="1" baseline="-30000" dirty="0">
                <a:latin typeface="Times New Roman" pitchFamily="18" charset="0"/>
              </a:rPr>
              <a:t>15</a:t>
            </a:r>
            <a:r>
              <a:rPr lang="en-US" altLang="zh-CN" dirty="0">
                <a:latin typeface="Times New Roman" pitchFamily="18" charset="0"/>
              </a:rPr>
              <a:t> = 4 </a:t>
            </a:r>
            <a:r>
              <a:rPr lang="en-US" altLang="zh-CN" dirty="0">
                <a:latin typeface="宋体" pitchFamily="2" charset="-122"/>
              </a:rPr>
              <a:t>*</a:t>
            </a:r>
            <a:r>
              <a:rPr lang="en-US" altLang="zh-CN" dirty="0">
                <a:latin typeface="Times New Roman" pitchFamily="18" charset="0"/>
              </a:rPr>
              <a:t> </a:t>
            </a:r>
            <a:r>
              <a:rPr lang="en-US" altLang="zh-CN" i="1" dirty="0">
                <a:latin typeface="Times New Roman" pitchFamily="18" charset="0"/>
              </a:rPr>
              <a:t>n</a:t>
            </a:r>
            <a:r>
              <a:rPr lang="en-US" altLang="zh-CN" dirty="0">
                <a:latin typeface="Times New Roman" pitchFamily="18" charset="0"/>
              </a:rPr>
              <a:t> </a:t>
            </a:r>
          </a:p>
          <a:p>
            <a:pPr algn="just">
              <a:lnSpc>
                <a:spcPct val="96000"/>
              </a:lnSpc>
              <a:defRPr/>
            </a:pPr>
            <a:r>
              <a:rPr lang="en-US" altLang="zh-CN" i="1" dirty="0">
                <a:latin typeface="Times New Roman" pitchFamily="18" charset="0"/>
              </a:rPr>
              <a:t>a</a:t>
            </a:r>
            <a:r>
              <a:rPr lang="en-US" altLang="zh-CN" dirty="0">
                <a:latin typeface="Times New Roman" pitchFamily="18" charset="0"/>
              </a:rPr>
              <a:t>[</a:t>
            </a:r>
            <a:r>
              <a:rPr lang="en-US" altLang="zh-CN" i="1" dirty="0">
                <a:latin typeface="Times New Roman" pitchFamily="18" charset="0"/>
              </a:rPr>
              <a:t>t</a:t>
            </a:r>
            <a:r>
              <a:rPr lang="en-US" altLang="zh-CN" i="1" baseline="-30000" dirty="0">
                <a:latin typeface="Times New Roman" pitchFamily="18" charset="0"/>
              </a:rPr>
              <a:t>15</a:t>
            </a:r>
            <a:r>
              <a:rPr lang="en-US" altLang="zh-CN" dirty="0">
                <a:latin typeface="Times New Roman" pitchFamily="18" charset="0"/>
              </a:rPr>
              <a:t>] = </a:t>
            </a:r>
            <a:r>
              <a:rPr lang="en-US" altLang="zh-CN" i="1" dirty="0">
                <a:latin typeface="Times New Roman" pitchFamily="18" charset="0"/>
              </a:rPr>
              <a:t>x</a:t>
            </a:r>
            <a:r>
              <a:rPr lang="en-US" altLang="zh-CN" dirty="0">
                <a:latin typeface="Times New Roman" pitchFamily="18" charset="0"/>
              </a:rPr>
              <a:t> </a:t>
            </a:r>
          </a:p>
        </p:txBody>
      </p:sp>
      <p:sp>
        <p:nvSpPr>
          <p:cNvPr id="45" name="Rectangle 33">
            <a:extLst>
              <a:ext uri="{FF2B5EF4-FFF2-40B4-BE49-F238E27FC236}">
                <a16:creationId xmlns:a16="http://schemas.microsoft.com/office/drawing/2014/main" id="{24277F87-B58E-416C-BA0B-0C843A2A705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47813" y="2259013"/>
            <a:ext cx="1189037" cy="240347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lIns="68580" tIns="0" rIns="68580" bIns="0"/>
          <a:lstStyle/>
          <a:p>
            <a:pPr algn="just">
              <a:lnSpc>
                <a:spcPct val="96000"/>
              </a:lnSpc>
              <a:defRPr/>
            </a:pPr>
            <a:r>
              <a:rPr lang="en-US" altLang="zh-CN" i="1" dirty="0">
                <a:latin typeface="Times New Roman" pitchFamily="18" charset="0"/>
              </a:rPr>
              <a:t>x</a:t>
            </a:r>
            <a:r>
              <a:rPr lang="en-US" altLang="zh-CN" dirty="0">
                <a:latin typeface="Times New Roman" pitchFamily="18" charset="0"/>
              </a:rPr>
              <a:t> = </a:t>
            </a:r>
            <a:r>
              <a:rPr lang="en-US" altLang="zh-CN" i="1" dirty="0">
                <a:solidFill>
                  <a:srgbClr val="FF0000"/>
                </a:solidFill>
                <a:latin typeface="Times New Roman" pitchFamily="18" charset="0"/>
              </a:rPr>
              <a:t>t</a:t>
            </a:r>
            <a:r>
              <a:rPr lang="en-US" altLang="zh-CN" i="1" baseline="-25000" dirty="0">
                <a:solidFill>
                  <a:srgbClr val="FF0000"/>
                </a:solidFill>
                <a:latin typeface="Times New Roman" pitchFamily="18" charset="0"/>
              </a:rPr>
              <a:t>3</a:t>
            </a:r>
            <a:endParaRPr lang="en-US" altLang="zh-CN" i="1" dirty="0">
              <a:solidFill>
                <a:srgbClr val="FF0000"/>
              </a:solidFill>
              <a:latin typeface="Times New Roman" pitchFamily="18" charset="0"/>
            </a:endParaRPr>
          </a:p>
          <a:p>
            <a:pPr algn="just">
              <a:lnSpc>
                <a:spcPct val="96000"/>
              </a:lnSpc>
              <a:defRPr/>
            </a:pPr>
            <a:r>
              <a:rPr lang="en-US" altLang="zh-CN" i="1" dirty="0">
                <a:latin typeface="Times New Roman" pitchFamily="18" charset="0"/>
              </a:rPr>
              <a:t>a</a:t>
            </a:r>
            <a:r>
              <a:rPr lang="en-US" altLang="zh-CN" dirty="0">
                <a:latin typeface="Times New Roman" pitchFamily="18" charset="0"/>
              </a:rPr>
              <a:t>[</a:t>
            </a:r>
            <a:r>
              <a:rPr lang="en-US" altLang="zh-CN" i="1" dirty="0">
                <a:latin typeface="Times New Roman" pitchFamily="18" charset="0"/>
              </a:rPr>
              <a:t>t</a:t>
            </a:r>
            <a:r>
              <a:rPr lang="en-US" altLang="zh-CN" i="1" baseline="-25000" dirty="0">
                <a:latin typeface="Times New Roman" pitchFamily="18" charset="0"/>
              </a:rPr>
              <a:t>2</a:t>
            </a:r>
            <a:r>
              <a:rPr lang="en-US" altLang="zh-CN" dirty="0">
                <a:latin typeface="Times New Roman" pitchFamily="18" charset="0"/>
              </a:rPr>
              <a:t>] = </a:t>
            </a:r>
            <a:r>
              <a:rPr lang="en-US" altLang="zh-CN" i="1" dirty="0">
                <a:solidFill>
                  <a:srgbClr val="FF0000"/>
                </a:solidFill>
                <a:latin typeface="Times New Roman" pitchFamily="18" charset="0"/>
              </a:rPr>
              <a:t>t</a:t>
            </a:r>
            <a:r>
              <a:rPr lang="en-US" altLang="zh-CN" i="1" baseline="-25000" dirty="0">
                <a:solidFill>
                  <a:srgbClr val="FF0000"/>
                </a:solidFill>
                <a:latin typeface="Times New Roman" pitchFamily="18" charset="0"/>
              </a:rPr>
              <a:t>5</a:t>
            </a:r>
            <a:endParaRPr lang="en-US" altLang="zh-CN" i="1" dirty="0">
              <a:solidFill>
                <a:srgbClr val="FF0000"/>
              </a:solidFill>
              <a:latin typeface="Times New Roman" pitchFamily="18" charset="0"/>
            </a:endParaRPr>
          </a:p>
          <a:p>
            <a:pPr algn="just">
              <a:lnSpc>
                <a:spcPct val="96000"/>
              </a:lnSpc>
              <a:defRPr/>
            </a:pPr>
            <a:r>
              <a:rPr lang="en-US" altLang="zh-CN" i="1" dirty="0">
                <a:latin typeface="Times New Roman" pitchFamily="18" charset="0"/>
              </a:rPr>
              <a:t>a</a:t>
            </a:r>
            <a:r>
              <a:rPr lang="en-US" altLang="zh-CN" dirty="0">
                <a:latin typeface="Times New Roman" pitchFamily="18" charset="0"/>
              </a:rPr>
              <a:t>[</a:t>
            </a:r>
            <a:r>
              <a:rPr lang="en-US" altLang="zh-CN" i="1" dirty="0">
                <a:latin typeface="Times New Roman" pitchFamily="18" charset="0"/>
              </a:rPr>
              <a:t>t</a:t>
            </a:r>
            <a:r>
              <a:rPr lang="en-US" altLang="zh-CN" i="1" baseline="-25000" dirty="0">
                <a:latin typeface="Times New Roman" pitchFamily="18" charset="0"/>
              </a:rPr>
              <a:t>4</a:t>
            </a:r>
            <a:r>
              <a:rPr lang="en-US" altLang="zh-CN" dirty="0">
                <a:latin typeface="Times New Roman" pitchFamily="18" charset="0"/>
              </a:rPr>
              <a:t>] = </a:t>
            </a:r>
            <a:r>
              <a:rPr lang="en-US" altLang="zh-CN" i="1" dirty="0">
                <a:latin typeface="Times New Roman" pitchFamily="18" charset="0"/>
              </a:rPr>
              <a:t>x</a:t>
            </a:r>
          </a:p>
          <a:p>
            <a:pPr algn="just">
              <a:lnSpc>
                <a:spcPct val="96000"/>
              </a:lnSpc>
              <a:defRPr/>
            </a:pPr>
            <a:r>
              <a:rPr lang="en-US" altLang="zh-CN" dirty="0" err="1">
                <a:latin typeface="Times New Roman" pitchFamily="18" charset="0"/>
              </a:rPr>
              <a:t>goto</a:t>
            </a:r>
            <a:r>
              <a:rPr lang="en-US" altLang="zh-CN" dirty="0">
                <a:latin typeface="Times New Roman" pitchFamily="18" charset="0"/>
              </a:rPr>
              <a:t> </a:t>
            </a:r>
            <a:r>
              <a:rPr lang="en-US" altLang="zh-CN" i="1" dirty="0">
                <a:latin typeface="Times New Roman" pitchFamily="18" charset="0"/>
              </a:rPr>
              <a:t>B</a:t>
            </a:r>
            <a:r>
              <a:rPr lang="en-US" altLang="zh-CN" baseline="-25000" dirty="0">
                <a:latin typeface="Times New Roman" pitchFamily="18" charset="0"/>
              </a:rPr>
              <a:t>2</a:t>
            </a:r>
          </a:p>
        </p:txBody>
      </p:sp>
      <p:sp>
        <p:nvSpPr>
          <p:cNvPr id="57349" name="Rectangle 4">
            <a:extLst>
              <a:ext uri="{FF2B5EF4-FFF2-40B4-BE49-F238E27FC236}">
                <a16:creationId xmlns:a16="http://schemas.microsoft.com/office/drawing/2014/main" id="{08A39F8F-27FF-43C4-AF36-7C55F631F4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例</a:t>
            </a:r>
          </a:p>
        </p:txBody>
      </p:sp>
      <p:grpSp>
        <p:nvGrpSpPr>
          <p:cNvPr id="57350" name="组合 49">
            <a:extLst>
              <a:ext uri="{FF2B5EF4-FFF2-40B4-BE49-F238E27FC236}">
                <a16:creationId xmlns:a16="http://schemas.microsoft.com/office/drawing/2014/main" id="{9B25EC7E-99BF-4FE9-90D2-D049C21FE99D}"/>
              </a:ext>
            </a:extLst>
          </p:cNvPr>
          <p:cNvGrpSpPr>
            <a:grpSpLocks/>
          </p:cNvGrpSpPr>
          <p:nvPr/>
        </p:nvGrpSpPr>
        <p:grpSpPr bwMode="auto">
          <a:xfrm>
            <a:off x="1071563" y="195263"/>
            <a:ext cx="6719887" cy="4065587"/>
            <a:chOff x="1071538" y="195263"/>
            <a:chExt cx="6719912" cy="4065587"/>
          </a:xfrm>
        </p:grpSpPr>
        <p:sp>
          <p:nvSpPr>
            <p:cNvPr id="31" name="Rectangle 4">
              <a:extLst>
                <a:ext uri="{FF2B5EF4-FFF2-40B4-BE49-F238E27FC236}">
                  <a16:creationId xmlns:a16="http://schemas.microsoft.com/office/drawing/2014/main" id="{04BCC081-D001-4174-AD4B-8DFF146C43F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25835" y="212725"/>
              <a:ext cx="1693869" cy="814388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8580" tIns="27000" rIns="68580" bIns="0"/>
            <a:lstStyle/>
            <a:p>
              <a:pPr algn="just">
                <a:lnSpc>
                  <a:spcPct val="70000"/>
                </a:lnSpc>
                <a:defRPr/>
              </a:pPr>
              <a:r>
                <a:rPr lang="en-US" altLang="zh-CN" i="1">
                  <a:latin typeface="Times New Roman" pitchFamily="18" charset="0"/>
                </a:rPr>
                <a:t>i</a:t>
              </a:r>
              <a:r>
                <a:rPr lang="en-US" altLang="zh-CN" i="1" dirty="0">
                  <a:latin typeface="Times New Roman" pitchFamily="18" charset="0"/>
                </a:rPr>
                <a:t> </a:t>
              </a:r>
              <a:r>
                <a:rPr lang="en-US" altLang="zh-CN" dirty="0">
                  <a:latin typeface="Times New Roman" pitchFamily="18" charset="0"/>
                </a:rPr>
                <a:t>=</a:t>
              </a:r>
              <a:r>
                <a:rPr lang="en-US" altLang="zh-CN" i="1" dirty="0">
                  <a:latin typeface="Times New Roman" pitchFamily="18" charset="0"/>
                </a:rPr>
                <a:t> m </a:t>
              </a:r>
              <a:r>
                <a:rPr lang="en-US" altLang="zh-CN" dirty="0">
                  <a:latin typeface="Times New Roman" pitchFamily="18" charset="0"/>
                  <a:sym typeface="Symbol" pitchFamily="18" charset="2"/>
                </a:rPr>
                <a:t></a:t>
              </a:r>
              <a:r>
                <a:rPr lang="en-US" altLang="zh-CN" dirty="0">
                  <a:latin typeface="Times New Roman" pitchFamily="18" charset="0"/>
                </a:rPr>
                <a:t>1</a:t>
              </a:r>
            </a:p>
            <a:p>
              <a:pPr algn="just">
                <a:lnSpc>
                  <a:spcPct val="70000"/>
                </a:lnSpc>
                <a:defRPr/>
              </a:pPr>
              <a:r>
                <a:rPr lang="en-US" altLang="zh-CN" i="1" dirty="0">
                  <a:latin typeface="Times New Roman" pitchFamily="18" charset="0"/>
                </a:rPr>
                <a:t>j</a:t>
              </a:r>
              <a:r>
                <a:rPr lang="en-US" altLang="zh-CN" dirty="0">
                  <a:latin typeface="Times New Roman" pitchFamily="18" charset="0"/>
                </a:rPr>
                <a:t> =</a:t>
              </a:r>
              <a:r>
                <a:rPr lang="en-US" altLang="zh-CN" i="1" dirty="0">
                  <a:latin typeface="Times New Roman" pitchFamily="18" charset="0"/>
                </a:rPr>
                <a:t> n</a:t>
              </a:r>
            </a:p>
            <a:p>
              <a:pPr algn="just">
                <a:lnSpc>
                  <a:spcPct val="70000"/>
                </a:lnSpc>
                <a:defRPr/>
              </a:pPr>
              <a:r>
                <a:rPr lang="en-US" altLang="zh-CN" i="1" dirty="0">
                  <a:latin typeface="Times New Roman" pitchFamily="18" charset="0"/>
                </a:rPr>
                <a:t>t</a:t>
              </a:r>
              <a:r>
                <a:rPr lang="en-US" altLang="zh-CN" i="1" baseline="-25000" dirty="0">
                  <a:latin typeface="Times New Roman" pitchFamily="18" charset="0"/>
                </a:rPr>
                <a:t>1</a:t>
              </a:r>
              <a:r>
                <a:rPr lang="en-US" altLang="zh-CN" dirty="0">
                  <a:latin typeface="Times New Roman" pitchFamily="18" charset="0"/>
                </a:rPr>
                <a:t> = 4 </a:t>
              </a:r>
              <a:r>
                <a:rPr lang="en-US" altLang="zh-CN" dirty="0">
                  <a:latin typeface="宋体" pitchFamily="2" charset="-122"/>
                </a:rPr>
                <a:t>*</a:t>
              </a:r>
              <a:r>
                <a:rPr lang="en-US" altLang="zh-CN" dirty="0">
                  <a:latin typeface="Times New Roman" pitchFamily="18" charset="0"/>
                </a:rPr>
                <a:t> </a:t>
              </a:r>
              <a:r>
                <a:rPr lang="en-US" altLang="zh-CN" i="1" dirty="0">
                  <a:latin typeface="Times New Roman" pitchFamily="18" charset="0"/>
                </a:rPr>
                <a:t>n</a:t>
              </a:r>
            </a:p>
            <a:p>
              <a:pPr algn="just">
                <a:lnSpc>
                  <a:spcPct val="70000"/>
                </a:lnSpc>
                <a:defRPr/>
              </a:pPr>
              <a:r>
                <a:rPr lang="en-US" altLang="zh-CN" i="1" dirty="0">
                  <a:latin typeface="Times New Roman" pitchFamily="18" charset="0"/>
                </a:rPr>
                <a:t>v</a:t>
              </a:r>
              <a:r>
                <a:rPr lang="en-US" altLang="zh-CN" dirty="0">
                  <a:latin typeface="Times New Roman" pitchFamily="18" charset="0"/>
                </a:rPr>
                <a:t> = </a:t>
              </a:r>
              <a:r>
                <a:rPr lang="en-US" altLang="zh-CN" i="1" dirty="0">
                  <a:latin typeface="Times New Roman" pitchFamily="18" charset="0"/>
                </a:rPr>
                <a:t>a</a:t>
              </a:r>
              <a:r>
                <a:rPr lang="en-US" altLang="zh-CN" dirty="0">
                  <a:latin typeface="Times New Roman" pitchFamily="18" charset="0"/>
                </a:rPr>
                <a:t>[</a:t>
              </a:r>
              <a:r>
                <a:rPr lang="en-US" altLang="zh-CN" i="1" dirty="0">
                  <a:latin typeface="Times New Roman" pitchFamily="18" charset="0"/>
                </a:rPr>
                <a:t>t</a:t>
              </a:r>
              <a:r>
                <a:rPr lang="en-US" altLang="zh-CN" i="1" baseline="-25000" dirty="0">
                  <a:latin typeface="Times New Roman" pitchFamily="18" charset="0"/>
                </a:rPr>
                <a:t>1</a:t>
              </a:r>
              <a:r>
                <a:rPr lang="en-US" altLang="zh-CN" dirty="0">
                  <a:latin typeface="Times New Roman" pitchFamily="18" charset="0"/>
                </a:rPr>
                <a:t>]</a:t>
              </a:r>
            </a:p>
          </p:txBody>
        </p:sp>
        <p:sp>
          <p:nvSpPr>
            <p:cNvPr id="32" name="Rectangle 5">
              <a:extLst>
                <a:ext uri="{FF2B5EF4-FFF2-40B4-BE49-F238E27FC236}">
                  <a16:creationId xmlns:a16="http://schemas.microsoft.com/office/drawing/2014/main" id="{E409F495-844C-4468-A8E6-4DEC13F6D84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22659" y="1350963"/>
              <a:ext cx="1711331" cy="814387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8580" tIns="27000" rIns="68580" bIns="27000"/>
            <a:lstStyle/>
            <a:p>
              <a:pPr algn="just">
                <a:lnSpc>
                  <a:spcPct val="70000"/>
                </a:lnSpc>
                <a:defRPr/>
              </a:pPr>
              <a:r>
                <a:rPr lang="en-US" altLang="zh-CN" i="1" dirty="0" err="1">
                  <a:latin typeface="Times New Roman" pitchFamily="18" charset="0"/>
                </a:rPr>
                <a:t>i</a:t>
              </a:r>
              <a:r>
                <a:rPr lang="en-US" altLang="zh-CN" dirty="0">
                  <a:latin typeface="Times New Roman" pitchFamily="18" charset="0"/>
                </a:rPr>
                <a:t> =</a:t>
              </a:r>
              <a:r>
                <a:rPr lang="en-US" altLang="zh-CN" i="1" dirty="0">
                  <a:latin typeface="Times New Roman" pitchFamily="18" charset="0"/>
                </a:rPr>
                <a:t> </a:t>
              </a:r>
              <a:r>
                <a:rPr lang="en-US" altLang="zh-CN" i="1" dirty="0" err="1">
                  <a:latin typeface="Times New Roman" pitchFamily="18" charset="0"/>
                </a:rPr>
                <a:t>i</a:t>
              </a:r>
              <a:r>
                <a:rPr lang="en-US" altLang="zh-CN" i="1" dirty="0">
                  <a:latin typeface="Times New Roman" pitchFamily="18" charset="0"/>
                </a:rPr>
                <a:t> </a:t>
              </a:r>
              <a:r>
                <a:rPr lang="en-US" altLang="zh-CN" dirty="0">
                  <a:latin typeface="Times New Roman" pitchFamily="18" charset="0"/>
                </a:rPr>
                <a:t>+ 1</a:t>
              </a:r>
            </a:p>
            <a:p>
              <a:pPr algn="just">
                <a:lnSpc>
                  <a:spcPct val="70000"/>
                </a:lnSpc>
                <a:defRPr/>
              </a:pPr>
              <a:r>
                <a:rPr lang="en-US" altLang="zh-CN" i="1" dirty="0">
                  <a:latin typeface="Times New Roman" pitchFamily="18" charset="0"/>
                </a:rPr>
                <a:t>t</a:t>
              </a:r>
              <a:r>
                <a:rPr lang="en-US" altLang="zh-CN" i="1" baseline="-25000" dirty="0">
                  <a:latin typeface="Times New Roman" pitchFamily="18" charset="0"/>
                </a:rPr>
                <a:t>2</a:t>
              </a:r>
              <a:r>
                <a:rPr lang="en-US" altLang="zh-CN" dirty="0">
                  <a:latin typeface="Times New Roman" pitchFamily="18" charset="0"/>
                </a:rPr>
                <a:t> = 4 </a:t>
              </a:r>
              <a:r>
                <a:rPr lang="en-US" altLang="zh-CN" dirty="0">
                  <a:latin typeface="宋体" pitchFamily="2" charset="-122"/>
                </a:rPr>
                <a:t>*</a:t>
              </a:r>
              <a:r>
                <a:rPr lang="en-US" altLang="zh-CN" dirty="0">
                  <a:latin typeface="Times New Roman" pitchFamily="18" charset="0"/>
                </a:rPr>
                <a:t> </a:t>
              </a:r>
              <a:r>
                <a:rPr lang="en-US" altLang="zh-CN" i="1" dirty="0" err="1">
                  <a:latin typeface="Times New Roman" pitchFamily="18" charset="0"/>
                </a:rPr>
                <a:t>i</a:t>
              </a:r>
              <a:endParaRPr lang="en-US" altLang="zh-CN" i="1" dirty="0">
                <a:latin typeface="Times New Roman" pitchFamily="18" charset="0"/>
              </a:endParaRPr>
            </a:p>
            <a:p>
              <a:pPr algn="just">
                <a:lnSpc>
                  <a:spcPct val="70000"/>
                </a:lnSpc>
                <a:defRPr/>
              </a:pPr>
              <a:r>
                <a:rPr lang="en-US" altLang="zh-CN" i="1" dirty="0">
                  <a:solidFill>
                    <a:srgbClr val="0000FF"/>
                  </a:solidFill>
                  <a:latin typeface="Times New Roman" pitchFamily="18" charset="0"/>
                </a:rPr>
                <a:t>t</a:t>
              </a:r>
              <a:r>
                <a:rPr lang="en-US" altLang="zh-CN" i="1" baseline="-25000" dirty="0">
                  <a:solidFill>
                    <a:srgbClr val="0000FF"/>
                  </a:solidFill>
                  <a:latin typeface="Times New Roman" pitchFamily="18" charset="0"/>
                </a:rPr>
                <a:t>3</a:t>
              </a:r>
              <a:r>
                <a:rPr lang="en-US" altLang="zh-CN" dirty="0">
                  <a:latin typeface="Times New Roman" pitchFamily="18" charset="0"/>
                </a:rPr>
                <a:t> = </a:t>
              </a:r>
              <a:r>
                <a:rPr lang="en-US" altLang="zh-CN" i="1" dirty="0">
                  <a:solidFill>
                    <a:srgbClr val="0000FF"/>
                  </a:solidFill>
                  <a:latin typeface="Times New Roman" pitchFamily="18" charset="0"/>
                </a:rPr>
                <a:t>a</a:t>
              </a:r>
              <a:r>
                <a:rPr lang="en-US" altLang="zh-CN" dirty="0">
                  <a:solidFill>
                    <a:srgbClr val="0000FF"/>
                  </a:solidFill>
                  <a:latin typeface="Times New Roman" pitchFamily="18" charset="0"/>
                </a:rPr>
                <a:t>[</a:t>
              </a:r>
              <a:r>
                <a:rPr lang="en-US" altLang="zh-CN" i="1" dirty="0">
                  <a:solidFill>
                    <a:srgbClr val="0000FF"/>
                  </a:solidFill>
                  <a:latin typeface="Times New Roman" pitchFamily="18" charset="0"/>
                </a:rPr>
                <a:t>t</a:t>
              </a:r>
              <a:r>
                <a:rPr lang="en-US" altLang="zh-CN" i="1" baseline="-25000" dirty="0">
                  <a:solidFill>
                    <a:srgbClr val="0000FF"/>
                  </a:solidFill>
                  <a:latin typeface="Times New Roman" pitchFamily="18" charset="0"/>
                </a:rPr>
                <a:t>2</a:t>
              </a:r>
              <a:r>
                <a:rPr lang="en-US" altLang="zh-CN" dirty="0">
                  <a:solidFill>
                    <a:srgbClr val="0000FF"/>
                  </a:solidFill>
                  <a:latin typeface="Times New Roman" pitchFamily="18" charset="0"/>
                </a:rPr>
                <a:t>]</a:t>
              </a:r>
            </a:p>
            <a:p>
              <a:pPr algn="just">
                <a:lnSpc>
                  <a:spcPct val="70000"/>
                </a:lnSpc>
                <a:defRPr/>
              </a:pPr>
              <a:r>
                <a:rPr lang="en-US" altLang="zh-CN" i="1" dirty="0">
                  <a:latin typeface="Times New Roman" pitchFamily="18" charset="0"/>
                </a:rPr>
                <a:t>if t</a:t>
              </a:r>
              <a:r>
                <a:rPr lang="en-US" altLang="zh-CN" i="1" baseline="-25000" dirty="0">
                  <a:latin typeface="Times New Roman" pitchFamily="18" charset="0"/>
                </a:rPr>
                <a:t>3</a:t>
              </a:r>
              <a:r>
                <a:rPr lang="en-US" altLang="zh-CN" i="1" dirty="0">
                  <a:latin typeface="Times New Roman" pitchFamily="18" charset="0"/>
                </a:rPr>
                <a:t> </a:t>
              </a:r>
              <a:r>
                <a:rPr lang="en-US" altLang="zh-CN" dirty="0">
                  <a:latin typeface="Times New Roman" pitchFamily="18" charset="0"/>
                </a:rPr>
                <a:t>&lt; </a:t>
              </a:r>
              <a:r>
                <a:rPr lang="en-US" altLang="zh-CN" i="1" dirty="0">
                  <a:latin typeface="Times New Roman" pitchFamily="18" charset="0"/>
                </a:rPr>
                <a:t>v</a:t>
              </a:r>
              <a:r>
                <a:rPr lang="en-US" altLang="zh-CN" dirty="0">
                  <a:latin typeface="Times New Roman" pitchFamily="18" charset="0"/>
                </a:rPr>
                <a:t> </a:t>
              </a:r>
              <a:r>
                <a:rPr lang="en-US" altLang="zh-CN" i="1" dirty="0" err="1">
                  <a:latin typeface="Times New Roman" pitchFamily="18" charset="0"/>
                </a:rPr>
                <a:t>goto</a:t>
              </a:r>
              <a:r>
                <a:rPr lang="en-US" altLang="zh-CN" dirty="0">
                  <a:latin typeface="Times New Roman" pitchFamily="18" charset="0"/>
                </a:rPr>
                <a:t> </a:t>
              </a:r>
              <a:r>
                <a:rPr lang="en-US" altLang="zh-CN" i="1" dirty="0">
                  <a:latin typeface="Times New Roman" pitchFamily="18" charset="0"/>
                </a:rPr>
                <a:t>B</a:t>
              </a:r>
              <a:r>
                <a:rPr lang="en-US" altLang="zh-CN" i="1" baseline="-25000" dirty="0">
                  <a:latin typeface="Times New Roman" pitchFamily="18" charset="0"/>
                </a:rPr>
                <a:t>2</a:t>
              </a:r>
            </a:p>
          </p:txBody>
        </p:sp>
        <p:sp>
          <p:nvSpPr>
            <p:cNvPr id="57355" name="Rectangle 6">
              <a:extLst>
                <a:ext uri="{FF2B5EF4-FFF2-40B4-BE49-F238E27FC236}">
                  <a16:creationId xmlns:a16="http://schemas.microsoft.com/office/drawing/2014/main" id="{16F33119-CF92-4C14-A9DE-58A9FCD58AB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46713" y="195263"/>
              <a:ext cx="393700" cy="22066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0" rIns="0" bIns="0"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i="1">
                  <a:latin typeface="Times New Roman" panose="02020603050405020304" pitchFamily="18" charset="0"/>
                </a:rPr>
                <a:t>B</a:t>
              </a:r>
              <a:r>
                <a:rPr lang="en-US" altLang="zh-CN" i="1" baseline="-25000">
                  <a:latin typeface="Times New Roman" panose="02020603050405020304" pitchFamily="18" charset="0"/>
                </a:rPr>
                <a:t>1</a:t>
              </a:r>
              <a:endParaRPr lang="en-US" altLang="zh-CN" i="1">
                <a:latin typeface="Times New Roman" panose="02020603050405020304" pitchFamily="18" charset="0"/>
              </a:endParaRPr>
            </a:p>
          </p:txBody>
        </p:sp>
        <p:sp>
          <p:nvSpPr>
            <p:cNvPr id="57356" name="Rectangle 7">
              <a:extLst>
                <a:ext uri="{FF2B5EF4-FFF2-40B4-BE49-F238E27FC236}">
                  <a16:creationId xmlns:a16="http://schemas.microsoft.com/office/drawing/2014/main" id="{E8B68C9F-236A-4FF7-A425-DE2B84C01A4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29256" y="1258888"/>
              <a:ext cx="627062" cy="3254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i="1">
                  <a:latin typeface="Times New Roman" panose="02020603050405020304" pitchFamily="18" charset="0"/>
                </a:rPr>
                <a:t>B</a:t>
              </a:r>
              <a:r>
                <a:rPr lang="en-US" altLang="zh-CN" i="1" baseline="-25000">
                  <a:latin typeface="Times New Roman" panose="02020603050405020304" pitchFamily="18" charset="0"/>
                </a:rPr>
                <a:t>2</a:t>
              </a:r>
              <a:endParaRPr lang="en-US" altLang="zh-CN" i="1">
                <a:latin typeface="Times New Roman" panose="02020603050405020304" pitchFamily="18" charset="0"/>
              </a:endParaRPr>
            </a:p>
          </p:txBody>
        </p:sp>
        <p:sp>
          <p:nvSpPr>
            <p:cNvPr id="35" name="Rectangle 8">
              <a:extLst>
                <a:ext uri="{FF2B5EF4-FFF2-40B4-BE49-F238E27FC236}">
                  <a16:creationId xmlns:a16="http://schemas.microsoft.com/office/drawing/2014/main" id="{5920883F-E383-4911-AF67-274C985E629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40123" y="2500313"/>
              <a:ext cx="1711331" cy="81280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8580" tIns="27000" rIns="68580" bIns="27000"/>
            <a:lstStyle/>
            <a:p>
              <a:pPr algn="just">
                <a:lnSpc>
                  <a:spcPct val="70000"/>
                </a:lnSpc>
                <a:defRPr/>
              </a:pPr>
              <a:r>
                <a:rPr lang="en-US" altLang="zh-CN" i="1" dirty="0">
                  <a:latin typeface="Times New Roman" pitchFamily="18" charset="0"/>
                </a:rPr>
                <a:t>j </a:t>
              </a:r>
              <a:r>
                <a:rPr lang="en-US" altLang="zh-CN" dirty="0">
                  <a:latin typeface="Times New Roman" pitchFamily="18" charset="0"/>
                </a:rPr>
                <a:t>= </a:t>
              </a:r>
              <a:r>
                <a:rPr lang="en-US" altLang="zh-CN" i="1" dirty="0">
                  <a:latin typeface="Times New Roman" pitchFamily="18" charset="0"/>
                </a:rPr>
                <a:t>j </a:t>
              </a:r>
              <a:r>
                <a:rPr lang="en-US" altLang="zh-CN" dirty="0">
                  <a:latin typeface="Times New Roman" pitchFamily="18" charset="0"/>
                  <a:sym typeface="Symbol" pitchFamily="18" charset="2"/>
                </a:rPr>
                <a:t></a:t>
              </a:r>
              <a:r>
                <a:rPr lang="en-US" altLang="zh-CN" dirty="0">
                  <a:latin typeface="Times New Roman" pitchFamily="18" charset="0"/>
                </a:rPr>
                <a:t>1</a:t>
              </a:r>
            </a:p>
            <a:p>
              <a:pPr algn="just">
                <a:lnSpc>
                  <a:spcPct val="70000"/>
                </a:lnSpc>
                <a:defRPr/>
              </a:pPr>
              <a:r>
                <a:rPr lang="en-US" altLang="zh-CN" i="1" dirty="0">
                  <a:latin typeface="Times New Roman" pitchFamily="18" charset="0"/>
                </a:rPr>
                <a:t>t</a:t>
              </a:r>
              <a:r>
                <a:rPr lang="en-US" altLang="zh-CN" i="1" baseline="-25000" dirty="0">
                  <a:latin typeface="Times New Roman" pitchFamily="18" charset="0"/>
                </a:rPr>
                <a:t>4</a:t>
              </a:r>
              <a:r>
                <a:rPr lang="en-US" altLang="zh-CN" dirty="0">
                  <a:latin typeface="Times New Roman" pitchFamily="18" charset="0"/>
                </a:rPr>
                <a:t> = 4 </a:t>
              </a:r>
              <a:r>
                <a:rPr lang="en-US" altLang="zh-CN" dirty="0">
                  <a:latin typeface="宋体" pitchFamily="2" charset="-122"/>
                </a:rPr>
                <a:t>*</a:t>
              </a:r>
              <a:r>
                <a:rPr lang="en-US" altLang="zh-CN" dirty="0">
                  <a:latin typeface="Times New Roman" pitchFamily="18" charset="0"/>
                </a:rPr>
                <a:t> </a:t>
              </a:r>
              <a:r>
                <a:rPr lang="en-US" altLang="zh-CN" i="1" dirty="0">
                  <a:latin typeface="Times New Roman" pitchFamily="18" charset="0"/>
                </a:rPr>
                <a:t>j</a:t>
              </a:r>
            </a:p>
            <a:p>
              <a:pPr algn="just">
                <a:lnSpc>
                  <a:spcPct val="70000"/>
                </a:lnSpc>
                <a:defRPr/>
              </a:pPr>
              <a:r>
                <a:rPr lang="en-US" altLang="zh-CN" i="1" dirty="0">
                  <a:solidFill>
                    <a:srgbClr val="0000FF"/>
                  </a:solidFill>
                  <a:latin typeface="Times New Roman" pitchFamily="18" charset="0"/>
                </a:rPr>
                <a:t>t</a:t>
              </a:r>
              <a:r>
                <a:rPr lang="en-US" altLang="zh-CN" i="1" baseline="-25000" dirty="0">
                  <a:solidFill>
                    <a:srgbClr val="0000FF"/>
                  </a:solidFill>
                  <a:latin typeface="Times New Roman" pitchFamily="18" charset="0"/>
                </a:rPr>
                <a:t>5</a:t>
              </a:r>
              <a:r>
                <a:rPr lang="en-US" altLang="zh-CN" dirty="0">
                  <a:latin typeface="Times New Roman" pitchFamily="18" charset="0"/>
                </a:rPr>
                <a:t> = </a:t>
              </a:r>
              <a:r>
                <a:rPr lang="en-US" altLang="zh-CN" i="1" dirty="0">
                  <a:solidFill>
                    <a:srgbClr val="0000FF"/>
                  </a:solidFill>
                  <a:latin typeface="Times New Roman" pitchFamily="18" charset="0"/>
                </a:rPr>
                <a:t>a</a:t>
              </a:r>
              <a:r>
                <a:rPr lang="en-US" altLang="zh-CN" dirty="0">
                  <a:solidFill>
                    <a:srgbClr val="0000FF"/>
                  </a:solidFill>
                  <a:latin typeface="Times New Roman" pitchFamily="18" charset="0"/>
                </a:rPr>
                <a:t>[</a:t>
              </a:r>
              <a:r>
                <a:rPr lang="en-US" altLang="zh-CN" i="1" dirty="0">
                  <a:solidFill>
                    <a:srgbClr val="0000FF"/>
                  </a:solidFill>
                  <a:latin typeface="Times New Roman" pitchFamily="18" charset="0"/>
                </a:rPr>
                <a:t>t</a:t>
              </a:r>
              <a:r>
                <a:rPr lang="en-US" altLang="zh-CN" i="1" baseline="-25000" dirty="0">
                  <a:solidFill>
                    <a:srgbClr val="0000FF"/>
                  </a:solidFill>
                  <a:latin typeface="Times New Roman" pitchFamily="18" charset="0"/>
                </a:rPr>
                <a:t>4</a:t>
              </a:r>
              <a:r>
                <a:rPr lang="en-US" altLang="zh-CN" dirty="0">
                  <a:solidFill>
                    <a:srgbClr val="0000FF"/>
                  </a:solidFill>
                  <a:latin typeface="Times New Roman" pitchFamily="18" charset="0"/>
                </a:rPr>
                <a:t>]</a:t>
              </a:r>
            </a:p>
            <a:p>
              <a:pPr algn="just">
                <a:lnSpc>
                  <a:spcPct val="70000"/>
                </a:lnSpc>
                <a:defRPr/>
              </a:pPr>
              <a:r>
                <a:rPr lang="en-US" altLang="zh-CN" i="1" dirty="0">
                  <a:latin typeface="Times New Roman" pitchFamily="18" charset="0"/>
                </a:rPr>
                <a:t>if</a:t>
              </a:r>
              <a:r>
                <a:rPr lang="en-US" altLang="zh-CN" dirty="0">
                  <a:latin typeface="Times New Roman" pitchFamily="18" charset="0"/>
                </a:rPr>
                <a:t> </a:t>
              </a:r>
              <a:r>
                <a:rPr lang="en-US" altLang="zh-CN" i="1" dirty="0">
                  <a:latin typeface="Times New Roman" pitchFamily="18" charset="0"/>
                </a:rPr>
                <a:t>t</a:t>
              </a:r>
              <a:r>
                <a:rPr lang="en-US" altLang="zh-CN" i="1" baseline="-25000" dirty="0">
                  <a:latin typeface="Times New Roman" pitchFamily="18" charset="0"/>
                </a:rPr>
                <a:t>5</a:t>
              </a:r>
              <a:r>
                <a:rPr lang="en-US" altLang="zh-CN" dirty="0">
                  <a:latin typeface="Times New Roman" pitchFamily="18" charset="0"/>
                </a:rPr>
                <a:t> &gt; </a:t>
              </a:r>
              <a:r>
                <a:rPr lang="en-US" altLang="zh-CN" i="1" dirty="0">
                  <a:latin typeface="Times New Roman" pitchFamily="18" charset="0"/>
                </a:rPr>
                <a:t>v</a:t>
              </a:r>
              <a:r>
                <a:rPr lang="en-US" altLang="zh-CN" dirty="0">
                  <a:latin typeface="Times New Roman" pitchFamily="18" charset="0"/>
                </a:rPr>
                <a:t> </a:t>
              </a:r>
              <a:r>
                <a:rPr lang="en-US" altLang="zh-CN" i="1" dirty="0" err="1">
                  <a:latin typeface="Times New Roman" pitchFamily="18" charset="0"/>
                </a:rPr>
                <a:t>goto</a:t>
              </a:r>
              <a:r>
                <a:rPr lang="en-US" altLang="zh-CN" dirty="0">
                  <a:latin typeface="Times New Roman" pitchFamily="18" charset="0"/>
                </a:rPr>
                <a:t> </a:t>
              </a:r>
              <a:r>
                <a:rPr lang="en-US" altLang="zh-CN" i="1" dirty="0">
                  <a:latin typeface="Times New Roman" pitchFamily="18" charset="0"/>
                </a:rPr>
                <a:t>B</a:t>
              </a:r>
              <a:r>
                <a:rPr lang="en-US" altLang="zh-CN" i="1" baseline="-25000" dirty="0">
                  <a:latin typeface="Times New Roman" pitchFamily="18" charset="0"/>
                </a:rPr>
                <a:t>3</a:t>
              </a:r>
            </a:p>
          </p:txBody>
        </p:sp>
        <p:sp>
          <p:nvSpPr>
            <p:cNvPr id="57358" name="Line 9">
              <a:extLst>
                <a:ext uri="{FF2B5EF4-FFF2-40B4-BE49-F238E27FC236}">
                  <a16:creationId xmlns:a16="http://schemas.microsoft.com/office/drawing/2014/main" id="{64F1414A-6434-40CA-8052-C772FA094BC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457700" y="1035050"/>
              <a:ext cx="0" cy="315913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57359" name="Line 10">
              <a:extLst>
                <a:ext uri="{FF2B5EF4-FFF2-40B4-BE49-F238E27FC236}">
                  <a16:creationId xmlns:a16="http://schemas.microsoft.com/office/drawing/2014/main" id="{A9909467-4E84-4A39-810B-BEEF55B0C8A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440238" y="2184400"/>
              <a:ext cx="0" cy="315913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38" name="Rectangle 11">
              <a:extLst>
                <a:ext uri="{FF2B5EF4-FFF2-40B4-BE49-F238E27FC236}">
                  <a16:creationId xmlns:a16="http://schemas.microsoft.com/office/drawing/2014/main" id="{B8CB5AE5-8644-4CB0-9547-ACC2373CBA8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40123" y="3662363"/>
              <a:ext cx="1725618" cy="30480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7500" tIns="0" rIns="0" bIns="0"/>
            <a:lstStyle/>
            <a:p>
              <a:pPr algn="just">
                <a:lnSpc>
                  <a:spcPct val="96000"/>
                </a:lnSpc>
                <a:defRPr/>
              </a:pPr>
              <a:r>
                <a:rPr lang="en-US" altLang="zh-CN" i="1" dirty="0">
                  <a:latin typeface="Times New Roman" pitchFamily="18" charset="0"/>
                </a:rPr>
                <a:t>if</a:t>
              </a:r>
              <a:r>
                <a:rPr lang="en-US" altLang="zh-CN" dirty="0">
                  <a:latin typeface="Times New Roman" pitchFamily="18" charset="0"/>
                </a:rPr>
                <a:t> </a:t>
              </a:r>
              <a:r>
                <a:rPr lang="en-US" altLang="zh-CN" i="1">
                  <a:latin typeface="Times New Roman" pitchFamily="18" charset="0"/>
                </a:rPr>
                <a:t>i</a:t>
              </a:r>
              <a:r>
                <a:rPr lang="en-US" altLang="zh-CN" dirty="0">
                  <a:latin typeface="Times New Roman" pitchFamily="18" charset="0"/>
                </a:rPr>
                <a:t> &gt;= </a:t>
              </a:r>
              <a:r>
                <a:rPr lang="en-US" altLang="zh-CN" i="1" dirty="0">
                  <a:latin typeface="Times New Roman" pitchFamily="18" charset="0"/>
                </a:rPr>
                <a:t>j </a:t>
              </a:r>
              <a:r>
                <a:rPr lang="en-US" altLang="zh-CN" i="1" dirty="0" err="1">
                  <a:latin typeface="Times New Roman" pitchFamily="18" charset="0"/>
                </a:rPr>
                <a:t>goto</a:t>
              </a:r>
              <a:r>
                <a:rPr lang="en-US" altLang="zh-CN" dirty="0">
                  <a:latin typeface="Times New Roman" pitchFamily="18" charset="0"/>
                </a:rPr>
                <a:t> </a:t>
              </a:r>
              <a:r>
                <a:rPr lang="en-US" altLang="zh-CN" i="1" dirty="0">
                  <a:latin typeface="Times New Roman" pitchFamily="18" charset="0"/>
                </a:rPr>
                <a:t>B</a:t>
              </a:r>
              <a:r>
                <a:rPr lang="en-US" altLang="zh-CN" i="1" baseline="-25000" dirty="0">
                  <a:latin typeface="Times New Roman" pitchFamily="18" charset="0"/>
                </a:rPr>
                <a:t>6</a:t>
              </a:r>
            </a:p>
          </p:txBody>
        </p:sp>
        <p:sp>
          <p:nvSpPr>
            <p:cNvPr id="57361" name="Line 12">
              <a:extLst>
                <a:ext uri="{FF2B5EF4-FFF2-40B4-BE49-F238E27FC236}">
                  <a16:creationId xmlns:a16="http://schemas.microsoft.com/office/drawing/2014/main" id="{DCA2DA58-F333-4412-B7FF-DEA60066EED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440238" y="3332163"/>
              <a:ext cx="0" cy="319087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57362" name="Rectangle 14">
              <a:extLst>
                <a:ext uri="{FF2B5EF4-FFF2-40B4-BE49-F238E27FC236}">
                  <a16:creationId xmlns:a16="http://schemas.microsoft.com/office/drawing/2014/main" id="{D5A0F56E-497A-45DB-81FE-B5935318A3A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46723" y="3567113"/>
              <a:ext cx="625475" cy="3238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i="1">
                  <a:latin typeface="Times New Roman" panose="02020603050405020304" pitchFamily="18" charset="0"/>
                </a:rPr>
                <a:t>B</a:t>
              </a:r>
              <a:r>
                <a:rPr lang="en-US" altLang="zh-CN" i="1" baseline="-25000">
                  <a:latin typeface="Times New Roman" panose="02020603050405020304" pitchFamily="18" charset="0"/>
                </a:rPr>
                <a:t>4</a:t>
              </a:r>
              <a:endParaRPr lang="en-US" altLang="zh-CN" i="1">
                <a:latin typeface="Times New Roman" panose="02020603050405020304" pitchFamily="18" charset="0"/>
              </a:endParaRPr>
            </a:p>
          </p:txBody>
        </p:sp>
        <p:sp>
          <p:nvSpPr>
            <p:cNvPr id="57363" name="Rectangle 15">
              <a:extLst>
                <a:ext uri="{FF2B5EF4-FFF2-40B4-BE49-F238E27FC236}">
                  <a16:creationId xmlns:a16="http://schemas.microsoft.com/office/drawing/2014/main" id="{1FFFB8DF-C38B-47DC-826E-B557781A65B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43548" y="2408238"/>
              <a:ext cx="628650" cy="3270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i="1">
                  <a:latin typeface="Times New Roman" panose="02020603050405020304" pitchFamily="18" charset="0"/>
                </a:rPr>
                <a:t>B</a:t>
              </a:r>
              <a:r>
                <a:rPr lang="en-US" altLang="zh-CN" i="1" baseline="-25000">
                  <a:latin typeface="Times New Roman" panose="02020603050405020304" pitchFamily="18" charset="0"/>
                </a:rPr>
                <a:t>3</a:t>
              </a:r>
              <a:endParaRPr lang="en-US" altLang="zh-CN" i="1">
                <a:latin typeface="Times New Roman" panose="02020603050405020304" pitchFamily="18" charset="0"/>
              </a:endParaRPr>
            </a:p>
          </p:txBody>
        </p:sp>
        <p:sp>
          <p:nvSpPr>
            <p:cNvPr id="57364" name="Rectangle 16">
              <a:extLst>
                <a:ext uri="{FF2B5EF4-FFF2-40B4-BE49-F238E27FC236}">
                  <a16:creationId xmlns:a16="http://schemas.microsoft.com/office/drawing/2014/main" id="{465C1F40-45AA-4970-906C-60351387106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71538" y="2283718"/>
              <a:ext cx="514350" cy="3254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i="1">
                  <a:latin typeface="Times New Roman" panose="02020603050405020304" pitchFamily="18" charset="0"/>
                </a:rPr>
                <a:t>B</a:t>
              </a:r>
              <a:r>
                <a:rPr lang="en-US" altLang="zh-CN" i="1" baseline="-25000">
                  <a:latin typeface="Times New Roman" panose="02020603050405020304" pitchFamily="18" charset="0"/>
                </a:rPr>
                <a:t>5</a:t>
              </a:r>
              <a:endParaRPr lang="en-US" altLang="zh-CN" i="1">
                <a:latin typeface="Times New Roman" panose="02020603050405020304" pitchFamily="18" charset="0"/>
              </a:endParaRPr>
            </a:p>
          </p:txBody>
        </p:sp>
        <p:sp>
          <p:nvSpPr>
            <p:cNvPr id="57365" name="Line 18">
              <a:extLst>
                <a:ext uri="{FF2B5EF4-FFF2-40B4-BE49-F238E27FC236}">
                  <a16:creationId xmlns:a16="http://schemas.microsoft.com/office/drawing/2014/main" id="{0C5618DD-5A8F-4A72-8539-577FB63A37DD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754313" y="3967163"/>
              <a:ext cx="1503362" cy="293687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57366" name="Line 19">
              <a:extLst>
                <a:ext uri="{FF2B5EF4-FFF2-40B4-BE49-F238E27FC236}">
                  <a16:creationId xmlns:a16="http://schemas.microsoft.com/office/drawing/2014/main" id="{8E626C3C-FCF8-4E76-88A3-39C4A41713D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40263" y="3967163"/>
              <a:ext cx="1487487" cy="293687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57367" name="Rectangle 20">
              <a:extLst>
                <a:ext uri="{FF2B5EF4-FFF2-40B4-BE49-F238E27FC236}">
                  <a16:creationId xmlns:a16="http://schemas.microsoft.com/office/drawing/2014/main" id="{7AB25C19-06E4-41C0-88CA-DF84C197FCB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64388" y="2067694"/>
              <a:ext cx="627062" cy="3270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i="1">
                  <a:latin typeface="Times New Roman" panose="02020603050405020304" pitchFamily="18" charset="0"/>
                </a:rPr>
                <a:t>B</a:t>
              </a:r>
              <a:r>
                <a:rPr lang="en-US" altLang="zh-CN" i="1" baseline="-25000">
                  <a:latin typeface="Times New Roman" panose="02020603050405020304" pitchFamily="18" charset="0"/>
                </a:rPr>
                <a:t>6</a:t>
              </a:r>
              <a:endParaRPr lang="en-US" altLang="zh-CN" i="1">
                <a:latin typeface="Times New Roman" panose="02020603050405020304" pitchFamily="18" charset="0"/>
              </a:endParaRPr>
            </a:p>
          </p:txBody>
        </p:sp>
        <p:sp>
          <p:nvSpPr>
            <p:cNvPr id="57368" name="Freeform 21">
              <a:extLst>
                <a:ext uri="{FF2B5EF4-FFF2-40B4-BE49-F238E27FC236}">
                  <a16:creationId xmlns:a16="http://schemas.microsoft.com/office/drawing/2014/main" id="{CDCB3F3C-3018-4C75-9D87-AA154568E844}"/>
                </a:ext>
              </a:extLst>
            </p:cNvPr>
            <p:cNvSpPr>
              <a:spLocks/>
            </p:cNvSpPr>
            <p:nvPr/>
          </p:nvSpPr>
          <p:spPr bwMode="auto">
            <a:xfrm rot="367755">
              <a:off x="2913895" y="1183839"/>
              <a:ext cx="768350" cy="1097720"/>
            </a:xfrm>
            <a:custGeom>
              <a:avLst/>
              <a:gdLst>
                <a:gd name="T0" fmla="*/ 2147483646 w 722"/>
                <a:gd name="T1" fmla="*/ 2147483646 h 1447"/>
                <a:gd name="T2" fmla="*/ 2147483646 w 722"/>
                <a:gd name="T3" fmla="*/ 2147483646 h 1447"/>
                <a:gd name="T4" fmla="*/ 2147483646 w 722"/>
                <a:gd name="T5" fmla="*/ 2147483646 h 1447"/>
                <a:gd name="T6" fmla="*/ 2147483646 w 722"/>
                <a:gd name="T7" fmla="*/ 2147483646 h 1447"/>
                <a:gd name="T8" fmla="*/ 2147483646 w 722"/>
                <a:gd name="T9" fmla="*/ 2147483646 h 1447"/>
                <a:gd name="T10" fmla="*/ 2147483646 w 722"/>
                <a:gd name="T11" fmla="*/ 2147483646 h 1447"/>
                <a:gd name="T12" fmla="*/ 2147483646 w 722"/>
                <a:gd name="T13" fmla="*/ 2147483646 h 1447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722"/>
                <a:gd name="T22" fmla="*/ 0 h 1447"/>
                <a:gd name="T23" fmla="*/ 722 w 722"/>
                <a:gd name="T24" fmla="*/ 1447 h 1447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722" h="1447">
                  <a:moveTo>
                    <a:pt x="722" y="1251"/>
                  </a:moveTo>
                  <a:cubicBezTo>
                    <a:pt x="605" y="1349"/>
                    <a:pt x="489" y="1447"/>
                    <a:pt x="392" y="1447"/>
                  </a:cubicBezTo>
                  <a:cubicBezTo>
                    <a:pt x="295" y="1447"/>
                    <a:pt x="203" y="1376"/>
                    <a:pt x="138" y="1251"/>
                  </a:cubicBezTo>
                  <a:cubicBezTo>
                    <a:pt x="73" y="1126"/>
                    <a:pt x="0" y="879"/>
                    <a:pt x="3" y="697"/>
                  </a:cubicBezTo>
                  <a:cubicBezTo>
                    <a:pt x="6" y="515"/>
                    <a:pt x="83" y="272"/>
                    <a:pt x="153" y="157"/>
                  </a:cubicBezTo>
                  <a:cubicBezTo>
                    <a:pt x="223" y="42"/>
                    <a:pt x="338" y="0"/>
                    <a:pt x="423" y="7"/>
                  </a:cubicBezTo>
                  <a:cubicBezTo>
                    <a:pt x="508" y="14"/>
                    <a:pt x="612" y="161"/>
                    <a:pt x="662" y="201"/>
                  </a:cubicBezTo>
                </a:path>
              </a:pathLst>
            </a:cu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57369" name="Freeform 22">
              <a:extLst>
                <a:ext uri="{FF2B5EF4-FFF2-40B4-BE49-F238E27FC236}">
                  <a16:creationId xmlns:a16="http://schemas.microsoft.com/office/drawing/2014/main" id="{F1276C24-E6CF-4E15-A431-9B2ED725BD67}"/>
                </a:ext>
              </a:extLst>
            </p:cNvPr>
            <p:cNvSpPr>
              <a:spLocks/>
            </p:cNvSpPr>
            <p:nvPr/>
          </p:nvSpPr>
          <p:spPr bwMode="auto">
            <a:xfrm rot="190181">
              <a:off x="2923094" y="2346797"/>
              <a:ext cx="754062" cy="1106149"/>
            </a:xfrm>
            <a:custGeom>
              <a:avLst/>
              <a:gdLst>
                <a:gd name="T0" fmla="*/ 2147483646 w 722"/>
                <a:gd name="T1" fmla="*/ 2147483646 h 1447"/>
                <a:gd name="T2" fmla="*/ 2147483646 w 722"/>
                <a:gd name="T3" fmla="*/ 2147483646 h 1447"/>
                <a:gd name="T4" fmla="*/ 2147483646 w 722"/>
                <a:gd name="T5" fmla="*/ 2147483646 h 1447"/>
                <a:gd name="T6" fmla="*/ 2147483646 w 722"/>
                <a:gd name="T7" fmla="*/ 2147483646 h 1447"/>
                <a:gd name="T8" fmla="*/ 2147483646 w 722"/>
                <a:gd name="T9" fmla="*/ 2147483646 h 1447"/>
                <a:gd name="T10" fmla="*/ 2147483646 w 722"/>
                <a:gd name="T11" fmla="*/ 2147483646 h 1447"/>
                <a:gd name="T12" fmla="*/ 2147483646 w 722"/>
                <a:gd name="T13" fmla="*/ 2147483646 h 1447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722"/>
                <a:gd name="T22" fmla="*/ 0 h 1447"/>
                <a:gd name="T23" fmla="*/ 722 w 722"/>
                <a:gd name="T24" fmla="*/ 1447 h 1447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722" h="1447">
                  <a:moveTo>
                    <a:pt x="722" y="1251"/>
                  </a:moveTo>
                  <a:cubicBezTo>
                    <a:pt x="605" y="1349"/>
                    <a:pt x="489" y="1447"/>
                    <a:pt x="392" y="1447"/>
                  </a:cubicBezTo>
                  <a:cubicBezTo>
                    <a:pt x="295" y="1447"/>
                    <a:pt x="203" y="1376"/>
                    <a:pt x="138" y="1251"/>
                  </a:cubicBezTo>
                  <a:cubicBezTo>
                    <a:pt x="73" y="1126"/>
                    <a:pt x="0" y="879"/>
                    <a:pt x="3" y="697"/>
                  </a:cubicBezTo>
                  <a:cubicBezTo>
                    <a:pt x="6" y="515"/>
                    <a:pt x="83" y="272"/>
                    <a:pt x="153" y="157"/>
                  </a:cubicBezTo>
                  <a:cubicBezTo>
                    <a:pt x="223" y="42"/>
                    <a:pt x="338" y="0"/>
                    <a:pt x="423" y="7"/>
                  </a:cubicBezTo>
                  <a:cubicBezTo>
                    <a:pt x="508" y="14"/>
                    <a:pt x="612" y="161"/>
                    <a:pt x="662" y="201"/>
                  </a:cubicBezTo>
                </a:path>
              </a:pathLst>
            </a:cu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</p:grpSp>
      <p:sp>
        <p:nvSpPr>
          <p:cNvPr id="27" name="任意多边形 26">
            <a:extLst>
              <a:ext uri="{FF2B5EF4-FFF2-40B4-BE49-F238E27FC236}">
                <a16:creationId xmlns:a16="http://schemas.microsoft.com/office/drawing/2014/main" id="{08A891A0-F381-4640-9EA6-3ADCA5D9ABE9}"/>
              </a:ext>
            </a:extLst>
          </p:cNvPr>
          <p:cNvSpPr/>
          <p:nvPr/>
        </p:nvSpPr>
        <p:spPr>
          <a:xfrm>
            <a:off x="946150" y="793750"/>
            <a:ext cx="2874963" cy="4319588"/>
          </a:xfrm>
          <a:custGeom>
            <a:avLst/>
            <a:gdLst>
              <a:gd name="connsiteX0" fmla="*/ 807738 w 2874532"/>
              <a:gd name="connsiteY0" fmla="*/ 3903406 h 4319190"/>
              <a:gd name="connsiteX1" fmla="*/ 143858 w 2874532"/>
              <a:gd name="connsiteY1" fmla="*/ 3991088 h 4319190"/>
              <a:gd name="connsiteX2" fmla="*/ 269119 w 2874532"/>
              <a:gd name="connsiteY2" fmla="*/ 295910 h 4319190"/>
              <a:gd name="connsiteX3" fmla="*/ 2874532 w 2874532"/>
              <a:gd name="connsiteY3" fmla="*/ 496327 h 43191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74532" h="4319190">
                <a:moveTo>
                  <a:pt x="807738" y="3903406"/>
                </a:moveTo>
                <a:cubicBezTo>
                  <a:pt x="520683" y="4247871"/>
                  <a:pt x="233628" y="4592337"/>
                  <a:pt x="143858" y="3991088"/>
                </a:cubicBezTo>
                <a:cubicBezTo>
                  <a:pt x="54088" y="3389839"/>
                  <a:pt x="-185993" y="878370"/>
                  <a:pt x="269119" y="295910"/>
                </a:cubicBezTo>
                <a:cubicBezTo>
                  <a:pt x="724231" y="-286550"/>
                  <a:pt x="1799381" y="104888"/>
                  <a:pt x="2874532" y="496327"/>
                </a:cubicBezTo>
              </a:path>
            </a:pathLst>
          </a:custGeom>
          <a:noFill/>
          <a:ln w="25400">
            <a:solidFill>
              <a:schemeClr val="tx1"/>
            </a:solidFill>
            <a:tailEnd type="stealth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zh-CN" altLang="en-US"/>
          </a:p>
        </p:txBody>
      </p:sp>
      <p:sp>
        <p:nvSpPr>
          <p:cNvPr id="28" name="Rectangle 24">
            <a:extLst>
              <a:ext uri="{FF2B5EF4-FFF2-40B4-BE49-F238E27FC236}">
                <a16:creationId xmlns:a16="http://schemas.microsoft.com/office/drawing/2014/main" id="{CF6D1FB6-78A2-4D2F-A58F-1F482F15161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93838" y="2205038"/>
            <a:ext cx="1292225" cy="2484437"/>
          </a:xfrm>
          <a:prstGeom prst="rect">
            <a:avLst/>
          </a:prstGeom>
          <a:noFill/>
          <a:ln w="38100">
            <a:solidFill>
              <a:srgbClr val="FF0000"/>
            </a:solidFill>
            <a:prstDash val="lgDash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68580" tIns="34290" rIns="68580" bIns="34290" anchor="ctr"/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>
              <a:cs typeface="楷体_GB2312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4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4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4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4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4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4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4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53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28" dur="5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5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30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53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33" dur="500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3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animBg="1"/>
      <p:bldP spid="28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6" name="Rectangle 25">
            <a:extLst>
              <a:ext uri="{FF2B5EF4-FFF2-40B4-BE49-F238E27FC236}">
                <a16:creationId xmlns:a16="http://schemas.microsoft.com/office/drawing/2014/main" id="{74839B58-6096-4C90-A522-DBAC689685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10288" y="2355850"/>
            <a:ext cx="1497012" cy="2330450"/>
          </a:xfrm>
          <a:prstGeom prst="rect">
            <a:avLst/>
          </a:prstGeom>
          <a:noFill/>
          <a:ln w="38100">
            <a:solidFill>
              <a:srgbClr val="FF0000"/>
            </a:solidFill>
            <a:prstDash val="lgDash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68580" tIns="34290" rIns="68580" bIns="34290" anchor="ctr"/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>
              <a:solidFill>
                <a:srgbClr val="000000"/>
              </a:solidFill>
              <a:cs typeface="楷体_GB2312" charset="0"/>
            </a:endParaRPr>
          </a:p>
        </p:txBody>
      </p:sp>
      <p:sp>
        <p:nvSpPr>
          <p:cNvPr id="44" name="Rectangle 35">
            <a:extLst>
              <a:ext uri="{FF2B5EF4-FFF2-40B4-BE49-F238E27FC236}">
                <a16:creationId xmlns:a16="http://schemas.microsoft.com/office/drawing/2014/main" id="{B217E2DB-B33F-4F09-815D-E2D29A6CA5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92838" y="2427288"/>
            <a:ext cx="1308100" cy="221456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lIns="68580" tIns="0" rIns="68580" bIns="0"/>
          <a:lstStyle/>
          <a:p>
            <a:pPr algn="just">
              <a:lnSpc>
                <a:spcPct val="96000"/>
              </a:lnSpc>
              <a:defRPr/>
            </a:pPr>
            <a:r>
              <a:rPr lang="en-US" altLang="zh-CN" i="1" dirty="0">
                <a:solidFill>
                  <a:srgbClr val="FF0000"/>
                </a:solidFill>
                <a:latin typeface="Times New Roman" pitchFamily="18" charset="0"/>
              </a:rPr>
              <a:t>t</a:t>
            </a:r>
            <a:r>
              <a:rPr lang="en-US" altLang="zh-CN" i="1" baseline="-30000" dirty="0">
                <a:solidFill>
                  <a:srgbClr val="FF0000"/>
                </a:solidFill>
                <a:latin typeface="Times New Roman" pitchFamily="18" charset="0"/>
              </a:rPr>
              <a:t>11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 = </a:t>
            </a:r>
            <a:r>
              <a:rPr lang="en-US" altLang="zh-CN" dirty="0">
                <a:solidFill>
                  <a:srgbClr val="FF0000"/>
                </a:solidFill>
                <a:latin typeface="Times New Roman" pitchFamily="18" charset="0"/>
              </a:rPr>
              <a:t>4 </a:t>
            </a:r>
            <a:r>
              <a:rPr lang="en-US" altLang="zh-CN" dirty="0">
                <a:solidFill>
                  <a:srgbClr val="FF0000"/>
                </a:solidFill>
                <a:latin typeface="宋体" pitchFamily="2" charset="-122"/>
              </a:rPr>
              <a:t>*</a:t>
            </a:r>
            <a:r>
              <a:rPr lang="en-US" altLang="zh-CN" dirty="0">
                <a:solidFill>
                  <a:srgbClr val="FF0000"/>
                </a:solidFill>
                <a:latin typeface="Times New Roman" pitchFamily="18" charset="0"/>
              </a:rPr>
              <a:t> </a:t>
            </a:r>
            <a:r>
              <a:rPr lang="en-US" altLang="zh-CN" i="1" dirty="0" err="1">
                <a:solidFill>
                  <a:srgbClr val="FF0000"/>
                </a:solidFill>
                <a:latin typeface="Times New Roman" pitchFamily="18" charset="0"/>
              </a:rPr>
              <a:t>i</a:t>
            </a:r>
            <a:endParaRPr lang="en-US" altLang="zh-CN" i="1" dirty="0">
              <a:solidFill>
                <a:srgbClr val="FF0000"/>
              </a:solidFill>
              <a:latin typeface="Times New Roman" pitchFamily="18" charset="0"/>
            </a:endParaRPr>
          </a:p>
          <a:p>
            <a:pPr algn="just">
              <a:lnSpc>
                <a:spcPct val="96000"/>
              </a:lnSpc>
              <a:defRPr/>
            </a:pP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x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 = </a:t>
            </a: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a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[</a:t>
            </a:r>
            <a:r>
              <a:rPr lang="en-US" altLang="zh-CN" i="1" dirty="0">
                <a:solidFill>
                  <a:srgbClr val="FF0000"/>
                </a:solidFill>
                <a:latin typeface="Times New Roman" pitchFamily="18" charset="0"/>
              </a:rPr>
              <a:t>t</a:t>
            </a:r>
            <a:r>
              <a:rPr lang="en-US" altLang="zh-CN" i="1" baseline="-30000" dirty="0">
                <a:solidFill>
                  <a:srgbClr val="FF0000"/>
                </a:solidFill>
                <a:latin typeface="Times New Roman" pitchFamily="18" charset="0"/>
              </a:rPr>
              <a:t>11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]</a:t>
            </a:r>
          </a:p>
          <a:p>
            <a:pPr algn="just">
              <a:lnSpc>
                <a:spcPct val="96000"/>
              </a:lnSpc>
              <a:defRPr/>
            </a:pPr>
            <a:r>
              <a:rPr lang="en-US" altLang="zh-CN" i="1" dirty="0">
                <a:solidFill>
                  <a:srgbClr val="FF0000"/>
                </a:solidFill>
                <a:latin typeface="Times New Roman" pitchFamily="18" charset="0"/>
              </a:rPr>
              <a:t>t</a:t>
            </a:r>
            <a:r>
              <a:rPr lang="en-US" altLang="zh-CN" i="1" baseline="-30000" dirty="0">
                <a:solidFill>
                  <a:srgbClr val="FF0000"/>
                </a:solidFill>
                <a:latin typeface="Times New Roman" pitchFamily="18" charset="0"/>
              </a:rPr>
              <a:t>12</a:t>
            </a: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 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= </a:t>
            </a:r>
            <a:r>
              <a:rPr lang="en-US" altLang="zh-CN" dirty="0">
                <a:solidFill>
                  <a:srgbClr val="FF0000"/>
                </a:solidFill>
                <a:latin typeface="Times New Roman" pitchFamily="18" charset="0"/>
              </a:rPr>
              <a:t>4 </a:t>
            </a:r>
            <a:r>
              <a:rPr lang="en-US" altLang="zh-CN" dirty="0">
                <a:solidFill>
                  <a:srgbClr val="FF0000"/>
                </a:solidFill>
                <a:latin typeface="宋体" pitchFamily="2" charset="-122"/>
              </a:rPr>
              <a:t>*</a:t>
            </a:r>
            <a:r>
              <a:rPr lang="en-US" altLang="zh-CN" dirty="0">
                <a:solidFill>
                  <a:srgbClr val="FF0000"/>
                </a:solidFill>
                <a:latin typeface="Times New Roman" pitchFamily="18" charset="0"/>
              </a:rPr>
              <a:t> </a:t>
            </a:r>
            <a:r>
              <a:rPr lang="en-US" altLang="zh-CN" i="1" dirty="0" err="1">
                <a:solidFill>
                  <a:srgbClr val="FF0000"/>
                </a:solidFill>
                <a:latin typeface="Times New Roman" pitchFamily="18" charset="0"/>
              </a:rPr>
              <a:t>i</a:t>
            </a:r>
            <a:r>
              <a:rPr lang="en-US" altLang="zh-CN" dirty="0">
                <a:solidFill>
                  <a:srgbClr val="FF0000"/>
                </a:solidFill>
                <a:latin typeface="Times New Roman" pitchFamily="18" charset="0"/>
              </a:rPr>
              <a:t> </a:t>
            </a:r>
          </a:p>
          <a:p>
            <a:pPr algn="just">
              <a:lnSpc>
                <a:spcPct val="96000"/>
              </a:lnSpc>
              <a:defRPr/>
            </a:pPr>
            <a:r>
              <a:rPr lang="en-US" altLang="zh-CN" i="1" dirty="0">
                <a:solidFill>
                  <a:srgbClr val="FF0000"/>
                </a:solidFill>
                <a:latin typeface="Times New Roman" pitchFamily="18" charset="0"/>
              </a:rPr>
              <a:t>t</a:t>
            </a:r>
            <a:r>
              <a:rPr lang="en-US" altLang="zh-CN" i="1" baseline="-30000" dirty="0">
                <a:solidFill>
                  <a:srgbClr val="FF0000"/>
                </a:solidFill>
                <a:latin typeface="Times New Roman" pitchFamily="18" charset="0"/>
              </a:rPr>
              <a:t>13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 = </a:t>
            </a:r>
            <a:r>
              <a:rPr lang="en-US" altLang="zh-CN" dirty="0">
                <a:solidFill>
                  <a:srgbClr val="FF0000"/>
                </a:solidFill>
                <a:latin typeface="Times New Roman" pitchFamily="18" charset="0"/>
              </a:rPr>
              <a:t>4 </a:t>
            </a:r>
            <a:r>
              <a:rPr lang="en-US" altLang="zh-CN" dirty="0">
                <a:solidFill>
                  <a:srgbClr val="FF0000"/>
                </a:solidFill>
                <a:latin typeface="宋体" pitchFamily="2" charset="-122"/>
              </a:rPr>
              <a:t>*</a:t>
            </a:r>
            <a:r>
              <a:rPr lang="en-US" altLang="zh-CN" dirty="0">
                <a:solidFill>
                  <a:srgbClr val="FF0000"/>
                </a:solidFill>
                <a:latin typeface="Times New Roman" pitchFamily="18" charset="0"/>
              </a:rPr>
              <a:t> n</a:t>
            </a:r>
          </a:p>
          <a:p>
            <a:pPr algn="just">
              <a:lnSpc>
                <a:spcPct val="96000"/>
              </a:lnSpc>
              <a:defRPr/>
            </a:pP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t</a:t>
            </a:r>
            <a:r>
              <a:rPr lang="en-US" altLang="zh-CN" i="1" baseline="-30000" dirty="0">
                <a:solidFill>
                  <a:prstClr val="black"/>
                </a:solidFill>
                <a:latin typeface="Times New Roman" pitchFamily="18" charset="0"/>
              </a:rPr>
              <a:t>14</a:t>
            </a: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 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= </a:t>
            </a: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a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[</a:t>
            </a:r>
            <a:r>
              <a:rPr lang="en-US" altLang="zh-CN" i="1" dirty="0">
                <a:solidFill>
                  <a:srgbClr val="FF0000"/>
                </a:solidFill>
                <a:latin typeface="Times New Roman" pitchFamily="18" charset="0"/>
              </a:rPr>
              <a:t>t</a:t>
            </a:r>
            <a:r>
              <a:rPr lang="en-US" altLang="zh-CN" i="1" baseline="-30000" dirty="0">
                <a:solidFill>
                  <a:srgbClr val="FF0000"/>
                </a:solidFill>
                <a:latin typeface="Times New Roman" pitchFamily="18" charset="0"/>
              </a:rPr>
              <a:t>13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]</a:t>
            </a:r>
          </a:p>
          <a:p>
            <a:pPr algn="just">
              <a:lnSpc>
                <a:spcPct val="96000"/>
              </a:lnSpc>
              <a:defRPr/>
            </a:pP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a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[</a:t>
            </a:r>
            <a:r>
              <a:rPr lang="en-US" altLang="zh-CN" i="1" dirty="0">
                <a:solidFill>
                  <a:srgbClr val="FF0000"/>
                </a:solidFill>
                <a:latin typeface="Times New Roman" pitchFamily="18" charset="0"/>
              </a:rPr>
              <a:t>t</a:t>
            </a:r>
            <a:r>
              <a:rPr lang="en-US" altLang="zh-CN" i="1" baseline="-30000" dirty="0">
                <a:solidFill>
                  <a:srgbClr val="FF0000"/>
                </a:solidFill>
                <a:latin typeface="Times New Roman" pitchFamily="18" charset="0"/>
              </a:rPr>
              <a:t>12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] = </a:t>
            </a: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t</a:t>
            </a:r>
            <a:r>
              <a:rPr lang="en-US" altLang="zh-CN" i="1" baseline="-30000" dirty="0">
                <a:solidFill>
                  <a:prstClr val="black"/>
                </a:solidFill>
                <a:latin typeface="Times New Roman" pitchFamily="18" charset="0"/>
              </a:rPr>
              <a:t>14</a:t>
            </a:r>
            <a:endParaRPr lang="en-US" altLang="zh-CN" i="1" dirty="0">
              <a:solidFill>
                <a:prstClr val="black"/>
              </a:solidFill>
              <a:latin typeface="Times New Roman" pitchFamily="18" charset="0"/>
            </a:endParaRPr>
          </a:p>
          <a:p>
            <a:pPr algn="just">
              <a:lnSpc>
                <a:spcPct val="96000"/>
              </a:lnSpc>
              <a:defRPr/>
            </a:pPr>
            <a:r>
              <a:rPr lang="en-US" altLang="zh-CN" i="1" dirty="0">
                <a:solidFill>
                  <a:srgbClr val="FF0000"/>
                </a:solidFill>
                <a:latin typeface="Times New Roman" pitchFamily="18" charset="0"/>
              </a:rPr>
              <a:t>t</a:t>
            </a:r>
            <a:r>
              <a:rPr lang="en-US" altLang="zh-CN" i="1" baseline="-30000" dirty="0">
                <a:solidFill>
                  <a:srgbClr val="FF0000"/>
                </a:solidFill>
                <a:latin typeface="Times New Roman" pitchFamily="18" charset="0"/>
              </a:rPr>
              <a:t>15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 = </a:t>
            </a:r>
            <a:r>
              <a:rPr lang="en-US" altLang="zh-CN" dirty="0">
                <a:solidFill>
                  <a:srgbClr val="FF0000"/>
                </a:solidFill>
                <a:latin typeface="Times New Roman" pitchFamily="18" charset="0"/>
              </a:rPr>
              <a:t>4 </a:t>
            </a:r>
            <a:r>
              <a:rPr lang="en-US" altLang="zh-CN" dirty="0">
                <a:solidFill>
                  <a:srgbClr val="FF0000"/>
                </a:solidFill>
                <a:latin typeface="宋体" pitchFamily="2" charset="-122"/>
              </a:rPr>
              <a:t>*</a:t>
            </a:r>
            <a:r>
              <a:rPr lang="en-US" altLang="zh-CN" dirty="0">
                <a:solidFill>
                  <a:srgbClr val="FF0000"/>
                </a:solidFill>
                <a:latin typeface="Times New Roman" pitchFamily="18" charset="0"/>
              </a:rPr>
              <a:t> </a:t>
            </a:r>
            <a:r>
              <a:rPr lang="en-US" altLang="zh-CN" i="1" dirty="0">
                <a:solidFill>
                  <a:srgbClr val="FF0000"/>
                </a:solidFill>
                <a:latin typeface="Times New Roman" pitchFamily="18" charset="0"/>
              </a:rPr>
              <a:t>n</a:t>
            </a:r>
            <a:r>
              <a:rPr lang="en-US" altLang="zh-CN" dirty="0">
                <a:solidFill>
                  <a:srgbClr val="FF0000"/>
                </a:solidFill>
                <a:latin typeface="Times New Roman" pitchFamily="18" charset="0"/>
              </a:rPr>
              <a:t> </a:t>
            </a:r>
          </a:p>
          <a:p>
            <a:pPr algn="just">
              <a:lnSpc>
                <a:spcPct val="96000"/>
              </a:lnSpc>
              <a:defRPr/>
            </a:pP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a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[</a:t>
            </a:r>
            <a:r>
              <a:rPr lang="en-US" altLang="zh-CN" i="1" dirty="0">
                <a:solidFill>
                  <a:srgbClr val="FF0000"/>
                </a:solidFill>
                <a:latin typeface="Times New Roman" pitchFamily="18" charset="0"/>
              </a:rPr>
              <a:t>t</a:t>
            </a:r>
            <a:r>
              <a:rPr lang="en-US" altLang="zh-CN" i="1" baseline="-30000" dirty="0">
                <a:solidFill>
                  <a:srgbClr val="FF0000"/>
                </a:solidFill>
                <a:latin typeface="Times New Roman" pitchFamily="18" charset="0"/>
              </a:rPr>
              <a:t>15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] = </a:t>
            </a: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x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 </a:t>
            </a:r>
          </a:p>
        </p:txBody>
      </p:sp>
      <p:sp>
        <p:nvSpPr>
          <p:cNvPr id="45" name="Rectangle 33">
            <a:extLst>
              <a:ext uri="{FF2B5EF4-FFF2-40B4-BE49-F238E27FC236}">
                <a16:creationId xmlns:a16="http://schemas.microsoft.com/office/drawing/2014/main" id="{D5356560-DDE5-44DF-A52D-86D4838783B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47813" y="2257425"/>
            <a:ext cx="1189037" cy="240347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lIns="68580" tIns="0" rIns="68580" bIns="0"/>
          <a:lstStyle/>
          <a:p>
            <a:pPr algn="just">
              <a:lnSpc>
                <a:spcPct val="96000"/>
              </a:lnSpc>
              <a:defRPr/>
            </a:pP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x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 = </a:t>
            </a: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t</a:t>
            </a:r>
            <a:r>
              <a:rPr lang="en-US" altLang="zh-CN" i="1" baseline="-25000" dirty="0">
                <a:solidFill>
                  <a:prstClr val="black"/>
                </a:solidFill>
                <a:latin typeface="Times New Roman" pitchFamily="18" charset="0"/>
              </a:rPr>
              <a:t>3</a:t>
            </a:r>
            <a:endParaRPr lang="en-US" altLang="zh-CN" i="1" dirty="0">
              <a:solidFill>
                <a:prstClr val="black"/>
              </a:solidFill>
              <a:latin typeface="Times New Roman" pitchFamily="18" charset="0"/>
            </a:endParaRPr>
          </a:p>
          <a:p>
            <a:pPr algn="just">
              <a:lnSpc>
                <a:spcPct val="96000"/>
              </a:lnSpc>
              <a:defRPr/>
            </a:pP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a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[</a:t>
            </a: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t</a:t>
            </a:r>
            <a:r>
              <a:rPr lang="en-US" altLang="zh-CN" i="1" baseline="-25000" dirty="0">
                <a:solidFill>
                  <a:prstClr val="black"/>
                </a:solidFill>
                <a:latin typeface="Times New Roman" pitchFamily="18" charset="0"/>
              </a:rPr>
              <a:t>2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] = </a:t>
            </a: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t</a:t>
            </a:r>
            <a:r>
              <a:rPr lang="en-US" altLang="zh-CN" i="1" baseline="-25000" dirty="0">
                <a:solidFill>
                  <a:prstClr val="black"/>
                </a:solidFill>
                <a:latin typeface="Times New Roman" pitchFamily="18" charset="0"/>
              </a:rPr>
              <a:t>5</a:t>
            </a:r>
            <a:endParaRPr lang="en-US" altLang="zh-CN" i="1" dirty="0">
              <a:solidFill>
                <a:prstClr val="black"/>
              </a:solidFill>
              <a:latin typeface="Times New Roman" pitchFamily="18" charset="0"/>
            </a:endParaRPr>
          </a:p>
          <a:p>
            <a:pPr algn="just">
              <a:lnSpc>
                <a:spcPct val="96000"/>
              </a:lnSpc>
              <a:defRPr/>
            </a:pP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a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[</a:t>
            </a: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t</a:t>
            </a:r>
            <a:r>
              <a:rPr lang="en-US" altLang="zh-CN" i="1" baseline="-25000" dirty="0">
                <a:solidFill>
                  <a:prstClr val="black"/>
                </a:solidFill>
                <a:latin typeface="Times New Roman" pitchFamily="18" charset="0"/>
              </a:rPr>
              <a:t>4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] = </a:t>
            </a: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x</a:t>
            </a:r>
          </a:p>
          <a:p>
            <a:pPr algn="just">
              <a:lnSpc>
                <a:spcPct val="96000"/>
              </a:lnSpc>
              <a:defRPr/>
            </a:pPr>
            <a:r>
              <a:rPr lang="en-US" altLang="zh-CN" dirty="0" err="1">
                <a:solidFill>
                  <a:prstClr val="black"/>
                </a:solidFill>
                <a:latin typeface="Times New Roman" pitchFamily="18" charset="0"/>
              </a:rPr>
              <a:t>goto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 </a:t>
            </a: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B</a:t>
            </a:r>
            <a:r>
              <a:rPr lang="en-US" altLang="zh-CN" baseline="-25000" dirty="0">
                <a:solidFill>
                  <a:prstClr val="black"/>
                </a:solidFill>
                <a:latin typeface="Times New Roman" pitchFamily="18" charset="0"/>
              </a:rPr>
              <a:t>2</a:t>
            </a:r>
          </a:p>
        </p:txBody>
      </p:sp>
      <p:sp>
        <p:nvSpPr>
          <p:cNvPr id="59397" name="Rectangle 4">
            <a:extLst>
              <a:ext uri="{FF2B5EF4-FFF2-40B4-BE49-F238E27FC236}">
                <a16:creationId xmlns:a16="http://schemas.microsoft.com/office/drawing/2014/main" id="{ACD6E8A4-E44B-4EA6-B200-00B19B4468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例</a:t>
            </a:r>
          </a:p>
        </p:txBody>
      </p:sp>
      <p:grpSp>
        <p:nvGrpSpPr>
          <p:cNvPr id="59398" name="组合 49">
            <a:extLst>
              <a:ext uri="{FF2B5EF4-FFF2-40B4-BE49-F238E27FC236}">
                <a16:creationId xmlns:a16="http://schemas.microsoft.com/office/drawing/2014/main" id="{FC237A8C-F322-4EF3-8393-61D73167A3BA}"/>
              </a:ext>
            </a:extLst>
          </p:cNvPr>
          <p:cNvGrpSpPr>
            <a:grpSpLocks/>
          </p:cNvGrpSpPr>
          <p:nvPr/>
        </p:nvGrpSpPr>
        <p:grpSpPr bwMode="auto">
          <a:xfrm>
            <a:off x="1071563" y="195263"/>
            <a:ext cx="5056187" cy="4065587"/>
            <a:chOff x="1071538" y="195263"/>
            <a:chExt cx="5056212" cy="4065587"/>
          </a:xfrm>
        </p:grpSpPr>
        <p:sp>
          <p:nvSpPr>
            <p:cNvPr id="31" name="Rectangle 4">
              <a:extLst>
                <a:ext uri="{FF2B5EF4-FFF2-40B4-BE49-F238E27FC236}">
                  <a16:creationId xmlns:a16="http://schemas.microsoft.com/office/drawing/2014/main" id="{4BE69C9E-5CE1-448D-B46C-D2E48BB6564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25838" y="212725"/>
              <a:ext cx="1693871" cy="814388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8580" tIns="27000" rIns="68580" bIns="0"/>
            <a:lstStyle/>
            <a:p>
              <a:pPr algn="just">
                <a:lnSpc>
                  <a:spcPct val="70000"/>
                </a:lnSpc>
                <a:defRPr/>
              </a:pPr>
              <a:r>
                <a:rPr lang="en-US" altLang="zh-CN" i="1" dirty="0" err="1">
                  <a:solidFill>
                    <a:prstClr val="black"/>
                  </a:solidFill>
                  <a:latin typeface="Times New Roman" pitchFamily="18" charset="0"/>
                </a:rPr>
                <a:t>i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 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=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 m 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  <a:sym typeface="Symbol" pitchFamily="18" charset="2"/>
                </a:rPr>
                <a:t>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1</a:t>
              </a:r>
            </a:p>
            <a:p>
              <a:pPr algn="just">
                <a:lnSpc>
                  <a:spcPct val="70000"/>
                </a:lnSpc>
                <a:defRPr/>
              </a:pPr>
              <a:r>
                <a:rPr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j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 =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 n</a:t>
              </a:r>
            </a:p>
            <a:p>
              <a:pPr algn="just">
                <a:lnSpc>
                  <a:spcPct val="70000"/>
                </a:lnSpc>
                <a:defRPr/>
              </a:pPr>
              <a:r>
                <a:rPr lang="en-US" altLang="zh-CN" i="1" dirty="0">
                  <a:solidFill>
                    <a:srgbClr val="0000FF"/>
                  </a:solidFill>
                  <a:latin typeface="Times New Roman" pitchFamily="18" charset="0"/>
                </a:rPr>
                <a:t>t</a:t>
              </a:r>
              <a:r>
                <a:rPr lang="en-US" altLang="zh-CN" i="1" baseline="-25000" dirty="0">
                  <a:solidFill>
                    <a:srgbClr val="0000FF"/>
                  </a:solidFill>
                  <a:latin typeface="Times New Roman" pitchFamily="18" charset="0"/>
                </a:rPr>
                <a:t>1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 = </a:t>
              </a:r>
              <a:r>
                <a:rPr lang="en-US" altLang="zh-CN" dirty="0">
                  <a:solidFill>
                    <a:srgbClr val="0000FF"/>
                  </a:solidFill>
                  <a:latin typeface="Times New Roman" pitchFamily="18" charset="0"/>
                </a:rPr>
                <a:t>4 </a:t>
              </a:r>
              <a:r>
                <a:rPr lang="en-US" altLang="zh-CN" dirty="0">
                  <a:solidFill>
                    <a:srgbClr val="0000FF"/>
                  </a:solidFill>
                  <a:latin typeface="宋体" pitchFamily="2" charset="-122"/>
                </a:rPr>
                <a:t>*</a:t>
              </a:r>
              <a:r>
                <a:rPr lang="en-US" altLang="zh-CN" dirty="0">
                  <a:solidFill>
                    <a:srgbClr val="0000FF"/>
                  </a:solidFill>
                  <a:latin typeface="Times New Roman" pitchFamily="18" charset="0"/>
                </a:rPr>
                <a:t> </a:t>
              </a:r>
              <a:r>
                <a:rPr lang="en-US" altLang="zh-CN" i="1" dirty="0">
                  <a:solidFill>
                    <a:srgbClr val="0000FF"/>
                  </a:solidFill>
                  <a:latin typeface="Times New Roman" pitchFamily="18" charset="0"/>
                </a:rPr>
                <a:t>n</a:t>
              </a:r>
            </a:p>
            <a:p>
              <a:pPr algn="just">
                <a:lnSpc>
                  <a:spcPct val="70000"/>
                </a:lnSpc>
                <a:defRPr/>
              </a:pPr>
              <a:r>
                <a:rPr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v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 =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a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[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t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pitchFamily="18" charset="0"/>
                </a:rPr>
                <a:t>1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]</a:t>
              </a:r>
            </a:p>
          </p:txBody>
        </p:sp>
        <p:sp>
          <p:nvSpPr>
            <p:cNvPr id="32" name="Rectangle 5">
              <a:extLst>
                <a:ext uri="{FF2B5EF4-FFF2-40B4-BE49-F238E27FC236}">
                  <a16:creationId xmlns:a16="http://schemas.microsoft.com/office/drawing/2014/main" id="{75B08E8D-7455-4117-A776-D8423E79802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22663" y="1350963"/>
              <a:ext cx="1711333" cy="814387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8580" tIns="27000" rIns="68580" bIns="27000"/>
            <a:lstStyle/>
            <a:p>
              <a:pPr algn="just">
                <a:lnSpc>
                  <a:spcPct val="70000"/>
                </a:lnSpc>
                <a:defRPr/>
              </a:pPr>
              <a:r>
                <a:rPr lang="en-US" altLang="zh-CN" i="1" dirty="0" err="1">
                  <a:solidFill>
                    <a:prstClr val="black"/>
                  </a:solidFill>
                  <a:latin typeface="Times New Roman" pitchFamily="18" charset="0"/>
                </a:rPr>
                <a:t>i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 =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 </a:t>
              </a:r>
              <a:r>
                <a:rPr lang="en-US" altLang="zh-CN" i="1" dirty="0" err="1">
                  <a:solidFill>
                    <a:prstClr val="black"/>
                  </a:solidFill>
                  <a:latin typeface="Times New Roman" pitchFamily="18" charset="0"/>
                </a:rPr>
                <a:t>i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 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+ 1</a:t>
              </a:r>
            </a:p>
            <a:p>
              <a:pPr algn="just">
                <a:lnSpc>
                  <a:spcPct val="70000"/>
                </a:lnSpc>
                <a:defRPr/>
              </a:pPr>
              <a:r>
                <a:rPr lang="en-US" altLang="zh-CN" i="1" dirty="0">
                  <a:solidFill>
                    <a:srgbClr val="0000FF"/>
                  </a:solidFill>
                  <a:latin typeface="Times New Roman" pitchFamily="18" charset="0"/>
                </a:rPr>
                <a:t>t</a:t>
              </a:r>
              <a:r>
                <a:rPr lang="en-US" altLang="zh-CN" i="1" baseline="-25000" dirty="0">
                  <a:solidFill>
                    <a:srgbClr val="0000FF"/>
                  </a:solidFill>
                  <a:latin typeface="Times New Roman" pitchFamily="18" charset="0"/>
                </a:rPr>
                <a:t>2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 = </a:t>
              </a:r>
              <a:r>
                <a:rPr lang="en-US" altLang="zh-CN" dirty="0">
                  <a:solidFill>
                    <a:srgbClr val="0000FF"/>
                  </a:solidFill>
                  <a:latin typeface="Times New Roman" pitchFamily="18" charset="0"/>
                </a:rPr>
                <a:t>4 </a:t>
              </a:r>
              <a:r>
                <a:rPr lang="en-US" altLang="zh-CN" dirty="0">
                  <a:solidFill>
                    <a:srgbClr val="0000FF"/>
                  </a:solidFill>
                  <a:latin typeface="宋体" pitchFamily="2" charset="-122"/>
                </a:rPr>
                <a:t>*</a:t>
              </a:r>
              <a:r>
                <a:rPr lang="en-US" altLang="zh-CN" dirty="0">
                  <a:solidFill>
                    <a:srgbClr val="0000FF"/>
                  </a:solidFill>
                  <a:latin typeface="Times New Roman" pitchFamily="18" charset="0"/>
                </a:rPr>
                <a:t> </a:t>
              </a:r>
              <a:r>
                <a:rPr lang="en-US" altLang="zh-CN" i="1" dirty="0" err="1">
                  <a:solidFill>
                    <a:srgbClr val="0000FF"/>
                  </a:solidFill>
                  <a:latin typeface="Times New Roman" pitchFamily="18" charset="0"/>
                </a:rPr>
                <a:t>i</a:t>
              </a:r>
              <a:endParaRPr lang="en-US" altLang="zh-CN" i="1" dirty="0">
                <a:solidFill>
                  <a:srgbClr val="0000FF"/>
                </a:solidFill>
                <a:latin typeface="Times New Roman" pitchFamily="18" charset="0"/>
              </a:endParaRPr>
            </a:p>
            <a:p>
              <a:pPr algn="just">
                <a:lnSpc>
                  <a:spcPct val="70000"/>
                </a:lnSpc>
                <a:defRPr/>
              </a:pPr>
              <a:r>
                <a:rPr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t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pitchFamily="18" charset="0"/>
                </a:rPr>
                <a:t>3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 =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a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[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t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pitchFamily="18" charset="0"/>
                </a:rPr>
                <a:t>2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]</a:t>
              </a:r>
            </a:p>
            <a:p>
              <a:pPr algn="just">
                <a:lnSpc>
                  <a:spcPct val="70000"/>
                </a:lnSpc>
                <a:defRPr/>
              </a:pPr>
              <a:r>
                <a:rPr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if t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pitchFamily="18" charset="0"/>
                </a:rPr>
                <a:t>3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 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&lt;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v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 </a:t>
              </a:r>
              <a:r>
                <a:rPr lang="en-US" altLang="zh-CN" i="1" dirty="0" err="1">
                  <a:solidFill>
                    <a:prstClr val="black"/>
                  </a:solidFill>
                  <a:latin typeface="Times New Roman" pitchFamily="18" charset="0"/>
                </a:rPr>
                <a:t>goto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B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pitchFamily="18" charset="0"/>
                </a:rPr>
                <a:t>2</a:t>
              </a:r>
            </a:p>
          </p:txBody>
        </p:sp>
        <p:sp>
          <p:nvSpPr>
            <p:cNvPr id="59404" name="Rectangle 6">
              <a:extLst>
                <a:ext uri="{FF2B5EF4-FFF2-40B4-BE49-F238E27FC236}">
                  <a16:creationId xmlns:a16="http://schemas.microsoft.com/office/drawing/2014/main" id="{E651D95D-10E7-4D80-ABC6-AF154E5F6E9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46713" y="195263"/>
              <a:ext cx="393700" cy="22066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0" rIns="0" bIns="0"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i="1">
                  <a:solidFill>
                    <a:srgbClr val="000000"/>
                  </a:solidFill>
                  <a:latin typeface="Times New Roman" panose="02020603050405020304" pitchFamily="18" charset="0"/>
                </a:rPr>
                <a:t>B</a:t>
              </a:r>
              <a:r>
                <a:rPr lang="en-US" altLang="zh-CN" i="1" baseline="-25000">
                  <a:solidFill>
                    <a:srgbClr val="000000"/>
                  </a:solidFill>
                  <a:latin typeface="Times New Roman" panose="02020603050405020304" pitchFamily="18" charset="0"/>
                </a:rPr>
                <a:t>1</a:t>
              </a:r>
              <a:endParaRPr lang="en-US" altLang="zh-CN" i="1">
                <a:solidFill>
                  <a:srgbClr val="000000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59405" name="Rectangle 7">
              <a:extLst>
                <a:ext uri="{FF2B5EF4-FFF2-40B4-BE49-F238E27FC236}">
                  <a16:creationId xmlns:a16="http://schemas.microsoft.com/office/drawing/2014/main" id="{00CB63B8-3E97-4116-8AD9-3C4C2BA8B8B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29256" y="1258888"/>
              <a:ext cx="627062" cy="3254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i="1">
                  <a:solidFill>
                    <a:srgbClr val="000000"/>
                  </a:solidFill>
                  <a:latin typeface="Times New Roman" panose="02020603050405020304" pitchFamily="18" charset="0"/>
                </a:rPr>
                <a:t>B</a:t>
              </a:r>
              <a:r>
                <a:rPr lang="en-US" altLang="zh-CN" i="1" baseline="-25000">
                  <a:solidFill>
                    <a:srgbClr val="000000"/>
                  </a:solidFill>
                  <a:latin typeface="Times New Roman" panose="02020603050405020304" pitchFamily="18" charset="0"/>
                </a:rPr>
                <a:t>2</a:t>
              </a:r>
              <a:endParaRPr lang="en-US" altLang="zh-CN" i="1">
                <a:solidFill>
                  <a:srgbClr val="000000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35" name="Rectangle 8">
              <a:extLst>
                <a:ext uri="{FF2B5EF4-FFF2-40B4-BE49-F238E27FC236}">
                  <a16:creationId xmlns:a16="http://schemas.microsoft.com/office/drawing/2014/main" id="{7FCB5FE8-51AB-47E3-B75D-F465C52788C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40126" y="2500313"/>
              <a:ext cx="1711333" cy="81280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8580" tIns="27000" rIns="68580" bIns="27000"/>
            <a:lstStyle/>
            <a:p>
              <a:pPr algn="just">
                <a:lnSpc>
                  <a:spcPct val="70000"/>
                </a:lnSpc>
                <a:defRPr/>
              </a:pPr>
              <a:r>
                <a:rPr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j 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=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j 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  <a:sym typeface="Symbol" pitchFamily="18" charset="2"/>
                </a:rPr>
                <a:t>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1</a:t>
              </a:r>
            </a:p>
            <a:p>
              <a:pPr algn="just">
                <a:lnSpc>
                  <a:spcPct val="70000"/>
                </a:lnSpc>
                <a:defRPr/>
              </a:pPr>
              <a:r>
                <a:rPr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t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pitchFamily="18" charset="0"/>
                </a:rPr>
                <a:t>4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 = 4 </a:t>
              </a:r>
              <a:r>
                <a:rPr lang="en-US" altLang="zh-CN" dirty="0">
                  <a:solidFill>
                    <a:prstClr val="black"/>
                  </a:solidFill>
                  <a:latin typeface="宋体" pitchFamily="2" charset="-122"/>
                </a:rPr>
                <a:t>*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j</a:t>
              </a:r>
            </a:p>
            <a:p>
              <a:pPr algn="just">
                <a:lnSpc>
                  <a:spcPct val="70000"/>
                </a:lnSpc>
                <a:defRPr/>
              </a:pPr>
              <a:r>
                <a:rPr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t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pitchFamily="18" charset="0"/>
                </a:rPr>
                <a:t>5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 =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a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[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t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pitchFamily="18" charset="0"/>
                </a:rPr>
                <a:t>4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]</a:t>
              </a:r>
            </a:p>
            <a:p>
              <a:pPr algn="just">
                <a:lnSpc>
                  <a:spcPct val="70000"/>
                </a:lnSpc>
                <a:defRPr/>
              </a:pPr>
              <a:r>
                <a:rPr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if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t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pitchFamily="18" charset="0"/>
                </a:rPr>
                <a:t>5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 &gt;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v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 </a:t>
              </a:r>
              <a:r>
                <a:rPr lang="en-US" altLang="zh-CN" i="1" dirty="0" err="1">
                  <a:solidFill>
                    <a:prstClr val="black"/>
                  </a:solidFill>
                  <a:latin typeface="Times New Roman" pitchFamily="18" charset="0"/>
                </a:rPr>
                <a:t>goto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B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pitchFamily="18" charset="0"/>
                </a:rPr>
                <a:t>3</a:t>
              </a:r>
            </a:p>
          </p:txBody>
        </p:sp>
        <p:sp>
          <p:nvSpPr>
            <p:cNvPr id="59407" name="Line 9">
              <a:extLst>
                <a:ext uri="{FF2B5EF4-FFF2-40B4-BE49-F238E27FC236}">
                  <a16:creationId xmlns:a16="http://schemas.microsoft.com/office/drawing/2014/main" id="{26E3317D-1F1C-4980-8E98-C81702DA43B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457700" y="1035050"/>
              <a:ext cx="0" cy="315913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59408" name="Line 10">
              <a:extLst>
                <a:ext uri="{FF2B5EF4-FFF2-40B4-BE49-F238E27FC236}">
                  <a16:creationId xmlns:a16="http://schemas.microsoft.com/office/drawing/2014/main" id="{9005D156-4430-450A-BC75-F39F31BBB6A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440238" y="2184400"/>
              <a:ext cx="0" cy="315913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38" name="Rectangle 11">
              <a:extLst>
                <a:ext uri="{FF2B5EF4-FFF2-40B4-BE49-F238E27FC236}">
                  <a16:creationId xmlns:a16="http://schemas.microsoft.com/office/drawing/2014/main" id="{EA94C139-A9BC-44E4-88E8-72D60B70F54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40126" y="3662363"/>
              <a:ext cx="1725621" cy="30480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7500" tIns="0" rIns="0" bIns="0"/>
            <a:lstStyle/>
            <a:p>
              <a:pPr algn="just">
                <a:lnSpc>
                  <a:spcPct val="96000"/>
                </a:lnSpc>
                <a:defRPr/>
              </a:pPr>
              <a:r>
                <a:rPr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if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 </a:t>
              </a:r>
              <a:r>
                <a:rPr lang="en-US" altLang="zh-CN" i="1">
                  <a:solidFill>
                    <a:prstClr val="black"/>
                  </a:solidFill>
                  <a:latin typeface="Times New Roman" pitchFamily="18" charset="0"/>
                </a:rPr>
                <a:t>i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 &gt;=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j </a:t>
              </a:r>
              <a:r>
                <a:rPr lang="en-US" altLang="zh-CN" i="1" dirty="0" err="1">
                  <a:solidFill>
                    <a:prstClr val="black"/>
                  </a:solidFill>
                  <a:latin typeface="Times New Roman" pitchFamily="18" charset="0"/>
                </a:rPr>
                <a:t>goto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B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pitchFamily="18" charset="0"/>
                </a:rPr>
                <a:t>6</a:t>
              </a:r>
            </a:p>
          </p:txBody>
        </p:sp>
        <p:sp>
          <p:nvSpPr>
            <p:cNvPr id="59410" name="Line 12">
              <a:extLst>
                <a:ext uri="{FF2B5EF4-FFF2-40B4-BE49-F238E27FC236}">
                  <a16:creationId xmlns:a16="http://schemas.microsoft.com/office/drawing/2014/main" id="{2DB821F6-7AD6-4384-A1F1-CDC3D85F859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440238" y="3332163"/>
              <a:ext cx="0" cy="319087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59411" name="Rectangle 14">
              <a:extLst>
                <a:ext uri="{FF2B5EF4-FFF2-40B4-BE49-F238E27FC236}">
                  <a16:creationId xmlns:a16="http://schemas.microsoft.com/office/drawing/2014/main" id="{7252AC25-45B1-4E66-B4D5-266566C0CE3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46723" y="3567113"/>
              <a:ext cx="625475" cy="3238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i="1">
                  <a:solidFill>
                    <a:srgbClr val="000000"/>
                  </a:solidFill>
                  <a:latin typeface="Times New Roman" panose="02020603050405020304" pitchFamily="18" charset="0"/>
                </a:rPr>
                <a:t>B</a:t>
              </a:r>
              <a:r>
                <a:rPr lang="en-US" altLang="zh-CN" i="1" baseline="-25000">
                  <a:solidFill>
                    <a:srgbClr val="000000"/>
                  </a:solidFill>
                  <a:latin typeface="Times New Roman" panose="02020603050405020304" pitchFamily="18" charset="0"/>
                </a:rPr>
                <a:t>4</a:t>
              </a:r>
              <a:endParaRPr lang="en-US" altLang="zh-CN" i="1">
                <a:solidFill>
                  <a:srgbClr val="000000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59412" name="Rectangle 15">
              <a:extLst>
                <a:ext uri="{FF2B5EF4-FFF2-40B4-BE49-F238E27FC236}">
                  <a16:creationId xmlns:a16="http://schemas.microsoft.com/office/drawing/2014/main" id="{FF1E9C18-54FA-4DA9-B95F-B20D4450B2E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43548" y="2408238"/>
              <a:ext cx="628650" cy="3270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i="1">
                  <a:solidFill>
                    <a:srgbClr val="000000"/>
                  </a:solidFill>
                  <a:latin typeface="Times New Roman" panose="02020603050405020304" pitchFamily="18" charset="0"/>
                </a:rPr>
                <a:t>B</a:t>
              </a:r>
              <a:r>
                <a:rPr lang="en-US" altLang="zh-CN" i="1" baseline="-25000">
                  <a:solidFill>
                    <a:srgbClr val="000000"/>
                  </a:solidFill>
                  <a:latin typeface="Times New Roman" panose="02020603050405020304" pitchFamily="18" charset="0"/>
                </a:rPr>
                <a:t>3</a:t>
              </a:r>
              <a:endParaRPr lang="en-US" altLang="zh-CN" i="1">
                <a:solidFill>
                  <a:srgbClr val="000000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59413" name="Rectangle 16">
              <a:extLst>
                <a:ext uri="{FF2B5EF4-FFF2-40B4-BE49-F238E27FC236}">
                  <a16:creationId xmlns:a16="http://schemas.microsoft.com/office/drawing/2014/main" id="{714D4BC8-89D6-4276-88EE-F2C27737B92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71538" y="2283718"/>
              <a:ext cx="514350" cy="3254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i="1">
                  <a:solidFill>
                    <a:srgbClr val="000000"/>
                  </a:solidFill>
                  <a:latin typeface="Times New Roman" panose="02020603050405020304" pitchFamily="18" charset="0"/>
                </a:rPr>
                <a:t>B</a:t>
              </a:r>
              <a:r>
                <a:rPr lang="en-US" altLang="zh-CN" i="1" baseline="-25000">
                  <a:solidFill>
                    <a:srgbClr val="000000"/>
                  </a:solidFill>
                  <a:latin typeface="Times New Roman" panose="02020603050405020304" pitchFamily="18" charset="0"/>
                </a:rPr>
                <a:t>5</a:t>
              </a:r>
              <a:endParaRPr lang="en-US" altLang="zh-CN" i="1">
                <a:solidFill>
                  <a:srgbClr val="000000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59414" name="Line 18">
              <a:extLst>
                <a:ext uri="{FF2B5EF4-FFF2-40B4-BE49-F238E27FC236}">
                  <a16:creationId xmlns:a16="http://schemas.microsoft.com/office/drawing/2014/main" id="{ECD85982-DB19-418C-BEAE-59DFE2B11892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754313" y="3967163"/>
              <a:ext cx="1503362" cy="293687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59415" name="Line 19">
              <a:extLst>
                <a:ext uri="{FF2B5EF4-FFF2-40B4-BE49-F238E27FC236}">
                  <a16:creationId xmlns:a16="http://schemas.microsoft.com/office/drawing/2014/main" id="{9280B355-1A51-497F-BEFF-1E6045D045D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40263" y="3967163"/>
              <a:ext cx="1487487" cy="293687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59416" name="Freeform 21">
              <a:extLst>
                <a:ext uri="{FF2B5EF4-FFF2-40B4-BE49-F238E27FC236}">
                  <a16:creationId xmlns:a16="http://schemas.microsoft.com/office/drawing/2014/main" id="{97AF47C6-0A44-47A0-9483-CF28B6A4C8AF}"/>
                </a:ext>
              </a:extLst>
            </p:cNvPr>
            <p:cNvSpPr>
              <a:spLocks/>
            </p:cNvSpPr>
            <p:nvPr/>
          </p:nvSpPr>
          <p:spPr bwMode="auto">
            <a:xfrm rot="367755">
              <a:off x="2913895" y="1183839"/>
              <a:ext cx="768350" cy="1097720"/>
            </a:xfrm>
            <a:custGeom>
              <a:avLst/>
              <a:gdLst>
                <a:gd name="T0" fmla="*/ 2147483646 w 722"/>
                <a:gd name="T1" fmla="*/ 2147483646 h 1447"/>
                <a:gd name="T2" fmla="*/ 2147483646 w 722"/>
                <a:gd name="T3" fmla="*/ 2147483646 h 1447"/>
                <a:gd name="T4" fmla="*/ 2147483646 w 722"/>
                <a:gd name="T5" fmla="*/ 2147483646 h 1447"/>
                <a:gd name="T6" fmla="*/ 2147483646 w 722"/>
                <a:gd name="T7" fmla="*/ 2147483646 h 1447"/>
                <a:gd name="T8" fmla="*/ 2147483646 w 722"/>
                <a:gd name="T9" fmla="*/ 2147483646 h 1447"/>
                <a:gd name="T10" fmla="*/ 2147483646 w 722"/>
                <a:gd name="T11" fmla="*/ 2147483646 h 1447"/>
                <a:gd name="T12" fmla="*/ 2147483646 w 722"/>
                <a:gd name="T13" fmla="*/ 2147483646 h 1447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722"/>
                <a:gd name="T22" fmla="*/ 0 h 1447"/>
                <a:gd name="T23" fmla="*/ 722 w 722"/>
                <a:gd name="T24" fmla="*/ 1447 h 1447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722" h="1447">
                  <a:moveTo>
                    <a:pt x="722" y="1251"/>
                  </a:moveTo>
                  <a:cubicBezTo>
                    <a:pt x="605" y="1349"/>
                    <a:pt x="489" y="1447"/>
                    <a:pt x="392" y="1447"/>
                  </a:cubicBezTo>
                  <a:cubicBezTo>
                    <a:pt x="295" y="1447"/>
                    <a:pt x="203" y="1376"/>
                    <a:pt x="138" y="1251"/>
                  </a:cubicBezTo>
                  <a:cubicBezTo>
                    <a:pt x="73" y="1126"/>
                    <a:pt x="0" y="879"/>
                    <a:pt x="3" y="697"/>
                  </a:cubicBezTo>
                  <a:cubicBezTo>
                    <a:pt x="6" y="515"/>
                    <a:pt x="83" y="272"/>
                    <a:pt x="153" y="157"/>
                  </a:cubicBezTo>
                  <a:cubicBezTo>
                    <a:pt x="223" y="42"/>
                    <a:pt x="338" y="0"/>
                    <a:pt x="423" y="7"/>
                  </a:cubicBezTo>
                  <a:cubicBezTo>
                    <a:pt x="508" y="14"/>
                    <a:pt x="612" y="161"/>
                    <a:pt x="662" y="201"/>
                  </a:cubicBezTo>
                </a:path>
              </a:pathLst>
            </a:cu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59417" name="Freeform 22">
              <a:extLst>
                <a:ext uri="{FF2B5EF4-FFF2-40B4-BE49-F238E27FC236}">
                  <a16:creationId xmlns:a16="http://schemas.microsoft.com/office/drawing/2014/main" id="{82E627E5-03FE-4106-905E-9BB38BB1DF2A}"/>
                </a:ext>
              </a:extLst>
            </p:cNvPr>
            <p:cNvSpPr>
              <a:spLocks/>
            </p:cNvSpPr>
            <p:nvPr/>
          </p:nvSpPr>
          <p:spPr bwMode="auto">
            <a:xfrm rot="190181">
              <a:off x="2923094" y="2346797"/>
              <a:ext cx="754062" cy="1106149"/>
            </a:xfrm>
            <a:custGeom>
              <a:avLst/>
              <a:gdLst>
                <a:gd name="T0" fmla="*/ 2147483646 w 722"/>
                <a:gd name="T1" fmla="*/ 2147483646 h 1447"/>
                <a:gd name="T2" fmla="*/ 2147483646 w 722"/>
                <a:gd name="T3" fmla="*/ 2147483646 h 1447"/>
                <a:gd name="T4" fmla="*/ 2147483646 w 722"/>
                <a:gd name="T5" fmla="*/ 2147483646 h 1447"/>
                <a:gd name="T6" fmla="*/ 2147483646 w 722"/>
                <a:gd name="T7" fmla="*/ 2147483646 h 1447"/>
                <a:gd name="T8" fmla="*/ 2147483646 w 722"/>
                <a:gd name="T9" fmla="*/ 2147483646 h 1447"/>
                <a:gd name="T10" fmla="*/ 2147483646 w 722"/>
                <a:gd name="T11" fmla="*/ 2147483646 h 1447"/>
                <a:gd name="T12" fmla="*/ 2147483646 w 722"/>
                <a:gd name="T13" fmla="*/ 2147483646 h 1447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722"/>
                <a:gd name="T22" fmla="*/ 0 h 1447"/>
                <a:gd name="T23" fmla="*/ 722 w 722"/>
                <a:gd name="T24" fmla="*/ 1447 h 1447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722" h="1447">
                  <a:moveTo>
                    <a:pt x="722" y="1251"/>
                  </a:moveTo>
                  <a:cubicBezTo>
                    <a:pt x="605" y="1349"/>
                    <a:pt x="489" y="1447"/>
                    <a:pt x="392" y="1447"/>
                  </a:cubicBezTo>
                  <a:cubicBezTo>
                    <a:pt x="295" y="1447"/>
                    <a:pt x="203" y="1376"/>
                    <a:pt x="138" y="1251"/>
                  </a:cubicBezTo>
                  <a:cubicBezTo>
                    <a:pt x="73" y="1126"/>
                    <a:pt x="0" y="879"/>
                    <a:pt x="3" y="697"/>
                  </a:cubicBezTo>
                  <a:cubicBezTo>
                    <a:pt x="6" y="515"/>
                    <a:pt x="83" y="272"/>
                    <a:pt x="153" y="157"/>
                  </a:cubicBezTo>
                  <a:cubicBezTo>
                    <a:pt x="223" y="42"/>
                    <a:pt x="338" y="0"/>
                    <a:pt x="423" y="7"/>
                  </a:cubicBezTo>
                  <a:cubicBezTo>
                    <a:pt x="508" y="14"/>
                    <a:pt x="612" y="161"/>
                    <a:pt x="662" y="201"/>
                  </a:cubicBezTo>
                </a:path>
              </a:pathLst>
            </a:cu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</p:grpSp>
      <p:sp>
        <p:nvSpPr>
          <p:cNvPr id="27" name="任意多边形 26">
            <a:extLst>
              <a:ext uri="{FF2B5EF4-FFF2-40B4-BE49-F238E27FC236}">
                <a16:creationId xmlns:a16="http://schemas.microsoft.com/office/drawing/2014/main" id="{81F9563E-3150-4440-8338-FDDA2350DBF2}"/>
              </a:ext>
            </a:extLst>
          </p:cNvPr>
          <p:cNvSpPr/>
          <p:nvPr/>
        </p:nvSpPr>
        <p:spPr>
          <a:xfrm>
            <a:off x="946150" y="793750"/>
            <a:ext cx="2874963" cy="4319588"/>
          </a:xfrm>
          <a:custGeom>
            <a:avLst/>
            <a:gdLst>
              <a:gd name="connsiteX0" fmla="*/ 807738 w 2874532"/>
              <a:gd name="connsiteY0" fmla="*/ 3903406 h 4319190"/>
              <a:gd name="connsiteX1" fmla="*/ 143858 w 2874532"/>
              <a:gd name="connsiteY1" fmla="*/ 3991088 h 4319190"/>
              <a:gd name="connsiteX2" fmla="*/ 269119 w 2874532"/>
              <a:gd name="connsiteY2" fmla="*/ 295910 h 4319190"/>
              <a:gd name="connsiteX3" fmla="*/ 2874532 w 2874532"/>
              <a:gd name="connsiteY3" fmla="*/ 496327 h 43191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74532" h="4319190">
                <a:moveTo>
                  <a:pt x="807738" y="3903406"/>
                </a:moveTo>
                <a:cubicBezTo>
                  <a:pt x="520683" y="4247871"/>
                  <a:pt x="233628" y="4592337"/>
                  <a:pt x="143858" y="3991088"/>
                </a:cubicBezTo>
                <a:cubicBezTo>
                  <a:pt x="54088" y="3389839"/>
                  <a:pt x="-185993" y="878370"/>
                  <a:pt x="269119" y="295910"/>
                </a:cubicBezTo>
                <a:cubicBezTo>
                  <a:pt x="724231" y="-286550"/>
                  <a:pt x="1799381" y="104888"/>
                  <a:pt x="2874532" y="496327"/>
                </a:cubicBezTo>
              </a:path>
            </a:pathLst>
          </a:custGeom>
          <a:noFill/>
          <a:ln w="25400">
            <a:solidFill>
              <a:schemeClr val="tx1"/>
            </a:solidFill>
            <a:tailEnd type="stealth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33" name="Rectangle 35">
            <a:extLst>
              <a:ext uri="{FF2B5EF4-FFF2-40B4-BE49-F238E27FC236}">
                <a16:creationId xmlns:a16="http://schemas.microsoft.com/office/drawing/2014/main" id="{2A515FB2-D81C-483A-97D0-A6E6F2A4501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92838" y="700088"/>
            <a:ext cx="1308100" cy="1135062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w="25400">
            <a:solidFill>
              <a:schemeClr val="tx1"/>
            </a:solidFill>
            <a:prstDash val="dash"/>
            <a:miter lim="800000"/>
            <a:headEnd/>
            <a:tailEnd/>
          </a:ln>
        </p:spPr>
        <p:txBody>
          <a:bodyPr lIns="68580" tIns="0" rIns="68580" bIns="0"/>
          <a:lstStyle/>
          <a:p>
            <a:pPr algn="just">
              <a:lnSpc>
                <a:spcPct val="96000"/>
              </a:lnSpc>
              <a:defRPr/>
            </a:pP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x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 = </a:t>
            </a: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a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[</a:t>
            </a:r>
            <a:r>
              <a:rPr lang="en-US" altLang="zh-CN" i="1" dirty="0">
                <a:solidFill>
                  <a:srgbClr val="FF0000"/>
                </a:solidFill>
                <a:latin typeface="Times New Roman" pitchFamily="18" charset="0"/>
              </a:rPr>
              <a:t>t</a:t>
            </a:r>
            <a:r>
              <a:rPr lang="en-US" altLang="zh-CN" i="1" baseline="-30000" dirty="0">
                <a:solidFill>
                  <a:srgbClr val="FF0000"/>
                </a:solidFill>
                <a:latin typeface="Times New Roman" pitchFamily="18" charset="0"/>
              </a:rPr>
              <a:t>2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]</a:t>
            </a:r>
          </a:p>
          <a:p>
            <a:pPr algn="just">
              <a:lnSpc>
                <a:spcPct val="96000"/>
              </a:lnSpc>
              <a:defRPr/>
            </a:pP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t</a:t>
            </a:r>
            <a:r>
              <a:rPr lang="en-US" altLang="zh-CN" i="1" baseline="-30000" dirty="0">
                <a:solidFill>
                  <a:prstClr val="black"/>
                </a:solidFill>
                <a:latin typeface="Times New Roman" pitchFamily="18" charset="0"/>
              </a:rPr>
              <a:t>14</a:t>
            </a: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 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= </a:t>
            </a: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a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[</a:t>
            </a:r>
            <a:r>
              <a:rPr lang="en-US" altLang="zh-CN" i="1" dirty="0">
                <a:solidFill>
                  <a:srgbClr val="FF0000"/>
                </a:solidFill>
                <a:latin typeface="Times New Roman" pitchFamily="18" charset="0"/>
              </a:rPr>
              <a:t>t</a:t>
            </a:r>
            <a:r>
              <a:rPr lang="en-US" altLang="zh-CN" i="1" baseline="-30000" dirty="0">
                <a:solidFill>
                  <a:srgbClr val="FF0000"/>
                </a:solidFill>
                <a:latin typeface="Times New Roman" pitchFamily="18" charset="0"/>
              </a:rPr>
              <a:t>1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]</a:t>
            </a:r>
          </a:p>
          <a:p>
            <a:pPr algn="just">
              <a:lnSpc>
                <a:spcPct val="96000"/>
              </a:lnSpc>
              <a:defRPr/>
            </a:pP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a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[</a:t>
            </a:r>
            <a:r>
              <a:rPr lang="en-US" altLang="zh-CN" i="1" dirty="0">
                <a:solidFill>
                  <a:srgbClr val="FF0000"/>
                </a:solidFill>
                <a:latin typeface="Times New Roman" pitchFamily="18" charset="0"/>
              </a:rPr>
              <a:t>t</a:t>
            </a:r>
            <a:r>
              <a:rPr lang="en-US" altLang="zh-CN" i="1" baseline="-30000" dirty="0">
                <a:solidFill>
                  <a:srgbClr val="FF0000"/>
                </a:solidFill>
                <a:latin typeface="Times New Roman" pitchFamily="18" charset="0"/>
              </a:rPr>
              <a:t>2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] = </a:t>
            </a: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t</a:t>
            </a:r>
            <a:r>
              <a:rPr lang="en-US" altLang="zh-CN" i="1" baseline="-30000" dirty="0">
                <a:solidFill>
                  <a:prstClr val="black"/>
                </a:solidFill>
                <a:latin typeface="Times New Roman" pitchFamily="18" charset="0"/>
              </a:rPr>
              <a:t>14</a:t>
            </a:r>
            <a:endParaRPr lang="en-US" altLang="zh-CN" i="1" dirty="0">
              <a:solidFill>
                <a:prstClr val="black"/>
              </a:solidFill>
              <a:latin typeface="Times New Roman" pitchFamily="18" charset="0"/>
            </a:endParaRPr>
          </a:p>
          <a:p>
            <a:pPr algn="just">
              <a:lnSpc>
                <a:spcPct val="96000"/>
              </a:lnSpc>
              <a:defRPr/>
            </a:pP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a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[</a:t>
            </a:r>
            <a:r>
              <a:rPr lang="en-US" altLang="zh-CN" i="1" dirty="0">
                <a:solidFill>
                  <a:srgbClr val="FF0000"/>
                </a:solidFill>
                <a:latin typeface="Times New Roman" pitchFamily="18" charset="0"/>
              </a:rPr>
              <a:t>t</a:t>
            </a:r>
            <a:r>
              <a:rPr lang="en-US" altLang="zh-CN" i="1" baseline="-30000" dirty="0">
                <a:solidFill>
                  <a:srgbClr val="FF0000"/>
                </a:solidFill>
                <a:latin typeface="Times New Roman" pitchFamily="18" charset="0"/>
              </a:rPr>
              <a:t>1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] = </a:t>
            </a: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x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 </a:t>
            </a:r>
          </a:p>
        </p:txBody>
      </p:sp>
      <p:sp>
        <p:nvSpPr>
          <p:cNvPr id="59401" name="Rectangle 20">
            <a:extLst>
              <a:ext uri="{FF2B5EF4-FFF2-40B4-BE49-F238E27FC236}">
                <a16:creationId xmlns:a16="http://schemas.microsoft.com/office/drawing/2014/main" id="{C36EBEE6-C13C-48BF-9581-7FBB5289D20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64388" y="2066925"/>
            <a:ext cx="627062" cy="327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just"/>
            <a:r>
              <a:rPr lang="en-US" altLang="zh-CN" i="1">
                <a:latin typeface="Times New Roman" panose="02020603050405020304" pitchFamily="18" charset="0"/>
              </a:rPr>
              <a:t>B</a:t>
            </a:r>
            <a:r>
              <a:rPr lang="en-US" altLang="zh-CN" i="1" baseline="-25000">
                <a:latin typeface="Times New Roman" panose="02020603050405020304" pitchFamily="18" charset="0"/>
              </a:rPr>
              <a:t>6</a:t>
            </a:r>
            <a:endParaRPr lang="en-US" altLang="zh-CN" i="1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522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22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2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 nodeType="clickPar">
                      <p:stCondLst>
                        <p:cond delay="indefinite"/>
                      </p:stCondLst>
                      <p:childTnLst>
                        <p:par>
                          <p:cTn id="1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33">
                                            <p:bg/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33">
                                            <p:bg/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3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3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3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 nodeType="clickPar">
                      <p:stCondLst>
                        <p:cond delay="indefinite"/>
                      </p:stCondLst>
                      <p:childTnLst>
                        <p:par>
                          <p:cTn id="2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3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3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 nodeType="clickPar">
                      <p:stCondLst>
                        <p:cond delay="indefinite"/>
                      </p:stCondLst>
                      <p:childTnLst>
                        <p:par>
                          <p:cTn id="3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3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3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 nodeType="clickPar">
                      <p:stCondLst>
                        <p:cond delay="indefinite"/>
                      </p:stCondLst>
                      <p:childTnLst>
                        <p:par>
                          <p:cTn id="3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3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3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53" presetClass="exit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46" dur="500"/>
                                        <p:tgtEl>
                                          <p:spTgt spid="4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500"/>
                                        <p:tgtEl>
                                          <p:spTgt spid="4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48" dur="500"/>
                                        <p:tgtEl>
                                          <p:spTgt spid="4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53" presetClass="exit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51" dur="500"/>
                                        <p:tgtEl>
                                          <p:spTgt spid="4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500"/>
                                        <p:tgtEl>
                                          <p:spTgt spid="4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53" dur="500"/>
                                        <p:tgtEl>
                                          <p:spTgt spid="4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53" presetClass="exit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56" dur="500"/>
                                        <p:tgtEl>
                                          <p:spTgt spid="4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500"/>
                                        <p:tgtEl>
                                          <p:spTgt spid="4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58" dur="500"/>
                                        <p:tgtEl>
                                          <p:spTgt spid="4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53" presetClass="exit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61" dur="500"/>
                                        <p:tgtEl>
                                          <p:spTgt spid="4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500"/>
                                        <p:tgtEl>
                                          <p:spTgt spid="4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63" dur="500"/>
                                        <p:tgtEl>
                                          <p:spTgt spid="4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53" presetClass="exit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66" dur="500"/>
                                        <p:tgtEl>
                                          <p:spTgt spid="4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500"/>
                                        <p:tgtEl>
                                          <p:spTgt spid="4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68" dur="500"/>
                                        <p:tgtEl>
                                          <p:spTgt spid="4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" presetID="53" presetClass="exit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71" dur="500"/>
                                        <p:tgtEl>
                                          <p:spTgt spid="4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500"/>
                                        <p:tgtEl>
                                          <p:spTgt spid="4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73" dur="500"/>
                                        <p:tgtEl>
                                          <p:spTgt spid="4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53" presetClass="exit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76" dur="500"/>
                                        <p:tgtEl>
                                          <p:spTgt spid="4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500"/>
                                        <p:tgtEl>
                                          <p:spTgt spid="4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78" dur="500"/>
                                        <p:tgtEl>
                                          <p:spTgt spid="4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" presetID="53" presetClass="exit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81" dur="500"/>
                                        <p:tgtEl>
                                          <p:spTgt spid="4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500"/>
                                        <p:tgtEl>
                                          <p:spTgt spid="4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83" dur="500"/>
                                        <p:tgtEl>
                                          <p:spTgt spid="4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2226" grpId="0" animBg="1"/>
      <p:bldP spid="33" grpId="0" build="allAtOnce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42" name="Rectangle 25">
            <a:extLst>
              <a:ext uri="{FF2B5EF4-FFF2-40B4-BE49-F238E27FC236}">
                <a16:creationId xmlns:a16="http://schemas.microsoft.com/office/drawing/2014/main" id="{BA622D6B-A6FA-46F3-AEF4-3C00A5F283E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10288" y="2355850"/>
            <a:ext cx="1497012" cy="2330450"/>
          </a:xfrm>
          <a:prstGeom prst="rect">
            <a:avLst/>
          </a:prstGeom>
          <a:noFill/>
          <a:ln w="38100">
            <a:solidFill>
              <a:srgbClr val="FF0000"/>
            </a:solidFill>
            <a:prstDash val="lgDash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68580" tIns="34290" rIns="68580" bIns="34290" anchor="ctr"/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>
              <a:solidFill>
                <a:srgbClr val="000000"/>
              </a:solidFill>
              <a:cs typeface="楷体_GB2312" charset="0"/>
            </a:endParaRPr>
          </a:p>
        </p:txBody>
      </p:sp>
      <p:sp>
        <p:nvSpPr>
          <p:cNvPr id="44" name="Rectangle 35">
            <a:extLst>
              <a:ext uri="{FF2B5EF4-FFF2-40B4-BE49-F238E27FC236}">
                <a16:creationId xmlns:a16="http://schemas.microsoft.com/office/drawing/2014/main" id="{0EADBB9E-0739-418A-A5A6-D9A64C8B48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92838" y="2427288"/>
            <a:ext cx="1308100" cy="221456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lIns="68580" tIns="0" rIns="68580" bIns="0"/>
          <a:lstStyle/>
          <a:p>
            <a:pPr algn="just">
              <a:lnSpc>
                <a:spcPct val="96000"/>
              </a:lnSpc>
              <a:defRPr/>
            </a:pPr>
            <a:r>
              <a:rPr lang="en-US" altLang="zh-CN" i="1" dirty="0">
                <a:latin typeface="Times New Roman" pitchFamily="18" charset="0"/>
              </a:rPr>
              <a:t>x</a:t>
            </a:r>
            <a:r>
              <a:rPr lang="en-US" altLang="zh-CN" dirty="0">
                <a:latin typeface="Times New Roman" pitchFamily="18" charset="0"/>
              </a:rPr>
              <a:t> = </a:t>
            </a:r>
            <a:r>
              <a:rPr lang="en-US" altLang="zh-CN" i="1" dirty="0">
                <a:latin typeface="Times New Roman" pitchFamily="18" charset="0"/>
              </a:rPr>
              <a:t>a</a:t>
            </a:r>
            <a:r>
              <a:rPr lang="en-US" altLang="zh-CN" dirty="0">
                <a:latin typeface="Times New Roman" pitchFamily="18" charset="0"/>
              </a:rPr>
              <a:t>[</a:t>
            </a:r>
            <a:r>
              <a:rPr lang="en-US" altLang="zh-CN" i="1" dirty="0">
                <a:latin typeface="Times New Roman" pitchFamily="18" charset="0"/>
              </a:rPr>
              <a:t>t</a:t>
            </a:r>
            <a:r>
              <a:rPr lang="en-US" altLang="zh-CN" i="1" baseline="-30000" dirty="0">
                <a:latin typeface="Times New Roman" pitchFamily="18" charset="0"/>
              </a:rPr>
              <a:t>2</a:t>
            </a:r>
            <a:r>
              <a:rPr lang="en-US" altLang="zh-CN" dirty="0">
                <a:latin typeface="Times New Roman" pitchFamily="18" charset="0"/>
              </a:rPr>
              <a:t>]</a:t>
            </a:r>
          </a:p>
          <a:p>
            <a:pPr algn="just">
              <a:lnSpc>
                <a:spcPct val="96000"/>
              </a:lnSpc>
              <a:defRPr/>
            </a:pPr>
            <a:r>
              <a:rPr lang="en-US" altLang="zh-CN" i="1" dirty="0">
                <a:latin typeface="Times New Roman" pitchFamily="18" charset="0"/>
              </a:rPr>
              <a:t>t</a:t>
            </a:r>
            <a:r>
              <a:rPr lang="en-US" altLang="zh-CN" i="1" baseline="-30000" dirty="0">
                <a:latin typeface="Times New Roman" pitchFamily="18" charset="0"/>
              </a:rPr>
              <a:t>14</a:t>
            </a:r>
            <a:r>
              <a:rPr lang="en-US" altLang="zh-CN" i="1" dirty="0">
                <a:latin typeface="Times New Roman" pitchFamily="18" charset="0"/>
              </a:rPr>
              <a:t> </a:t>
            </a:r>
            <a:r>
              <a:rPr lang="en-US" altLang="zh-CN" dirty="0">
                <a:latin typeface="Times New Roman" pitchFamily="18" charset="0"/>
              </a:rPr>
              <a:t>= </a:t>
            </a:r>
            <a:r>
              <a:rPr lang="en-US" altLang="zh-CN" i="1" dirty="0">
                <a:latin typeface="Times New Roman" pitchFamily="18" charset="0"/>
              </a:rPr>
              <a:t>a</a:t>
            </a:r>
            <a:r>
              <a:rPr lang="en-US" altLang="zh-CN" dirty="0">
                <a:latin typeface="Times New Roman" pitchFamily="18" charset="0"/>
              </a:rPr>
              <a:t>[</a:t>
            </a:r>
            <a:r>
              <a:rPr lang="en-US" altLang="zh-CN" i="1" dirty="0">
                <a:latin typeface="Times New Roman" pitchFamily="18" charset="0"/>
              </a:rPr>
              <a:t>t</a:t>
            </a:r>
            <a:r>
              <a:rPr lang="en-US" altLang="zh-CN" i="1" baseline="-30000" dirty="0">
                <a:latin typeface="Times New Roman" pitchFamily="18" charset="0"/>
              </a:rPr>
              <a:t>1</a:t>
            </a:r>
            <a:r>
              <a:rPr lang="en-US" altLang="zh-CN" dirty="0">
                <a:latin typeface="Times New Roman" pitchFamily="18" charset="0"/>
              </a:rPr>
              <a:t>]</a:t>
            </a:r>
          </a:p>
          <a:p>
            <a:pPr algn="just">
              <a:lnSpc>
                <a:spcPct val="96000"/>
              </a:lnSpc>
              <a:defRPr/>
            </a:pPr>
            <a:r>
              <a:rPr lang="en-US" altLang="zh-CN" i="1" dirty="0">
                <a:latin typeface="Times New Roman" pitchFamily="18" charset="0"/>
              </a:rPr>
              <a:t>a</a:t>
            </a:r>
            <a:r>
              <a:rPr lang="en-US" altLang="zh-CN" dirty="0">
                <a:latin typeface="Times New Roman" pitchFamily="18" charset="0"/>
              </a:rPr>
              <a:t>[</a:t>
            </a:r>
            <a:r>
              <a:rPr lang="en-US" altLang="zh-CN" i="1" dirty="0">
                <a:latin typeface="Times New Roman" pitchFamily="18" charset="0"/>
              </a:rPr>
              <a:t>t</a:t>
            </a:r>
            <a:r>
              <a:rPr lang="en-US" altLang="zh-CN" i="1" baseline="-30000" dirty="0">
                <a:latin typeface="Times New Roman" pitchFamily="18" charset="0"/>
              </a:rPr>
              <a:t>2</a:t>
            </a:r>
            <a:r>
              <a:rPr lang="en-US" altLang="zh-CN" dirty="0">
                <a:latin typeface="Times New Roman" pitchFamily="18" charset="0"/>
              </a:rPr>
              <a:t>] = </a:t>
            </a:r>
            <a:r>
              <a:rPr lang="en-US" altLang="zh-CN" i="1" dirty="0">
                <a:latin typeface="Times New Roman" pitchFamily="18" charset="0"/>
              </a:rPr>
              <a:t>t</a:t>
            </a:r>
            <a:r>
              <a:rPr lang="en-US" altLang="zh-CN" i="1" baseline="-30000" dirty="0">
                <a:latin typeface="Times New Roman" pitchFamily="18" charset="0"/>
              </a:rPr>
              <a:t>14</a:t>
            </a:r>
            <a:endParaRPr lang="en-US" altLang="zh-CN" i="1" dirty="0">
              <a:latin typeface="Times New Roman" pitchFamily="18" charset="0"/>
            </a:endParaRPr>
          </a:p>
          <a:p>
            <a:pPr algn="just">
              <a:lnSpc>
                <a:spcPct val="96000"/>
              </a:lnSpc>
              <a:defRPr/>
            </a:pPr>
            <a:r>
              <a:rPr lang="en-US" altLang="zh-CN" i="1" dirty="0">
                <a:latin typeface="Times New Roman" pitchFamily="18" charset="0"/>
              </a:rPr>
              <a:t>a</a:t>
            </a:r>
            <a:r>
              <a:rPr lang="en-US" altLang="zh-CN" dirty="0">
                <a:latin typeface="Times New Roman" pitchFamily="18" charset="0"/>
              </a:rPr>
              <a:t>[</a:t>
            </a:r>
            <a:r>
              <a:rPr lang="en-US" altLang="zh-CN" i="1" dirty="0">
                <a:latin typeface="Times New Roman" pitchFamily="18" charset="0"/>
              </a:rPr>
              <a:t>t</a:t>
            </a:r>
            <a:r>
              <a:rPr lang="en-US" altLang="zh-CN" i="1" baseline="-30000" dirty="0">
                <a:latin typeface="Times New Roman" pitchFamily="18" charset="0"/>
              </a:rPr>
              <a:t>1</a:t>
            </a:r>
            <a:r>
              <a:rPr lang="en-US" altLang="zh-CN" dirty="0">
                <a:latin typeface="Times New Roman" pitchFamily="18" charset="0"/>
              </a:rPr>
              <a:t>] = </a:t>
            </a:r>
            <a:r>
              <a:rPr lang="en-US" altLang="zh-CN" i="1" dirty="0">
                <a:latin typeface="Times New Roman" pitchFamily="18" charset="0"/>
              </a:rPr>
              <a:t>x</a:t>
            </a:r>
            <a:r>
              <a:rPr lang="en-US" altLang="zh-CN" dirty="0">
                <a:latin typeface="Times New Roman" pitchFamily="18" charset="0"/>
              </a:rPr>
              <a:t> </a:t>
            </a:r>
          </a:p>
        </p:txBody>
      </p:sp>
      <p:sp>
        <p:nvSpPr>
          <p:cNvPr id="45" name="Rectangle 33">
            <a:extLst>
              <a:ext uri="{FF2B5EF4-FFF2-40B4-BE49-F238E27FC236}">
                <a16:creationId xmlns:a16="http://schemas.microsoft.com/office/drawing/2014/main" id="{31DEC4FC-D26A-4912-9E34-799CA9A62C6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47813" y="2255838"/>
            <a:ext cx="1189037" cy="240347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lIns="68580" tIns="0" rIns="68580" bIns="0"/>
          <a:lstStyle/>
          <a:p>
            <a:pPr algn="just">
              <a:lnSpc>
                <a:spcPct val="96000"/>
              </a:lnSpc>
              <a:defRPr/>
            </a:pP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x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 = </a:t>
            </a: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t</a:t>
            </a:r>
            <a:r>
              <a:rPr lang="en-US" altLang="zh-CN" i="1" baseline="-25000" dirty="0">
                <a:solidFill>
                  <a:prstClr val="black"/>
                </a:solidFill>
                <a:latin typeface="Times New Roman" pitchFamily="18" charset="0"/>
              </a:rPr>
              <a:t>3</a:t>
            </a:r>
            <a:endParaRPr lang="en-US" altLang="zh-CN" i="1" dirty="0">
              <a:solidFill>
                <a:prstClr val="black"/>
              </a:solidFill>
              <a:latin typeface="Times New Roman" pitchFamily="18" charset="0"/>
            </a:endParaRPr>
          </a:p>
          <a:p>
            <a:pPr algn="just">
              <a:lnSpc>
                <a:spcPct val="96000"/>
              </a:lnSpc>
              <a:defRPr/>
            </a:pP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a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[</a:t>
            </a: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t</a:t>
            </a:r>
            <a:r>
              <a:rPr lang="en-US" altLang="zh-CN" i="1" baseline="-25000" dirty="0">
                <a:solidFill>
                  <a:prstClr val="black"/>
                </a:solidFill>
                <a:latin typeface="Times New Roman" pitchFamily="18" charset="0"/>
              </a:rPr>
              <a:t>2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] = </a:t>
            </a: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t</a:t>
            </a:r>
            <a:r>
              <a:rPr lang="en-US" altLang="zh-CN" i="1" baseline="-25000" dirty="0">
                <a:solidFill>
                  <a:prstClr val="black"/>
                </a:solidFill>
                <a:latin typeface="Times New Roman" pitchFamily="18" charset="0"/>
              </a:rPr>
              <a:t>5</a:t>
            </a:r>
            <a:endParaRPr lang="en-US" altLang="zh-CN" i="1" dirty="0">
              <a:solidFill>
                <a:prstClr val="black"/>
              </a:solidFill>
              <a:latin typeface="Times New Roman" pitchFamily="18" charset="0"/>
            </a:endParaRPr>
          </a:p>
          <a:p>
            <a:pPr algn="just">
              <a:lnSpc>
                <a:spcPct val="96000"/>
              </a:lnSpc>
              <a:defRPr/>
            </a:pP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a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[</a:t>
            </a: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t</a:t>
            </a:r>
            <a:r>
              <a:rPr lang="en-US" altLang="zh-CN" i="1" baseline="-25000" dirty="0">
                <a:solidFill>
                  <a:prstClr val="black"/>
                </a:solidFill>
                <a:latin typeface="Times New Roman" pitchFamily="18" charset="0"/>
              </a:rPr>
              <a:t>4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] = </a:t>
            </a: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x</a:t>
            </a:r>
          </a:p>
          <a:p>
            <a:pPr algn="just">
              <a:lnSpc>
                <a:spcPct val="96000"/>
              </a:lnSpc>
              <a:defRPr/>
            </a:pPr>
            <a:r>
              <a:rPr lang="en-US" altLang="zh-CN" dirty="0" err="1">
                <a:solidFill>
                  <a:prstClr val="black"/>
                </a:solidFill>
                <a:latin typeface="Times New Roman" pitchFamily="18" charset="0"/>
              </a:rPr>
              <a:t>goto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 </a:t>
            </a: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B</a:t>
            </a:r>
            <a:r>
              <a:rPr lang="en-US" altLang="zh-CN" baseline="-25000" dirty="0">
                <a:solidFill>
                  <a:prstClr val="black"/>
                </a:solidFill>
                <a:latin typeface="Times New Roman" pitchFamily="18" charset="0"/>
              </a:rPr>
              <a:t>2</a:t>
            </a:r>
          </a:p>
        </p:txBody>
      </p:sp>
      <p:sp>
        <p:nvSpPr>
          <p:cNvPr id="61445" name="Rectangle 4">
            <a:extLst>
              <a:ext uri="{FF2B5EF4-FFF2-40B4-BE49-F238E27FC236}">
                <a16:creationId xmlns:a16="http://schemas.microsoft.com/office/drawing/2014/main" id="{1D718EE9-49E2-4583-8419-E09C160222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例</a:t>
            </a:r>
          </a:p>
        </p:txBody>
      </p:sp>
      <p:grpSp>
        <p:nvGrpSpPr>
          <p:cNvPr id="61446" name="组合 49">
            <a:extLst>
              <a:ext uri="{FF2B5EF4-FFF2-40B4-BE49-F238E27FC236}">
                <a16:creationId xmlns:a16="http://schemas.microsoft.com/office/drawing/2014/main" id="{BECE12EE-2FB3-4AA2-AF14-DC4A2E9FE74A}"/>
              </a:ext>
            </a:extLst>
          </p:cNvPr>
          <p:cNvGrpSpPr>
            <a:grpSpLocks/>
          </p:cNvGrpSpPr>
          <p:nvPr/>
        </p:nvGrpSpPr>
        <p:grpSpPr bwMode="auto">
          <a:xfrm>
            <a:off x="1071563" y="195263"/>
            <a:ext cx="5056187" cy="4065587"/>
            <a:chOff x="1071538" y="195263"/>
            <a:chExt cx="5056212" cy="4065587"/>
          </a:xfrm>
        </p:grpSpPr>
        <p:sp>
          <p:nvSpPr>
            <p:cNvPr id="31" name="Rectangle 4">
              <a:extLst>
                <a:ext uri="{FF2B5EF4-FFF2-40B4-BE49-F238E27FC236}">
                  <a16:creationId xmlns:a16="http://schemas.microsoft.com/office/drawing/2014/main" id="{B91BE018-5D33-4FFD-BAA8-E34B7A68D49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25838" y="212725"/>
              <a:ext cx="1693871" cy="814388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8580" tIns="27000" rIns="68580" bIns="0"/>
            <a:lstStyle/>
            <a:p>
              <a:pPr algn="just">
                <a:lnSpc>
                  <a:spcPct val="70000"/>
                </a:lnSpc>
                <a:defRPr/>
              </a:pPr>
              <a:r>
                <a:rPr lang="en-US" altLang="zh-CN" i="1" dirty="0" err="1">
                  <a:latin typeface="Times New Roman" pitchFamily="18" charset="0"/>
                </a:rPr>
                <a:t>i</a:t>
              </a:r>
              <a:r>
                <a:rPr lang="en-US" altLang="zh-CN" i="1" dirty="0">
                  <a:latin typeface="Times New Roman" pitchFamily="18" charset="0"/>
                </a:rPr>
                <a:t> </a:t>
              </a:r>
              <a:r>
                <a:rPr lang="en-US" altLang="zh-CN" dirty="0">
                  <a:latin typeface="Times New Roman" pitchFamily="18" charset="0"/>
                </a:rPr>
                <a:t>=</a:t>
              </a:r>
              <a:r>
                <a:rPr lang="en-US" altLang="zh-CN" i="1" dirty="0">
                  <a:latin typeface="Times New Roman" pitchFamily="18" charset="0"/>
                </a:rPr>
                <a:t> m </a:t>
              </a:r>
              <a:r>
                <a:rPr lang="en-US" altLang="zh-CN" dirty="0">
                  <a:latin typeface="Times New Roman" pitchFamily="18" charset="0"/>
                  <a:sym typeface="Symbol" pitchFamily="18" charset="2"/>
                </a:rPr>
                <a:t></a:t>
              </a:r>
              <a:r>
                <a:rPr lang="en-US" altLang="zh-CN" dirty="0">
                  <a:latin typeface="Times New Roman" pitchFamily="18" charset="0"/>
                </a:rPr>
                <a:t>1</a:t>
              </a:r>
            </a:p>
            <a:p>
              <a:pPr algn="just">
                <a:lnSpc>
                  <a:spcPct val="70000"/>
                </a:lnSpc>
                <a:defRPr/>
              </a:pPr>
              <a:r>
                <a:rPr lang="en-US" altLang="zh-CN" i="1" dirty="0">
                  <a:latin typeface="Times New Roman" pitchFamily="18" charset="0"/>
                </a:rPr>
                <a:t>j</a:t>
              </a:r>
              <a:r>
                <a:rPr lang="en-US" altLang="zh-CN" dirty="0">
                  <a:latin typeface="Times New Roman" pitchFamily="18" charset="0"/>
                </a:rPr>
                <a:t> =</a:t>
              </a:r>
              <a:r>
                <a:rPr lang="en-US" altLang="zh-CN" i="1" dirty="0">
                  <a:latin typeface="Times New Roman" pitchFamily="18" charset="0"/>
                </a:rPr>
                <a:t> n</a:t>
              </a:r>
            </a:p>
            <a:p>
              <a:pPr algn="just">
                <a:lnSpc>
                  <a:spcPct val="70000"/>
                </a:lnSpc>
                <a:defRPr/>
              </a:pPr>
              <a:r>
                <a:rPr lang="en-US" altLang="zh-CN" i="1" dirty="0">
                  <a:latin typeface="Times New Roman" pitchFamily="18" charset="0"/>
                </a:rPr>
                <a:t>t</a:t>
              </a:r>
              <a:r>
                <a:rPr lang="en-US" altLang="zh-CN" i="1" baseline="-25000" dirty="0">
                  <a:latin typeface="Times New Roman" pitchFamily="18" charset="0"/>
                </a:rPr>
                <a:t>1</a:t>
              </a:r>
              <a:r>
                <a:rPr lang="en-US" altLang="zh-CN" dirty="0">
                  <a:latin typeface="Times New Roman" pitchFamily="18" charset="0"/>
                </a:rPr>
                <a:t> = 4 </a:t>
              </a:r>
              <a:r>
                <a:rPr lang="en-US" altLang="zh-CN" dirty="0">
                  <a:latin typeface="宋体" pitchFamily="2" charset="-122"/>
                </a:rPr>
                <a:t>*</a:t>
              </a:r>
              <a:r>
                <a:rPr lang="en-US" altLang="zh-CN" dirty="0">
                  <a:latin typeface="Times New Roman" pitchFamily="18" charset="0"/>
                </a:rPr>
                <a:t> </a:t>
              </a:r>
              <a:r>
                <a:rPr lang="en-US" altLang="zh-CN" i="1" dirty="0">
                  <a:latin typeface="Times New Roman" pitchFamily="18" charset="0"/>
                </a:rPr>
                <a:t>n</a:t>
              </a:r>
            </a:p>
            <a:p>
              <a:pPr algn="just">
                <a:lnSpc>
                  <a:spcPct val="70000"/>
                </a:lnSpc>
                <a:defRPr/>
              </a:pPr>
              <a:r>
                <a:rPr lang="en-US" altLang="zh-CN" i="1" dirty="0">
                  <a:latin typeface="Times New Roman" pitchFamily="18" charset="0"/>
                </a:rPr>
                <a:t>v</a:t>
              </a:r>
              <a:r>
                <a:rPr lang="en-US" altLang="zh-CN" dirty="0">
                  <a:latin typeface="Times New Roman" pitchFamily="18" charset="0"/>
                </a:rPr>
                <a:t> = </a:t>
              </a:r>
              <a:r>
                <a:rPr lang="en-US" altLang="zh-CN" i="1" dirty="0">
                  <a:latin typeface="Times New Roman" pitchFamily="18" charset="0"/>
                </a:rPr>
                <a:t>a</a:t>
              </a:r>
              <a:r>
                <a:rPr lang="en-US" altLang="zh-CN" dirty="0">
                  <a:latin typeface="Times New Roman" pitchFamily="18" charset="0"/>
                </a:rPr>
                <a:t>[</a:t>
              </a:r>
              <a:r>
                <a:rPr lang="en-US" altLang="zh-CN" i="1" dirty="0">
                  <a:latin typeface="Times New Roman" pitchFamily="18" charset="0"/>
                </a:rPr>
                <a:t>t</a:t>
              </a:r>
              <a:r>
                <a:rPr lang="en-US" altLang="zh-CN" i="1" baseline="-25000" dirty="0">
                  <a:latin typeface="Times New Roman" pitchFamily="18" charset="0"/>
                </a:rPr>
                <a:t>1</a:t>
              </a:r>
              <a:r>
                <a:rPr lang="en-US" altLang="zh-CN" dirty="0">
                  <a:latin typeface="Times New Roman" pitchFamily="18" charset="0"/>
                </a:rPr>
                <a:t>]</a:t>
              </a:r>
            </a:p>
          </p:txBody>
        </p:sp>
        <p:sp>
          <p:nvSpPr>
            <p:cNvPr id="32" name="Rectangle 5">
              <a:extLst>
                <a:ext uri="{FF2B5EF4-FFF2-40B4-BE49-F238E27FC236}">
                  <a16:creationId xmlns:a16="http://schemas.microsoft.com/office/drawing/2014/main" id="{9007A2AD-66B4-43D5-9925-F49ED811260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22663" y="1350963"/>
              <a:ext cx="1711333" cy="814387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8580" tIns="27000" rIns="68580" bIns="27000"/>
            <a:lstStyle/>
            <a:p>
              <a:pPr algn="just">
                <a:lnSpc>
                  <a:spcPct val="70000"/>
                </a:lnSpc>
                <a:defRPr/>
              </a:pPr>
              <a:r>
                <a:rPr lang="en-US" altLang="zh-CN" i="1" dirty="0" err="1">
                  <a:latin typeface="Times New Roman" pitchFamily="18" charset="0"/>
                </a:rPr>
                <a:t>i</a:t>
              </a:r>
              <a:r>
                <a:rPr lang="en-US" altLang="zh-CN" dirty="0">
                  <a:latin typeface="Times New Roman" pitchFamily="18" charset="0"/>
                </a:rPr>
                <a:t> =</a:t>
              </a:r>
              <a:r>
                <a:rPr lang="en-US" altLang="zh-CN" i="1" dirty="0">
                  <a:latin typeface="Times New Roman" pitchFamily="18" charset="0"/>
                </a:rPr>
                <a:t> </a:t>
              </a:r>
              <a:r>
                <a:rPr lang="en-US" altLang="zh-CN" i="1" dirty="0" err="1">
                  <a:latin typeface="Times New Roman" pitchFamily="18" charset="0"/>
                </a:rPr>
                <a:t>i</a:t>
              </a:r>
              <a:r>
                <a:rPr lang="en-US" altLang="zh-CN" i="1" dirty="0">
                  <a:latin typeface="Times New Roman" pitchFamily="18" charset="0"/>
                </a:rPr>
                <a:t> </a:t>
              </a:r>
              <a:r>
                <a:rPr lang="en-US" altLang="zh-CN" dirty="0">
                  <a:latin typeface="Times New Roman" pitchFamily="18" charset="0"/>
                </a:rPr>
                <a:t>+ 1</a:t>
              </a:r>
            </a:p>
            <a:p>
              <a:pPr algn="just">
                <a:lnSpc>
                  <a:spcPct val="70000"/>
                </a:lnSpc>
                <a:defRPr/>
              </a:pPr>
              <a:r>
                <a:rPr lang="en-US" altLang="zh-CN" i="1" dirty="0">
                  <a:latin typeface="Times New Roman" pitchFamily="18" charset="0"/>
                </a:rPr>
                <a:t>t</a:t>
              </a:r>
              <a:r>
                <a:rPr lang="en-US" altLang="zh-CN" i="1" baseline="-25000" dirty="0">
                  <a:latin typeface="Times New Roman" pitchFamily="18" charset="0"/>
                </a:rPr>
                <a:t>2</a:t>
              </a:r>
              <a:r>
                <a:rPr lang="en-US" altLang="zh-CN" dirty="0">
                  <a:latin typeface="Times New Roman" pitchFamily="18" charset="0"/>
                </a:rPr>
                <a:t> = 4 </a:t>
              </a:r>
              <a:r>
                <a:rPr lang="en-US" altLang="zh-CN" dirty="0">
                  <a:latin typeface="宋体" pitchFamily="2" charset="-122"/>
                </a:rPr>
                <a:t>*</a:t>
              </a:r>
              <a:r>
                <a:rPr lang="en-US" altLang="zh-CN" dirty="0">
                  <a:latin typeface="Times New Roman" pitchFamily="18" charset="0"/>
                </a:rPr>
                <a:t> </a:t>
              </a:r>
              <a:r>
                <a:rPr lang="en-US" altLang="zh-CN" i="1" dirty="0" err="1">
                  <a:latin typeface="Times New Roman" pitchFamily="18" charset="0"/>
                </a:rPr>
                <a:t>i</a:t>
              </a:r>
              <a:endParaRPr lang="en-US" altLang="zh-CN" i="1" dirty="0">
                <a:latin typeface="Times New Roman" pitchFamily="18" charset="0"/>
              </a:endParaRPr>
            </a:p>
            <a:p>
              <a:pPr algn="just">
                <a:lnSpc>
                  <a:spcPct val="70000"/>
                </a:lnSpc>
                <a:defRPr/>
              </a:pPr>
              <a:r>
                <a:rPr lang="en-US" altLang="zh-CN" i="1" dirty="0">
                  <a:latin typeface="Times New Roman" pitchFamily="18" charset="0"/>
                </a:rPr>
                <a:t>t</a:t>
              </a:r>
              <a:r>
                <a:rPr lang="en-US" altLang="zh-CN" i="1" baseline="-25000" dirty="0">
                  <a:latin typeface="Times New Roman" pitchFamily="18" charset="0"/>
                </a:rPr>
                <a:t>3</a:t>
              </a:r>
              <a:r>
                <a:rPr lang="en-US" altLang="zh-CN" dirty="0">
                  <a:latin typeface="Times New Roman" pitchFamily="18" charset="0"/>
                </a:rPr>
                <a:t> = </a:t>
              </a:r>
              <a:r>
                <a:rPr lang="en-US" altLang="zh-CN" i="1" dirty="0">
                  <a:latin typeface="Times New Roman" pitchFamily="18" charset="0"/>
                </a:rPr>
                <a:t>a</a:t>
              </a:r>
              <a:r>
                <a:rPr lang="en-US" altLang="zh-CN" dirty="0">
                  <a:latin typeface="Times New Roman" pitchFamily="18" charset="0"/>
                </a:rPr>
                <a:t>[</a:t>
              </a:r>
              <a:r>
                <a:rPr lang="en-US" altLang="zh-CN" i="1" dirty="0">
                  <a:latin typeface="Times New Roman" pitchFamily="18" charset="0"/>
                </a:rPr>
                <a:t>t</a:t>
              </a:r>
              <a:r>
                <a:rPr lang="en-US" altLang="zh-CN" i="1" baseline="-25000" dirty="0">
                  <a:latin typeface="Times New Roman" pitchFamily="18" charset="0"/>
                </a:rPr>
                <a:t>2</a:t>
              </a:r>
              <a:r>
                <a:rPr lang="en-US" altLang="zh-CN" dirty="0">
                  <a:latin typeface="Times New Roman" pitchFamily="18" charset="0"/>
                </a:rPr>
                <a:t>]</a:t>
              </a:r>
            </a:p>
            <a:p>
              <a:pPr algn="just">
                <a:lnSpc>
                  <a:spcPct val="70000"/>
                </a:lnSpc>
                <a:defRPr/>
              </a:pPr>
              <a:r>
                <a:rPr lang="en-US" altLang="zh-CN" i="1" dirty="0">
                  <a:latin typeface="Times New Roman" pitchFamily="18" charset="0"/>
                </a:rPr>
                <a:t>if t</a:t>
              </a:r>
              <a:r>
                <a:rPr lang="en-US" altLang="zh-CN" i="1" baseline="-25000" dirty="0">
                  <a:latin typeface="Times New Roman" pitchFamily="18" charset="0"/>
                </a:rPr>
                <a:t>3</a:t>
              </a:r>
              <a:r>
                <a:rPr lang="en-US" altLang="zh-CN" i="1" dirty="0">
                  <a:latin typeface="Times New Roman" pitchFamily="18" charset="0"/>
                </a:rPr>
                <a:t> </a:t>
              </a:r>
              <a:r>
                <a:rPr lang="en-US" altLang="zh-CN" dirty="0">
                  <a:latin typeface="Times New Roman" pitchFamily="18" charset="0"/>
                </a:rPr>
                <a:t>&lt; </a:t>
              </a:r>
              <a:r>
                <a:rPr lang="en-US" altLang="zh-CN" i="1" dirty="0">
                  <a:latin typeface="Times New Roman" pitchFamily="18" charset="0"/>
                </a:rPr>
                <a:t>v</a:t>
              </a:r>
              <a:r>
                <a:rPr lang="en-US" altLang="zh-CN" dirty="0">
                  <a:latin typeface="Times New Roman" pitchFamily="18" charset="0"/>
                </a:rPr>
                <a:t> </a:t>
              </a:r>
              <a:r>
                <a:rPr lang="en-US" altLang="zh-CN" i="1" dirty="0" err="1">
                  <a:latin typeface="Times New Roman" pitchFamily="18" charset="0"/>
                </a:rPr>
                <a:t>goto</a:t>
              </a:r>
              <a:r>
                <a:rPr lang="en-US" altLang="zh-CN" dirty="0">
                  <a:latin typeface="Times New Roman" pitchFamily="18" charset="0"/>
                </a:rPr>
                <a:t> </a:t>
              </a:r>
              <a:r>
                <a:rPr lang="en-US" altLang="zh-CN" i="1" dirty="0">
                  <a:latin typeface="Times New Roman" pitchFamily="18" charset="0"/>
                </a:rPr>
                <a:t>B</a:t>
              </a:r>
              <a:r>
                <a:rPr lang="en-US" altLang="zh-CN" i="1" baseline="-25000" dirty="0">
                  <a:latin typeface="Times New Roman" pitchFamily="18" charset="0"/>
                </a:rPr>
                <a:t>2</a:t>
              </a:r>
            </a:p>
          </p:txBody>
        </p:sp>
        <p:sp>
          <p:nvSpPr>
            <p:cNvPr id="61452" name="Rectangle 6">
              <a:extLst>
                <a:ext uri="{FF2B5EF4-FFF2-40B4-BE49-F238E27FC236}">
                  <a16:creationId xmlns:a16="http://schemas.microsoft.com/office/drawing/2014/main" id="{EFD8FB59-C576-43C2-98CC-0D11A5937B4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46713" y="195263"/>
              <a:ext cx="393700" cy="22066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0" rIns="0" bIns="0"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i="1">
                  <a:latin typeface="Times New Roman" panose="02020603050405020304" pitchFamily="18" charset="0"/>
                </a:rPr>
                <a:t>B</a:t>
              </a:r>
              <a:r>
                <a:rPr lang="en-US" altLang="zh-CN" i="1" baseline="-25000">
                  <a:latin typeface="Times New Roman" panose="02020603050405020304" pitchFamily="18" charset="0"/>
                </a:rPr>
                <a:t>1</a:t>
              </a:r>
              <a:endParaRPr lang="en-US" altLang="zh-CN" i="1">
                <a:latin typeface="Times New Roman" panose="02020603050405020304" pitchFamily="18" charset="0"/>
              </a:endParaRPr>
            </a:p>
          </p:txBody>
        </p:sp>
        <p:sp>
          <p:nvSpPr>
            <p:cNvPr id="61453" name="Rectangle 7">
              <a:extLst>
                <a:ext uri="{FF2B5EF4-FFF2-40B4-BE49-F238E27FC236}">
                  <a16:creationId xmlns:a16="http://schemas.microsoft.com/office/drawing/2014/main" id="{F6DFF2CE-5A60-46D0-96AD-6D59A6E2556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29256" y="1258888"/>
              <a:ext cx="627062" cy="3254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i="1">
                  <a:latin typeface="Times New Roman" panose="02020603050405020304" pitchFamily="18" charset="0"/>
                </a:rPr>
                <a:t>B</a:t>
              </a:r>
              <a:r>
                <a:rPr lang="en-US" altLang="zh-CN" i="1" baseline="-25000">
                  <a:latin typeface="Times New Roman" panose="02020603050405020304" pitchFamily="18" charset="0"/>
                </a:rPr>
                <a:t>2</a:t>
              </a:r>
              <a:endParaRPr lang="en-US" altLang="zh-CN" i="1">
                <a:latin typeface="Times New Roman" panose="02020603050405020304" pitchFamily="18" charset="0"/>
              </a:endParaRPr>
            </a:p>
          </p:txBody>
        </p:sp>
        <p:sp>
          <p:nvSpPr>
            <p:cNvPr id="35" name="Rectangle 8">
              <a:extLst>
                <a:ext uri="{FF2B5EF4-FFF2-40B4-BE49-F238E27FC236}">
                  <a16:creationId xmlns:a16="http://schemas.microsoft.com/office/drawing/2014/main" id="{229E237E-019E-4359-B421-56651AB865D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40126" y="2500313"/>
              <a:ext cx="1711333" cy="81280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8580" tIns="27000" rIns="68580" bIns="27000"/>
            <a:lstStyle/>
            <a:p>
              <a:pPr algn="just">
                <a:lnSpc>
                  <a:spcPct val="70000"/>
                </a:lnSpc>
                <a:defRPr/>
              </a:pPr>
              <a:r>
                <a:rPr lang="en-US" altLang="zh-CN" i="1" dirty="0">
                  <a:latin typeface="Times New Roman" pitchFamily="18" charset="0"/>
                </a:rPr>
                <a:t>j </a:t>
              </a:r>
              <a:r>
                <a:rPr lang="en-US" altLang="zh-CN" dirty="0">
                  <a:latin typeface="Times New Roman" pitchFamily="18" charset="0"/>
                </a:rPr>
                <a:t>= </a:t>
              </a:r>
              <a:r>
                <a:rPr lang="en-US" altLang="zh-CN" i="1" dirty="0">
                  <a:latin typeface="Times New Roman" pitchFamily="18" charset="0"/>
                </a:rPr>
                <a:t>j </a:t>
              </a:r>
              <a:r>
                <a:rPr lang="en-US" altLang="zh-CN" dirty="0">
                  <a:latin typeface="Times New Roman" pitchFamily="18" charset="0"/>
                  <a:sym typeface="Symbol" pitchFamily="18" charset="2"/>
                </a:rPr>
                <a:t></a:t>
              </a:r>
              <a:r>
                <a:rPr lang="en-US" altLang="zh-CN" dirty="0">
                  <a:latin typeface="Times New Roman" pitchFamily="18" charset="0"/>
                </a:rPr>
                <a:t>1</a:t>
              </a:r>
            </a:p>
            <a:p>
              <a:pPr algn="just">
                <a:lnSpc>
                  <a:spcPct val="70000"/>
                </a:lnSpc>
                <a:defRPr/>
              </a:pPr>
              <a:r>
                <a:rPr lang="en-US" altLang="zh-CN" i="1" dirty="0">
                  <a:latin typeface="Times New Roman" pitchFamily="18" charset="0"/>
                </a:rPr>
                <a:t>t</a:t>
              </a:r>
              <a:r>
                <a:rPr lang="en-US" altLang="zh-CN" i="1" baseline="-25000" dirty="0">
                  <a:latin typeface="Times New Roman" pitchFamily="18" charset="0"/>
                </a:rPr>
                <a:t>4</a:t>
              </a:r>
              <a:r>
                <a:rPr lang="en-US" altLang="zh-CN" dirty="0">
                  <a:latin typeface="Times New Roman" pitchFamily="18" charset="0"/>
                </a:rPr>
                <a:t> = 4 </a:t>
              </a:r>
              <a:r>
                <a:rPr lang="en-US" altLang="zh-CN" dirty="0">
                  <a:latin typeface="宋体" pitchFamily="2" charset="-122"/>
                </a:rPr>
                <a:t>*</a:t>
              </a:r>
              <a:r>
                <a:rPr lang="en-US" altLang="zh-CN" dirty="0">
                  <a:latin typeface="Times New Roman" pitchFamily="18" charset="0"/>
                </a:rPr>
                <a:t> </a:t>
              </a:r>
              <a:r>
                <a:rPr lang="en-US" altLang="zh-CN" i="1" dirty="0">
                  <a:latin typeface="Times New Roman" pitchFamily="18" charset="0"/>
                </a:rPr>
                <a:t>j</a:t>
              </a:r>
            </a:p>
            <a:p>
              <a:pPr algn="just">
                <a:lnSpc>
                  <a:spcPct val="70000"/>
                </a:lnSpc>
                <a:defRPr/>
              </a:pPr>
              <a:r>
                <a:rPr lang="en-US" altLang="zh-CN" i="1" dirty="0">
                  <a:latin typeface="Times New Roman" pitchFamily="18" charset="0"/>
                </a:rPr>
                <a:t>t</a:t>
              </a:r>
              <a:r>
                <a:rPr lang="en-US" altLang="zh-CN" i="1" baseline="-25000" dirty="0">
                  <a:latin typeface="Times New Roman" pitchFamily="18" charset="0"/>
                </a:rPr>
                <a:t>5</a:t>
              </a:r>
              <a:r>
                <a:rPr lang="en-US" altLang="zh-CN" dirty="0">
                  <a:latin typeface="Times New Roman" pitchFamily="18" charset="0"/>
                </a:rPr>
                <a:t> = </a:t>
              </a:r>
              <a:r>
                <a:rPr lang="en-US" altLang="zh-CN" i="1" dirty="0">
                  <a:latin typeface="Times New Roman" pitchFamily="18" charset="0"/>
                </a:rPr>
                <a:t>a</a:t>
              </a:r>
              <a:r>
                <a:rPr lang="en-US" altLang="zh-CN" dirty="0">
                  <a:latin typeface="Times New Roman" pitchFamily="18" charset="0"/>
                </a:rPr>
                <a:t>[</a:t>
              </a:r>
              <a:r>
                <a:rPr lang="en-US" altLang="zh-CN" i="1" dirty="0">
                  <a:latin typeface="Times New Roman" pitchFamily="18" charset="0"/>
                </a:rPr>
                <a:t>t</a:t>
              </a:r>
              <a:r>
                <a:rPr lang="en-US" altLang="zh-CN" i="1" baseline="-25000" dirty="0">
                  <a:latin typeface="Times New Roman" pitchFamily="18" charset="0"/>
                </a:rPr>
                <a:t>4</a:t>
              </a:r>
              <a:r>
                <a:rPr lang="en-US" altLang="zh-CN" dirty="0">
                  <a:latin typeface="Times New Roman" pitchFamily="18" charset="0"/>
                </a:rPr>
                <a:t>]</a:t>
              </a:r>
            </a:p>
            <a:p>
              <a:pPr algn="just">
                <a:lnSpc>
                  <a:spcPct val="70000"/>
                </a:lnSpc>
                <a:defRPr/>
              </a:pPr>
              <a:r>
                <a:rPr lang="en-US" altLang="zh-CN" i="1" dirty="0">
                  <a:latin typeface="Times New Roman" pitchFamily="18" charset="0"/>
                </a:rPr>
                <a:t>if</a:t>
              </a:r>
              <a:r>
                <a:rPr lang="en-US" altLang="zh-CN" dirty="0">
                  <a:latin typeface="Times New Roman" pitchFamily="18" charset="0"/>
                </a:rPr>
                <a:t> </a:t>
              </a:r>
              <a:r>
                <a:rPr lang="en-US" altLang="zh-CN" i="1" dirty="0">
                  <a:latin typeface="Times New Roman" pitchFamily="18" charset="0"/>
                </a:rPr>
                <a:t>t</a:t>
              </a:r>
              <a:r>
                <a:rPr lang="en-US" altLang="zh-CN" i="1" baseline="-25000" dirty="0">
                  <a:latin typeface="Times New Roman" pitchFamily="18" charset="0"/>
                </a:rPr>
                <a:t>5</a:t>
              </a:r>
              <a:r>
                <a:rPr lang="en-US" altLang="zh-CN" dirty="0">
                  <a:latin typeface="Times New Roman" pitchFamily="18" charset="0"/>
                </a:rPr>
                <a:t> &gt; </a:t>
              </a:r>
              <a:r>
                <a:rPr lang="en-US" altLang="zh-CN" i="1" dirty="0">
                  <a:latin typeface="Times New Roman" pitchFamily="18" charset="0"/>
                </a:rPr>
                <a:t>v</a:t>
              </a:r>
              <a:r>
                <a:rPr lang="en-US" altLang="zh-CN" dirty="0">
                  <a:latin typeface="Times New Roman" pitchFamily="18" charset="0"/>
                </a:rPr>
                <a:t> </a:t>
              </a:r>
              <a:r>
                <a:rPr lang="en-US" altLang="zh-CN" i="1" dirty="0" err="1">
                  <a:latin typeface="Times New Roman" pitchFamily="18" charset="0"/>
                </a:rPr>
                <a:t>goto</a:t>
              </a:r>
              <a:r>
                <a:rPr lang="en-US" altLang="zh-CN" dirty="0">
                  <a:latin typeface="Times New Roman" pitchFamily="18" charset="0"/>
                </a:rPr>
                <a:t> </a:t>
              </a:r>
              <a:r>
                <a:rPr lang="en-US" altLang="zh-CN" i="1" dirty="0">
                  <a:latin typeface="Times New Roman" pitchFamily="18" charset="0"/>
                </a:rPr>
                <a:t>B</a:t>
              </a:r>
              <a:r>
                <a:rPr lang="en-US" altLang="zh-CN" i="1" baseline="-25000" dirty="0">
                  <a:latin typeface="Times New Roman" pitchFamily="18" charset="0"/>
                </a:rPr>
                <a:t>3</a:t>
              </a:r>
            </a:p>
          </p:txBody>
        </p:sp>
        <p:sp>
          <p:nvSpPr>
            <p:cNvPr id="61455" name="Line 9">
              <a:extLst>
                <a:ext uri="{FF2B5EF4-FFF2-40B4-BE49-F238E27FC236}">
                  <a16:creationId xmlns:a16="http://schemas.microsoft.com/office/drawing/2014/main" id="{7CBAC2E9-76DB-408A-A398-4C7F08F0D62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457700" y="1035050"/>
              <a:ext cx="0" cy="315913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61456" name="Line 10">
              <a:extLst>
                <a:ext uri="{FF2B5EF4-FFF2-40B4-BE49-F238E27FC236}">
                  <a16:creationId xmlns:a16="http://schemas.microsoft.com/office/drawing/2014/main" id="{5F4CD3DC-B611-4821-AE88-6F78824BE16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440238" y="2184400"/>
              <a:ext cx="0" cy="315913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38" name="Rectangle 11">
              <a:extLst>
                <a:ext uri="{FF2B5EF4-FFF2-40B4-BE49-F238E27FC236}">
                  <a16:creationId xmlns:a16="http://schemas.microsoft.com/office/drawing/2014/main" id="{93977DFD-97BA-4F76-8C59-D73DC2DB0A2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40126" y="3662363"/>
              <a:ext cx="1725621" cy="30480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7500" tIns="0" rIns="0" bIns="0"/>
            <a:lstStyle/>
            <a:p>
              <a:pPr algn="just">
                <a:lnSpc>
                  <a:spcPct val="96000"/>
                </a:lnSpc>
                <a:defRPr/>
              </a:pPr>
              <a:r>
                <a:rPr lang="en-US" altLang="zh-CN" i="1" dirty="0">
                  <a:latin typeface="Times New Roman" pitchFamily="18" charset="0"/>
                </a:rPr>
                <a:t>if</a:t>
              </a:r>
              <a:r>
                <a:rPr lang="en-US" altLang="zh-CN" dirty="0">
                  <a:latin typeface="Times New Roman" pitchFamily="18" charset="0"/>
                </a:rPr>
                <a:t> </a:t>
              </a:r>
              <a:r>
                <a:rPr lang="en-US" altLang="zh-CN" i="1" dirty="0" err="1">
                  <a:latin typeface="Times New Roman" pitchFamily="18" charset="0"/>
                </a:rPr>
                <a:t>i</a:t>
              </a:r>
              <a:r>
                <a:rPr lang="en-US" altLang="zh-CN" dirty="0">
                  <a:latin typeface="Times New Roman" pitchFamily="18" charset="0"/>
                </a:rPr>
                <a:t> &gt;= </a:t>
              </a:r>
              <a:r>
                <a:rPr lang="en-US" altLang="zh-CN" i="1" dirty="0">
                  <a:latin typeface="Times New Roman" pitchFamily="18" charset="0"/>
                </a:rPr>
                <a:t>j </a:t>
              </a:r>
              <a:r>
                <a:rPr lang="en-US" altLang="zh-CN" i="1" dirty="0" err="1">
                  <a:latin typeface="Times New Roman" pitchFamily="18" charset="0"/>
                </a:rPr>
                <a:t>goto</a:t>
              </a:r>
              <a:r>
                <a:rPr lang="en-US" altLang="zh-CN" dirty="0">
                  <a:latin typeface="Times New Roman" pitchFamily="18" charset="0"/>
                </a:rPr>
                <a:t> </a:t>
              </a:r>
              <a:r>
                <a:rPr lang="en-US" altLang="zh-CN" i="1" dirty="0">
                  <a:latin typeface="Times New Roman" pitchFamily="18" charset="0"/>
                </a:rPr>
                <a:t>B</a:t>
              </a:r>
              <a:r>
                <a:rPr lang="en-US" altLang="zh-CN" i="1" baseline="-25000" dirty="0">
                  <a:latin typeface="Times New Roman" pitchFamily="18" charset="0"/>
                </a:rPr>
                <a:t>6</a:t>
              </a:r>
            </a:p>
          </p:txBody>
        </p:sp>
        <p:sp>
          <p:nvSpPr>
            <p:cNvPr id="61458" name="Line 12">
              <a:extLst>
                <a:ext uri="{FF2B5EF4-FFF2-40B4-BE49-F238E27FC236}">
                  <a16:creationId xmlns:a16="http://schemas.microsoft.com/office/drawing/2014/main" id="{BF4E5E08-BE61-4EA9-B594-8666126D71C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440238" y="3332163"/>
              <a:ext cx="0" cy="319087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61459" name="Rectangle 14">
              <a:extLst>
                <a:ext uri="{FF2B5EF4-FFF2-40B4-BE49-F238E27FC236}">
                  <a16:creationId xmlns:a16="http://schemas.microsoft.com/office/drawing/2014/main" id="{C4E5E4A8-8DF5-49EC-BBA8-C73B17667E1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46723" y="3567113"/>
              <a:ext cx="625475" cy="3238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i="1">
                  <a:latin typeface="Times New Roman" panose="02020603050405020304" pitchFamily="18" charset="0"/>
                </a:rPr>
                <a:t>B</a:t>
              </a:r>
              <a:r>
                <a:rPr lang="en-US" altLang="zh-CN" i="1" baseline="-25000">
                  <a:latin typeface="Times New Roman" panose="02020603050405020304" pitchFamily="18" charset="0"/>
                </a:rPr>
                <a:t>4</a:t>
              </a:r>
              <a:endParaRPr lang="en-US" altLang="zh-CN" i="1">
                <a:latin typeface="Times New Roman" panose="02020603050405020304" pitchFamily="18" charset="0"/>
              </a:endParaRPr>
            </a:p>
          </p:txBody>
        </p:sp>
        <p:sp>
          <p:nvSpPr>
            <p:cNvPr id="61460" name="Rectangle 15">
              <a:extLst>
                <a:ext uri="{FF2B5EF4-FFF2-40B4-BE49-F238E27FC236}">
                  <a16:creationId xmlns:a16="http://schemas.microsoft.com/office/drawing/2014/main" id="{6D58EBF8-28D0-494D-8757-7A09D16819F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43548" y="2408238"/>
              <a:ext cx="628650" cy="3270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i="1">
                  <a:latin typeface="Times New Roman" panose="02020603050405020304" pitchFamily="18" charset="0"/>
                </a:rPr>
                <a:t>B</a:t>
              </a:r>
              <a:r>
                <a:rPr lang="en-US" altLang="zh-CN" i="1" baseline="-25000">
                  <a:latin typeface="Times New Roman" panose="02020603050405020304" pitchFamily="18" charset="0"/>
                </a:rPr>
                <a:t>3</a:t>
              </a:r>
              <a:endParaRPr lang="en-US" altLang="zh-CN" i="1">
                <a:latin typeface="Times New Roman" panose="02020603050405020304" pitchFamily="18" charset="0"/>
              </a:endParaRPr>
            </a:p>
          </p:txBody>
        </p:sp>
        <p:sp>
          <p:nvSpPr>
            <p:cNvPr id="61461" name="Rectangle 16">
              <a:extLst>
                <a:ext uri="{FF2B5EF4-FFF2-40B4-BE49-F238E27FC236}">
                  <a16:creationId xmlns:a16="http://schemas.microsoft.com/office/drawing/2014/main" id="{5FC0F9DC-37E2-4910-A14B-B1B2381E77C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71538" y="2283718"/>
              <a:ext cx="514350" cy="3254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i="1">
                  <a:latin typeface="Times New Roman" panose="02020603050405020304" pitchFamily="18" charset="0"/>
                </a:rPr>
                <a:t>B</a:t>
              </a:r>
              <a:r>
                <a:rPr lang="en-US" altLang="zh-CN" i="1" baseline="-25000">
                  <a:latin typeface="Times New Roman" panose="02020603050405020304" pitchFamily="18" charset="0"/>
                </a:rPr>
                <a:t>5</a:t>
              </a:r>
              <a:endParaRPr lang="en-US" altLang="zh-CN" i="1">
                <a:latin typeface="Times New Roman" panose="02020603050405020304" pitchFamily="18" charset="0"/>
              </a:endParaRPr>
            </a:p>
          </p:txBody>
        </p:sp>
        <p:sp>
          <p:nvSpPr>
            <p:cNvPr id="61462" name="Line 18">
              <a:extLst>
                <a:ext uri="{FF2B5EF4-FFF2-40B4-BE49-F238E27FC236}">
                  <a16:creationId xmlns:a16="http://schemas.microsoft.com/office/drawing/2014/main" id="{6685CB57-50F4-4E9D-8CF5-C9D7DB9D11F5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754313" y="3967163"/>
              <a:ext cx="1503362" cy="293687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61463" name="Line 19">
              <a:extLst>
                <a:ext uri="{FF2B5EF4-FFF2-40B4-BE49-F238E27FC236}">
                  <a16:creationId xmlns:a16="http://schemas.microsoft.com/office/drawing/2014/main" id="{A067C0D7-734F-48A0-B3F4-6DE69837BD7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40263" y="3967163"/>
              <a:ext cx="1487487" cy="293687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61464" name="Freeform 21">
              <a:extLst>
                <a:ext uri="{FF2B5EF4-FFF2-40B4-BE49-F238E27FC236}">
                  <a16:creationId xmlns:a16="http://schemas.microsoft.com/office/drawing/2014/main" id="{EE9D112B-D0C0-42E4-8BB4-99CD8F43F38E}"/>
                </a:ext>
              </a:extLst>
            </p:cNvPr>
            <p:cNvSpPr>
              <a:spLocks/>
            </p:cNvSpPr>
            <p:nvPr/>
          </p:nvSpPr>
          <p:spPr bwMode="auto">
            <a:xfrm rot="367755">
              <a:off x="2913895" y="1183839"/>
              <a:ext cx="768350" cy="1097720"/>
            </a:xfrm>
            <a:custGeom>
              <a:avLst/>
              <a:gdLst>
                <a:gd name="T0" fmla="*/ 2147483646 w 722"/>
                <a:gd name="T1" fmla="*/ 2147483646 h 1447"/>
                <a:gd name="T2" fmla="*/ 2147483646 w 722"/>
                <a:gd name="T3" fmla="*/ 2147483646 h 1447"/>
                <a:gd name="T4" fmla="*/ 2147483646 w 722"/>
                <a:gd name="T5" fmla="*/ 2147483646 h 1447"/>
                <a:gd name="T6" fmla="*/ 2147483646 w 722"/>
                <a:gd name="T7" fmla="*/ 2147483646 h 1447"/>
                <a:gd name="T8" fmla="*/ 2147483646 w 722"/>
                <a:gd name="T9" fmla="*/ 2147483646 h 1447"/>
                <a:gd name="T10" fmla="*/ 2147483646 w 722"/>
                <a:gd name="T11" fmla="*/ 2147483646 h 1447"/>
                <a:gd name="T12" fmla="*/ 2147483646 w 722"/>
                <a:gd name="T13" fmla="*/ 2147483646 h 1447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722"/>
                <a:gd name="T22" fmla="*/ 0 h 1447"/>
                <a:gd name="T23" fmla="*/ 722 w 722"/>
                <a:gd name="T24" fmla="*/ 1447 h 1447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722" h="1447">
                  <a:moveTo>
                    <a:pt x="722" y="1251"/>
                  </a:moveTo>
                  <a:cubicBezTo>
                    <a:pt x="605" y="1349"/>
                    <a:pt x="489" y="1447"/>
                    <a:pt x="392" y="1447"/>
                  </a:cubicBezTo>
                  <a:cubicBezTo>
                    <a:pt x="295" y="1447"/>
                    <a:pt x="203" y="1376"/>
                    <a:pt x="138" y="1251"/>
                  </a:cubicBezTo>
                  <a:cubicBezTo>
                    <a:pt x="73" y="1126"/>
                    <a:pt x="0" y="879"/>
                    <a:pt x="3" y="697"/>
                  </a:cubicBezTo>
                  <a:cubicBezTo>
                    <a:pt x="6" y="515"/>
                    <a:pt x="83" y="272"/>
                    <a:pt x="153" y="157"/>
                  </a:cubicBezTo>
                  <a:cubicBezTo>
                    <a:pt x="223" y="42"/>
                    <a:pt x="338" y="0"/>
                    <a:pt x="423" y="7"/>
                  </a:cubicBezTo>
                  <a:cubicBezTo>
                    <a:pt x="508" y="14"/>
                    <a:pt x="612" y="161"/>
                    <a:pt x="662" y="201"/>
                  </a:cubicBezTo>
                </a:path>
              </a:pathLst>
            </a:cu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61465" name="Freeform 22">
              <a:extLst>
                <a:ext uri="{FF2B5EF4-FFF2-40B4-BE49-F238E27FC236}">
                  <a16:creationId xmlns:a16="http://schemas.microsoft.com/office/drawing/2014/main" id="{129FD41B-9691-41B0-B6D5-8F646533D02D}"/>
                </a:ext>
              </a:extLst>
            </p:cNvPr>
            <p:cNvSpPr>
              <a:spLocks/>
            </p:cNvSpPr>
            <p:nvPr/>
          </p:nvSpPr>
          <p:spPr bwMode="auto">
            <a:xfrm rot="190181">
              <a:off x="2923094" y="2346797"/>
              <a:ext cx="754062" cy="1106149"/>
            </a:xfrm>
            <a:custGeom>
              <a:avLst/>
              <a:gdLst>
                <a:gd name="T0" fmla="*/ 2147483646 w 722"/>
                <a:gd name="T1" fmla="*/ 2147483646 h 1447"/>
                <a:gd name="T2" fmla="*/ 2147483646 w 722"/>
                <a:gd name="T3" fmla="*/ 2147483646 h 1447"/>
                <a:gd name="T4" fmla="*/ 2147483646 w 722"/>
                <a:gd name="T5" fmla="*/ 2147483646 h 1447"/>
                <a:gd name="T6" fmla="*/ 2147483646 w 722"/>
                <a:gd name="T7" fmla="*/ 2147483646 h 1447"/>
                <a:gd name="T8" fmla="*/ 2147483646 w 722"/>
                <a:gd name="T9" fmla="*/ 2147483646 h 1447"/>
                <a:gd name="T10" fmla="*/ 2147483646 w 722"/>
                <a:gd name="T11" fmla="*/ 2147483646 h 1447"/>
                <a:gd name="T12" fmla="*/ 2147483646 w 722"/>
                <a:gd name="T13" fmla="*/ 2147483646 h 1447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722"/>
                <a:gd name="T22" fmla="*/ 0 h 1447"/>
                <a:gd name="T23" fmla="*/ 722 w 722"/>
                <a:gd name="T24" fmla="*/ 1447 h 1447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722" h="1447">
                  <a:moveTo>
                    <a:pt x="722" y="1251"/>
                  </a:moveTo>
                  <a:cubicBezTo>
                    <a:pt x="605" y="1349"/>
                    <a:pt x="489" y="1447"/>
                    <a:pt x="392" y="1447"/>
                  </a:cubicBezTo>
                  <a:cubicBezTo>
                    <a:pt x="295" y="1447"/>
                    <a:pt x="203" y="1376"/>
                    <a:pt x="138" y="1251"/>
                  </a:cubicBezTo>
                  <a:cubicBezTo>
                    <a:pt x="73" y="1126"/>
                    <a:pt x="0" y="879"/>
                    <a:pt x="3" y="697"/>
                  </a:cubicBezTo>
                  <a:cubicBezTo>
                    <a:pt x="6" y="515"/>
                    <a:pt x="83" y="272"/>
                    <a:pt x="153" y="157"/>
                  </a:cubicBezTo>
                  <a:cubicBezTo>
                    <a:pt x="223" y="42"/>
                    <a:pt x="338" y="0"/>
                    <a:pt x="423" y="7"/>
                  </a:cubicBezTo>
                  <a:cubicBezTo>
                    <a:pt x="508" y="14"/>
                    <a:pt x="612" y="161"/>
                    <a:pt x="662" y="201"/>
                  </a:cubicBezTo>
                </a:path>
              </a:pathLst>
            </a:cu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</p:grpSp>
      <p:sp>
        <p:nvSpPr>
          <p:cNvPr id="27" name="任意多边形 26">
            <a:extLst>
              <a:ext uri="{FF2B5EF4-FFF2-40B4-BE49-F238E27FC236}">
                <a16:creationId xmlns:a16="http://schemas.microsoft.com/office/drawing/2014/main" id="{B09E52FE-CC2A-4C06-8229-8F317D74B7B3}"/>
              </a:ext>
            </a:extLst>
          </p:cNvPr>
          <p:cNvSpPr/>
          <p:nvPr/>
        </p:nvSpPr>
        <p:spPr>
          <a:xfrm>
            <a:off x="946150" y="793750"/>
            <a:ext cx="2874963" cy="4319588"/>
          </a:xfrm>
          <a:custGeom>
            <a:avLst/>
            <a:gdLst>
              <a:gd name="connsiteX0" fmla="*/ 807738 w 2874532"/>
              <a:gd name="connsiteY0" fmla="*/ 3903406 h 4319190"/>
              <a:gd name="connsiteX1" fmla="*/ 143858 w 2874532"/>
              <a:gd name="connsiteY1" fmla="*/ 3991088 h 4319190"/>
              <a:gd name="connsiteX2" fmla="*/ 269119 w 2874532"/>
              <a:gd name="connsiteY2" fmla="*/ 295910 h 4319190"/>
              <a:gd name="connsiteX3" fmla="*/ 2874532 w 2874532"/>
              <a:gd name="connsiteY3" fmla="*/ 496327 h 43191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74532" h="4319190">
                <a:moveTo>
                  <a:pt x="807738" y="3903406"/>
                </a:moveTo>
                <a:cubicBezTo>
                  <a:pt x="520683" y="4247871"/>
                  <a:pt x="233628" y="4592337"/>
                  <a:pt x="143858" y="3991088"/>
                </a:cubicBezTo>
                <a:cubicBezTo>
                  <a:pt x="54088" y="3389839"/>
                  <a:pt x="-185993" y="878370"/>
                  <a:pt x="269119" y="295910"/>
                </a:cubicBezTo>
                <a:cubicBezTo>
                  <a:pt x="724231" y="-286550"/>
                  <a:pt x="1799381" y="104888"/>
                  <a:pt x="2874532" y="496327"/>
                </a:cubicBezTo>
              </a:path>
            </a:pathLst>
          </a:custGeom>
          <a:noFill/>
          <a:ln w="25400">
            <a:solidFill>
              <a:schemeClr val="tx1"/>
            </a:solidFill>
            <a:tailEnd type="stealth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33" name="Rectangle 35">
            <a:extLst>
              <a:ext uri="{FF2B5EF4-FFF2-40B4-BE49-F238E27FC236}">
                <a16:creationId xmlns:a16="http://schemas.microsoft.com/office/drawing/2014/main" id="{44707C2E-3C84-43C0-A3AC-489415165F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92838" y="700088"/>
            <a:ext cx="1308100" cy="1135062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w="25400">
            <a:solidFill>
              <a:schemeClr val="tx1"/>
            </a:solidFill>
            <a:prstDash val="dash"/>
            <a:miter lim="800000"/>
            <a:headEnd/>
            <a:tailEnd/>
          </a:ln>
        </p:spPr>
        <p:txBody>
          <a:bodyPr lIns="68580" tIns="0" rIns="68580" bIns="0"/>
          <a:lstStyle/>
          <a:p>
            <a:pPr algn="just">
              <a:lnSpc>
                <a:spcPct val="96000"/>
              </a:lnSpc>
              <a:defRPr/>
            </a:pP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x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 = </a:t>
            </a: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a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[</a:t>
            </a: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t</a:t>
            </a:r>
            <a:r>
              <a:rPr lang="en-US" altLang="zh-CN" i="1" baseline="-30000" dirty="0">
                <a:solidFill>
                  <a:prstClr val="black"/>
                </a:solidFill>
                <a:latin typeface="Times New Roman" pitchFamily="18" charset="0"/>
              </a:rPr>
              <a:t>2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]</a:t>
            </a:r>
          </a:p>
          <a:p>
            <a:pPr algn="just">
              <a:lnSpc>
                <a:spcPct val="96000"/>
              </a:lnSpc>
              <a:defRPr/>
            </a:pP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t</a:t>
            </a:r>
            <a:r>
              <a:rPr lang="en-US" altLang="zh-CN" i="1" baseline="-30000" dirty="0">
                <a:solidFill>
                  <a:prstClr val="black"/>
                </a:solidFill>
                <a:latin typeface="Times New Roman" pitchFamily="18" charset="0"/>
              </a:rPr>
              <a:t>14</a:t>
            </a: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 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= </a:t>
            </a: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a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[</a:t>
            </a: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t</a:t>
            </a:r>
            <a:r>
              <a:rPr lang="en-US" altLang="zh-CN" i="1" baseline="-30000" dirty="0">
                <a:solidFill>
                  <a:prstClr val="black"/>
                </a:solidFill>
                <a:latin typeface="Times New Roman" pitchFamily="18" charset="0"/>
              </a:rPr>
              <a:t>1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]</a:t>
            </a:r>
          </a:p>
          <a:p>
            <a:pPr algn="just">
              <a:lnSpc>
                <a:spcPct val="96000"/>
              </a:lnSpc>
              <a:defRPr/>
            </a:pP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a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[</a:t>
            </a: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t</a:t>
            </a:r>
            <a:r>
              <a:rPr lang="en-US" altLang="zh-CN" i="1" baseline="-30000" dirty="0">
                <a:solidFill>
                  <a:prstClr val="black"/>
                </a:solidFill>
                <a:latin typeface="Times New Roman" pitchFamily="18" charset="0"/>
              </a:rPr>
              <a:t>2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] = </a:t>
            </a: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t</a:t>
            </a:r>
            <a:r>
              <a:rPr lang="en-US" altLang="zh-CN" i="1" baseline="-30000" dirty="0">
                <a:solidFill>
                  <a:prstClr val="black"/>
                </a:solidFill>
                <a:latin typeface="Times New Roman" pitchFamily="18" charset="0"/>
              </a:rPr>
              <a:t>14</a:t>
            </a:r>
            <a:endParaRPr lang="en-US" altLang="zh-CN" i="1" dirty="0">
              <a:solidFill>
                <a:prstClr val="black"/>
              </a:solidFill>
              <a:latin typeface="Times New Roman" pitchFamily="18" charset="0"/>
            </a:endParaRPr>
          </a:p>
          <a:p>
            <a:pPr algn="just">
              <a:lnSpc>
                <a:spcPct val="96000"/>
              </a:lnSpc>
              <a:defRPr/>
            </a:pP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a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[</a:t>
            </a: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t</a:t>
            </a:r>
            <a:r>
              <a:rPr lang="en-US" altLang="zh-CN" i="1" baseline="-30000" dirty="0">
                <a:solidFill>
                  <a:prstClr val="black"/>
                </a:solidFill>
                <a:latin typeface="Times New Roman" pitchFamily="18" charset="0"/>
              </a:rPr>
              <a:t>1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] = </a:t>
            </a: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x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 </a:t>
            </a:r>
          </a:p>
        </p:txBody>
      </p:sp>
      <p:sp>
        <p:nvSpPr>
          <p:cNvPr id="61449" name="Rectangle 20">
            <a:extLst>
              <a:ext uri="{FF2B5EF4-FFF2-40B4-BE49-F238E27FC236}">
                <a16:creationId xmlns:a16="http://schemas.microsoft.com/office/drawing/2014/main" id="{1A388C8D-D7CE-46F1-9B89-024E77CDC5F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64388" y="2066925"/>
            <a:ext cx="627062" cy="327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just"/>
            <a:r>
              <a:rPr lang="en-US" altLang="zh-CN" i="1">
                <a:latin typeface="Times New Roman" panose="02020603050405020304" pitchFamily="18" charset="0"/>
              </a:rPr>
              <a:t>B</a:t>
            </a:r>
            <a:r>
              <a:rPr lang="en-US" altLang="zh-CN" i="1" baseline="-25000">
                <a:latin typeface="Times New Roman" panose="02020603050405020304" pitchFamily="18" charset="0"/>
              </a:rPr>
              <a:t>6</a:t>
            </a:r>
            <a:endParaRPr lang="en-US" altLang="zh-CN" i="1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4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4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4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4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4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4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4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53" presetClass="exit" presetSubtype="3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28" dur="500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500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30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 35">
            <a:extLst>
              <a:ext uri="{FF2B5EF4-FFF2-40B4-BE49-F238E27FC236}">
                <a16:creationId xmlns:a16="http://schemas.microsoft.com/office/drawing/2014/main" id="{74F8491B-8023-40F1-98BD-B89F7F38470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92838" y="2427288"/>
            <a:ext cx="1308100" cy="221456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lIns="68580" tIns="0" rIns="68580" bIns="0"/>
          <a:lstStyle/>
          <a:p>
            <a:pPr algn="just">
              <a:lnSpc>
                <a:spcPct val="96000"/>
              </a:lnSpc>
              <a:defRPr/>
            </a:pP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x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 = </a:t>
            </a:r>
            <a:r>
              <a:rPr lang="en-US" altLang="zh-CN" i="1" dirty="0">
                <a:solidFill>
                  <a:srgbClr val="FF0000"/>
                </a:solidFill>
                <a:latin typeface="Times New Roman" pitchFamily="18" charset="0"/>
              </a:rPr>
              <a:t>a</a:t>
            </a:r>
            <a:r>
              <a:rPr lang="en-US" altLang="zh-CN" dirty="0">
                <a:solidFill>
                  <a:srgbClr val="FF0000"/>
                </a:solidFill>
                <a:latin typeface="Times New Roman" pitchFamily="18" charset="0"/>
              </a:rPr>
              <a:t>[</a:t>
            </a:r>
            <a:r>
              <a:rPr lang="en-US" altLang="zh-CN" i="1" dirty="0">
                <a:solidFill>
                  <a:srgbClr val="FF0000"/>
                </a:solidFill>
                <a:latin typeface="Times New Roman" pitchFamily="18" charset="0"/>
              </a:rPr>
              <a:t>t</a:t>
            </a:r>
            <a:r>
              <a:rPr lang="en-US" altLang="zh-CN" i="1" baseline="-30000" dirty="0">
                <a:solidFill>
                  <a:srgbClr val="FF0000"/>
                </a:solidFill>
                <a:latin typeface="Times New Roman" pitchFamily="18" charset="0"/>
              </a:rPr>
              <a:t>2</a:t>
            </a:r>
            <a:r>
              <a:rPr lang="en-US" altLang="zh-CN" dirty="0">
                <a:solidFill>
                  <a:srgbClr val="FF0000"/>
                </a:solidFill>
                <a:latin typeface="Times New Roman" pitchFamily="18" charset="0"/>
              </a:rPr>
              <a:t>]</a:t>
            </a:r>
          </a:p>
          <a:p>
            <a:pPr algn="just">
              <a:lnSpc>
                <a:spcPct val="96000"/>
              </a:lnSpc>
              <a:defRPr/>
            </a:pP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t</a:t>
            </a:r>
            <a:r>
              <a:rPr lang="en-US" altLang="zh-CN" i="1" baseline="-30000" dirty="0">
                <a:solidFill>
                  <a:prstClr val="black"/>
                </a:solidFill>
                <a:latin typeface="Times New Roman" pitchFamily="18" charset="0"/>
              </a:rPr>
              <a:t>14</a:t>
            </a: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 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= </a:t>
            </a:r>
            <a:r>
              <a:rPr lang="en-US" altLang="zh-CN" i="1" dirty="0">
                <a:solidFill>
                  <a:srgbClr val="FF0000"/>
                </a:solidFill>
                <a:latin typeface="Times New Roman" pitchFamily="18" charset="0"/>
              </a:rPr>
              <a:t>a</a:t>
            </a:r>
            <a:r>
              <a:rPr lang="en-US" altLang="zh-CN" dirty="0">
                <a:solidFill>
                  <a:srgbClr val="FF0000"/>
                </a:solidFill>
                <a:latin typeface="Times New Roman" pitchFamily="18" charset="0"/>
              </a:rPr>
              <a:t>[</a:t>
            </a:r>
            <a:r>
              <a:rPr lang="en-US" altLang="zh-CN" i="1" dirty="0">
                <a:solidFill>
                  <a:srgbClr val="FF0000"/>
                </a:solidFill>
                <a:latin typeface="Times New Roman" pitchFamily="18" charset="0"/>
              </a:rPr>
              <a:t>t</a:t>
            </a:r>
            <a:r>
              <a:rPr lang="en-US" altLang="zh-CN" i="1" baseline="-30000" dirty="0">
                <a:solidFill>
                  <a:srgbClr val="FF0000"/>
                </a:solidFill>
                <a:latin typeface="Times New Roman" pitchFamily="18" charset="0"/>
              </a:rPr>
              <a:t>1</a:t>
            </a:r>
            <a:r>
              <a:rPr lang="en-US" altLang="zh-CN" dirty="0">
                <a:solidFill>
                  <a:srgbClr val="FF0000"/>
                </a:solidFill>
                <a:latin typeface="Times New Roman" pitchFamily="18" charset="0"/>
              </a:rPr>
              <a:t>]</a:t>
            </a:r>
          </a:p>
          <a:p>
            <a:pPr algn="just">
              <a:lnSpc>
                <a:spcPct val="96000"/>
              </a:lnSpc>
              <a:defRPr/>
            </a:pP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a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[</a:t>
            </a: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t</a:t>
            </a:r>
            <a:r>
              <a:rPr lang="en-US" altLang="zh-CN" i="1" baseline="-30000" dirty="0">
                <a:solidFill>
                  <a:prstClr val="black"/>
                </a:solidFill>
                <a:latin typeface="Times New Roman" pitchFamily="18" charset="0"/>
              </a:rPr>
              <a:t>2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] = </a:t>
            </a: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t</a:t>
            </a:r>
            <a:r>
              <a:rPr lang="en-US" altLang="zh-CN" i="1" baseline="-30000" dirty="0">
                <a:solidFill>
                  <a:prstClr val="black"/>
                </a:solidFill>
                <a:latin typeface="Times New Roman" pitchFamily="18" charset="0"/>
              </a:rPr>
              <a:t>14</a:t>
            </a:r>
            <a:endParaRPr lang="en-US" altLang="zh-CN" i="1" dirty="0">
              <a:solidFill>
                <a:prstClr val="black"/>
              </a:solidFill>
              <a:latin typeface="Times New Roman" pitchFamily="18" charset="0"/>
            </a:endParaRPr>
          </a:p>
          <a:p>
            <a:pPr algn="just">
              <a:lnSpc>
                <a:spcPct val="96000"/>
              </a:lnSpc>
              <a:defRPr/>
            </a:pP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a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[</a:t>
            </a: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t</a:t>
            </a:r>
            <a:r>
              <a:rPr lang="en-US" altLang="zh-CN" i="1" baseline="-30000" dirty="0">
                <a:solidFill>
                  <a:prstClr val="black"/>
                </a:solidFill>
                <a:latin typeface="Times New Roman" pitchFamily="18" charset="0"/>
              </a:rPr>
              <a:t>1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] = </a:t>
            </a: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x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 </a:t>
            </a:r>
          </a:p>
        </p:txBody>
      </p:sp>
      <p:sp>
        <p:nvSpPr>
          <p:cNvPr id="49" name="Rectangle 27">
            <a:extLst>
              <a:ext uri="{FF2B5EF4-FFF2-40B4-BE49-F238E27FC236}">
                <a16:creationId xmlns:a16="http://schemas.microsoft.com/office/drawing/2014/main" id="{32A66B46-3EB1-4749-9B63-F33B07B0269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03538" y="4286250"/>
            <a:ext cx="3114675" cy="808038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lIns="68580" tIns="34290" rIns="68580" bIns="34290">
            <a:spAutoFit/>
          </a:bodyPr>
          <a:lstStyle/>
          <a:p>
            <a:pPr eaLnBrk="1" hangingPunct="1">
              <a:spcBef>
                <a:spcPct val="30000"/>
              </a:spcBef>
              <a:defRPr/>
            </a:pPr>
            <a:r>
              <a:rPr lang="zh-CN" altLang="en-US" sz="1600" dirty="0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把</a:t>
            </a:r>
            <a:r>
              <a:rPr lang="en-US" altLang="zh-CN" sz="1600" i="1" dirty="0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a</a:t>
            </a:r>
            <a:r>
              <a:rPr lang="en-US" altLang="zh-CN" sz="1600" dirty="0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[</a:t>
            </a:r>
            <a:r>
              <a:rPr lang="en-US" altLang="zh-CN" sz="1600" i="1" dirty="0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t</a:t>
            </a:r>
            <a:r>
              <a:rPr lang="en-US" altLang="zh-CN" sz="1600" i="1" baseline="-30000" dirty="0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1</a:t>
            </a:r>
            <a:r>
              <a:rPr lang="en-US" altLang="zh-CN" sz="1600" dirty="0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]</a:t>
            </a:r>
            <a:r>
              <a:rPr lang="zh-CN" altLang="en-US" sz="1600" dirty="0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作为公共子表达式是</a:t>
            </a:r>
            <a:r>
              <a:rPr lang="zh-CN" altLang="en-US" sz="1600" dirty="0">
                <a:solidFill>
                  <a:srgbClr val="FF0000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不稳妥的</a:t>
            </a:r>
            <a:r>
              <a:rPr lang="zh-CN" altLang="en-US" sz="1600" dirty="0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，因为控制离开</a:t>
            </a:r>
            <a:r>
              <a:rPr lang="en-US" altLang="zh-CN" sz="1600" i="1" dirty="0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B</a:t>
            </a:r>
            <a:r>
              <a:rPr lang="en-US" altLang="zh-CN" sz="1600" i="1" baseline="-25000" dirty="0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1</a:t>
            </a:r>
            <a:r>
              <a:rPr lang="en-US" altLang="zh-CN" sz="1600" baseline="-25000" dirty="0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 </a:t>
            </a:r>
            <a:r>
              <a:rPr lang="zh-CN" altLang="en-US" sz="1600" dirty="0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进入</a:t>
            </a:r>
            <a:r>
              <a:rPr lang="en-US" altLang="zh-CN" sz="1600" i="1" dirty="0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B</a:t>
            </a:r>
            <a:r>
              <a:rPr lang="en-US" altLang="zh-CN" sz="1600" i="1" baseline="-25000" dirty="0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6</a:t>
            </a:r>
            <a:r>
              <a:rPr lang="zh-CN" altLang="en-US" sz="1600" dirty="0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之前可能进入</a:t>
            </a:r>
            <a:r>
              <a:rPr lang="en-US" altLang="zh-CN" sz="1600" i="1" dirty="0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B</a:t>
            </a:r>
            <a:r>
              <a:rPr lang="en-US" altLang="zh-CN" sz="1600" i="1" baseline="-25000" dirty="0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5</a:t>
            </a:r>
            <a:r>
              <a:rPr lang="zh-CN" altLang="en-US" sz="1600" dirty="0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，而</a:t>
            </a:r>
            <a:r>
              <a:rPr lang="en-US" altLang="zh-CN" sz="1600" i="1" dirty="0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B</a:t>
            </a:r>
            <a:r>
              <a:rPr lang="en-US" altLang="zh-CN" sz="1600" i="1" baseline="-25000" dirty="0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5</a:t>
            </a:r>
            <a:r>
              <a:rPr lang="zh-CN" altLang="en-US" sz="1600" dirty="0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有对</a:t>
            </a:r>
            <a:r>
              <a:rPr lang="en-US" altLang="zh-CN" sz="1600" i="1" dirty="0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a</a:t>
            </a:r>
            <a:r>
              <a:rPr lang="zh-CN" altLang="en-US" sz="1600" dirty="0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的赋值</a:t>
            </a:r>
          </a:p>
        </p:txBody>
      </p:sp>
      <p:sp>
        <p:nvSpPr>
          <p:cNvPr id="63492" name="Rectangle 4">
            <a:extLst>
              <a:ext uri="{FF2B5EF4-FFF2-40B4-BE49-F238E27FC236}">
                <a16:creationId xmlns:a16="http://schemas.microsoft.com/office/drawing/2014/main" id="{F3AE6FE5-1A46-4B1E-8C19-CE851A71F0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例</a:t>
            </a:r>
          </a:p>
        </p:txBody>
      </p:sp>
      <p:sp>
        <p:nvSpPr>
          <p:cNvPr id="63493" name="Rectangle 25">
            <a:extLst>
              <a:ext uri="{FF2B5EF4-FFF2-40B4-BE49-F238E27FC236}">
                <a16:creationId xmlns:a16="http://schemas.microsoft.com/office/drawing/2014/main" id="{8D92FA28-35A3-4284-9F71-1EBBA05378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10288" y="2355850"/>
            <a:ext cx="1497012" cy="2330450"/>
          </a:xfrm>
          <a:prstGeom prst="rect">
            <a:avLst/>
          </a:prstGeom>
          <a:noFill/>
          <a:ln w="38100">
            <a:solidFill>
              <a:srgbClr val="FF0000"/>
            </a:solidFill>
            <a:prstDash val="lgDash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68580" tIns="34290" rIns="68580" bIns="34290" anchor="ctr"/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>
              <a:cs typeface="楷体_GB2312" charset="0"/>
            </a:endParaRPr>
          </a:p>
        </p:txBody>
      </p:sp>
      <p:sp>
        <p:nvSpPr>
          <p:cNvPr id="30" name="Rectangle 33">
            <a:extLst>
              <a:ext uri="{FF2B5EF4-FFF2-40B4-BE49-F238E27FC236}">
                <a16:creationId xmlns:a16="http://schemas.microsoft.com/office/drawing/2014/main" id="{17A2F6E2-21FE-4678-93ED-66C59916EA4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47813" y="2255838"/>
            <a:ext cx="1189037" cy="240347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lIns="68580" tIns="0" rIns="68580" bIns="0"/>
          <a:lstStyle/>
          <a:p>
            <a:pPr algn="just">
              <a:lnSpc>
                <a:spcPct val="96000"/>
              </a:lnSpc>
              <a:defRPr/>
            </a:pPr>
            <a:r>
              <a:rPr lang="en-US" altLang="zh-CN" i="1" dirty="0">
                <a:latin typeface="Times New Roman" pitchFamily="18" charset="0"/>
              </a:rPr>
              <a:t>x</a:t>
            </a:r>
            <a:r>
              <a:rPr lang="en-US" altLang="zh-CN" dirty="0">
                <a:latin typeface="Times New Roman" pitchFamily="18" charset="0"/>
              </a:rPr>
              <a:t> = </a:t>
            </a:r>
            <a:r>
              <a:rPr lang="en-US" altLang="zh-CN" i="1" dirty="0">
                <a:latin typeface="Times New Roman" pitchFamily="18" charset="0"/>
              </a:rPr>
              <a:t>t</a:t>
            </a:r>
            <a:r>
              <a:rPr lang="en-US" altLang="zh-CN" i="1" baseline="-25000" dirty="0">
                <a:latin typeface="Times New Roman" pitchFamily="18" charset="0"/>
              </a:rPr>
              <a:t>3</a:t>
            </a:r>
            <a:endParaRPr lang="en-US" altLang="zh-CN" i="1" dirty="0">
              <a:latin typeface="Times New Roman" pitchFamily="18" charset="0"/>
            </a:endParaRPr>
          </a:p>
          <a:p>
            <a:pPr algn="just">
              <a:lnSpc>
                <a:spcPct val="96000"/>
              </a:lnSpc>
              <a:defRPr/>
            </a:pPr>
            <a:r>
              <a:rPr lang="en-US" altLang="zh-CN" i="1" dirty="0">
                <a:solidFill>
                  <a:srgbClr val="0000FF"/>
                </a:solidFill>
                <a:latin typeface="Times New Roman" pitchFamily="18" charset="0"/>
              </a:rPr>
              <a:t>a</a:t>
            </a:r>
            <a:r>
              <a:rPr lang="en-US" altLang="zh-CN" dirty="0">
                <a:solidFill>
                  <a:srgbClr val="0000FF"/>
                </a:solidFill>
                <a:latin typeface="Times New Roman" pitchFamily="18" charset="0"/>
              </a:rPr>
              <a:t>[</a:t>
            </a:r>
            <a:r>
              <a:rPr lang="en-US" altLang="zh-CN" i="1" dirty="0">
                <a:solidFill>
                  <a:srgbClr val="0000FF"/>
                </a:solidFill>
                <a:latin typeface="Times New Roman" pitchFamily="18" charset="0"/>
              </a:rPr>
              <a:t>t</a:t>
            </a:r>
            <a:r>
              <a:rPr lang="en-US" altLang="zh-CN" i="1" baseline="-25000" dirty="0">
                <a:solidFill>
                  <a:srgbClr val="0000FF"/>
                </a:solidFill>
                <a:latin typeface="Times New Roman" pitchFamily="18" charset="0"/>
              </a:rPr>
              <a:t>2</a:t>
            </a:r>
            <a:r>
              <a:rPr lang="en-US" altLang="zh-CN" dirty="0">
                <a:solidFill>
                  <a:srgbClr val="0000FF"/>
                </a:solidFill>
                <a:latin typeface="Times New Roman" pitchFamily="18" charset="0"/>
              </a:rPr>
              <a:t>] </a:t>
            </a:r>
            <a:r>
              <a:rPr lang="en-US" altLang="zh-CN" dirty="0">
                <a:latin typeface="Times New Roman" pitchFamily="18" charset="0"/>
              </a:rPr>
              <a:t>= </a:t>
            </a:r>
            <a:r>
              <a:rPr lang="en-US" altLang="zh-CN" i="1" dirty="0">
                <a:latin typeface="Times New Roman" pitchFamily="18" charset="0"/>
              </a:rPr>
              <a:t>t</a:t>
            </a:r>
            <a:r>
              <a:rPr lang="en-US" altLang="zh-CN" i="1" baseline="-25000" dirty="0">
                <a:latin typeface="Times New Roman" pitchFamily="18" charset="0"/>
              </a:rPr>
              <a:t>5</a:t>
            </a:r>
            <a:endParaRPr lang="en-US" altLang="zh-CN" i="1" dirty="0">
              <a:latin typeface="Times New Roman" pitchFamily="18" charset="0"/>
            </a:endParaRPr>
          </a:p>
          <a:p>
            <a:pPr algn="just">
              <a:lnSpc>
                <a:spcPct val="96000"/>
              </a:lnSpc>
              <a:defRPr/>
            </a:pPr>
            <a:r>
              <a:rPr lang="en-US" altLang="zh-CN" i="1" dirty="0">
                <a:solidFill>
                  <a:srgbClr val="0000FF"/>
                </a:solidFill>
                <a:latin typeface="Times New Roman" pitchFamily="18" charset="0"/>
              </a:rPr>
              <a:t>a</a:t>
            </a:r>
            <a:r>
              <a:rPr lang="en-US" altLang="zh-CN" dirty="0">
                <a:solidFill>
                  <a:srgbClr val="0000FF"/>
                </a:solidFill>
                <a:latin typeface="Times New Roman" pitchFamily="18" charset="0"/>
              </a:rPr>
              <a:t>[</a:t>
            </a:r>
            <a:r>
              <a:rPr lang="en-US" altLang="zh-CN" i="1" dirty="0">
                <a:solidFill>
                  <a:srgbClr val="0000FF"/>
                </a:solidFill>
                <a:latin typeface="Times New Roman" pitchFamily="18" charset="0"/>
              </a:rPr>
              <a:t>t</a:t>
            </a:r>
            <a:r>
              <a:rPr lang="en-US" altLang="zh-CN" i="1" baseline="-25000" dirty="0">
                <a:solidFill>
                  <a:srgbClr val="0000FF"/>
                </a:solidFill>
                <a:latin typeface="Times New Roman" pitchFamily="18" charset="0"/>
              </a:rPr>
              <a:t>4</a:t>
            </a:r>
            <a:r>
              <a:rPr lang="en-US" altLang="zh-CN" dirty="0">
                <a:solidFill>
                  <a:srgbClr val="0000FF"/>
                </a:solidFill>
                <a:latin typeface="Times New Roman" pitchFamily="18" charset="0"/>
              </a:rPr>
              <a:t>] </a:t>
            </a:r>
            <a:r>
              <a:rPr lang="en-US" altLang="zh-CN" dirty="0">
                <a:latin typeface="Times New Roman" pitchFamily="18" charset="0"/>
              </a:rPr>
              <a:t>= </a:t>
            </a:r>
            <a:r>
              <a:rPr lang="en-US" altLang="zh-CN" i="1" dirty="0">
                <a:latin typeface="Times New Roman" pitchFamily="18" charset="0"/>
              </a:rPr>
              <a:t>x</a:t>
            </a:r>
          </a:p>
          <a:p>
            <a:pPr algn="just">
              <a:lnSpc>
                <a:spcPct val="96000"/>
              </a:lnSpc>
              <a:defRPr/>
            </a:pPr>
            <a:r>
              <a:rPr lang="en-US" altLang="zh-CN" dirty="0" err="1">
                <a:latin typeface="Times New Roman" pitchFamily="18" charset="0"/>
              </a:rPr>
              <a:t>goto</a:t>
            </a:r>
            <a:r>
              <a:rPr lang="en-US" altLang="zh-CN" dirty="0">
                <a:latin typeface="Times New Roman" pitchFamily="18" charset="0"/>
              </a:rPr>
              <a:t> </a:t>
            </a:r>
            <a:r>
              <a:rPr lang="en-US" altLang="zh-CN" i="1" dirty="0">
                <a:latin typeface="Times New Roman" pitchFamily="18" charset="0"/>
              </a:rPr>
              <a:t>B</a:t>
            </a:r>
            <a:r>
              <a:rPr lang="en-US" altLang="zh-CN" baseline="-25000" dirty="0">
                <a:latin typeface="Times New Roman" pitchFamily="18" charset="0"/>
              </a:rPr>
              <a:t>2</a:t>
            </a:r>
          </a:p>
        </p:txBody>
      </p:sp>
      <p:grpSp>
        <p:nvGrpSpPr>
          <p:cNvPr id="63495" name="组合 49">
            <a:extLst>
              <a:ext uri="{FF2B5EF4-FFF2-40B4-BE49-F238E27FC236}">
                <a16:creationId xmlns:a16="http://schemas.microsoft.com/office/drawing/2014/main" id="{C0BF4AE8-E5C3-4916-8374-989E70551433}"/>
              </a:ext>
            </a:extLst>
          </p:cNvPr>
          <p:cNvGrpSpPr>
            <a:grpSpLocks/>
          </p:cNvGrpSpPr>
          <p:nvPr/>
        </p:nvGrpSpPr>
        <p:grpSpPr bwMode="auto">
          <a:xfrm>
            <a:off x="1071563" y="195263"/>
            <a:ext cx="5056187" cy="4065587"/>
            <a:chOff x="1071538" y="195263"/>
            <a:chExt cx="5056212" cy="4065587"/>
          </a:xfrm>
        </p:grpSpPr>
        <p:sp>
          <p:nvSpPr>
            <p:cNvPr id="33" name="Rectangle 4">
              <a:extLst>
                <a:ext uri="{FF2B5EF4-FFF2-40B4-BE49-F238E27FC236}">
                  <a16:creationId xmlns:a16="http://schemas.microsoft.com/office/drawing/2014/main" id="{8F84FDF1-812E-4B71-828A-0594B77A552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25838" y="212725"/>
              <a:ext cx="1693871" cy="814388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8580" tIns="27000" rIns="68580" bIns="0"/>
            <a:lstStyle/>
            <a:p>
              <a:pPr algn="just">
                <a:lnSpc>
                  <a:spcPct val="70000"/>
                </a:lnSpc>
                <a:defRPr/>
              </a:pPr>
              <a:r>
                <a:rPr lang="en-US" altLang="zh-CN" i="1" dirty="0" err="1">
                  <a:latin typeface="Times New Roman" pitchFamily="18" charset="0"/>
                </a:rPr>
                <a:t>i</a:t>
              </a:r>
              <a:r>
                <a:rPr lang="en-US" altLang="zh-CN" i="1" dirty="0">
                  <a:latin typeface="Times New Roman" pitchFamily="18" charset="0"/>
                </a:rPr>
                <a:t> </a:t>
              </a:r>
              <a:r>
                <a:rPr lang="en-US" altLang="zh-CN" dirty="0">
                  <a:latin typeface="Times New Roman" pitchFamily="18" charset="0"/>
                </a:rPr>
                <a:t>=</a:t>
              </a:r>
              <a:r>
                <a:rPr lang="en-US" altLang="zh-CN" i="1" dirty="0">
                  <a:latin typeface="Times New Roman" pitchFamily="18" charset="0"/>
                </a:rPr>
                <a:t> m </a:t>
              </a:r>
              <a:r>
                <a:rPr lang="en-US" altLang="zh-CN" dirty="0">
                  <a:latin typeface="Times New Roman" pitchFamily="18" charset="0"/>
                  <a:sym typeface="Symbol" pitchFamily="18" charset="2"/>
                </a:rPr>
                <a:t></a:t>
              </a:r>
              <a:r>
                <a:rPr lang="en-US" altLang="zh-CN" dirty="0">
                  <a:latin typeface="Times New Roman" pitchFamily="18" charset="0"/>
                </a:rPr>
                <a:t>1</a:t>
              </a:r>
            </a:p>
            <a:p>
              <a:pPr algn="just">
                <a:lnSpc>
                  <a:spcPct val="70000"/>
                </a:lnSpc>
                <a:defRPr/>
              </a:pPr>
              <a:r>
                <a:rPr lang="en-US" altLang="zh-CN" i="1" dirty="0">
                  <a:latin typeface="Times New Roman" pitchFamily="18" charset="0"/>
                </a:rPr>
                <a:t>j</a:t>
              </a:r>
              <a:r>
                <a:rPr lang="en-US" altLang="zh-CN" dirty="0">
                  <a:latin typeface="Times New Roman" pitchFamily="18" charset="0"/>
                </a:rPr>
                <a:t> =</a:t>
              </a:r>
              <a:r>
                <a:rPr lang="en-US" altLang="zh-CN" i="1" dirty="0">
                  <a:latin typeface="Times New Roman" pitchFamily="18" charset="0"/>
                </a:rPr>
                <a:t> n</a:t>
              </a:r>
            </a:p>
            <a:p>
              <a:pPr algn="just">
                <a:lnSpc>
                  <a:spcPct val="70000"/>
                </a:lnSpc>
                <a:defRPr/>
              </a:pPr>
              <a:r>
                <a:rPr lang="en-US" altLang="zh-CN" i="1" dirty="0">
                  <a:latin typeface="Times New Roman" pitchFamily="18" charset="0"/>
                </a:rPr>
                <a:t>t</a:t>
              </a:r>
              <a:r>
                <a:rPr lang="en-US" altLang="zh-CN" i="1" baseline="-25000" dirty="0">
                  <a:latin typeface="Times New Roman" pitchFamily="18" charset="0"/>
                </a:rPr>
                <a:t>1</a:t>
              </a:r>
              <a:r>
                <a:rPr lang="en-US" altLang="zh-CN" dirty="0">
                  <a:latin typeface="Times New Roman" pitchFamily="18" charset="0"/>
                </a:rPr>
                <a:t> = 4 </a:t>
              </a:r>
              <a:r>
                <a:rPr lang="en-US" altLang="zh-CN" dirty="0">
                  <a:latin typeface="宋体" pitchFamily="2" charset="-122"/>
                </a:rPr>
                <a:t>*</a:t>
              </a:r>
              <a:r>
                <a:rPr lang="en-US" altLang="zh-CN" dirty="0">
                  <a:latin typeface="Times New Roman" pitchFamily="18" charset="0"/>
                </a:rPr>
                <a:t> </a:t>
              </a:r>
              <a:r>
                <a:rPr lang="en-US" altLang="zh-CN" i="1" dirty="0">
                  <a:latin typeface="Times New Roman" pitchFamily="18" charset="0"/>
                </a:rPr>
                <a:t>n</a:t>
              </a:r>
            </a:p>
            <a:p>
              <a:pPr algn="just">
                <a:lnSpc>
                  <a:spcPct val="70000"/>
                </a:lnSpc>
                <a:defRPr/>
              </a:pPr>
              <a:r>
                <a:rPr lang="en-US" altLang="zh-CN" i="1" dirty="0">
                  <a:solidFill>
                    <a:srgbClr val="0000FF"/>
                  </a:solidFill>
                  <a:latin typeface="Times New Roman" pitchFamily="18" charset="0"/>
                </a:rPr>
                <a:t>v</a:t>
              </a:r>
              <a:r>
                <a:rPr lang="en-US" altLang="zh-CN" dirty="0">
                  <a:latin typeface="Times New Roman" pitchFamily="18" charset="0"/>
                </a:rPr>
                <a:t> = </a:t>
              </a:r>
              <a:r>
                <a:rPr lang="en-US" altLang="zh-CN" i="1" dirty="0">
                  <a:solidFill>
                    <a:srgbClr val="0000FF"/>
                  </a:solidFill>
                  <a:latin typeface="Times New Roman" pitchFamily="18" charset="0"/>
                </a:rPr>
                <a:t>a</a:t>
              </a:r>
              <a:r>
                <a:rPr lang="en-US" altLang="zh-CN" dirty="0">
                  <a:solidFill>
                    <a:srgbClr val="0000FF"/>
                  </a:solidFill>
                  <a:latin typeface="Times New Roman" pitchFamily="18" charset="0"/>
                </a:rPr>
                <a:t>[</a:t>
              </a:r>
              <a:r>
                <a:rPr lang="en-US" altLang="zh-CN" i="1" dirty="0">
                  <a:solidFill>
                    <a:srgbClr val="0000FF"/>
                  </a:solidFill>
                  <a:latin typeface="Times New Roman" pitchFamily="18" charset="0"/>
                </a:rPr>
                <a:t>t</a:t>
              </a:r>
              <a:r>
                <a:rPr lang="en-US" altLang="zh-CN" i="1" baseline="-25000" dirty="0">
                  <a:solidFill>
                    <a:srgbClr val="0000FF"/>
                  </a:solidFill>
                  <a:latin typeface="Times New Roman" pitchFamily="18" charset="0"/>
                </a:rPr>
                <a:t>1</a:t>
              </a:r>
              <a:r>
                <a:rPr lang="en-US" altLang="zh-CN" dirty="0">
                  <a:solidFill>
                    <a:srgbClr val="0000FF"/>
                  </a:solidFill>
                  <a:latin typeface="Times New Roman" pitchFamily="18" charset="0"/>
                </a:rPr>
                <a:t>]</a:t>
              </a:r>
            </a:p>
          </p:txBody>
        </p:sp>
        <p:sp>
          <p:nvSpPr>
            <p:cNvPr id="34" name="Rectangle 5">
              <a:extLst>
                <a:ext uri="{FF2B5EF4-FFF2-40B4-BE49-F238E27FC236}">
                  <a16:creationId xmlns:a16="http://schemas.microsoft.com/office/drawing/2014/main" id="{2A91BF59-645A-4781-BCB2-6E7228AF36B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22663" y="1350963"/>
              <a:ext cx="1711333" cy="814387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8580" tIns="27000" rIns="68580" bIns="27000"/>
            <a:lstStyle/>
            <a:p>
              <a:pPr algn="just">
                <a:lnSpc>
                  <a:spcPct val="70000"/>
                </a:lnSpc>
                <a:defRPr/>
              </a:pPr>
              <a:r>
                <a:rPr lang="en-US" altLang="zh-CN" i="1" dirty="0" err="1">
                  <a:latin typeface="Times New Roman" pitchFamily="18" charset="0"/>
                </a:rPr>
                <a:t>i</a:t>
              </a:r>
              <a:r>
                <a:rPr lang="en-US" altLang="zh-CN" dirty="0">
                  <a:latin typeface="Times New Roman" pitchFamily="18" charset="0"/>
                </a:rPr>
                <a:t> =</a:t>
              </a:r>
              <a:r>
                <a:rPr lang="en-US" altLang="zh-CN" i="1" dirty="0">
                  <a:latin typeface="Times New Roman" pitchFamily="18" charset="0"/>
                </a:rPr>
                <a:t> </a:t>
              </a:r>
              <a:r>
                <a:rPr lang="en-US" altLang="zh-CN" i="1" dirty="0" err="1">
                  <a:latin typeface="Times New Roman" pitchFamily="18" charset="0"/>
                </a:rPr>
                <a:t>i</a:t>
              </a:r>
              <a:r>
                <a:rPr lang="en-US" altLang="zh-CN" i="1" dirty="0">
                  <a:latin typeface="Times New Roman" pitchFamily="18" charset="0"/>
                </a:rPr>
                <a:t> </a:t>
              </a:r>
              <a:r>
                <a:rPr lang="en-US" altLang="zh-CN" dirty="0">
                  <a:latin typeface="Times New Roman" pitchFamily="18" charset="0"/>
                </a:rPr>
                <a:t>+ 1</a:t>
              </a:r>
            </a:p>
            <a:p>
              <a:pPr algn="just">
                <a:lnSpc>
                  <a:spcPct val="70000"/>
                </a:lnSpc>
                <a:defRPr/>
              </a:pPr>
              <a:r>
                <a:rPr lang="en-US" altLang="zh-CN" i="1" dirty="0">
                  <a:latin typeface="Times New Roman" pitchFamily="18" charset="0"/>
                </a:rPr>
                <a:t>t</a:t>
              </a:r>
              <a:r>
                <a:rPr lang="en-US" altLang="zh-CN" i="1" baseline="-25000" dirty="0">
                  <a:latin typeface="Times New Roman" pitchFamily="18" charset="0"/>
                </a:rPr>
                <a:t>2</a:t>
              </a:r>
              <a:r>
                <a:rPr lang="en-US" altLang="zh-CN" dirty="0">
                  <a:latin typeface="Times New Roman" pitchFamily="18" charset="0"/>
                </a:rPr>
                <a:t> = 4 </a:t>
              </a:r>
              <a:r>
                <a:rPr lang="en-US" altLang="zh-CN" dirty="0">
                  <a:latin typeface="宋体" pitchFamily="2" charset="-122"/>
                </a:rPr>
                <a:t>*</a:t>
              </a:r>
              <a:r>
                <a:rPr lang="en-US" altLang="zh-CN" dirty="0">
                  <a:latin typeface="Times New Roman" pitchFamily="18" charset="0"/>
                </a:rPr>
                <a:t> </a:t>
              </a:r>
              <a:r>
                <a:rPr lang="en-US" altLang="zh-CN" i="1" dirty="0" err="1">
                  <a:latin typeface="Times New Roman" pitchFamily="18" charset="0"/>
                </a:rPr>
                <a:t>i</a:t>
              </a:r>
              <a:endParaRPr lang="en-US" altLang="zh-CN" i="1" dirty="0">
                <a:latin typeface="Times New Roman" pitchFamily="18" charset="0"/>
              </a:endParaRPr>
            </a:p>
            <a:p>
              <a:pPr algn="just">
                <a:lnSpc>
                  <a:spcPct val="70000"/>
                </a:lnSpc>
                <a:defRPr/>
              </a:pPr>
              <a:r>
                <a:rPr lang="en-US" altLang="zh-CN" i="1" dirty="0">
                  <a:solidFill>
                    <a:srgbClr val="0000FF"/>
                  </a:solidFill>
                  <a:latin typeface="Times New Roman" pitchFamily="18" charset="0"/>
                </a:rPr>
                <a:t>t</a:t>
              </a:r>
              <a:r>
                <a:rPr lang="en-US" altLang="zh-CN" i="1" baseline="-25000" dirty="0">
                  <a:solidFill>
                    <a:srgbClr val="0000FF"/>
                  </a:solidFill>
                  <a:latin typeface="Times New Roman" pitchFamily="18" charset="0"/>
                </a:rPr>
                <a:t>3</a:t>
              </a:r>
              <a:r>
                <a:rPr lang="en-US" altLang="zh-CN" dirty="0">
                  <a:latin typeface="Times New Roman" pitchFamily="18" charset="0"/>
                </a:rPr>
                <a:t> = </a:t>
              </a:r>
              <a:r>
                <a:rPr lang="en-US" altLang="zh-CN" i="1" dirty="0">
                  <a:solidFill>
                    <a:srgbClr val="0000FF"/>
                  </a:solidFill>
                  <a:latin typeface="Times New Roman" pitchFamily="18" charset="0"/>
                </a:rPr>
                <a:t>a</a:t>
              </a:r>
              <a:r>
                <a:rPr lang="en-US" altLang="zh-CN" dirty="0">
                  <a:solidFill>
                    <a:srgbClr val="0000FF"/>
                  </a:solidFill>
                  <a:latin typeface="Times New Roman" pitchFamily="18" charset="0"/>
                </a:rPr>
                <a:t>[</a:t>
              </a:r>
              <a:r>
                <a:rPr lang="en-US" altLang="zh-CN" i="1" dirty="0">
                  <a:solidFill>
                    <a:srgbClr val="0000FF"/>
                  </a:solidFill>
                  <a:latin typeface="Times New Roman" pitchFamily="18" charset="0"/>
                </a:rPr>
                <a:t>t</a:t>
              </a:r>
              <a:r>
                <a:rPr lang="en-US" altLang="zh-CN" i="1" baseline="-25000" dirty="0">
                  <a:solidFill>
                    <a:srgbClr val="0000FF"/>
                  </a:solidFill>
                  <a:latin typeface="Times New Roman" pitchFamily="18" charset="0"/>
                </a:rPr>
                <a:t>2</a:t>
              </a:r>
              <a:r>
                <a:rPr lang="en-US" altLang="zh-CN" dirty="0">
                  <a:solidFill>
                    <a:srgbClr val="0000FF"/>
                  </a:solidFill>
                  <a:latin typeface="Times New Roman" pitchFamily="18" charset="0"/>
                </a:rPr>
                <a:t>]</a:t>
              </a:r>
            </a:p>
            <a:p>
              <a:pPr algn="just">
                <a:lnSpc>
                  <a:spcPct val="70000"/>
                </a:lnSpc>
                <a:defRPr/>
              </a:pPr>
              <a:r>
                <a:rPr lang="en-US" altLang="zh-CN" i="1" dirty="0">
                  <a:latin typeface="Times New Roman" pitchFamily="18" charset="0"/>
                </a:rPr>
                <a:t>if t</a:t>
              </a:r>
              <a:r>
                <a:rPr lang="en-US" altLang="zh-CN" i="1" baseline="-25000" dirty="0">
                  <a:latin typeface="Times New Roman" pitchFamily="18" charset="0"/>
                </a:rPr>
                <a:t>3</a:t>
              </a:r>
              <a:r>
                <a:rPr lang="en-US" altLang="zh-CN" i="1" dirty="0">
                  <a:latin typeface="Times New Roman" pitchFamily="18" charset="0"/>
                </a:rPr>
                <a:t> </a:t>
              </a:r>
              <a:r>
                <a:rPr lang="en-US" altLang="zh-CN" dirty="0">
                  <a:latin typeface="Times New Roman" pitchFamily="18" charset="0"/>
                </a:rPr>
                <a:t>&lt; </a:t>
              </a:r>
              <a:r>
                <a:rPr lang="en-US" altLang="zh-CN" i="1" dirty="0">
                  <a:latin typeface="Times New Roman" pitchFamily="18" charset="0"/>
                </a:rPr>
                <a:t>v</a:t>
              </a:r>
              <a:r>
                <a:rPr lang="en-US" altLang="zh-CN" dirty="0">
                  <a:latin typeface="Times New Roman" pitchFamily="18" charset="0"/>
                </a:rPr>
                <a:t> </a:t>
              </a:r>
              <a:r>
                <a:rPr lang="en-US" altLang="zh-CN" i="1" dirty="0" err="1">
                  <a:latin typeface="Times New Roman" pitchFamily="18" charset="0"/>
                </a:rPr>
                <a:t>goto</a:t>
              </a:r>
              <a:r>
                <a:rPr lang="en-US" altLang="zh-CN" dirty="0">
                  <a:latin typeface="Times New Roman" pitchFamily="18" charset="0"/>
                </a:rPr>
                <a:t> </a:t>
              </a:r>
              <a:r>
                <a:rPr lang="en-US" altLang="zh-CN" i="1" dirty="0">
                  <a:latin typeface="Times New Roman" pitchFamily="18" charset="0"/>
                </a:rPr>
                <a:t>B</a:t>
              </a:r>
              <a:r>
                <a:rPr lang="en-US" altLang="zh-CN" i="1" baseline="-25000" dirty="0">
                  <a:latin typeface="Times New Roman" pitchFamily="18" charset="0"/>
                </a:rPr>
                <a:t>2</a:t>
              </a:r>
            </a:p>
          </p:txBody>
        </p:sp>
        <p:sp>
          <p:nvSpPr>
            <p:cNvPr id="63506" name="Rectangle 6">
              <a:extLst>
                <a:ext uri="{FF2B5EF4-FFF2-40B4-BE49-F238E27FC236}">
                  <a16:creationId xmlns:a16="http://schemas.microsoft.com/office/drawing/2014/main" id="{E1EE7905-5904-4768-910C-E0F73C8579D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46713" y="195263"/>
              <a:ext cx="393700" cy="22066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0" rIns="0" bIns="0"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i="1">
                  <a:latin typeface="Times New Roman" panose="02020603050405020304" pitchFamily="18" charset="0"/>
                </a:rPr>
                <a:t>B</a:t>
              </a:r>
              <a:r>
                <a:rPr lang="en-US" altLang="zh-CN" i="1" baseline="-25000">
                  <a:latin typeface="Times New Roman" panose="02020603050405020304" pitchFamily="18" charset="0"/>
                </a:rPr>
                <a:t>1</a:t>
              </a:r>
              <a:endParaRPr lang="en-US" altLang="zh-CN" i="1">
                <a:latin typeface="Times New Roman" panose="02020603050405020304" pitchFamily="18" charset="0"/>
              </a:endParaRPr>
            </a:p>
          </p:txBody>
        </p:sp>
        <p:sp>
          <p:nvSpPr>
            <p:cNvPr id="63507" name="Rectangle 7">
              <a:extLst>
                <a:ext uri="{FF2B5EF4-FFF2-40B4-BE49-F238E27FC236}">
                  <a16:creationId xmlns:a16="http://schemas.microsoft.com/office/drawing/2014/main" id="{EB93AC2A-BC5A-42BB-81C7-582B845788D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29256" y="1258888"/>
              <a:ext cx="627062" cy="3254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i="1">
                  <a:latin typeface="Times New Roman" panose="02020603050405020304" pitchFamily="18" charset="0"/>
                </a:rPr>
                <a:t>B</a:t>
              </a:r>
              <a:r>
                <a:rPr lang="en-US" altLang="zh-CN" i="1" baseline="-25000">
                  <a:latin typeface="Times New Roman" panose="02020603050405020304" pitchFamily="18" charset="0"/>
                </a:rPr>
                <a:t>2</a:t>
              </a:r>
              <a:endParaRPr lang="en-US" altLang="zh-CN" i="1">
                <a:latin typeface="Times New Roman" panose="02020603050405020304" pitchFamily="18" charset="0"/>
              </a:endParaRPr>
            </a:p>
          </p:txBody>
        </p:sp>
        <p:sp>
          <p:nvSpPr>
            <p:cNvPr id="37" name="Rectangle 8">
              <a:extLst>
                <a:ext uri="{FF2B5EF4-FFF2-40B4-BE49-F238E27FC236}">
                  <a16:creationId xmlns:a16="http://schemas.microsoft.com/office/drawing/2014/main" id="{759DE9D6-330C-4A1F-8A7A-37C13CDD75E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40126" y="2500313"/>
              <a:ext cx="1711333" cy="81280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8580" tIns="27000" rIns="68580" bIns="27000"/>
            <a:lstStyle/>
            <a:p>
              <a:pPr algn="just">
                <a:lnSpc>
                  <a:spcPct val="70000"/>
                </a:lnSpc>
                <a:defRPr/>
              </a:pPr>
              <a:r>
                <a:rPr lang="en-US" altLang="zh-CN" i="1" dirty="0">
                  <a:latin typeface="Times New Roman" pitchFamily="18" charset="0"/>
                </a:rPr>
                <a:t>j </a:t>
              </a:r>
              <a:r>
                <a:rPr lang="en-US" altLang="zh-CN" dirty="0">
                  <a:latin typeface="Times New Roman" pitchFamily="18" charset="0"/>
                </a:rPr>
                <a:t>= </a:t>
              </a:r>
              <a:r>
                <a:rPr lang="en-US" altLang="zh-CN" i="1" dirty="0">
                  <a:latin typeface="Times New Roman" pitchFamily="18" charset="0"/>
                </a:rPr>
                <a:t>j </a:t>
              </a:r>
              <a:r>
                <a:rPr lang="en-US" altLang="zh-CN" dirty="0">
                  <a:latin typeface="Times New Roman" pitchFamily="18" charset="0"/>
                  <a:sym typeface="Symbol" pitchFamily="18" charset="2"/>
                </a:rPr>
                <a:t></a:t>
              </a:r>
              <a:r>
                <a:rPr lang="en-US" altLang="zh-CN" dirty="0">
                  <a:latin typeface="Times New Roman" pitchFamily="18" charset="0"/>
                </a:rPr>
                <a:t>1</a:t>
              </a:r>
            </a:p>
            <a:p>
              <a:pPr algn="just">
                <a:lnSpc>
                  <a:spcPct val="70000"/>
                </a:lnSpc>
                <a:defRPr/>
              </a:pPr>
              <a:r>
                <a:rPr lang="en-US" altLang="zh-CN" i="1" dirty="0">
                  <a:latin typeface="Times New Roman" pitchFamily="18" charset="0"/>
                </a:rPr>
                <a:t>t</a:t>
              </a:r>
              <a:r>
                <a:rPr lang="en-US" altLang="zh-CN" i="1" baseline="-25000" dirty="0">
                  <a:latin typeface="Times New Roman" pitchFamily="18" charset="0"/>
                </a:rPr>
                <a:t>4</a:t>
              </a:r>
              <a:r>
                <a:rPr lang="en-US" altLang="zh-CN" dirty="0">
                  <a:latin typeface="Times New Roman" pitchFamily="18" charset="0"/>
                </a:rPr>
                <a:t> = 4 </a:t>
              </a:r>
              <a:r>
                <a:rPr lang="en-US" altLang="zh-CN" dirty="0">
                  <a:latin typeface="宋体" pitchFamily="2" charset="-122"/>
                </a:rPr>
                <a:t>*</a:t>
              </a:r>
              <a:r>
                <a:rPr lang="en-US" altLang="zh-CN" dirty="0">
                  <a:latin typeface="Times New Roman" pitchFamily="18" charset="0"/>
                </a:rPr>
                <a:t> </a:t>
              </a:r>
              <a:r>
                <a:rPr lang="en-US" altLang="zh-CN" i="1" dirty="0">
                  <a:latin typeface="Times New Roman" pitchFamily="18" charset="0"/>
                </a:rPr>
                <a:t>j</a:t>
              </a:r>
            </a:p>
            <a:p>
              <a:pPr algn="just">
                <a:lnSpc>
                  <a:spcPct val="70000"/>
                </a:lnSpc>
                <a:defRPr/>
              </a:pPr>
              <a:r>
                <a:rPr lang="en-US" altLang="zh-CN" i="1" dirty="0">
                  <a:latin typeface="Times New Roman" pitchFamily="18" charset="0"/>
                </a:rPr>
                <a:t>t</a:t>
              </a:r>
              <a:r>
                <a:rPr lang="en-US" altLang="zh-CN" i="1" baseline="-25000" dirty="0">
                  <a:latin typeface="Times New Roman" pitchFamily="18" charset="0"/>
                </a:rPr>
                <a:t>5</a:t>
              </a:r>
              <a:r>
                <a:rPr lang="en-US" altLang="zh-CN" dirty="0">
                  <a:latin typeface="Times New Roman" pitchFamily="18" charset="0"/>
                </a:rPr>
                <a:t> = </a:t>
              </a:r>
              <a:r>
                <a:rPr lang="en-US" altLang="zh-CN" i="1" dirty="0">
                  <a:latin typeface="Times New Roman" pitchFamily="18" charset="0"/>
                </a:rPr>
                <a:t>a</a:t>
              </a:r>
              <a:r>
                <a:rPr lang="en-US" altLang="zh-CN" dirty="0">
                  <a:latin typeface="Times New Roman" pitchFamily="18" charset="0"/>
                </a:rPr>
                <a:t>[</a:t>
              </a:r>
              <a:r>
                <a:rPr lang="en-US" altLang="zh-CN" i="1" dirty="0">
                  <a:latin typeface="Times New Roman" pitchFamily="18" charset="0"/>
                </a:rPr>
                <a:t>t</a:t>
              </a:r>
              <a:r>
                <a:rPr lang="en-US" altLang="zh-CN" i="1" baseline="-25000" dirty="0">
                  <a:latin typeface="Times New Roman" pitchFamily="18" charset="0"/>
                </a:rPr>
                <a:t>4</a:t>
              </a:r>
              <a:r>
                <a:rPr lang="en-US" altLang="zh-CN" dirty="0">
                  <a:latin typeface="Times New Roman" pitchFamily="18" charset="0"/>
                </a:rPr>
                <a:t>]</a:t>
              </a:r>
            </a:p>
            <a:p>
              <a:pPr algn="just">
                <a:lnSpc>
                  <a:spcPct val="70000"/>
                </a:lnSpc>
                <a:defRPr/>
              </a:pPr>
              <a:r>
                <a:rPr lang="en-US" altLang="zh-CN" i="1" dirty="0">
                  <a:latin typeface="Times New Roman" pitchFamily="18" charset="0"/>
                </a:rPr>
                <a:t>if</a:t>
              </a:r>
              <a:r>
                <a:rPr lang="en-US" altLang="zh-CN" dirty="0">
                  <a:latin typeface="Times New Roman" pitchFamily="18" charset="0"/>
                </a:rPr>
                <a:t> </a:t>
              </a:r>
              <a:r>
                <a:rPr lang="en-US" altLang="zh-CN" i="1" dirty="0">
                  <a:latin typeface="Times New Roman" pitchFamily="18" charset="0"/>
                </a:rPr>
                <a:t>t</a:t>
              </a:r>
              <a:r>
                <a:rPr lang="en-US" altLang="zh-CN" i="1" baseline="-25000" dirty="0">
                  <a:latin typeface="Times New Roman" pitchFamily="18" charset="0"/>
                </a:rPr>
                <a:t>5</a:t>
              </a:r>
              <a:r>
                <a:rPr lang="en-US" altLang="zh-CN" dirty="0">
                  <a:latin typeface="Times New Roman" pitchFamily="18" charset="0"/>
                </a:rPr>
                <a:t> &gt; </a:t>
              </a:r>
              <a:r>
                <a:rPr lang="en-US" altLang="zh-CN" i="1" dirty="0">
                  <a:latin typeface="Times New Roman" pitchFamily="18" charset="0"/>
                </a:rPr>
                <a:t>v</a:t>
              </a:r>
              <a:r>
                <a:rPr lang="en-US" altLang="zh-CN" dirty="0">
                  <a:latin typeface="Times New Roman" pitchFamily="18" charset="0"/>
                </a:rPr>
                <a:t> </a:t>
              </a:r>
              <a:r>
                <a:rPr lang="en-US" altLang="zh-CN" i="1" dirty="0" err="1">
                  <a:latin typeface="Times New Roman" pitchFamily="18" charset="0"/>
                </a:rPr>
                <a:t>goto</a:t>
              </a:r>
              <a:r>
                <a:rPr lang="en-US" altLang="zh-CN" dirty="0">
                  <a:latin typeface="Times New Roman" pitchFamily="18" charset="0"/>
                </a:rPr>
                <a:t> </a:t>
              </a:r>
              <a:r>
                <a:rPr lang="en-US" altLang="zh-CN" i="1" dirty="0">
                  <a:latin typeface="Times New Roman" pitchFamily="18" charset="0"/>
                </a:rPr>
                <a:t>B</a:t>
              </a:r>
              <a:r>
                <a:rPr lang="en-US" altLang="zh-CN" i="1" baseline="-25000" dirty="0">
                  <a:latin typeface="Times New Roman" pitchFamily="18" charset="0"/>
                </a:rPr>
                <a:t>3</a:t>
              </a:r>
            </a:p>
          </p:txBody>
        </p:sp>
        <p:sp>
          <p:nvSpPr>
            <p:cNvPr id="63509" name="Line 9">
              <a:extLst>
                <a:ext uri="{FF2B5EF4-FFF2-40B4-BE49-F238E27FC236}">
                  <a16:creationId xmlns:a16="http://schemas.microsoft.com/office/drawing/2014/main" id="{3F6A0E74-CDE5-45FA-9A2F-882C1897388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457700" y="1035050"/>
              <a:ext cx="0" cy="315913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63510" name="Line 10">
              <a:extLst>
                <a:ext uri="{FF2B5EF4-FFF2-40B4-BE49-F238E27FC236}">
                  <a16:creationId xmlns:a16="http://schemas.microsoft.com/office/drawing/2014/main" id="{EAE88300-91F1-40EC-90ED-B457C0A20C9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440238" y="2184400"/>
              <a:ext cx="0" cy="315913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40" name="Rectangle 11">
              <a:extLst>
                <a:ext uri="{FF2B5EF4-FFF2-40B4-BE49-F238E27FC236}">
                  <a16:creationId xmlns:a16="http://schemas.microsoft.com/office/drawing/2014/main" id="{542D86CB-C2F9-4C44-904F-2C78E8E5170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40126" y="3662363"/>
              <a:ext cx="1725621" cy="30480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7500" tIns="0" rIns="0" bIns="0"/>
            <a:lstStyle/>
            <a:p>
              <a:pPr algn="just">
                <a:lnSpc>
                  <a:spcPct val="96000"/>
                </a:lnSpc>
                <a:defRPr/>
              </a:pPr>
              <a:r>
                <a:rPr lang="en-US" altLang="zh-CN" i="1" dirty="0">
                  <a:latin typeface="Times New Roman" pitchFamily="18" charset="0"/>
                </a:rPr>
                <a:t>if</a:t>
              </a:r>
              <a:r>
                <a:rPr lang="en-US" altLang="zh-CN" dirty="0">
                  <a:latin typeface="Times New Roman" pitchFamily="18" charset="0"/>
                </a:rPr>
                <a:t> </a:t>
              </a:r>
              <a:r>
                <a:rPr lang="en-US" altLang="zh-CN" i="1">
                  <a:latin typeface="Times New Roman" pitchFamily="18" charset="0"/>
                </a:rPr>
                <a:t>i</a:t>
              </a:r>
              <a:r>
                <a:rPr lang="en-US" altLang="zh-CN" dirty="0">
                  <a:latin typeface="Times New Roman" pitchFamily="18" charset="0"/>
                </a:rPr>
                <a:t> &gt;= </a:t>
              </a:r>
              <a:r>
                <a:rPr lang="en-US" altLang="zh-CN" i="1" dirty="0">
                  <a:latin typeface="Times New Roman" pitchFamily="18" charset="0"/>
                </a:rPr>
                <a:t>j </a:t>
              </a:r>
              <a:r>
                <a:rPr lang="en-US" altLang="zh-CN" i="1" dirty="0" err="1">
                  <a:latin typeface="Times New Roman" pitchFamily="18" charset="0"/>
                </a:rPr>
                <a:t>goto</a:t>
              </a:r>
              <a:r>
                <a:rPr lang="en-US" altLang="zh-CN" dirty="0">
                  <a:latin typeface="Times New Roman" pitchFamily="18" charset="0"/>
                </a:rPr>
                <a:t> </a:t>
              </a:r>
              <a:r>
                <a:rPr lang="en-US" altLang="zh-CN" i="1" dirty="0">
                  <a:latin typeface="Times New Roman" pitchFamily="18" charset="0"/>
                </a:rPr>
                <a:t>B</a:t>
              </a:r>
              <a:r>
                <a:rPr lang="en-US" altLang="zh-CN" i="1" baseline="-25000" dirty="0">
                  <a:latin typeface="Times New Roman" pitchFamily="18" charset="0"/>
                </a:rPr>
                <a:t>6</a:t>
              </a:r>
            </a:p>
          </p:txBody>
        </p:sp>
        <p:sp>
          <p:nvSpPr>
            <p:cNvPr id="63512" name="Line 12">
              <a:extLst>
                <a:ext uri="{FF2B5EF4-FFF2-40B4-BE49-F238E27FC236}">
                  <a16:creationId xmlns:a16="http://schemas.microsoft.com/office/drawing/2014/main" id="{6FB6205E-E720-4671-B3A6-B6479BA8643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440238" y="3332163"/>
              <a:ext cx="0" cy="319087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63513" name="Rectangle 14">
              <a:extLst>
                <a:ext uri="{FF2B5EF4-FFF2-40B4-BE49-F238E27FC236}">
                  <a16:creationId xmlns:a16="http://schemas.microsoft.com/office/drawing/2014/main" id="{8035823A-A9B7-4C2B-9B63-529468BCF4B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46723" y="3567113"/>
              <a:ext cx="625475" cy="3238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i="1">
                  <a:latin typeface="Times New Roman" panose="02020603050405020304" pitchFamily="18" charset="0"/>
                </a:rPr>
                <a:t>B</a:t>
              </a:r>
              <a:r>
                <a:rPr lang="en-US" altLang="zh-CN" i="1" baseline="-25000">
                  <a:latin typeface="Times New Roman" panose="02020603050405020304" pitchFamily="18" charset="0"/>
                </a:rPr>
                <a:t>4</a:t>
              </a:r>
              <a:endParaRPr lang="en-US" altLang="zh-CN" i="1">
                <a:latin typeface="Times New Roman" panose="02020603050405020304" pitchFamily="18" charset="0"/>
              </a:endParaRPr>
            </a:p>
          </p:txBody>
        </p:sp>
        <p:sp>
          <p:nvSpPr>
            <p:cNvPr id="63514" name="Rectangle 15">
              <a:extLst>
                <a:ext uri="{FF2B5EF4-FFF2-40B4-BE49-F238E27FC236}">
                  <a16:creationId xmlns:a16="http://schemas.microsoft.com/office/drawing/2014/main" id="{D80F2AF1-74E4-4EC2-B993-AA4F3EB21BD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43548" y="2408238"/>
              <a:ext cx="628650" cy="3270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i="1">
                  <a:latin typeface="Times New Roman" panose="02020603050405020304" pitchFamily="18" charset="0"/>
                </a:rPr>
                <a:t>B</a:t>
              </a:r>
              <a:r>
                <a:rPr lang="en-US" altLang="zh-CN" i="1" baseline="-25000">
                  <a:latin typeface="Times New Roman" panose="02020603050405020304" pitchFamily="18" charset="0"/>
                </a:rPr>
                <a:t>3</a:t>
              </a:r>
              <a:endParaRPr lang="en-US" altLang="zh-CN" i="1">
                <a:latin typeface="Times New Roman" panose="02020603050405020304" pitchFamily="18" charset="0"/>
              </a:endParaRPr>
            </a:p>
          </p:txBody>
        </p:sp>
        <p:sp>
          <p:nvSpPr>
            <p:cNvPr id="63515" name="Rectangle 16">
              <a:extLst>
                <a:ext uri="{FF2B5EF4-FFF2-40B4-BE49-F238E27FC236}">
                  <a16:creationId xmlns:a16="http://schemas.microsoft.com/office/drawing/2014/main" id="{F581AB41-BCF8-4615-B379-D0DA83F8555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71538" y="2283718"/>
              <a:ext cx="514350" cy="3254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i="1">
                  <a:latin typeface="Times New Roman" panose="02020603050405020304" pitchFamily="18" charset="0"/>
                </a:rPr>
                <a:t>B</a:t>
              </a:r>
              <a:r>
                <a:rPr lang="en-US" altLang="zh-CN" i="1" baseline="-25000">
                  <a:latin typeface="Times New Roman" panose="02020603050405020304" pitchFamily="18" charset="0"/>
                </a:rPr>
                <a:t>5</a:t>
              </a:r>
              <a:endParaRPr lang="en-US" altLang="zh-CN" i="1">
                <a:latin typeface="Times New Roman" panose="02020603050405020304" pitchFamily="18" charset="0"/>
              </a:endParaRPr>
            </a:p>
          </p:txBody>
        </p:sp>
        <p:sp>
          <p:nvSpPr>
            <p:cNvPr id="63516" name="Line 18">
              <a:extLst>
                <a:ext uri="{FF2B5EF4-FFF2-40B4-BE49-F238E27FC236}">
                  <a16:creationId xmlns:a16="http://schemas.microsoft.com/office/drawing/2014/main" id="{97409E96-A10A-4238-A873-D63F71ACD285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754313" y="3967163"/>
              <a:ext cx="1503362" cy="293687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63517" name="Line 19">
              <a:extLst>
                <a:ext uri="{FF2B5EF4-FFF2-40B4-BE49-F238E27FC236}">
                  <a16:creationId xmlns:a16="http://schemas.microsoft.com/office/drawing/2014/main" id="{82D3F019-CFA4-4AE3-942D-DF4753053F1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40263" y="3967163"/>
              <a:ext cx="1487487" cy="293687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63518" name="Freeform 21">
              <a:extLst>
                <a:ext uri="{FF2B5EF4-FFF2-40B4-BE49-F238E27FC236}">
                  <a16:creationId xmlns:a16="http://schemas.microsoft.com/office/drawing/2014/main" id="{863CCBEB-39E6-4C0F-870D-1A223903F71D}"/>
                </a:ext>
              </a:extLst>
            </p:cNvPr>
            <p:cNvSpPr>
              <a:spLocks/>
            </p:cNvSpPr>
            <p:nvPr/>
          </p:nvSpPr>
          <p:spPr bwMode="auto">
            <a:xfrm rot="367755">
              <a:off x="2913895" y="1183839"/>
              <a:ext cx="768350" cy="1097720"/>
            </a:xfrm>
            <a:custGeom>
              <a:avLst/>
              <a:gdLst>
                <a:gd name="T0" fmla="*/ 2147483646 w 722"/>
                <a:gd name="T1" fmla="*/ 2147483646 h 1447"/>
                <a:gd name="T2" fmla="*/ 2147483646 w 722"/>
                <a:gd name="T3" fmla="*/ 2147483646 h 1447"/>
                <a:gd name="T4" fmla="*/ 2147483646 w 722"/>
                <a:gd name="T5" fmla="*/ 2147483646 h 1447"/>
                <a:gd name="T6" fmla="*/ 2147483646 w 722"/>
                <a:gd name="T7" fmla="*/ 2147483646 h 1447"/>
                <a:gd name="T8" fmla="*/ 2147483646 w 722"/>
                <a:gd name="T9" fmla="*/ 2147483646 h 1447"/>
                <a:gd name="T10" fmla="*/ 2147483646 w 722"/>
                <a:gd name="T11" fmla="*/ 2147483646 h 1447"/>
                <a:gd name="T12" fmla="*/ 2147483646 w 722"/>
                <a:gd name="T13" fmla="*/ 2147483646 h 1447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722"/>
                <a:gd name="T22" fmla="*/ 0 h 1447"/>
                <a:gd name="T23" fmla="*/ 722 w 722"/>
                <a:gd name="T24" fmla="*/ 1447 h 1447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722" h="1447">
                  <a:moveTo>
                    <a:pt x="722" y="1251"/>
                  </a:moveTo>
                  <a:cubicBezTo>
                    <a:pt x="605" y="1349"/>
                    <a:pt x="489" y="1447"/>
                    <a:pt x="392" y="1447"/>
                  </a:cubicBezTo>
                  <a:cubicBezTo>
                    <a:pt x="295" y="1447"/>
                    <a:pt x="203" y="1376"/>
                    <a:pt x="138" y="1251"/>
                  </a:cubicBezTo>
                  <a:cubicBezTo>
                    <a:pt x="73" y="1126"/>
                    <a:pt x="0" y="879"/>
                    <a:pt x="3" y="697"/>
                  </a:cubicBezTo>
                  <a:cubicBezTo>
                    <a:pt x="6" y="515"/>
                    <a:pt x="83" y="272"/>
                    <a:pt x="153" y="157"/>
                  </a:cubicBezTo>
                  <a:cubicBezTo>
                    <a:pt x="223" y="42"/>
                    <a:pt x="338" y="0"/>
                    <a:pt x="423" y="7"/>
                  </a:cubicBezTo>
                  <a:cubicBezTo>
                    <a:pt x="508" y="14"/>
                    <a:pt x="612" y="161"/>
                    <a:pt x="662" y="201"/>
                  </a:cubicBezTo>
                </a:path>
              </a:pathLst>
            </a:cu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63519" name="Freeform 22">
              <a:extLst>
                <a:ext uri="{FF2B5EF4-FFF2-40B4-BE49-F238E27FC236}">
                  <a16:creationId xmlns:a16="http://schemas.microsoft.com/office/drawing/2014/main" id="{4B0FC8EE-4ADE-44DE-9BC5-16C1FBC581EE}"/>
                </a:ext>
              </a:extLst>
            </p:cNvPr>
            <p:cNvSpPr>
              <a:spLocks/>
            </p:cNvSpPr>
            <p:nvPr/>
          </p:nvSpPr>
          <p:spPr bwMode="auto">
            <a:xfrm rot="190181">
              <a:off x="2923094" y="2346797"/>
              <a:ext cx="754062" cy="1106149"/>
            </a:xfrm>
            <a:custGeom>
              <a:avLst/>
              <a:gdLst>
                <a:gd name="T0" fmla="*/ 2147483646 w 722"/>
                <a:gd name="T1" fmla="*/ 2147483646 h 1447"/>
                <a:gd name="T2" fmla="*/ 2147483646 w 722"/>
                <a:gd name="T3" fmla="*/ 2147483646 h 1447"/>
                <a:gd name="T4" fmla="*/ 2147483646 w 722"/>
                <a:gd name="T5" fmla="*/ 2147483646 h 1447"/>
                <a:gd name="T6" fmla="*/ 2147483646 w 722"/>
                <a:gd name="T7" fmla="*/ 2147483646 h 1447"/>
                <a:gd name="T8" fmla="*/ 2147483646 w 722"/>
                <a:gd name="T9" fmla="*/ 2147483646 h 1447"/>
                <a:gd name="T10" fmla="*/ 2147483646 w 722"/>
                <a:gd name="T11" fmla="*/ 2147483646 h 1447"/>
                <a:gd name="T12" fmla="*/ 2147483646 w 722"/>
                <a:gd name="T13" fmla="*/ 2147483646 h 1447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722"/>
                <a:gd name="T22" fmla="*/ 0 h 1447"/>
                <a:gd name="T23" fmla="*/ 722 w 722"/>
                <a:gd name="T24" fmla="*/ 1447 h 1447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722" h="1447">
                  <a:moveTo>
                    <a:pt x="722" y="1251"/>
                  </a:moveTo>
                  <a:cubicBezTo>
                    <a:pt x="605" y="1349"/>
                    <a:pt x="489" y="1447"/>
                    <a:pt x="392" y="1447"/>
                  </a:cubicBezTo>
                  <a:cubicBezTo>
                    <a:pt x="295" y="1447"/>
                    <a:pt x="203" y="1376"/>
                    <a:pt x="138" y="1251"/>
                  </a:cubicBezTo>
                  <a:cubicBezTo>
                    <a:pt x="73" y="1126"/>
                    <a:pt x="0" y="879"/>
                    <a:pt x="3" y="697"/>
                  </a:cubicBezTo>
                  <a:cubicBezTo>
                    <a:pt x="6" y="515"/>
                    <a:pt x="83" y="272"/>
                    <a:pt x="153" y="157"/>
                  </a:cubicBezTo>
                  <a:cubicBezTo>
                    <a:pt x="223" y="42"/>
                    <a:pt x="338" y="0"/>
                    <a:pt x="423" y="7"/>
                  </a:cubicBezTo>
                  <a:cubicBezTo>
                    <a:pt x="508" y="14"/>
                    <a:pt x="612" y="161"/>
                    <a:pt x="662" y="201"/>
                  </a:cubicBezTo>
                </a:path>
              </a:pathLst>
            </a:cu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</p:grpSp>
      <p:sp>
        <p:nvSpPr>
          <p:cNvPr id="28" name="任意多边形 27">
            <a:extLst>
              <a:ext uri="{FF2B5EF4-FFF2-40B4-BE49-F238E27FC236}">
                <a16:creationId xmlns:a16="http://schemas.microsoft.com/office/drawing/2014/main" id="{60162BB2-10B7-4877-B8DB-5067DA2DC1D8}"/>
              </a:ext>
            </a:extLst>
          </p:cNvPr>
          <p:cNvSpPr/>
          <p:nvPr/>
        </p:nvSpPr>
        <p:spPr>
          <a:xfrm>
            <a:off x="946150" y="793750"/>
            <a:ext cx="2874963" cy="4319588"/>
          </a:xfrm>
          <a:custGeom>
            <a:avLst/>
            <a:gdLst>
              <a:gd name="connsiteX0" fmla="*/ 807738 w 2874532"/>
              <a:gd name="connsiteY0" fmla="*/ 3903406 h 4319190"/>
              <a:gd name="connsiteX1" fmla="*/ 143858 w 2874532"/>
              <a:gd name="connsiteY1" fmla="*/ 3991088 h 4319190"/>
              <a:gd name="connsiteX2" fmla="*/ 269119 w 2874532"/>
              <a:gd name="connsiteY2" fmla="*/ 295910 h 4319190"/>
              <a:gd name="connsiteX3" fmla="*/ 2874532 w 2874532"/>
              <a:gd name="connsiteY3" fmla="*/ 496327 h 43191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74532" h="4319190">
                <a:moveTo>
                  <a:pt x="807738" y="3903406"/>
                </a:moveTo>
                <a:cubicBezTo>
                  <a:pt x="520683" y="4247871"/>
                  <a:pt x="233628" y="4592337"/>
                  <a:pt x="143858" y="3991088"/>
                </a:cubicBezTo>
                <a:cubicBezTo>
                  <a:pt x="54088" y="3389839"/>
                  <a:pt x="-185993" y="878370"/>
                  <a:pt x="269119" y="295910"/>
                </a:cubicBezTo>
                <a:cubicBezTo>
                  <a:pt x="724231" y="-286550"/>
                  <a:pt x="1799381" y="104888"/>
                  <a:pt x="2874532" y="496327"/>
                </a:cubicBezTo>
              </a:path>
            </a:pathLst>
          </a:custGeom>
          <a:noFill/>
          <a:ln w="25400">
            <a:solidFill>
              <a:schemeClr val="tx1"/>
            </a:solidFill>
            <a:tailEnd type="stealth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zh-CN" altLang="en-US"/>
          </a:p>
        </p:txBody>
      </p:sp>
      <p:grpSp>
        <p:nvGrpSpPr>
          <p:cNvPr id="3" name="组合 28">
            <a:extLst>
              <a:ext uri="{FF2B5EF4-FFF2-40B4-BE49-F238E27FC236}">
                <a16:creationId xmlns:a16="http://schemas.microsoft.com/office/drawing/2014/main" id="{ED0E53D7-A1A0-4573-83B4-C7D5FBE04854}"/>
              </a:ext>
            </a:extLst>
          </p:cNvPr>
          <p:cNvGrpSpPr>
            <a:grpSpLocks/>
          </p:cNvGrpSpPr>
          <p:nvPr/>
        </p:nvGrpSpPr>
        <p:grpSpPr bwMode="auto">
          <a:xfrm>
            <a:off x="7204075" y="2763838"/>
            <a:ext cx="1631950" cy="744537"/>
            <a:chOff x="-445248" y="3405615"/>
            <a:chExt cx="1632554" cy="744437"/>
          </a:xfrm>
        </p:grpSpPr>
        <p:sp>
          <p:nvSpPr>
            <p:cNvPr id="31" name="矩形 30">
              <a:extLst>
                <a:ext uri="{FF2B5EF4-FFF2-40B4-BE49-F238E27FC236}">
                  <a16:creationId xmlns:a16="http://schemas.microsoft.com/office/drawing/2014/main" id="{970097D7-2DBE-441C-8DE2-BFABF7D1047E}"/>
                </a:ext>
              </a:extLst>
            </p:cNvPr>
            <p:cNvSpPr/>
            <p:nvPr/>
          </p:nvSpPr>
          <p:spPr>
            <a:xfrm>
              <a:off x="50235" y="3504027"/>
              <a:ext cx="1137071" cy="646025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txBody>
            <a:bodyPr>
              <a:spAutoFit/>
            </a:bodyPr>
            <a:lstStyle/>
            <a:p>
              <a:pPr eaLnBrk="1" hangingPunct="1">
                <a:defRPr/>
              </a:pPr>
              <a:r>
                <a:rPr lang="zh-CN" altLang="en-US" dirty="0">
                  <a:solidFill>
                    <a:prstClr val="black"/>
                  </a:solidFill>
                  <a:latin typeface="楷体" pitchFamily="49" charset="-122"/>
                  <a:ea typeface="楷体" pitchFamily="49" charset="-122"/>
                  <a:cs typeface="Times New Roman" pitchFamily="18" charset="0"/>
                </a:rPr>
                <a:t>全局公共子表达式</a:t>
              </a:r>
              <a:endParaRPr lang="en-US" altLang="zh-CN" dirty="0">
                <a:solidFill>
                  <a:prstClr val="black"/>
                </a:solidFill>
                <a:latin typeface="楷体" pitchFamily="49" charset="-122"/>
                <a:ea typeface="楷体" pitchFamily="49" charset="-122"/>
                <a:cs typeface="Times New Roman" pitchFamily="18" charset="0"/>
              </a:endParaRPr>
            </a:p>
          </p:txBody>
        </p:sp>
        <p:cxnSp>
          <p:nvCxnSpPr>
            <p:cNvPr id="32" name="直接连接符 31">
              <a:extLst>
                <a:ext uri="{FF2B5EF4-FFF2-40B4-BE49-F238E27FC236}">
                  <a16:creationId xmlns:a16="http://schemas.microsoft.com/office/drawing/2014/main" id="{84ADE084-A7B8-45EF-9620-CB6EE06CCF89}"/>
                </a:ext>
              </a:extLst>
            </p:cNvPr>
            <p:cNvCxnSpPr/>
            <p:nvPr/>
          </p:nvCxnSpPr>
          <p:spPr>
            <a:xfrm flipH="1" flipV="1">
              <a:off x="-445248" y="3405615"/>
              <a:ext cx="485955" cy="217458"/>
            </a:xfrm>
            <a:prstGeom prst="line">
              <a:avLst/>
            </a:prstGeom>
            <a:ln w="2222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C47749B9-A31E-402B-BA64-0C1CF45EA8DD}"/>
              </a:ext>
            </a:extLst>
          </p:cNvPr>
          <p:cNvCxnSpPr/>
          <p:nvPr/>
        </p:nvCxnSpPr>
        <p:spPr>
          <a:xfrm>
            <a:off x="6570514" y="2721306"/>
            <a:ext cx="601662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EDC8855F-018C-4C13-B16B-6F3BB36B81EB}"/>
              </a:ext>
            </a:extLst>
          </p:cNvPr>
          <p:cNvCxnSpPr/>
          <p:nvPr/>
        </p:nvCxnSpPr>
        <p:spPr>
          <a:xfrm>
            <a:off x="6588125" y="2978960"/>
            <a:ext cx="601663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AutoShape 26">
            <a:extLst>
              <a:ext uri="{FF2B5EF4-FFF2-40B4-BE49-F238E27FC236}">
                <a16:creationId xmlns:a16="http://schemas.microsoft.com/office/drawing/2014/main" id="{4F3D9220-C615-4733-A60A-5E875DB398E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53113" y="804863"/>
            <a:ext cx="2397125" cy="865187"/>
          </a:xfrm>
          <a:prstGeom prst="cloudCallout">
            <a:avLst>
              <a:gd name="adj1" fmla="val 4101"/>
              <a:gd name="adj2" fmla="val 191477"/>
            </a:avLst>
          </a:prstGeom>
          <a:solidFill>
            <a:schemeClr val="tx2">
              <a:lumMod val="60000"/>
              <a:lumOff val="40000"/>
            </a:schemeClr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lIns="68580" tIns="34290" rIns="68580" bIns="34290"/>
          <a:lstStyle/>
          <a:p>
            <a:pPr eaLnBrk="1" hangingPunct="1">
              <a:defRPr/>
            </a:pPr>
            <a:r>
              <a:rPr lang="en-US" altLang="zh-CN" i="1" dirty="0">
                <a:solidFill>
                  <a:schemeClr val="bg1"/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a</a:t>
            </a:r>
            <a:r>
              <a:rPr lang="en-US" altLang="zh-CN" dirty="0">
                <a:solidFill>
                  <a:schemeClr val="bg1"/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[</a:t>
            </a:r>
            <a:r>
              <a:rPr lang="en-US" altLang="zh-CN" i="1" dirty="0">
                <a:solidFill>
                  <a:schemeClr val="bg1"/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t</a:t>
            </a:r>
            <a:r>
              <a:rPr lang="en-US" altLang="zh-CN" i="1" baseline="-30000" dirty="0">
                <a:solidFill>
                  <a:schemeClr val="bg1"/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1</a:t>
            </a:r>
            <a:r>
              <a:rPr lang="en-US" altLang="zh-CN" dirty="0">
                <a:solidFill>
                  <a:schemeClr val="bg1"/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]</a:t>
            </a:r>
            <a:r>
              <a:rPr lang="zh-CN" altLang="en-US" dirty="0">
                <a:solidFill>
                  <a:schemeClr val="bg1"/>
                </a:solidFill>
                <a:latin typeface="楷体" pitchFamily="49" charset="-122"/>
                <a:ea typeface="楷体" pitchFamily="49" charset="-122"/>
                <a:cs typeface="Times New Roman" pitchFamily="18" charset="0"/>
              </a:rPr>
              <a:t>能否作为公共子表达式？</a:t>
            </a:r>
          </a:p>
          <a:p>
            <a:pPr eaLnBrk="1" hangingPunct="1">
              <a:defRPr/>
            </a:pPr>
            <a:endParaRPr lang="zh-CN" altLang="en-US" sz="1100" b="0" dirty="0">
              <a:latin typeface="Times New Roman" pitchFamily="18" charset="0"/>
              <a:ea typeface="楷体_GB2312"/>
              <a:cs typeface="Times New Roman" pitchFamily="18" charset="0"/>
            </a:endParaRPr>
          </a:p>
        </p:txBody>
      </p:sp>
      <p:sp>
        <p:nvSpPr>
          <p:cNvPr id="63501" name="Rectangle 20">
            <a:extLst>
              <a:ext uri="{FF2B5EF4-FFF2-40B4-BE49-F238E27FC236}">
                <a16:creationId xmlns:a16="http://schemas.microsoft.com/office/drawing/2014/main" id="{3C31F3E9-2133-476B-ADB3-643F01C4453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64388" y="2066925"/>
            <a:ext cx="627062" cy="327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just"/>
            <a:r>
              <a:rPr lang="en-US" altLang="zh-CN" i="1">
                <a:latin typeface="Times New Roman" panose="02020603050405020304" pitchFamily="18" charset="0"/>
              </a:rPr>
              <a:t>B</a:t>
            </a:r>
            <a:r>
              <a:rPr lang="en-US" altLang="zh-CN" i="1" baseline="-25000">
                <a:latin typeface="Times New Roman" panose="02020603050405020304" pitchFamily="18" charset="0"/>
              </a:rPr>
              <a:t>6</a:t>
            </a:r>
            <a:endParaRPr lang="en-US" altLang="zh-CN" i="1">
              <a:latin typeface="Times New Roman" panose="02020603050405020304" pitchFamily="18" charset="0"/>
            </a:endParaRPr>
          </a:p>
        </p:txBody>
      </p:sp>
      <p:sp>
        <p:nvSpPr>
          <p:cNvPr id="38" name="Rectangle 27">
            <a:extLst>
              <a:ext uri="{FF2B5EF4-FFF2-40B4-BE49-F238E27FC236}">
                <a16:creationId xmlns:a16="http://schemas.microsoft.com/office/drawing/2014/main" id="{384C18B3-41DF-43D0-9E5D-2B6F29B091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75829" y="119862"/>
            <a:ext cx="2560667" cy="561692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square" lIns="68580" tIns="34290" rIns="68580" bIns="34290">
            <a:spAutoFit/>
          </a:bodyPr>
          <a:lstStyle/>
          <a:p>
            <a:pPr algn="ctr" eaLnBrk="1" hangingPunct="1">
              <a:spcBef>
                <a:spcPts val="0"/>
              </a:spcBef>
              <a:defRPr/>
            </a:pPr>
            <a:r>
              <a:rPr lang="zh-CN" altLang="en-US" sz="1600" dirty="0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优化转换要保证语义等价，</a:t>
            </a:r>
            <a:endParaRPr lang="en-US" altLang="zh-CN" sz="1600" dirty="0">
              <a:latin typeface="Times New Roman" pitchFamily="18" charset="0"/>
              <a:ea typeface="楷体" pitchFamily="49" charset="-122"/>
              <a:cs typeface="Times New Roman" pitchFamily="18" charset="0"/>
            </a:endParaRPr>
          </a:p>
          <a:p>
            <a:pPr algn="ctr" eaLnBrk="1" hangingPunct="1">
              <a:spcBef>
                <a:spcPts val="0"/>
              </a:spcBef>
              <a:defRPr/>
            </a:pPr>
            <a:r>
              <a:rPr lang="zh-CN" altLang="en-US" sz="1600" dirty="0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必须是保守的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 nodeType="clickPar">
                      <p:stCondLst>
                        <p:cond delay="indefinite"/>
                      </p:stCondLst>
                      <p:childTnLst>
                        <p:par>
                          <p:cTn id="1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 nodeType="clickPar">
                      <p:stCondLst>
                        <p:cond delay="indefinite"/>
                      </p:stCondLst>
                      <p:childTnLst>
                        <p:par>
                          <p:cTn id="2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6" presetID="53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53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53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53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48" dur="500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500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50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" presetID="53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53" dur="500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500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55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53" presetClass="exit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58" dur="5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5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6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" presetID="53" presetClass="exit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63" dur="500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500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65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53" presetClass="exit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68" dur="500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500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70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2" presetID="53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73" dur="500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500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75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" grpId="0" animBg="1"/>
      <p:bldP spid="49" grpId="1" animBg="1"/>
      <p:bldP spid="48" grpId="0" animBg="1"/>
      <p:bldP spid="48" grpId="1" animBg="1"/>
      <p:bldP spid="38" grpId="0" animBg="1"/>
      <p:bldP spid="38" grpId="1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 35">
            <a:extLst>
              <a:ext uri="{FF2B5EF4-FFF2-40B4-BE49-F238E27FC236}">
                <a16:creationId xmlns:a16="http://schemas.microsoft.com/office/drawing/2014/main" id="{47EC9B41-42DF-4CFA-B112-FD9302FA72C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92838" y="2427288"/>
            <a:ext cx="1308100" cy="221456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lIns="68580" tIns="0" rIns="68580" bIns="0"/>
          <a:lstStyle/>
          <a:p>
            <a:pPr algn="just">
              <a:lnSpc>
                <a:spcPct val="96000"/>
              </a:lnSpc>
              <a:defRPr/>
            </a:pP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x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 = </a:t>
            </a:r>
            <a:r>
              <a:rPr lang="en-US" altLang="zh-CN" i="1" dirty="0">
                <a:solidFill>
                  <a:srgbClr val="FF0000"/>
                </a:solidFill>
                <a:latin typeface="Times New Roman" pitchFamily="18" charset="0"/>
              </a:rPr>
              <a:t>a</a:t>
            </a:r>
            <a:r>
              <a:rPr lang="en-US" altLang="zh-CN" dirty="0">
                <a:solidFill>
                  <a:srgbClr val="FF0000"/>
                </a:solidFill>
                <a:latin typeface="Times New Roman" pitchFamily="18" charset="0"/>
              </a:rPr>
              <a:t>[</a:t>
            </a:r>
            <a:r>
              <a:rPr lang="en-US" altLang="zh-CN" i="1" dirty="0">
                <a:solidFill>
                  <a:srgbClr val="FF0000"/>
                </a:solidFill>
                <a:latin typeface="Times New Roman" pitchFamily="18" charset="0"/>
              </a:rPr>
              <a:t>t</a:t>
            </a:r>
            <a:r>
              <a:rPr lang="en-US" altLang="zh-CN" i="1" baseline="-30000" dirty="0">
                <a:solidFill>
                  <a:srgbClr val="FF0000"/>
                </a:solidFill>
                <a:latin typeface="Times New Roman" pitchFamily="18" charset="0"/>
              </a:rPr>
              <a:t>2</a:t>
            </a:r>
            <a:r>
              <a:rPr lang="en-US" altLang="zh-CN" dirty="0">
                <a:solidFill>
                  <a:srgbClr val="FF0000"/>
                </a:solidFill>
                <a:latin typeface="Times New Roman" pitchFamily="18" charset="0"/>
              </a:rPr>
              <a:t>]</a:t>
            </a:r>
          </a:p>
          <a:p>
            <a:pPr algn="just">
              <a:lnSpc>
                <a:spcPct val="96000"/>
              </a:lnSpc>
              <a:defRPr/>
            </a:pP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t</a:t>
            </a:r>
            <a:r>
              <a:rPr lang="en-US" altLang="zh-CN" i="1" baseline="-30000" dirty="0">
                <a:solidFill>
                  <a:prstClr val="black"/>
                </a:solidFill>
                <a:latin typeface="Times New Roman" pitchFamily="18" charset="0"/>
              </a:rPr>
              <a:t>14</a:t>
            </a: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 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= </a:t>
            </a: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a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[</a:t>
            </a: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t</a:t>
            </a:r>
            <a:r>
              <a:rPr lang="en-US" altLang="zh-CN" i="1" baseline="-30000" dirty="0">
                <a:solidFill>
                  <a:prstClr val="black"/>
                </a:solidFill>
                <a:latin typeface="Times New Roman" pitchFamily="18" charset="0"/>
              </a:rPr>
              <a:t>1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]</a:t>
            </a:r>
          </a:p>
          <a:p>
            <a:pPr algn="just">
              <a:lnSpc>
                <a:spcPct val="96000"/>
              </a:lnSpc>
              <a:defRPr/>
            </a:pP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a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[</a:t>
            </a: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t</a:t>
            </a:r>
            <a:r>
              <a:rPr lang="en-US" altLang="zh-CN" i="1" baseline="-30000" dirty="0">
                <a:solidFill>
                  <a:prstClr val="black"/>
                </a:solidFill>
                <a:latin typeface="Times New Roman" pitchFamily="18" charset="0"/>
              </a:rPr>
              <a:t>2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] = </a:t>
            </a: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t</a:t>
            </a:r>
            <a:r>
              <a:rPr lang="en-US" altLang="zh-CN" i="1" baseline="-30000" dirty="0">
                <a:solidFill>
                  <a:prstClr val="black"/>
                </a:solidFill>
                <a:latin typeface="Times New Roman" pitchFamily="18" charset="0"/>
              </a:rPr>
              <a:t>14</a:t>
            </a:r>
            <a:endParaRPr lang="en-US" altLang="zh-CN" i="1" dirty="0">
              <a:solidFill>
                <a:prstClr val="black"/>
              </a:solidFill>
              <a:latin typeface="Times New Roman" pitchFamily="18" charset="0"/>
            </a:endParaRPr>
          </a:p>
          <a:p>
            <a:pPr algn="just">
              <a:lnSpc>
                <a:spcPct val="96000"/>
              </a:lnSpc>
              <a:defRPr/>
            </a:pP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a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[</a:t>
            </a: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t</a:t>
            </a:r>
            <a:r>
              <a:rPr lang="en-US" altLang="zh-CN" i="1" baseline="-30000" dirty="0">
                <a:solidFill>
                  <a:prstClr val="black"/>
                </a:solidFill>
                <a:latin typeface="Times New Roman" pitchFamily="18" charset="0"/>
              </a:rPr>
              <a:t>1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] = </a:t>
            </a: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x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 </a:t>
            </a:r>
          </a:p>
        </p:txBody>
      </p:sp>
      <p:sp>
        <p:nvSpPr>
          <p:cNvPr id="65539" name="Rectangle 4">
            <a:extLst>
              <a:ext uri="{FF2B5EF4-FFF2-40B4-BE49-F238E27FC236}">
                <a16:creationId xmlns:a16="http://schemas.microsoft.com/office/drawing/2014/main" id="{5C24AFC8-033C-4020-A1F4-6EFDD2F3F5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例</a:t>
            </a:r>
          </a:p>
        </p:txBody>
      </p:sp>
      <p:sp>
        <p:nvSpPr>
          <p:cNvPr id="65540" name="Rectangle 25">
            <a:extLst>
              <a:ext uri="{FF2B5EF4-FFF2-40B4-BE49-F238E27FC236}">
                <a16:creationId xmlns:a16="http://schemas.microsoft.com/office/drawing/2014/main" id="{8FCF3401-6B33-49B6-8529-AD92D167AF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10288" y="2355850"/>
            <a:ext cx="1497012" cy="2330450"/>
          </a:xfrm>
          <a:prstGeom prst="rect">
            <a:avLst/>
          </a:prstGeom>
          <a:noFill/>
          <a:ln w="38100">
            <a:solidFill>
              <a:srgbClr val="FF0000"/>
            </a:solidFill>
            <a:prstDash val="lgDash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68580" tIns="34290" rIns="68580" bIns="34290" anchor="ctr"/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>
              <a:solidFill>
                <a:srgbClr val="000000"/>
              </a:solidFill>
              <a:cs typeface="楷体_GB2312" charset="0"/>
            </a:endParaRPr>
          </a:p>
        </p:txBody>
      </p:sp>
      <p:sp>
        <p:nvSpPr>
          <p:cNvPr id="30" name="Rectangle 33">
            <a:extLst>
              <a:ext uri="{FF2B5EF4-FFF2-40B4-BE49-F238E27FC236}">
                <a16:creationId xmlns:a16="http://schemas.microsoft.com/office/drawing/2014/main" id="{0F9ECBF0-8619-4934-AB03-7D21DDB49DA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47813" y="2255838"/>
            <a:ext cx="1189037" cy="240347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lIns="68580" tIns="0" rIns="68580" bIns="0"/>
          <a:lstStyle/>
          <a:p>
            <a:pPr algn="just">
              <a:lnSpc>
                <a:spcPct val="96000"/>
              </a:lnSpc>
              <a:defRPr/>
            </a:pP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x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 = </a:t>
            </a: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t</a:t>
            </a:r>
            <a:r>
              <a:rPr lang="en-US" altLang="zh-CN" i="1" baseline="-25000" dirty="0">
                <a:solidFill>
                  <a:prstClr val="black"/>
                </a:solidFill>
                <a:latin typeface="Times New Roman" pitchFamily="18" charset="0"/>
              </a:rPr>
              <a:t>3</a:t>
            </a:r>
            <a:endParaRPr lang="en-US" altLang="zh-CN" i="1" dirty="0">
              <a:solidFill>
                <a:prstClr val="black"/>
              </a:solidFill>
              <a:latin typeface="Times New Roman" pitchFamily="18" charset="0"/>
            </a:endParaRPr>
          </a:p>
          <a:p>
            <a:pPr algn="just">
              <a:lnSpc>
                <a:spcPct val="96000"/>
              </a:lnSpc>
              <a:defRPr/>
            </a:pP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a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[</a:t>
            </a: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t</a:t>
            </a:r>
            <a:r>
              <a:rPr lang="en-US" altLang="zh-CN" i="1" baseline="-25000" dirty="0">
                <a:solidFill>
                  <a:prstClr val="black"/>
                </a:solidFill>
                <a:latin typeface="Times New Roman" pitchFamily="18" charset="0"/>
              </a:rPr>
              <a:t>2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] = </a:t>
            </a: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t</a:t>
            </a:r>
            <a:r>
              <a:rPr lang="en-US" altLang="zh-CN" i="1" baseline="-25000" dirty="0">
                <a:solidFill>
                  <a:prstClr val="black"/>
                </a:solidFill>
                <a:latin typeface="Times New Roman" pitchFamily="18" charset="0"/>
              </a:rPr>
              <a:t>5</a:t>
            </a:r>
            <a:endParaRPr lang="en-US" altLang="zh-CN" i="1" dirty="0">
              <a:solidFill>
                <a:prstClr val="black"/>
              </a:solidFill>
              <a:latin typeface="Times New Roman" pitchFamily="18" charset="0"/>
            </a:endParaRPr>
          </a:p>
          <a:p>
            <a:pPr algn="just">
              <a:lnSpc>
                <a:spcPct val="96000"/>
              </a:lnSpc>
              <a:defRPr/>
            </a:pP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a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[</a:t>
            </a: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t</a:t>
            </a:r>
            <a:r>
              <a:rPr lang="en-US" altLang="zh-CN" i="1" baseline="-25000" dirty="0">
                <a:solidFill>
                  <a:prstClr val="black"/>
                </a:solidFill>
                <a:latin typeface="Times New Roman" pitchFamily="18" charset="0"/>
              </a:rPr>
              <a:t>4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] = </a:t>
            </a: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x</a:t>
            </a:r>
          </a:p>
          <a:p>
            <a:pPr algn="just">
              <a:lnSpc>
                <a:spcPct val="96000"/>
              </a:lnSpc>
              <a:defRPr/>
            </a:pPr>
            <a:r>
              <a:rPr lang="en-US" altLang="zh-CN" dirty="0" err="1">
                <a:solidFill>
                  <a:prstClr val="black"/>
                </a:solidFill>
                <a:latin typeface="Times New Roman" pitchFamily="18" charset="0"/>
              </a:rPr>
              <a:t>goto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 </a:t>
            </a: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B</a:t>
            </a:r>
            <a:r>
              <a:rPr lang="en-US" altLang="zh-CN" baseline="-25000" dirty="0">
                <a:solidFill>
                  <a:prstClr val="black"/>
                </a:solidFill>
                <a:latin typeface="Times New Roman" pitchFamily="18" charset="0"/>
              </a:rPr>
              <a:t>2</a:t>
            </a:r>
          </a:p>
        </p:txBody>
      </p:sp>
      <p:grpSp>
        <p:nvGrpSpPr>
          <p:cNvPr id="65542" name="组合 49">
            <a:extLst>
              <a:ext uri="{FF2B5EF4-FFF2-40B4-BE49-F238E27FC236}">
                <a16:creationId xmlns:a16="http://schemas.microsoft.com/office/drawing/2014/main" id="{BE0D31B5-4C97-4F9E-8926-8962A2A22056}"/>
              </a:ext>
            </a:extLst>
          </p:cNvPr>
          <p:cNvGrpSpPr>
            <a:grpSpLocks/>
          </p:cNvGrpSpPr>
          <p:nvPr/>
        </p:nvGrpSpPr>
        <p:grpSpPr bwMode="auto">
          <a:xfrm>
            <a:off x="1071563" y="195263"/>
            <a:ext cx="5056187" cy="4065587"/>
            <a:chOff x="1071538" y="195263"/>
            <a:chExt cx="5056212" cy="4065587"/>
          </a:xfrm>
        </p:grpSpPr>
        <p:sp>
          <p:nvSpPr>
            <p:cNvPr id="33" name="Rectangle 4">
              <a:extLst>
                <a:ext uri="{FF2B5EF4-FFF2-40B4-BE49-F238E27FC236}">
                  <a16:creationId xmlns:a16="http://schemas.microsoft.com/office/drawing/2014/main" id="{7F79F008-F555-4970-ABB5-17EC19EAACD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25838" y="212725"/>
              <a:ext cx="1693871" cy="814388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8580" tIns="27000" rIns="68580" bIns="0"/>
            <a:lstStyle/>
            <a:p>
              <a:pPr algn="just">
                <a:lnSpc>
                  <a:spcPct val="70000"/>
                </a:lnSpc>
                <a:defRPr/>
              </a:pPr>
              <a:r>
                <a:rPr lang="en-US" altLang="zh-CN" i="1">
                  <a:solidFill>
                    <a:prstClr val="black"/>
                  </a:solidFill>
                  <a:latin typeface="Times New Roman" pitchFamily="18" charset="0"/>
                </a:rPr>
                <a:t>i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 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=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 m 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  <a:sym typeface="Symbol" pitchFamily="18" charset="2"/>
                </a:rPr>
                <a:t>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1</a:t>
              </a:r>
            </a:p>
            <a:p>
              <a:pPr algn="just">
                <a:lnSpc>
                  <a:spcPct val="70000"/>
                </a:lnSpc>
                <a:defRPr/>
              </a:pPr>
              <a:r>
                <a:rPr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j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 =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 n</a:t>
              </a:r>
            </a:p>
            <a:p>
              <a:pPr algn="just">
                <a:lnSpc>
                  <a:spcPct val="70000"/>
                </a:lnSpc>
                <a:defRPr/>
              </a:pPr>
              <a:r>
                <a:rPr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t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pitchFamily="18" charset="0"/>
                </a:rPr>
                <a:t>1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 = 4 </a:t>
              </a:r>
              <a:r>
                <a:rPr lang="en-US" altLang="zh-CN" dirty="0">
                  <a:solidFill>
                    <a:prstClr val="black"/>
                  </a:solidFill>
                  <a:latin typeface="宋体" pitchFamily="2" charset="-122"/>
                </a:rPr>
                <a:t>*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n</a:t>
              </a:r>
            </a:p>
            <a:p>
              <a:pPr algn="just">
                <a:lnSpc>
                  <a:spcPct val="70000"/>
                </a:lnSpc>
                <a:defRPr/>
              </a:pPr>
              <a:r>
                <a:rPr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v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 =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a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[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t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pitchFamily="18" charset="0"/>
                </a:rPr>
                <a:t>1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]</a:t>
              </a:r>
            </a:p>
          </p:txBody>
        </p:sp>
        <p:sp>
          <p:nvSpPr>
            <p:cNvPr id="34" name="Rectangle 5">
              <a:extLst>
                <a:ext uri="{FF2B5EF4-FFF2-40B4-BE49-F238E27FC236}">
                  <a16:creationId xmlns:a16="http://schemas.microsoft.com/office/drawing/2014/main" id="{8183B537-CF34-442A-9F23-63F5D4CC642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22663" y="1350963"/>
              <a:ext cx="1711333" cy="814387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8580" tIns="27000" rIns="68580" bIns="27000"/>
            <a:lstStyle/>
            <a:p>
              <a:pPr algn="just">
                <a:lnSpc>
                  <a:spcPct val="70000"/>
                </a:lnSpc>
                <a:defRPr/>
              </a:pPr>
              <a:r>
                <a:rPr lang="en-US" altLang="zh-CN" i="1" dirty="0" err="1">
                  <a:solidFill>
                    <a:prstClr val="black"/>
                  </a:solidFill>
                  <a:latin typeface="Times New Roman" pitchFamily="18" charset="0"/>
                </a:rPr>
                <a:t>i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 =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 </a:t>
              </a:r>
              <a:r>
                <a:rPr lang="en-US" altLang="zh-CN" i="1" dirty="0" err="1">
                  <a:solidFill>
                    <a:prstClr val="black"/>
                  </a:solidFill>
                  <a:latin typeface="Times New Roman" pitchFamily="18" charset="0"/>
                </a:rPr>
                <a:t>i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 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+ 1</a:t>
              </a:r>
            </a:p>
            <a:p>
              <a:pPr algn="just">
                <a:lnSpc>
                  <a:spcPct val="70000"/>
                </a:lnSpc>
                <a:defRPr/>
              </a:pPr>
              <a:r>
                <a:rPr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t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pitchFamily="18" charset="0"/>
                </a:rPr>
                <a:t>2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 = 4 </a:t>
              </a:r>
              <a:r>
                <a:rPr lang="en-US" altLang="zh-CN" dirty="0">
                  <a:solidFill>
                    <a:prstClr val="black"/>
                  </a:solidFill>
                  <a:latin typeface="宋体" pitchFamily="2" charset="-122"/>
                </a:rPr>
                <a:t>*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 </a:t>
              </a:r>
              <a:r>
                <a:rPr lang="en-US" altLang="zh-CN" i="1" dirty="0" err="1">
                  <a:solidFill>
                    <a:prstClr val="black"/>
                  </a:solidFill>
                  <a:latin typeface="Times New Roman" pitchFamily="18" charset="0"/>
                </a:rPr>
                <a:t>i</a:t>
              </a:r>
              <a:endParaRPr lang="en-US" altLang="zh-CN" i="1" dirty="0">
                <a:solidFill>
                  <a:prstClr val="black"/>
                </a:solidFill>
                <a:latin typeface="Times New Roman" pitchFamily="18" charset="0"/>
              </a:endParaRPr>
            </a:p>
            <a:p>
              <a:pPr algn="just">
                <a:lnSpc>
                  <a:spcPct val="70000"/>
                </a:lnSpc>
                <a:defRPr/>
              </a:pPr>
              <a:r>
                <a:rPr lang="en-US" altLang="zh-CN" i="1" dirty="0">
                  <a:solidFill>
                    <a:srgbClr val="0000FF"/>
                  </a:solidFill>
                  <a:latin typeface="Times New Roman" pitchFamily="18" charset="0"/>
                </a:rPr>
                <a:t>t</a:t>
              </a:r>
              <a:r>
                <a:rPr lang="en-US" altLang="zh-CN" i="1" baseline="-25000" dirty="0">
                  <a:solidFill>
                    <a:srgbClr val="0000FF"/>
                  </a:solidFill>
                  <a:latin typeface="Times New Roman" pitchFamily="18" charset="0"/>
                </a:rPr>
                <a:t>3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 = </a:t>
              </a:r>
              <a:r>
                <a:rPr lang="en-US" altLang="zh-CN" i="1" dirty="0">
                  <a:solidFill>
                    <a:srgbClr val="0000FF"/>
                  </a:solidFill>
                  <a:latin typeface="Times New Roman" pitchFamily="18" charset="0"/>
                </a:rPr>
                <a:t>a</a:t>
              </a:r>
              <a:r>
                <a:rPr lang="en-US" altLang="zh-CN" dirty="0">
                  <a:solidFill>
                    <a:srgbClr val="0000FF"/>
                  </a:solidFill>
                  <a:latin typeface="Times New Roman" pitchFamily="18" charset="0"/>
                </a:rPr>
                <a:t>[</a:t>
              </a:r>
              <a:r>
                <a:rPr lang="en-US" altLang="zh-CN" i="1" dirty="0">
                  <a:solidFill>
                    <a:srgbClr val="0000FF"/>
                  </a:solidFill>
                  <a:latin typeface="Times New Roman" pitchFamily="18" charset="0"/>
                </a:rPr>
                <a:t>t</a:t>
              </a:r>
              <a:r>
                <a:rPr lang="en-US" altLang="zh-CN" i="1" baseline="-25000" dirty="0">
                  <a:solidFill>
                    <a:srgbClr val="0000FF"/>
                  </a:solidFill>
                  <a:latin typeface="Times New Roman" pitchFamily="18" charset="0"/>
                </a:rPr>
                <a:t>2</a:t>
              </a:r>
              <a:r>
                <a:rPr lang="en-US" altLang="zh-CN" dirty="0">
                  <a:solidFill>
                    <a:srgbClr val="0000FF"/>
                  </a:solidFill>
                  <a:latin typeface="Times New Roman" pitchFamily="18" charset="0"/>
                </a:rPr>
                <a:t>]</a:t>
              </a:r>
            </a:p>
            <a:p>
              <a:pPr algn="just">
                <a:lnSpc>
                  <a:spcPct val="70000"/>
                </a:lnSpc>
                <a:defRPr/>
              </a:pPr>
              <a:r>
                <a:rPr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if t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pitchFamily="18" charset="0"/>
                </a:rPr>
                <a:t>3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 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&lt;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v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 </a:t>
              </a:r>
              <a:r>
                <a:rPr lang="en-US" altLang="zh-CN" i="1" dirty="0" err="1">
                  <a:solidFill>
                    <a:prstClr val="black"/>
                  </a:solidFill>
                  <a:latin typeface="Times New Roman" pitchFamily="18" charset="0"/>
                </a:rPr>
                <a:t>goto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B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pitchFamily="18" charset="0"/>
                </a:rPr>
                <a:t>2</a:t>
              </a:r>
            </a:p>
          </p:txBody>
        </p:sp>
        <p:sp>
          <p:nvSpPr>
            <p:cNvPr id="65548" name="Rectangle 6">
              <a:extLst>
                <a:ext uri="{FF2B5EF4-FFF2-40B4-BE49-F238E27FC236}">
                  <a16:creationId xmlns:a16="http://schemas.microsoft.com/office/drawing/2014/main" id="{7199F559-5955-4C2E-894C-75E9BEA8450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46713" y="195263"/>
              <a:ext cx="393700" cy="22066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0" rIns="0" bIns="0"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i="1">
                  <a:solidFill>
                    <a:srgbClr val="000000"/>
                  </a:solidFill>
                  <a:latin typeface="Times New Roman" panose="02020603050405020304" pitchFamily="18" charset="0"/>
                </a:rPr>
                <a:t>B</a:t>
              </a:r>
              <a:r>
                <a:rPr lang="en-US" altLang="zh-CN" i="1" baseline="-25000">
                  <a:solidFill>
                    <a:srgbClr val="000000"/>
                  </a:solidFill>
                  <a:latin typeface="Times New Roman" panose="02020603050405020304" pitchFamily="18" charset="0"/>
                </a:rPr>
                <a:t>1</a:t>
              </a:r>
              <a:endParaRPr lang="en-US" altLang="zh-CN" i="1">
                <a:solidFill>
                  <a:srgbClr val="000000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65549" name="Rectangle 7">
              <a:extLst>
                <a:ext uri="{FF2B5EF4-FFF2-40B4-BE49-F238E27FC236}">
                  <a16:creationId xmlns:a16="http://schemas.microsoft.com/office/drawing/2014/main" id="{1A0A3850-F1AE-4E5E-ACBB-78F79951518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29256" y="1258888"/>
              <a:ext cx="627062" cy="3254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i="1">
                  <a:solidFill>
                    <a:srgbClr val="000000"/>
                  </a:solidFill>
                  <a:latin typeface="Times New Roman" panose="02020603050405020304" pitchFamily="18" charset="0"/>
                </a:rPr>
                <a:t>B</a:t>
              </a:r>
              <a:r>
                <a:rPr lang="en-US" altLang="zh-CN" i="1" baseline="-25000">
                  <a:solidFill>
                    <a:srgbClr val="000000"/>
                  </a:solidFill>
                  <a:latin typeface="Times New Roman" panose="02020603050405020304" pitchFamily="18" charset="0"/>
                </a:rPr>
                <a:t>2</a:t>
              </a:r>
              <a:endParaRPr lang="en-US" altLang="zh-CN" i="1">
                <a:solidFill>
                  <a:srgbClr val="000000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37" name="Rectangle 8">
              <a:extLst>
                <a:ext uri="{FF2B5EF4-FFF2-40B4-BE49-F238E27FC236}">
                  <a16:creationId xmlns:a16="http://schemas.microsoft.com/office/drawing/2014/main" id="{9AA2804B-C2A7-4A1B-8885-345FC18DA44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40126" y="2500313"/>
              <a:ext cx="1711333" cy="81280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8580" tIns="27000" rIns="68580" bIns="27000"/>
            <a:lstStyle/>
            <a:p>
              <a:pPr algn="just">
                <a:lnSpc>
                  <a:spcPct val="70000"/>
                </a:lnSpc>
                <a:defRPr/>
              </a:pPr>
              <a:r>
                <a:rPr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j 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=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j 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  <a:sym typeface="Symbol" pitchFamily="18" charset="2"/>
                </a:rPr>
                <a:t>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1</a:t>
              </a:r>
            </a:p>
            <a:p>
              <a:pPr algn="just">
                <a:lnSpc>
                  <a:spcPct val="70000"/>
                </a:lnSpc>
                <a:defRPr/>
              </a:pPr>
              <a:r>
                <a:rPr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t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pitchFamily="18" charset="0"/>
                </a:rPr>
                <a:t>4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 = 4 </a:t>
              </a:r>
              <a:r>
                <a:rPr lang="en-US" altLang="zh-CN" dirty="0">
                  <a:solidFill>
                    <a:prstClr val="black"/>
                  </a:solidFill>
                  <a:latin typeface="宋体" pitchFamily="2" charset="-122"/>
                </a:rPr>
                <a:t>*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j</a:t>
              </a:r>
            </a:p>
            <a:p>
              <a:pPr algn="just">
                <a:lnSpc>
                  <a:spcPct val="70000"/>
                </a:lnSpc>
                <a:defRPr/>
              </a:pPr>
              <a:r>
                <a:rPr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t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pitchFamily="18" charset="0"/>
                </a:rPr>
                <a:t>5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 =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a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[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t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pitchFamily="18" charset="0"/>
                </a:rPr>
                <a:t>4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]</a:t>
              </a:r>
            </a:p>
            <a:p>
              <a:pPr algn="just">
                <a:lnSpc>
                  <a:spcPct val="70000"/>
                </a:lnSpc>
                <a:defRPr/>
              </a:pPr>
              <a:r>
                <a:rPr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if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t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pitchFamily="18" charset="0"/>
                </a:rPr>
                <a:t>5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 &gt;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v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 </a:t>
              </a:r>
              <a:r>
                <a:rPr lang="en-US" altLang="zh-CN" i="1" dirty="0" err="1">
                  <a:solidFill>
                    <a:prstClr val="black"/>
                  </a:solidFill>
                  <a:latin typeface="Times New Roman" pitchFamily="18" charset="0"/>
                </a:rPr>
                <a:t>goto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B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pitchFamily="18" charset="0"/>
                </a:rPr>
                <a:t>3</a:t>
              </a:r>
            </a:p>
          </p:txBody>
        </p:sp>
        <p:sp>
          <p:nvSpPr>
            <p:cNvPr id="65551" name="Line 9">
              <a:extLst>
                <a:ext uri="{FF2B5EF4-FFF2-40B4-BE49-F238E27FC236}">
                  <a16:creationId xmlns:a16="http://schemas.microsoft.com/office/drawing/2014/main" id="{630E4776-DE18-4393-ADD3-FCD8FE9532E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457700" y="1035050"/>
              <a:ext cx="0" cy="315913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65552" name="Line 10">
              <a:extLst>
                <a:ext uri="{FF2B5EF4-FFF2-40B4-BE49-F238E27FC236}">
                  <a16:creationId xmlns:a16="http://schemas.microsoft.com/office/drawing/2014/main" id="{7EF6C8EA-5A84-45AF-B09B-4219FE9CC75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440238" y="2184400"/>
              <a:ext cx="0" cy="315913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40" name="Rectangle 11">
              <a:extLst>
                <a:ext uri="{FF2B5EF4-FFF2-40B4-BE49-F238E27FC236}">
                  <a16:creationId xmlns:a16="http://schemas.microsoft.com/office/drawing/2014/main" id="{38D2106F-B352-42EE-8B43-CA536FA00D3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40126" y="3662363"/>
              <a:ext cx="1725621" cy="30480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7500" tIns="0" rIns="0" bIns="0"/>
            <a:lstStyle/>
            <a:p>
              <a:pPr algn="just">
                <a:lnSpc>
                  <a:spcPct val="96000"/>
                </a:lnSpc>
                <a:defRPr/>
              </a:pPr>
              <a:r>
                <a:rPr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if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 </a:t>
              </a:r>
              <a:r>
                <a:rPr lang="en-US" altLang="zh-CN" i="1">
                  <a:solidFill>
                    <a:prstClr val="black"/>
                  </a:solidFill>
                  <a:latin typeface="Times New Roman" pitchFamily="18" charset="0"/>
                </a:rPr>
                <a:t>i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 &gt;=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j </a:t>
              </a:r>
              <a:r>
                <a:rPr lang="en-US" altLang="zh-CN" i="1" dirty="0" err="1">
                  <a:solidFill>
                    <a:prstClr val="black"/>
                  </a:solidFill>
                  <a:latin typeface="Times New Roman" pitchFamily="18" charset="0"/>
                </a:rPr>
                <a:t>goto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B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pitchFamily="18" charset="0"/>
                </a:rPr>
                <a:t>6</a:t>
              </a:r>
            </a:p>
          </p:txBody>
        </p:sp>
        <p:sp>
          <p:nvSpPr>
            <p:cNvPr id="65554" name="Line 12">
              <a:extLst>
                <a:ext uri="{FF2B5EF4-FFF2-40B4-BE49-F238E27FC236}">
                  <a16:creationId xmlns:a16="http://schemas.microsoft.com/office/drawing/2014/main" id="{F7371869-1E2B-4F31-B949-D0D7D79B9FB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440238" y="3332163"/>
              <a:ext cx="0" cy="319087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65555" name="Rectangle 14">
              <a:extLst>
                <a:ext uri="{FF2B5EF4-FFF2-40B4-BE49-F238E27FC236}">
                  <a16:creationId xmlns:a16="http://schemas.microsoft.com/office/drawing/2014/main" id="{88FB68B3-A076-4730-AD8B-3AE718AB5A5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46723" y="3567113"/>
              <a:ext cx="625475" cy="3238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i="1">
                  <a:solidFill>
                    <a:srgbClr val="000000"/>
                  </a:solidFill>
                  <a:latin typeface="Times New Roman" panose="02020603050405020304" pitchFamily="18" charset="0"/>
                </a:rPr>
                <a:t>B</a:t>
              </a:r>
              <a:r>
                <a:rPr lang="en-US" altLang="zh-CN" i="1" baseline="-25000">
                  <a:solidFill>
                    <a:srgbClr val="000000"/>
                  </a:solidFill>
                  <a:latin typeface="Times New Roman" panose="02020603050405020304" pitchFamily="18" charset="0"/>
                </a:rPr>
                <a:t>4</a:t>
              </a:r>
              <a:endParaRPr lang="en-US" altLang="zh-CN" i="1">
                <a:solidFill>
                  <a:srgbClr val="000000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65556" name="Rectangle 15">
              <a:extLst>
                <a:ext uri="{FF2B5EF4-FFF2-40B4-BE49-F238E27FC236}">
                  <a16:creationId xmlns:a16="http://schemas.microsoft.com/office/drawing/2014/main" id="{B107BF70-2D41-4CB2-A4BA-4C971D82285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43548" y="2408238"/>
              <a:ext cx="628650" cy="3270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i="1">
                  <a:solidFill>
                    <a:srgbClr val="000000"/>
                  </a:solidFill>
                  <a:latin typeface="Times New Roman" panose="02020603050405020304" pitchFamily="18" charset="0"/>
                </a:rPr>
                <a:t>B</a:t>
              </a:r>
              <a:r>
                <a:rPr lang="en-US" altLang="zh-CN" i="1" baseline="-25000">
                  <a:solidFill>
                    <a:srgbClr val="000000"/>
                  </a:solidFill>
                  <a:latin typeface="Times New Roman" panose="02020603050405020304" pitchFamily="18" charset="0"/>
                </a:rPr>
                <a:t>3</a:t>
              </a:r>
              <a:endParaRPr lang="en-US" altLang="zh-CN" i="1">
                <a:solidFill>
                  <a:srgbClr val="000000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65557" name="Rectangle 16">
              <a:extLst>
                <a:ext uri="{FF2B5EF4-FFF2-40B4-BE49-F238E27FC236}">
                  <a16:creationId xmlns:a16="http://schemas.microsoft.com/office/drawing/2014/main" id="{B2938F9A-C914-49C1-B03F-165F3621F58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71538" y="2283718"/>
              <a:ext cx="514350" cy="3254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i="1">
                  <a:solidFill>
                    <a:srgbClr val="000000"/>
                  </a:solidFill>
                  <a:latin typeface="Times New Roman" panose="02020603050405020304" pitchFamily="18" charset="0"/>
                </a:rPr>
                <a:t>B</a:t>
              </a:r>
              <a:r>
                <a:rPr lang="en-US" altLang="zh-CN" i="1" baseline="-25000">
                  <a:solidFill>
                    <a:srgbClr val="000000"/>
                  </a:solidFill>
                  <a:latin typeface="Times New Roman" panose="02020603050405020304" pitchFamily="18" charset="0"/>
                </a:rPr>
                <a:t>5</a:t>
              </a:r>
              <a:endParaRPr lang="en-US" altLang="zh-CN" i="1">
                <a:solidFill>
                  <a:srgbClr val="000000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65558" name="Line 18">
              <a:extLst>
                <a:ext uri="{FF2B5EF4-FFF2-40B4-BE49-F238E27FC236}">
                  <a16:creationId xmlns:a16="http://schemas.microsoft.com/office/drawing/2014/main" id="{99CE8CD1-D292-4558-84CC-AF2C77DC5236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754313" y="3967163"/>
              <a:ext cx="1503362" cy="293687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65559" name="Line 19">
              <a:extLst>
                <a:ext uri="{FF2B5EF4-FFF2-40B4-BE49-F238E27FC236}">
                  <a16:creationId xmlns:a16="http://schemas.microsoft.com/office/drawing/2014/main" id="{162FA63C-DA38-4394-A5D8-2207369B388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40263" y="3967163"/>
              <a:ext cx="1487487" cy="293687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65560" name="Freeform 21">
              <a:extLst>
                <a:ext uri="{FF2B5EF4-FFF2-40B4-BE49-F238E27FC236}">
                  <a16:creationId xmlns:a16="http://schemas.microsoft.com/office/drawing/2014/main" id="{9F581788-FC20-4277-85E2-A7829B608192}"/>
                </a:ext>
              </a:extLst>
            </p:cNvPr>
            <p:cNvSpPr>
              <a:spLocks/>
            </p:cNvSpPr>
            <p:nvPr/>
          </p:nvSpPr>
          <p:spPr bwMode="auto">
            <a:xfrm rot="367755">
              <a:off x="2913895" y="1183839"/>
              <a:ext cx="768350" cy="1097720"/>
            </a:xfrm>
            <a:custGeom>
              <a:avLst/>
              <a:gdLst>
                <a:gd name="T0" fmla="*/ 2147483646 w 722"/>
                <a:gd name="T1" fmla="*/ 2147483646 h 1447"/>
                <a:gd name="T2" fmla="*/ 2147483646 w 722"/>
                <a:gd name="T3" fmla="*/ 2147483646 h 1447"/>
                <a:gd name="T4" fmla="*/ 2147483646 w 722"/>
                <a:gd name="T5" fmla="*/ 2147483646 h 1447"/>
                <a:gd name="T6" fmla="*/ 2147483646 w 722"/>
                <a:gd name="T7" fmla="*/ 2147483646 h 1447"/>
                <a:gd name="T8" fmla="*/ 2147483646 w 722"/>
                <a:gd name="T9" fmla="*/ 2147483646 h 1447"/>
                <a:gd name="T10" fmla="*/ 2147483646 w 722"/>
                <a:gd name="T11" fmla="*/ 2147483646 h 1447"/>
                <a:gd name="T12" fmla="*/ 2147483646 w 722"/>
                <a:gd name="T13" fmla="*/ 2147483646 h 1447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722"/>
                <a:gd name="T22" fmla="*/ 0 h 1447"/>
                <a:gd name="T23" fmla="*/ 722 w 722"/>
                <a:gd name="T24" fmla="*/ 1447 h 1447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722" h="1447">
                  <a:moveTo>
                    <a:pt x="722" y="1251"/>
                  </a:moveTo>
                  <a:cubicBezTo>
                    <a:pt x="605" y="1349"/>
                    <a:pt x="489" y="1447"/>
                    <a:pt x="392" y="1447"/>
                  </a:cubicBezTo>
                  <a:cubicBezTo>
                    <a:pt x="295" y="1447"/>
                    <a:pt x="203" y="1376"/>
                    <a:pt x="138" y="1251"/>
                  </a:cubicBezTo>
                  <a:cubicBezTo>
                    <a:pt x="73" y="1126"/>
                    <a:pt x="0" y="879"/>
                    <a:pt x="3" y="697"/>
                  </a:cubicBezTo>
                  <a:cubicBezTo>
                    <a:pt x="6" y="515"/>
                    <a:pt x="83" y="272"/>
                    <a:pt x="153" y="157"/>
                  </a:cubicBezTo>
                  <a:cubicBezTo>
                    <a:pt x="223" y="42"/>
                    <a:pt x="338" y="0"/>
                    <a:pt x="423" y="7"/>
                  </a:cubicBezTo>
                  <a:cubicBezTo>
                    <a:pt x="508" y="14"/>
                    <a:pt x="612" y="161"/>
                    <a:pt x="662" y="201"/>
                  </a:cubicBezTo>
                </a:path>
              </a:pathLst>
            </a:cu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65561" name="Freeform 22">
              <a:extLst>
                <a:ext uri="{FF2B5EF4-FFF2-40B4-BE49-F238E27FC236}">
                  <a16:creationId xmlns:a16="http://schemas.microsoft.com/office/drawing/2014/main" id="{E339ADAA-71E8-416B-B0B7-889D27322614}"/>
                </a:ext>
              </a:extLst>
            </p:cNvPr>
            <p:cNvSpPr>
              <a:spLocks/>
            </p:cNvSpPr>
            <p:nvPr/>
          </p:nvSpPr>
          <p:spPr bwMode="auto">
            <a:xfrm rot="190181">
              <a:off x="2923094" y="2346797"/>
              <a:ext cx="754062" cy="1106149"/>
            </a:xfrm>
            <a:custGeom>
              <a:avLst/>
              <a:gdLst>
                <a:gd name="T0" fmla="*/ 2147483646 w 722"/>
                <a:gd name="T1" fmla="*/ 2147483646 h 1447"/>
                <a:gd name="T2" fmla="*/ 2147483646 w 722"/>
                <a:gd name="T3" fmla="*/ 2147483646 h 1447"/>
                <a:gd name="T4" fmla="*/ 2147483646 w 722"/>
                <a:gd name="T5" fmla="*/ 2147483646 h 1447"/>
                <a:gd name="T6" fmla="*/ 2147483646 w 722"/>
                <a:gd name="T7" fmla="*/ 2147483646 h 1447"/>
                <a:gd name="T8" fmla="*/ 2147483646 w 722"/>
                <a:gd name="T9" fmla="*/ 2147483646 h 1447"/>
                <a:gd name="T10" fmla="*/ 2147483646 w 722"/>
                <a:gd name="T11" fmla="*/ 2147483646 h 1447"/>
                <a:gd name="T12" fmla="*/ 2147483646 w 722"/>
                <a:gd name="T13" fmla="*/ 2147483646 h 1447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722"/>
                <a:gd name="T22" fmla="*/ 0 h 1447"/>
                <a:gd name="T23" fmla="*/ 722 w 722"/>
                <a:gd name="T24" fmla="*/ 1447 h 1447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722" h="1447">
                  <a:moveTo>
                    <a:pt x="722" y="1251"/>
                  </a:moveTo>
                  <a:cubicBezTo>
                    <a:pt x="605" y="1349"/>
                    <a:pt x="489" y="1447"/>
                    <a:pt x="392" y="1447"/>
                  </a:cubicBezTo>
                  <a:cubicBezTo>
                    <a:pt x="295" y="1447"/>
                    <a:pt x="203" y="1376"/>
                    <a:pt x="138" y="1251"/>
                  </a:cubicBezTo>
                  <a:cubicBezTo>
                    <a:pt x="73" y="1126"/>
                    <a:pt x="0" y="879"/>
                    <a:pt x="3" y="697"/>
                  </a:cubicBezTo>
                  <a:cubicBezTo>
                    <a:pt x="6" y="515"/>
                    <a:pt x="83" y="272"/>
                    <a:pt x="153" y="157"/>
                  </a:cubicBezTo>
                  <a:cubicBezTo>
                    <a:pt x="223" y="42"/>
                    <a:pt x="338" y="0"/>
                    <a:pt x="423" y="7"/>
                  </a:cubicBezTo>
                  <a:cubicBezTo>
                    <a:pt x="508" y="14"/>
                    <a:pt x="612" y="161"/>
                    <a:pt x="662" y="201"/>
                  </a:cubicBezTo>
                </a:path>
              </a:pathLst>
            </a:cu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</p:grpSp>
      <p:sp>
        <p:nvSpPr>
          <p:cNvPr id="28" name="任意多边形 27">
            <a:extLst>
              <a:ext uri="{FF2B5EF4-FFF2-40B4-BE49-F238E27FC236}">
                <a16:creationId xmlns:a16="http://schemas.microsoft.com/office/drawing/2014/main" id="{95ED274C-5E87-4B70-804E-99B351D59213}"/>
              </a:ext>
            </a:extLst>
          </p:cNvPr>
          <p:cNvSpPr/>
          <p:nvPr/>
        </p:nvSpPr>
        <p:spPr>
          <a:xfrm>
            <a:off x="946150" y="793750"/>
            <a:ext cx="2874963" cy="4319588"/>
          </a:xfrm>
          <a:custGeom>
            <a:avLst/>
            <a:gdLst>
              <a:gd name="connsiteX0" fmla="*/ 807738 w 2874532"/>
              <a:gd name="connsiteY0" fmla="*/ 3903406 h 4319190"/>
              <a:gd name="connsiteX1" fmla="*/ 143858 w 2874532"/>
              <a:gd name="connsiteY1" fmla="*/ 3991088 h 4319190"/>
              <a:gd name="connsiteX2" fmla="*/ 269119 w 2874532"/>
              <a:gd name="connsiteY2" fmla="*/ 295910 h 4319190"/>
              <a:gd name="connsiteX3" fmla="*/ 2874532 w 2874532"/>
              <a:gd name="connsiteY3" fmla="*/ 496327 h 43191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74532" h="4319190">
                <a:moveTo>
                  <a:pt x="807738" y="3903406"/>
                </a:moveTo>
                <a:cubicBezTo>
                  <a:pt x="520683" y="4247871"/>
                  <a:pt x="233628" y="4592337"/>
                  <a:pt x="143858" y="3991088"/>
                </a:cubicBezTo>
                <a:cubicBezTo>
                  <a:pt x="54088" y="3389839"/>
                  <a:pt x="-185993" y="878370"/>
                  <a:pt x="269119" y="295910"/>
                </a:cubicBezTo>
                <a:cubicBezTo>
                  <a:pt x="724231" y="-286550"/>
                  <a:pt x="1799381" y="104888"/>
                  <a:pt x="2874532" y="496327"/>
                </a:cubicBezTo>
              </a:path>
            </a:pathLst>
          </a:custGeom>
          <a:noFill/>
          <a:ln w="25400">
            <a:solidFill>
              <a:schemeClr val="tx1"/>
            </a:solidFill>
            <a:tailEnd type="stealth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38" name="Rectangle 35">
            <a:extLst>
              <a:ext uri="{FF2B5EF4-FFF2-40B4-BE49-F238E27FC236}">
                <a16:creationId xmlns:a16="http://schemas.microsoft.com/office/drawing/2014/main" id="{C65A961F-9AE2-4094-9D06-FDF2E2D8DA5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92838" y="700088"/>
            <a:ext cx="1308100" cy="1135062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w="25400">
            <a:solidFill>
              <a:schemeClr val="tx1"/>
            </a:solidFill>
            <a:prstDash val="dash"/>
            <a:miter lim="800000"/>
            <a:headEnd/>
            <a:tailEnd/>
          </a:ln>
        </p:spPr>
        <p:txBody>
          <a:bodyPr lIns="68580" tIns="0" rIns="68580" bIns="0"/>
          <a:lstStyle/>
          <a:p>
            <a:pPr algn="just">
              <a:lnSpc>
                <a:spcPct val="96000"/>
              </a:lnSpc>
              <a:defRPr/>
            </a:pP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x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 = </a:t>
            </a: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t</a:t>
            </a:r>
            <a:r>
              <a:rPr lang="en-US" altLang="zh-CN" i="1" baseline="-30000" dirty="0">
                <a:solidFill>
                  <a:prstClr val="black"/>
                </a:solidFill>
                <a:latin typeface="Times New Roman" pitchFamily="18" charset="0"/>
              </a:rPr>
              <a:t>3</a:t>
            </a:r>
            <a:endParaRPr lang="en-US" altLang="zh-CN" dirty="0">
              <a:solidFill>
                <a:prstClr val="black"/>
              </a:solidFill>
              <a:latin typeface="Times New Roman" pitchFamily="18" charset="0"/>
            </a:endParaRPr>
          </a:p>
          <a:p>
            <a:pPr algn="just">
              <a:lnSpc>
                <a:spcPct val="96000"/>
              </a:lnSpc>
              <a:defRPr/>
            </a:pP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t</a:t>
            </a:r>
            <a:r>
              <a:rPr lang="en-US" altLang="zh-CN" i="1" baseline="-30000" dirty="0">
                <a:solidFill>
                  <a:prstClr val="black"/>
                </a:solidFill>
                <a:latin typeface="Times New Roman" pitchFamily="18" charset="0"/>
              </a:rPr>
              <a:t>14</a:t>
            </a: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 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= </a:t>
            </a: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a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[</a:t>
            </a: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t</a:t>
            </a:r>
            <a:r>
              <a:rPr lang="en-US" altLang="zh-CN" i="1" baseline="-30000" dirty="0">
                <a:solidFill>
                  <a:prstClr val="black"/>
                </a:solidFill>
                <a:latin typeface="Times New Roman" pitchFamily="18" charset="0"/>
              </a:rPr>
              <a:t>1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]</a:t>
            </a:r>
          </a:p>
          <a:p>
            <a:pPr algn="just">
              <a:lnSpc>
                <a:spcPct val="96000"/>
              </a:lnSpc>
              <a:defRPr/>
            </a:pP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a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[</a:t>
            </a: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t</a:t>
            </a:r>
            <a:r>
              <a:rPr lang="en-US" altLang="zh-CN" i="1" baseline="-30000" dirty="0">
                <a:solidFill>
                  <a:prstClr val="black"/>
                </a:solidFill>
                <a:latin typeface="Times New Roman" pitchFamily="18" charset="0"/>
              </a:rPr>
              <a:t>2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] = </a:t>
            </a: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t</a:t>
            </a:r>
            <a:r>
              <a:rPr lang="en-US" altLang="zh-CN" i="1" baseline="-30000" dirty="0">
                <a:solidFill>
                  <a:prstClr val="black"/>
                </a:solidFill>
                <a:latin typeface="Times New Roman" pitchFamily="18" charset="0"/>
              </a:rPr>
              <a:t>14</a:t>
            </a:r>
            <a:endParaRPr lang="en-US" altLang="zh-CN" i="1" dirty="0">
              <a:solidFill>
                <a:prstClr val="black"/>
              </a:solidFill>
              <a:latin typeface="Times New Roman" pitchFamily="18" charset="0"/>
            </a:endParaRPr>
          </a:p>
          <a:p>
            <a:pPr algn="just">
              <a:lnSpc>
                <a:spcPct val="96000"/>
              </a:lnSpc>
              <a:defRPr/>
            </a:pP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a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[</a:t>
            </a: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t</a:t>
            </a:r>
            <a:r>
              <a:rPr lang="en-US" altLang="zh-CN" i="1" baseline="-30000" dirty="0">
                <a:solidFill>
                  <a:prstClr val="black"/>
                </a:solidFill>
                <a:latin typeface="Times New Roman" pitchFamily="18" charset="0"/>
              </a:rPr>
              <a:t>1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] = </a:t>
            </a: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x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 </a:t>
            </a:r>
          </a:p>
        </p:txBody>
      </p:sp>
      <p:sp>
        <p:nvSpPr>
          <p:cNvPr id="65545" name="Rectangle 20">
            <a:extLst>
              <a:ext uri="{FF2B5EF4-FFF2-40B4-BE49-F238E27FC236}">
                <a16:creationId xmlns:a16="http://schemas.microsoft.com/office/drawing/2014/main" id="{E8A36BE4-A86A-4567-A0D4-A88B2C74F72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64388" y="2066925"/>
            <a:ext cx="627062" cy="327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just"/>
            <a:r>
              <a:rPr lang="en-US" altLang="zh-CN" i="1">
                <a:latin typeface="Times New Roman" panose="02020603050405020304" pitchFamily="18" charset="0"/>
              </a:rPr>
              <a:t>B</a:t>
            </a:r>
            <a:r>
              <a:rPr lang="en-US" altLang="zh-CN" i="1" baseline="-25000">
                <a:latin typeface="Times New Roman" panose="02020603050405020304" pitchFamily="18" charset="0"/>
              </a:rPr>
              <a:t>6</a:t>
            </a:r>
            <a:endParaRPr lang="en-US" altLang="zh-CN" i="1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8">
                                            <p:bg/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8">
                                            <p:bg/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8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3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3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 nodeType="clickPar">
                      <p:stCondLst>
                        <p:cond delay="indefinite"/>
                      </p:stCondLst>
                      <p:childTnLst>
                        <p:par>
                          <p:cTn id="2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3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3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 nodeType="clickPar">
                      <p:stCondLst>
                        <p:cond delay="indefinite"/>
                      </p:stCondLst>
                      <p:childTnLst>
                        <p:par>
                          <p:cTn id="3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3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3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 nodeType="clickPar">
                      <p:stCondLst>
                        <p:cond delay="indefinite"/>
                      </p:stCondLst>
                      <p:childTnLst>
                        <p:par>
                          <p:cTn id="3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8" presetID="53" presetClass="exit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39" dur="500"/>
                                        <p:tgtEl>
                                          <p:spTgt spid="4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500"/>
                                        <p:tgtEl>
                                          <p:spTgt spid="4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41" dur="500"/>
                                        <p:tgtEl>
                                          <p:spTgt spid="4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53" presetClass="exit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44" dur="500"/>
                                        <p:tgtEl>
                                          <p:spTgt spid="4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500"/>
                                        <p:tgtEl>
                                          <p:spTgt spid="4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46" dur="500"/>
                                        <p:tgtEl>
                                          <p:spTgt spid="4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" presetID="53" presetClass="exit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49" dur="500"/>
                                        <p:tgtEl>
                                          <p:spTgt spid="4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500"/>
                                        <p:tgtEl>
                                          <p:spTgt spid="4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51" dur="500"/>
                                        <p:tgtEl>
                                          <p:spTgt spid="4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53" presetClass="exit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54" dur="500"/>
                                        <p:tgtEl>
                                          <p:spTgt spid="4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500"/>
                                        <p:tgtEl>
                                          <p:spTgt spid="4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56" dur="500"/>
                                        <p:tgtEl>
                                          <p:spTgt spid="4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 build="allAtOnce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 35">
            <a:extLst>
              <a:ext uri="{FF2B5EF4-FFF2-40B4-BE49-F238E27FC236}">
                <a16:creationId xmlns:a16="http://schemas.microsoft.com/office/drawing/2014/main" id="{2E371A8B-A710-4C2B-B919-318162BE02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92838" y="2427288"/>
            <a:ext cx="1308100" cy="221456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lIns="68580" tIns="0" rIns="68580" bIns="0"/>
          <a:lstStyle/>
          <a:p>
            <a:pPr algn="just">
              <a:lnSpc>
                <a:spcPct val="96000"/>
              </a:lnSpc>
              <a:defRPr/>
            </a:pP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x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 = </a:t>
            </a: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t</a:t>
            </a:r>
            <a:r>
              <a:rPr lang="en-US" altLang="zh-CN" i="1" baseline="-30000" dirty="0">
                <a:solidFill>
                  <a:prstClr val="black"/>
                </a:solidFill>
                <a:latin typeface="Times New Roman" pitchFamily="18" charset="0"/>
              </a:rPr>
              <a:t>3</a:t>
            </a:r>
            <a:endParaRPr lang="en-US" altLang="zh-CN" dirty="0">
              <a:solidFill>
                <a:prstClr val="black"/>
              </a:solidFill>
              <a:latin typeface="Times New Roman" pitchFamily="18" charset="0"/>
            </a:endParaRPr>
          </a:p>
          <a:p>
            <a:pPr algn="just">
              <a:lnSpc>
                <a:spcPct val="96000"/>
              </a:lnSpc>
              <a:defRPr/>
            </a:pP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t</a:t>
            </a:r>
            <a:r>
              <a:rPr lang="en-US" altLang="zh-CN" i="1" baseline="-30000" dirty="0">
                <a:solidFill>
                  <a:prstClr val="black"/>
                </a:solidFill>
                <a:latin typeface="Times New Roman" pitchFamily="18" charset="0"/>
              </a:rPr>
              <a:t>14</a:t>
            </a: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 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= </a:t>
            </a: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a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[</a:t>
            </a: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t</a:t>
            </a:r>
            <a:r>
              <a:rPr lang="en-US" altLang="zh-CN" i="1" baseline="-30000" dirty="0">
                <a:solidFill>
                  <a:prstClr val="black"/>
                </a:solidFill>
                <a:latin typeface="Times New Roman" pitchFamily="18" charset="0"/>
              </a:rPr>
              <a:t>1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]</a:t>
            </a:r>
          </a:p>
          <a:p>
            <a:pPr algn="just">
              <a:lnSpc>
                <a:spcPct val="96000"/>
              </a:lnSpc>
              <a:defRPr/>
            </a:pP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a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[</a:t>
            </a: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t</a:t>
            </a:r>
            <a:r>
              <a:rPr lang="en-US" altLang="zh-CN" i="1" baseline="-30000" dirty="0">
                <a:solidFill>
                  <a:prstClr val="black"/>
                </a:solidFill>
                <a:latin typeface="Times New Roman" pitchFamily="18" charset="0"/>
              </a:rPr>
              <a:t>2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] = </a:t>
            </a: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t</a:t>
            </a:r>
            <a:r>
              <a:rPr lang="en-US" altLang="zh-CN" i="1" baseline="-30000" dirty="0">
                <a:solidFill>
                  <a:prstClr val="black"/>
                </a:solidFill>
                <a:latin typeface="Times New Roman" pitchFamily="18" charset="0"/>
              </a:rPr>
              <a:t>14</a:t>
            </a:r>
            <a:endParaRPr lang="en-US" altLang="zh-CN" i="1" dirty="0">
              <a:solidFill>
                <a:prstClr val="black"/>
              </a:solidFill>
              <a:latin typeface="Times New Roman" pitchFamily="18" charset="0"/>
            </a:endParaRPr>
          </a:p>
          <a:p>
            <a:pPr algn="just">
              <a:lnSpc>
                <a:spcPct val="96000"/>
              </a:lnSpc>
              <a:defRPr/>
            </a:pP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a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[</a:t>
            </a: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t</a:t>
            </a:r>
            <a:r>
              <a:rPr lang="en-US" altLang="zh-CN" i="1" baseline="-30000" dirty="0">
                <a:solidFill>
                  <a:prstClr val="black"/>
                </a:solidFill>
                <a:latin typeface="Times New Roman" pitchFamily="18" charset="0"/>
              </a:rPr>
              <a:t>1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] = </a:t>
            </a: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x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 </a:t>
            </a:r>
          </a:p>
        </p:txBody>
      </p:sp>
      <p:sp>
        <p:nvSpPr>
          <p:cNvPr id="67587" name="Rectangle 4">
            <a:extLst>
              <a:ext uri="{FF2B5EF4-FFF2-40B4-BE49-F238E27FC236}">
                <a16:creationId xmlns:a16="http://schemas.microsoft.com/office/drawing/2014/main" id="{223610F3-92CB-4C92-AC56-9E18C833CF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例</a:t>
            </a:r>
          </a:p>
        </p:txBody>
      </p:sp>
      <p:sp>
        <p:nvSpPr>
          <p:cNvPr id="67588" name="Rectangle 25">
            <a:extLst>
              <a:ext uri="{FF2B5EF4-FFF2-40B4-BE49-F238E27FC236}">
                <a16:creationId xmlns:a16="http://schemas.microsoft.com/office/drawing/2014/main" id="{C81923E2-13D2-4DA8-A1D4-9328905F078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10288" y="2355850"/>
            <a:ext cx="1497012" cy="2330450"/>
          </a:xfrm>
          <a:prstGeom prst="rect">
            <a:avLst/>
          </a:prstGeom>
          <a:noFill/>
          <a:ln w="38100">
            <a:solidFill>
              <a:srgbClr val="FF0000"/>
            </a:solidFill>
            <a:prstDash val="lgDash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68580" tIns="34290" rIns="68580" bIns="34290" anchor="ctr"/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>
              <a:solidFill>
                <a:srgbClr val="000000"/>
              </a:solidFill>
              <a:cs typeface="楷体_GB2312" charset="0"/>
            </a:endParaRPr>
          </a:p>
        </p:txBody>
      </p:sp>
      <p:sp>
        <p:nvSpPr>
          <p:cNvPr id="30" name="Rectangle 33">
            <a:extLst>
              <a:ext uri="{FF2B5EF4-FFF2-40B4-BE49-F238E27FC236}">
                <a16:creationId xmlns:a16="http://schemas.microsoft.com/office/drawing/2014/main" id="{D25AF433-AA9F-4358-BC9E-6A1B3A14EF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47813" y="2255838"/>
            <a:ext cx="1189037" cy="240347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lIns="68580" tIns="0" rIns="68580" bIns="0"/>
          <a:lstStyle/>
          <a:p>
            <a:pPr algn="just">
              <a:lnSpc>
                <a:spcPct val="96000"/>
              </a:lnSpc>
              <a:defRPr/>
            </a:pP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x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 = </a:t>
            </a: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t</a:t>
            </a:r>
            <a:r>
              <a:rPr lang="en-US" altLang="zh-CN" i="1" baseline="-25000" dirty="0">
                <a:solidFill>
                  <a:prstClr val="black"/>
                </a:solidFill>
                <a:latin typeface="Times New Roman" pitchFamily="18" charset="0"/>
              </a:rPr>
              <a:t>3</a:t>
            </a:r>
            <a:endParaRPr lang="en-US" altLang="zh-CN" i="1" dirty="0">
              <a:solidFill>
                <a:prstClr val="black"/>
              </a:solidFill>
              <a:latin typeface="Times New Roman" pitchFamily="18" charset="0"/>
            </a:endParaRPr>
          </a:p>
          <a:p>
            <a:pPr algn="just">
              <a:lnSpc>
                <a:spcPct val="96000"/>
              </a:lnSpc>
              <a:defRPr/>
            </a:pP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a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[</a:t>
            </a: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t</a:t>
            </a:r>
            <a:r>
              <a:rPr lang="en-US" altLang="zh-CN" i="1" baseline="-25000" dirty="0">
                <a:solidFill>
                  <a:prstClr val="black"/>
                </a:solidFill>
                <a:latin typeface="Times New Roman" pitchFamily="18" charset="0"/>
              </a:rPr>
              <a:t>2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] = </a:t>
            </a: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t</a:t>
            </a:r>
            <a:r>
              <a:rPr lang="en-US" altLang="zh-CN" i="1" baseline="-25000" dirty="0">
                <a:solidFill>
                  <a:prstClr val="black"/>
                </a:solidFill>
                <a:latin typeface="Times New Roman" pitchFamily="18" charset="0"/>
              </a:rPr>
              <a:t>5</a:t>
            </a:r>
            <a:endParaRPr lang="en-US" altLang="zh-CN" i="1" dirty="0">
              <a:solidFill>
                <a:prstClr val="black"/>
              </a:solidFill>
              <a:latin typeface="Times New Roman" pitchFamily="18" charset="0"/>
            </a:endParaRPr>
          </a:p>
          <a:p>
            <a:pPr algn="just">
              <a:lnSpc>
                <a:spcPct val="96000"/>
              </a:lnSpc>
              <a:defRPr/>
            </a:pP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a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[</a:t>
            </a: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t</a:t>
            </a:r>
            <a:r>
              <a:rPr lang="en-US" altLang="zh-CN" i="1" baseline="-25000" dirty="0">
                <a:solidFill>
                  <a:prstClr val="black"/>
                </a:solidFill>
                <a:latin typeface="Times New Roman" pitchFamily="18" charset="0"/>
              </a:rPr>
              <a:t>4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] = </a:t>
            </a: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x</a:t>
            </a:r>
          </a:p>
          <a:p>
            <a:pPr algn="just">
              <a:lnSpc>
                <a:spcPct val="96000"/>
              </a:lnSpc>
              <a:defRPr/>
            </a:pPr>
            <a:r>
              <a:rPr lang="en-US" altLang="zh-CN" dirty="0" err="1">
                <a:solidFill>
                  <a:prstClr val="black"/>
                </a:solidFill>
                <a:latin typeface="Times New Roman" pitchFamily="18" charset="0"/>
              </a:rPr>
              <a:t>goto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 </a:t>
            </a: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B</a:t>
            </a:r>
            <a:r>
              <a:rPr lang="en-US" altLang="zh-CN" baseline="-25000" dirty="0">
                <a:solidFill>
                  <a:prstClr val="black"/>
                </a:solidFill>
                <a:latin typeface="Times New Roman" pitchFamily="18" charset="0"/>
              </a:rPr>
              <a:t>2</a:t>
            </a:r>
          </a:p>
        </p:txBody>
      </p:sp>
      <p:grpSp>
        <p:nvGrpSpPr>
          <p:cNvPr id="67590" name="组合 49">
            <a:extLst>
              <a:ext uri="{FF2B5EF4-FFF2-40B4-BE49-F238E27FC236}">
                <a16:creationId xmlns:a16="http://schemas.microsoft.com/office/drawing/2014/main" id="{87DD41FF-B202-4B3A-8674-868AC81438F1}"/>
              </a:ext>
            </a:extLst>
          </p:cNvPr>
          <p:cNvGrpSpPr>
            <a:grpSpLocks/>
          </p:cNvGrpSpPr>
          <p:nvPr/>
        </p:nvGrpSpPr>
        <p:grpSpPr bwMode="auto">
          <a:xfrm>
            <a:off x="1071563" y="195263"/>
            <a:ext cx="5056187" cy="4065587"/>
            <a:chOff x="1071538" y="195263"/>
            <a:chExt cx="5056212" cy="4065587"/>
          </a:xfrm>
        </p:grpSpPr>
        <p:sp>
          <p:nvSpPr>
            <p:cNvPr id="33" name="Rectangle 4">
              <a:extLst>
                <a:ext uri="{FF2B5EF4-FFF2-40B4-BE49-F238E27FC236}">
                  <a16:creationId xmlns:a16="http://schemas.microsoft.com/office/drawing/2014/main" id="{456F3210-182E-4E01-A6DF-86696923B09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25838" y="212725"/>
              <a:ext cx="1693871" cy="814388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8580" tIns="27000" rIns="68580" bIns="0"/>
            <a:lstStyle/>
            <a:p>
              <a:pPr algn="just">
                <a:lnSpc>
                  <a:spcPct val="70000"/>
                </a:lnSpc>
                <a:defRPr/>
              </a:pPr>
              <a:r>
                <a:rPr lang="en-US" altLang="zh-CN" i="1">
                  <a:solidFill>
                    <a:prstClr val="black"/>
                  </a:solidFill>
                  <a:latin typeface="Times New Roman" pitchFamily="18" charset="0"/>
                </a:rPr>
                <a:t>i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 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=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 m 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  <a:sym typeface="Symbol" pitchFamily="18" charset="2"/>
                </a:rPr>
                <a:t>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1</a:t>
              </a:r>
            </a:p>
            <a:p>
              <a:pPr algn="just">
                <a:lnSpc>
                  <a:spcPct val="70000"/>
                </a:lnSpc>
                <a:defRPr/>
              </a:pPr>
              <a:r>
                <a:rPr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j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 =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 n</a:t>
              </a:r>
            </a:p>
            <a:p>
              <a:pPr algn="just">
                <a:lnSpc>
                  <a:spcPct val="70000"/>
                </a:lnSpc>
                <a:defRPr/>
              </a:pPr>
              <a:r>
                <a:rPr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t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pitchFamily="18" charset="0"/>
                </a:rPr>
                <a:t>1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 = 4 </a:t>
              </a:r>
              <a:r>
                <a:rPr lang="en-US" altLang="zh-CN" dirty="0">
                  <a:solidFill>
                    <a:prstClr val="black"/>
                  </a:solidFill>
                  <a:latin typeface="宋体" pitchFamily="2" charset="-122"/>
                </a:rPr>
                <a:t>*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n</a:t>
              </a:r>
            </a:p>
            <a:p>
              <a:pPr algn="just">
                <a:lnSpc>
                  <a:spcPct val="70000"/>
                </a:lnSpc>
                <a:defRPr/>
              </a:pPr>
              <a:r>
                <a:rPr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v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 =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a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[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t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pitchFamily="18" charset="0"/>
                </a:rPr>
                <a:t>1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]</a:t>
              </a:r>
            </a:p>
          </p:txBody>
        </p:sp>
        <p:sp>
          <p:nvSpPr>
            <p:cNvPr id="34" name="Rectangle 5">
              <a:extLst>
                <a:ext uri="{FF2B5EF4-FFF2-40B4-BE49-F238E27FC236}">
                  <a16:creationId xmlns:a16="http://schemas.microsoft.com/office/drawing/2014/main" id="{6153D8D7-F6EE-4ECF-8EF5-8F4BDA8CFD2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22663" y="1350963"/>
              <a:ext cx="1711333" cy="814387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8580" tIns="27000" rIns="68580" bIns="27000"/>
            <a:lstStyle/>
            <a:p>
              <a:pPr algn="just">
                <a:lnSpc>
                  <a:spcPct val="70000"/>
                </a:lnSpc>
                <a:defRPr/>
              </a:pPr>
              <a:r>
                <a:rPr lang="en-US" altLang="zh-CN" i="1">
                  <a:solidFill>
                    <a:prstClr val="black"/>
                  </a:solidFill>
                  <a:latin typeface="Times New Roman" pitchFamily="18" charset="0"/>
                </a:rPr>
                <a:t>i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 =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 </a:t>
              </a:r>
              <a:r>
                <a:rPr lang="en-US" altLang="zh-CN" i="1">
                  <a:solidFill>
                    <a:prstClr val="black"/>
                  </a:solidFill>
                  <a:latin typeface="Times New Roman" pitchFamily="18" charset="0"/>
                </a:rPr>
                <a:t>i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 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+ 1</a:t>
              </a:r>
            </a:p>
            <a:p>
              <a:pPr algn="just">
                <a:lnSpc>
                  <a:spcPct val="70000"/>
                </a:lnSpc>
                <a:defRPr/>
              </a:pPr>
              <a:r>
                <a:rPr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t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pitchFamily="18" charset="0"/>
                </a:rPr>
                <a:t>2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 = 4 </a:t>
              </a:r>
              <a:r>
                <a:rPr lang="en-US" altLang="zh-CN" dirty="0">
                  <a:solidFill>
                    <a:prstClr val="black"/>
                  </a:solidFill>
                  <a:latin typeface="宋体" pitchFamily="2" charset="-122"/>
                </a:rPr>
                <a:t>*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 </a:t>
              </a:r>
              <a:r>
                <a:rPr lang="en-US" altLang="zh-CN" i="1">
                  <a:solidFill>
                    <a:prstClr val="black"/>
                  </a:solidFill>
                  <a:latin typeface="Times New Roman" pitchFamily="18" charset="0"/>
                </a:rPr>
                <a:t>i</a:t>
              </a:r>
              <a:endParaRPr lang="en-US" altLang="zh-CN" i="1" dirty="0">
                <a:solidFill>
                  <a:prstClr val="black"/>
                </a:solidFill>
                <a:latin typeface="Times New Roman" pitchFamily="18" charset="0"/>
              </a:endParaRPr>
            </a:p>
            <a:p>
              <a:pPr algn="just">
                <a:lnSpc>
                  <a:spcPct val="70000"/>
                </a:lnSpc>
                <a:defRPr/>
              </a:pPr>
              <a:r>
                <a:rPr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t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pitchFamily="18" charset="0"/>
                </a:rPr>
                <a:t>3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 =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a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[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t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pitchFamily="18" charset="0"/>
                </a:rPr>
                <a:t>2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]</a:t>
              </a:r>
            </a:p>
            <a:p>
              <a:pPr algn="just">
                <a:lnSpc>
                  <a:spcPct val="70000"/>
                </a:lnSpc>
                <a:defRPr/>
              </a:pPr>
              <a:r>
                <a:rPr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if t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pitchFamily="18" charset="0"/>
                </a:rPr>
                <a:t>3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 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&lt;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v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 </a:t>
              </a:r>
              <a:r>
                <a:rPr lang="en-US" altLang="zh-CN" i="1" dirty="0" err="1">
                  <a:solidFill>
                    <a:prstClr val="black"/>
                  </a:solidFill>
                  <a:latin typeface="Times New Roman" pitchFamily="18" charset="0"/>
                </a:rPr>
                <a:t>goto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B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pitchFamily="18" charset="0"/>
                </a:rPr>
                <a:t>2</a:t>
              </a:r>
            </a:p>
          </p:txBody>
        </p:sp>
        <p:sp>
          <p:nvSpPr>
            <p:cNvPr id="67596" name="Rectangle 6">
              <a:extLst>
                <a:ext uri="{FF2B5EF4-FFF2-40B4-BE49-F238E27FC236}">
                  <a16:creationId xmlns:a16="http://schemas.microsoft.com/office/drawing/2014/main" id="{2A336C0F-2BA1-4775-A519-8B4317AE916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46713" y="195263"/>
              <a:ext cx="393700" cy="22066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0" rIns="0" bIns="0"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i="1">
                  <a:solidFill>
                    <a:srgbClr val="000000"/>
                  </a:solidFill>
                  <a:latin typeface="Times New Roman" panose="02020603050405020304" pitchFamily="18" charset="0"/>
                </a:rPr>
                <a:t>B</a:t>
              </a:r>
              <a:r>
                <a:rPr lang="en-US" altLang="zh-CN" i="1" baseline="-25000">
                  <a:solidFill>
                    <a:srgbClr val="000000"/>
                  </a:solidFill>
                  <a:latin typeface="Times New Roman" panose="02020603050405020304" pitchFamily="18" charset="0"/>
                </a:rPr>
                <a:t>1</a:t>
              </a:r>
              <a:endParaRPr lang="en-US" altLang="zh-CN" i="1">
                <a:solidFill>
                  <a:srgbClr val="000000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67597" name="Rectangle 7">
              <a:extLst>
                <a:ext uri="{FF2B5EF4-FFF2-40B4-BE49-F238E27FC236}">
                  <a16:creationId xmlns:a16="http://schemas.microsoft.com/office/drawing/2014/main" id="{A835426A-0C1F-4286-A204-E94CEED91F4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29256" y="1258888"/>
              <a:ext cx="627062" cy="3254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i="1">
                  <a:solidFill>
                    <a:srgbClr val="000000"/>
                  </a:solidFill>
                  <a:latin typeface="Times New Roman" panose="02020603050405020304" pitchFamily="18" charset="0"/>
                </a:rPr>
                <a:t>B</a:t>
              </a:r>
              <a:r>
                <a:rPr lang="en-US" altLang="zh-CN" i="1" baseline="-25000">
                  <a:solidFill>
                    <a:srgbClr val="000000"/>
                  </a:solidFill>
                  <a:latin typeface="Times New Roman" panose="02020603050405020304" pitchFamily="18" charset="0"/>
                </a:rPr>
                <a:t>2</a:t>
              </a:r>
              <a:endParaRPr lang="en-US" altLang="zh-CN" i="1">
                <a:solidFill>
                  <a:srgbClr val="000000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37" name="Rectangle 8">
              <a:extLst>
                <a:ext uri="{FF2B5EF4-FFF2-40B4-BE49-F238E27FC236}">
                  <a16:creationId xmlns:a16="http://schemas.microsoft.com/office/drawing/2014/main" id="{D6E37B8A-8616-45C8-B1C3-AF2B84E8B93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40126" y="2500313"/>
              <a:ext cx="1711333" cy="81280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8580" tIns="27000" rIns="68580" bIns="27000"/>
            <a:lstStyle/>
            <a:p>
              <a:pPr algn="just">
                <a:lnSpc>
                  <a:spcPct val="70000"/>
                </a:lnSpc>
                <a:defRPr/>
              </a:pPr>
              <a:r>
                <a:rPr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j 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=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j 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  <a:sym typeface="Symbol" pitchFamily="18" charset="2"/>
                </a:rPr>
                <a:t>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1</a:t>
              </a:r>
            </a:p>
            <a:p>
              <a:pPr algn="just">
                <a:lnSpc>
                  <a:spcPct val="70000"/>
                </a:lnSpc>
                <a:defRPr/>
              </a:pPr>
              <a:r>
                <a:rPr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t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pitchFamily="18" charset="0"/>
                </a:rPr>
                <a:t>4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 = 4 </a:t>
              </a:r>
              <a:r>
                <a:rPr lang="en-US" altLang="zh-CN" dirty="0">
                  <a:solidFill>
                    <a:prstClr val="black"/>
                  </a:solidFill>
                  <a:latin typeface="宋体" pitchFamily="2" charset="-122"/>
                </a:rPr>
                <a:t>*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j</a:t>
              </a:r>
            </a:p>
            <a:p>
              <a:pPr algn="just">
                <a:lnSpc>
                  <a:spcPct val="70000"/>
                </a:lnSpc>
                <a:defRPr/>
              </a:pPr>
              <a:r>
                <a:rPr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t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pitchFamily="18" charset="0"/>
                </a:rPr>
                <a:t>5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 =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a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[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t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pitchFamily="18" charset="0"/>
                </a:rPr>
                <a:t>4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]</a:t>
              </a:r>
            </a:p>
            <a:p>
              <a:pPr algn="just">
                <a:lnSpc>
                  <a:spcPct val="70000"/>
                </a:lnSpc>
                <a:defRPr/>
              </a:pPr>
              <a:r>
                <a:rPr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if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t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pitchFamily="18" charset="0"/>
                </a:rPr>
                <a:t>5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 &gt;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v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 </a:t>
              </a:r>
              <a:r>
                <a:rPr lang="en-US" altLang="zh-CN" i="1" dirty="0" err="1">
                  <a:solidFill>
                    <a:prstClr val="black"/>
                  </a:solidFill>
                  <a:latin typeface="Times New Roman" pitchFamily="18" charset="0"/>
                </a:rPr>
                <a:t>goto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B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pitchFamily="18" charset="0"/>
                </a:rPr>
                <a:t>3</a:t>
              </a:r>
            </a:p>
          </p:txBody>
        </p:sp>
        <p:sp>
          <p:nvSpPr>
            <p:cNvPr id="67599" name="Line 9">
              <a:extLst>
                <a:ext uri="{FF2B5EF4-FFF2-40B4-BE49-F238E27FC236}">
                  <a16:creationId xmlns:a16="http://schemas.microsoft.com/office/drawing/2014/main" id="{C63FEE87-A2E4-4B43-9453-9A00C15FC0B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457700" y="1035050"/>
              <a:ext cx="0" cy="315913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67600" name="Line 10">
              <a:extLst>
                <a:ext uri="{FF2B5EF4-FFF2-40B4-BE49-F238E27FC236}">
                  <a16:creationId xmlns:a16="http://schemas.microsoft.com/office/drawing/2014/main" id="{0F5435D9-9BA7-45C2-BB05-4E3DAAB95E2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440238" y="2184400"/>
              <a:ext cx="0" cy="315913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40" name="Rectangle 11">
              <a:extLst>
                <a:ext uri="{FF2B5EF4-FFF2-40B4-BE49-F238E27FC236}">
                  <a16:creationId xmlns:a16="http://schemas.microsoft.com/office/drawing/2014/main" id="{D312F686-45CD-40CE-BFD0-109E45AA27B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40126" y="3662363"/>
              <a:ext cx="1725621" cy="30480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7500" tIns="0" rIns="0" bIns="0"/>
            <a:lstStyle/>
            <a:p>
              <a:pPr algn="just">
                <a:lnSpc>
                  <a:spcPct val="96000"/>
                </a:lnSpc>
                <a:defRPr/>
              </a:pPr>
              <a:r>
                <a:rPr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if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 </a:t>
              </a:r>
              <a:r>
                <a:rPr lang="en-US" altLang="zh-CN" i="1">
                  <a:solidFill>
                    <a:prstClr val="black"/>
                  </a:solidFill>
                  <a:latin typeface="Times New Roman" pitchFamily="18" charset="0"/>
                </a:rPr>
                <a:t>i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 &gt;=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j </a:t>
              </a:r>
              <a:r>
                <a:rPr lang="en-US" altLang="zh-CN" i="1" dirty="0" err="1">
                  <a:solidFill>
                    <a:prstClr val="black"/>
                  </a:solidFill>
                  <a:latin typeface="Times New Roman" pitchFamily="18" charset="0"/>
                </a:rPr>
                <a:t>goto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B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pitchFamily="18" charset="0"/>
                </a:rPr>
                <a:t>6</a:t>
              </a:r>
            </a:p>
          </p:txBody>
        </p:sp>
        <p:sp>
          <p:nvSpPr>
            <p:cNvPr id="67602" name="Line 12">
              <a:extLst>
                <a:ext uri="{FF2B5EF4-FFF2-40B4-BE49-F238E27FC236}">
                  <a16:creationId xmlns:a16="http://schemas.microsoft.com/office/drawing/2014/main" id="{D6176C9E-E7C6-4FB6-880B-2E8C347D7C2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440238" y="3332163"/>
              <a:ext cx="0" cy="319087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67603" name="Rectangle 14">
              <a:extLst>
                <a:ext uri="{FF2B5EF4-FFF2-40B4-BE49-F238E27FC236}">
                  <a16:creationId xmlns:a16="http://schemas.microsoft.com/office/drawing/2014/main" id="{061C87E0-EBEA-450B-9758-D36ED941DD3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46723" y="3567113"/>
              <a:ext cx="625475" cy="3238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i="1">
                  <a:solidFill>
                    <a:srgbClr val="000000"/>
                  </a:solidFill>
                  <a:latin typeface="Times New Roman" panose="02020603050405020304" pitchFamily="18" charset="0"/>
                </a:rPr>
                <a:t>B</a:t>
              </a:r>
              <a:r>
                <a:rPr lang="en-US" altLang="zh-CN" i="1" baseline="-25000">
                  <a:solidFill>
                    <a:srgbClr val="000000"/>
                  </a:solidFill>
                  <a:latin typeface="Times New Roman" panose="02020603050405020304" pitchFamily="18" charset="0"/>
                </a:rPr>
                <a:t>4</a:t>
              </a:r>
              <a:endParaRPr lang="en-US" altLang="zh-CN" i="1">
                <a:solidFill>
                  <a:srgbClr val="000000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67604" name="Rectangle 15">
              <a:extLst>
                <a:ext uri="{FF2B5EF4-FFF2-40B4-BE49-F238E27FC236}">
                  <a16:creationId xmlns:a16="http://schemas.microsoft.com/office/drawing/2014/main" id="{BBFA9EBF-D6EE-4A3F-ADB3-F1C578B31EE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43548" y="2408238"/>
              <a:ext cx="628650" cy="3270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i="1">
                  <a:solidFill>
                    <a:srgbClr val="000000"/>
                  </a:solidFill>
                  <a:latin typeface="Times New Roman" panose="02020603050405020304" pitchFamily="18" charset="0"/>
                </a:rPr>
                <a:t>B</a:t>
              </a:r>
              <a:r>
                <a:rPr lang="en-US" altLang="zh-CN" i="1" baseline="-25000">
                  <a:solidFill>
                    <a:srgbClr val="000000"/>
                  </a:solidFill>
                  <a:latin typeface="Times New Roman" panose="02020603050405020304" pitchFamily="18" charset="0"/>
                </a:rPr>
                <a:t>3</a:t>
              </a:r>
              <a:endParaRPr lang="en-US" altLang="zh-CN" i="1">
                <a:solidFill>
                  <a:srgbClr val="000000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67605" name="Rectangle 16">
              <a:extLst>
                <a:ext uri="{FF2B5EF4-FFF2-40B4-BE49-F238E27FC236}">
                  <a16:creationId xmlns:a16="http://schemas.microsoft.com/office/drawing/2014/main" id="{C0B004E3-3969-409D-BE1F-8FBC874F1F3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71538" y="2283718"/>
              <a:ext cx="514350" cy="3254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i="1">
                  <a:solidFill>
                    <a:srgbClr val="000000"/>
                  </a:solidFill>
                  <a:latin typeface="Times New Roman" panose="02020603050405020304" pitchFamily="18" charset="0"/>
                </a:rPr>
                <a:t>B</a:t>
              </a:r>
              <a:r>
                <a:rPr lang="en-US" altLang="zh-CN" i="1" baseline="-25000">
                  <a:solidFill>
                    <a:srgbClr val="000000"/>
                  </a:solidFill>
                  <a:latin typeface="Times New Roman" panose="02020603050405020304" pitchFamily="18" charset="0"/>
                </a:rPr>
                <a:t>5</a:t>
              </a:r>
              <a:endParaRPr lang="en-US" altLang="zh-CN" i="1">
                <a:solidFill>
                  <a:srgbClr val="000000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67606" name="Line 18">
              <a:extLst>
                <a:ext uri="{FF2B5EF4-FFF2-40B4-BE49-F238E27FC236}">
                  <a16:creationId xmlns:a16="http://schemas.microsoft.com/office/drawing/2014/main" id="{36004B14-0765-4DE5-8B4D-B8805DC49BDE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754313" y="3967163"/>
              <a:ext cx="1503362" cy="293687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67607" name="Line 19">
              <a:extLst>
                <a:ext uri="{FF2B5EF4-FFF2-40B4-BE49-F238E27FC236}">
                  <a16:creationId xmlns:a16="http://schemas.microsoft.com/office/drawing/2014/main" id="{A4685C00-5AB2-4483-9D70-3FC570D571A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40263" y="3967163"/>
              <a:ext cx="1487487" cy="293687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67608" name="Freeform 21">
              <a:extLst>
                <a:ext uri="{FF2B5EF4-FFF2-40B4-BE49-F238E27FC236}">
                  <a16:creationId xmlns:a16="http://schemas.microsoft.com/office/drawing/2014/main" id="{A81E8EE7-C73B-4209-87DF-BEF9C8628C46}"/>
                </a:ext>
              </a:extLst>
            </p:cNvPr>
            <p:cNvSpPr>
              <a:spLocks/>
            </p:cNvSpPr>
            <p:nvPr/>
          </p:nvSpPr>
          <p:spPr bwMode="auto">
            <a:xfrm rot="367755">
              <a:off x="2913895" y="1183839"/>
              <a:ext cx="768350" cy="1097720"/>
            </a:xfrm>
            <a:custGeom>
              <a:avLst/>
              <a:gdLst>
                <a:gd name="T0" fmla="*/ 2147483646 w 722"/>
                <a:gd name="T1" fmla="*/ 2147483646 h 1447"/>
                <a:gd name="T2" fmla="*/ 2147483646 w 722"/>
                <a:gd name="T3" fmla="*/ 2147483646 h 1447"/>
                <a:gd name="T4" fmla="*/ 2147483646 w 722"/>
                <a:gd name="T5" fmla="*/ 2147483646 h 1447"/>
                <a:gd name="T6" fmla="*/ 2147483646 w 722"/>
                <a:gd name="T7" fmla="*/ 2147483646 h 1447"/>
                <a:gd name="T8" fmla="*/ 2147483646 w 722"/>
                <a:gd name="T9" fmla="*/ 2147483646 h 1447"/>
                <a:gd name="T10" fmla="*/ 2147483646 w 722"/>
                <a:gd name="T11" fmla="*/ 2147483646 h 1447"/>
                <a:gd name="T12" fmla="*/ 2147483646 w 722"/>
                <a:gd name="T13" fmla="*/ 2147483646 h 1447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722"/>
                <a:gd name="T22" fmla="*/ 0 h 1447"/>
                <a:gd name="T23" fmla="*/ 722 w 722"/>
                <a:gd name="T24" fmla="*/ 1447 h 1447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722" h="1447">
                  <a:moveTo>
                    <a:pt x="722" y="1251"/>
                  </a:moveTo>
                  <a:cubicBezTo>
                    <a:pt x="605" y="1349"/>
                    <a:pt x="489" y="1447"/>
                    <a:pt x="392" y="1447"/>
                  </a:cubicBezTo>
                  <a:cubicBezTo>
                    <a:pt x="295" y="1447"/>
                    <a:pt x="203" y="1376"/>
                    <a:pt x="138" y="1251"/>
                  </a:cubicBezTo>
                  <a:cubicBezTo>
                    <a:pt x="73" y="1126"/>
                    <a:pt x="0" y="879"/>
                    <a:pt x="3" y="697"/>
                  </a:cubicBezTo>
                  <a:cubicBezTo>
                    <a:pt x="6" y="515"/>
                    <a:pt x="83" y="272"/>
                    <a:pt x="153" y="157"/>
                  </a:cubicBezTo>
                  <a:cubicBezTo>
                    <a:pt x="223" y="42"/>
                    <a:pt x="338" y="0"/>
                    <a:pt x="423" y="7"/>
                  </a:cubicBezTo>
                  <a:cubicBezTo>
                    <a:pt x="508" y="14"/>
                    <a:pt x="612" y="161"/>
                    <a:pt x="662" y="201"/>
                  </a:cubicBezTo>
                </a:path>
              </a:pathLst>
            </a:cu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67609" name="Freeform 22">
              <a:extLst>
                <a:ext uri="{FF2B5EF4-FFF2-40B4-BE49-F238E27FC236}">
                  <a16:creationId xmlns:a16="http://schemas.microsoft.com/office/drawing/2014/main" id="{8B2C044C-30A7-4E01-B8D2-E2350A35C423}"/>
                </a:ext>
              </a:extLst>
            </p:cNvPr>
            <p:cNvSpPr>
              <a:spLocks/>
            </p:cNvSpPr>
            <p:nvPr/>
          </p:nvSpPr>
          <p:spPr bwMode="auto">
            <a:xfrm rot="190181">
              <a:off x="2923094" y="2346797"/>
              <a:ext cx="754062" cy="1106149"/>
            </a:xfrm>
            <a:custGeom>
              <a:avLst/>
              <a:gdLst>
                <a:gd name="T0" fmla="*/ 2147483646 w 722"/>
                <a:gd name="T1" fmla="*/ 2147483646 h 1447"/>
                <a:gd name="T2" fmla="*/ 2147483646 w 722"/>
                <a:gd name="T3" fmla="*/ 2147483646 h 1447"/>
                <a:gd name="T4" fmla="*/ 2147483646 w 722"/>
                <a:gd name="T5" fmla="*/ 2147483646 h 1447"/>
                <a:gd name="T6" fmla="*/ 2147483646 w 722"/>
                <a:gd name="T7" fmla="*/ 2147483646 h 1447"/>
                <a:gd name="T8" fmla="*/ 2147483646 w 722"/>
                <a:gd name="T9" fmla="*/ 2147483646 h 1447"/>
                <a:gd name="T10" fmla="*/ 2147483646 w 722"/>
                <a:gd name="T11" fmla="*/ 2147483646 h 1447"/>
                <a:gd name="T12" fmla="*/ 2147483646 w 722"/>
                <a:gd name="T13" fmla="*/ 2147483646 h 1447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722"/>
                <a:gd name="T22" fmla="*/ 0 h 1447"/>
                <a:gd name="T23" fmla="*/ 722 w 722"/>
                <a:gd name="T24" fmla="*/ 1447 h 1447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722" h="1447">
                  <a:moveTo>
                    <a:pt x="722" y="1251"/>
                  </a:moveTo>
                  <a:cubicBezTo>
                    <a:pt x="605" y="1349"/>
                    <a:pt x="489" y="1447"/>
                    <a:pt x="392" y="1447"/>
                  </a:cubicBezTo>
                  <a:cubicBezTo>
                    <a:pt x="295" y="1447"/>
                    <a:pt x="203" y="1376"/>
                    <a:pt x="138" y="1251"/>
                  </a:cubicBezTo>
                  <a:cubicBezTo>
                    <a:pt x="73" y="1126"/>
                    <a:pt x="0" y="879"/>
                    <a:pt x="3" y="697"/>
                  </a:cubicBezTo>
                  <a:cubicBezTo>
                    <a:pt x="6" y="515"/>
                    <a:pt x="83" y="272"/>
                    <a:pt x="153" y="157"/>
                  </a:cubicBezTo>
                  <a:cubicBezTo>
                    <a:pt x="223" y="42"/>
                    <a:pt x="338" y="0"/>
                    <a:pt x="423" y="7"/>
                  </a:cubicBezTo>
                  <a:cubicBezTo>
                    <a:pt x="508" y="14"/>
                    <a:pt x="612" y="161"/>
                    <a:pt x="662" y="201"/>
                  </a:cubicBezTo>
                </a:path>
              </a:pathLst>
            </a:cu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</p:grpSp>
      <p:sp>
        <p:nvSpPr>
          <p:cNvPr id="28" name="任意多边形 27">
            <a:extLst>
              <a:ext uri="{FF2B5EF4-FFF2-40B4-BE49-F238E27FC236}">
                <a16:creationId xmlns:a16="http://schemas.microsoft.com/office/drawing/2014/main" id="{FA13D284-63A5-49DD-9A78-C41716BDA94C}"/>
              </a:ext>
            </a:extLst>
          </p:cNvPr>
          <p:cNvSpPr/>
          <p:nvPr/>
        </p:nvSpPr>
        <p:spPr>
          <a:xfrm>
            <a:off x="946150" y="793750"/>
            <a:ext cx="2874963" cy="4319588"/>
          </a:xfrm>
          <a:custGeom>
            <a:avLst/>
            <a:gdLst>
              <a:gd name="connsiteX0" fmla="*/ 807738 w 2874532"/>
              <a:gd name="connsiteY0" fmla="*/ 3903406 h 4319190"/>
              <a:gd name="connsiteX1" fmla="*/ 143858 w 2874532"/>
              <a:gd name="connsiteY1" fmla="*/ 3991088 h 4319190"/>
              <a:gd name="connsiteX2" fmla="*/ 269119 w 2874532"/>
              <a:gd name="connsiteY2" fmla="*/ 295910 h 4319190"/>
              <a:gd name="connsiteX3" fmla="*/ 2874532 w 2874532"/>
              <a:gd name="connsiteY3" fmla="*/ 496327 h 43191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74532" h="4319190">
                <a:moveTo>
                  <a:pt x="807738" y="3903406"/>
                </a:moveTo>
                <a:cubicBezTo>
                  <a:pt x="520683" y="4247871"/>
                  <a:pt x="233628" y="4592337"/>
                  <a:pt x="143858" y="3991088"/>
                </a:cubicBezTo>
                <a:cubicBezTo>
                  <a:pt x="54088" y="3389839"/>
                  <a:pt x="-185993" y="878370"/>
                  <a:pt x="269119" y="295910"/>
                </a:cubicBezTo>
                <a:cubicBezTo>
                  <a:pt x="724231" y="-286550"/>
                  <a:pt x="1799381" y="104888"/>
                  <a:pt x="2874532" y="496327"/>
                </a:cubicBezTo>
              </a:path>
            </a:pathLst>
          </a:custGeom>
          <a:noFill/>
          <a:ln w="25400">
            <a:solidFill>
              <a:schemeClr val="tx1"/>
            </a:solidFill>
            <a:tailEnd type="stealth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38" name="Rectangle 35">
            <a:extLst>
              <a:ext uri="{FF2B5EF4-FFF2-40B4-BE49-F238E27FC236}">
                <a16:creationId xmlns:a16="http://schemas.microsoft.com/office/drawing/2014/main" id="{48F89647-E4C6-4BBF-A285-A56EC5BB6E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92838" y="700088"/>
            <a:ext cx="1308100" cy="1135062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w="25400">
            <a:solidFill>
              <a:schemeClr val="tx1"/>
            </a:solidFill>
            <a:prstDash val="dash"/>
            <a:miter lim="800000"/>
            <a:headEnd/>
            <a:tailEnd/>
          </a:ln>
        </p:spPr>
        <p:txBody>
          <a:bodyPr lIns="68580" tIns="0" rIns="68580" bIns="0"/>
          <a:lstStyle/>
          <a:p>
            <a:pPr algn="just">
              <a:lnSpc>
                <a:spcPct val="96000"/>
              </a:lnSpc>
              <a:defRPr/>
            </a:pP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x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 = </a:t>
            </a: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t</a:t>
            </a:r>
            <a:r>
              <a:rPr lang="en-US" altLang="zh-CN" i="1" baseline="-30000" dirty="0">
                <a:solidFill>
                  <a:prstClr val="black"/>
                </a:solidFill>
                <a:latin typeface="Times New Roman" pitchFamily="18" charset="0"/>
              </a:rPr>
              <a:t>3</a:t>
            </a:r>
            <a:endParaRPr lang="en-US" altLang="zh-CN" dirty="0">
              <a:solidFill>
                <a:prstClr val="black"/>
              </a:solidFill>
              <a:latin typeface="Times New Roman" pitchFamily="18" charset="0"/>
            </a:endParaRPr>
          </a:p>
          <a:p>
            <a:pPr algn="just">
              <a:lnSpc>
                <a:spcPct val="96000"/>
              </a:lnSpc>
              <a:defRPr/>
            </a:pP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t</a:t>
            </a:r>
            <a:r>
              <a:rPr lang="en-US" altLang="zh-CN" i="1" baseline="-30000" dirty="0">
                <a:solidFill>
                  <a:prstClr val="black"/>
                </a:solidFill>
                <a:latin typeface="Times New Roman" pitchFamily="18" charset="0"/>
              </a:rPr>
              <a:t>14</a:t>
            </a: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 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= </a:t>
            </a: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a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[</a:t>
            </a: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t</a:t>
            </a:r>
            <a:r>
              <a:rPr lang="en-US" altLang="zh-CN" i="1" baseline="-30000" dirty="0">
                <a:solidFill>
                  <a:prstClr val="black"/>
                </a:solidFill>
                <a:latin typeface="Times New Roman" pitchFamily="18" charset="0"/>
              </a:rPr>
              <a:t>1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]</a:t>
            </a:r>
          </a:p>
          <a:p>
            <a:pPr algn="just">
              <a:lnSpc>
                <a:spcPct val="96000"/>
              </a:lnSpc>
              <a:defRPr/>
            </a:pP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a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[</a:t>
            </a: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t</a:t>
            </a:r>
            <a:r>
              <a:rPr lang="en-US" altLang="zh-CN" i="1" baseline="-30000" dirty="0">
                <a:solidFill>
                  <a:prstClr val="black"/>
                </a:solidFill>
                <a:latin typeface="Times New Roman" pitchFamily="18" charset="0"/>
              </a:rPr>
              <a:t>2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] = </a:t>
            </a: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t</a:t>
            </a:r>
            <a:r>
              <a:rPr lang="en-US" altLang="zh-CN" i="1" baseline="-30000" dirty="0">
                <a:solidFill>
                  <a:prstClr val="black"/>
                </a:solidFill>
                <a:latin typeface="Times New Roman" pitchFamily="18" charset="0"/>
              </a:rPr>
              <a:t>14</a:t>
            </a:r>
            <a:endParaRPr lang="en-US" altLang="zh-CN" i="1" dirty="0">
              <a:solidFill>
                <a:prstClr val="black"/>
              </a:solidFill>
              <a:latin typeface="Times New Roman" pitchFamily="18" charset="0"/>
            </a:endParaRPr>
          </a:p>
          <a:p>
            <a:pPr algn="just">
              <a:lnSpc>
                <a:spcPct val="96000"/>
              </a:lnSpc>
              <a:defRPr/>
            </a:pP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a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[</a:t>
            </a: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t</a:t>
            </a:r>
            <a:r>
              <a:rPr lang="en-US" altLang="zh-CN" i="1" baseline="-30000" dirty="0">
                <a:solidFill>
                  <a:prstClr val="black"/>
                </a:solidFill>
                <a:latin typeface="Times New Roman" pitchFamily="18" charset="0"/>
              </a:rPr>
              <a:t>1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] = </a:t>
            </a: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x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 </a:t>
            </a:r>
          </a:p>
        </p:txBody>
      </p:sp>
      <p:sp>
        <p:nvSpPr>
          <p:cNvPr id="67593" name="Rectangle 20">
            <a:extLst>
              <a:ext uri="{FF2B5EF4-FFF2-40B4-BE49-F238E27FC236}">
                <a16:creationId xmlns:a16="http://schemas.microsoft.com/office/drawing/2014/main" id="{92A097DF-D76F-4737-AE4F-686625FA061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64388" y="2066925"/>
            <a:ext cx="627062" cy="327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just"/>
            <a:r>
              <a:rPr lang="en-US" altLang="zh-CN" i="1">
                <a:latin typeface="Times New Roman" panose="02020603050405020304" pitchFamily="18" charset="0"/>
              </a:rPr>
              <a:t>B</a:t>
            </a:r>
            <a:r>
              <a:rPr lang="en-US" altLang="zh-CN" i="1" baseline="-25000">
                <a:latin typeface="Times New Roman" panose="02020603050405020304" pitchFamily="18" charset="0"/>
              </a:rPr>
              <a:t>6</a:t>
            </a:r>
            <a:endParaRPr lang="en-US" altLang="zh-CN" i="1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4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4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4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4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4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4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4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53" presetClass="exit" presetSubtype="3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28" dur="500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500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30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 35">
            <a:extLst>
              <a:ext uri="{FF2B5EF4-FFF2-40B4-BE49-F238E27FC236}">
                <a16:creationId xmlns:a16="http://schemas.microsoft.com/office/drawing/2014/main" id="{AB3374C4-BCD7-44B9-94BB-1AA296C9C5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92838" y="2427288"/>
            <a:ext cx="1308100" cy="221456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lIns="68580" tIns="0" rIns="68580" bIns="0"/>
          <a:lstStyle/>
          <a:p>
            <a:pPr algn="just">
              <a:lnSpc>
                <a:spcPct val="96000"/>
              </a:lnSpc>
              <a:defRPr/>
            </a:pP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x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 = </a:t>
            </a: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t</a:t>
            </a:r>
            <a:r>
              <a:rPr lang="en-US" altLang="zh-CN" i="1" baseline="-30000" dirty="0">
                <a:solidFill>
                  <a:prstClr val="black"/>
                </a:solidFill>
                <a:latin typeface="Times New Roman" pitchFamily="18" charset="0"/>
              </a:rPr>
              <a:t>3</a:t>
            </a:r>
            <a:endParaRPr lang="en-US" altLang="zh-CN" dirty="0">
              <a:solidFill>
                <a:prstClr val="black"/>
              </a:solidFill>
              <a:latin typeface="Times New Roman" pitchFamily="18" charset="0"/>
            </a:endParaRPr>
          </a:p>
          <a:p>
            <a:pPr algn="just">
              <a:lnSpc>
                <a:spcPct val="96000"/>
              </a:lnSpc>
              <a:defRPr/>
            </a:pP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t</a:t>
            </a:r>
            <a:r>
              <a:rPr lang="en-US" altLang="zh-CN" i="1" baseline="-30000" dirty="0">
                <a:solidFill>
                  <a:prstClr val="black"/>
                </a:solidFill>
                <a:latin typeface="Times New Roman" pitchFamily="18" charset="0"/>
              </a:rPr>
              <a:t>14</a:t>
            </a: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 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= </a:t>
            </a: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a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[</a:t>
            </a: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t</a:t>
            </a:r>
            <a:r>
              <a:rPr lang="en-US" altLang="zh-CN" i="1" baseline="-30000" dirty="0">
                <a:solidFill>
                  <a:prstClr val="black"/>
                </a:solidFill>
                <a:latin typeface="Times New Roman" pitchFamily="18" charset="0"/>
              </a:rPr>
              <a:t>1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]</a:t>
            </a:r>
          </a:p>
          <a:p>
            <a:pPr algn="just">
              <a:lnSpc>
                <a:spcPct val="96000"/>
              </a:lnSpc>
              <a:defRPr/>
            </a:pP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a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[</a:t>
            </a: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t</a:t>
            </a:r>
            <a:r>
              <a:rPr lang="en-US" altLang="zh-CN" i="1" baseline="-30000" dirty="0">
                <a:solidFill>
                  <a:prstClr val="black"/>
                </a:solidFill>
                <a:latin typeface="Times New Roman" pitchFamily="18" charset="0"/>
              </a:rPr>
              <a:t>2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] = </a:t>
            </a: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t</a:t>
            </a:r>
            <a:r>
              <a:rPr lang="en-US" altLang="zh-CN" i="1" baseline="-30000" dirty="0">
                <a:solidFill>
                  <a:prstClr val="black"/>
                </a:solidFill>
                <a:latin typeface="Times New Roman" pitchFamily="18" charset="0"/>
              </a:rPr>
              <a:t>14</a:t>
            </a:r>
            <a:endParaRPr lang="en-US" altLang="zh-CN" i="1" dirty="0">
              <a:solidFill>
                <a:prstClr val="black"/>
              </a:solidFill>
              <a:latin typeface="Times New Roman" pitchFamily="18" charset="0"/>
            </a:endParaRPr>
          </a:p>
          <a:p>
            <a:pPr algn="just">
              <a:lnSpc>
                <a:spcPct val="96000"/>
              </a:lnSpc>
              <a:defRPr/>
            </a:pP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a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[</a:t>
            </a: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t</a:t>
            </a:r>
            <a:r>
              <a:rPr lang="en-US" altLang="zh-CN" i="1" baseline="-30000" dirty="0">
                <a:solidFill>
                  <a:prstClr val="black"/>
                </a:solidFill>
                <a:latin typeface="Times New Roman" pitchFamily="18" charset="0"/>
              </a:rPr>
              <a:t>1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] = </a:t>
            </a: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x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 </a:t>
            </a:r>
          </a:p>
        </p:txBody>
      </p:sp>
      <p:sp>
        <p:nvSpPr>
          <p:cNvPr id="69635" name="Rectangle 4">
            <a:extLst>
              <a:ext uri="{FF2B5EF4-FFF2-40B4-BE49-F238E27FC236}">
                <a16:creationId xmlns:a16="http://schemas.microsoft.com/office/drawing/2014/main" id="{FBD1D8E2-0327-4BB5-9DFD-E73D2FCCF1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例</a:t>
            </a:r>
          </a:p>
        </p:txBody>
      </p:sp>
      <p:sp>
        <p:nvSpPr>
          <p:cNvPr id="69636" name="Rectangle 25">
            <a:extLst>
              <a:ext uri="{FF2B5EF4-FFF2-40B4-BE49-F238E27FC236}">
                <a16:creationId xmlns:a16="http://schemas.microsoft.com/office/drawing/2014/main" id="{7AD55DD0-F40B-488F-965D-1B9A91D889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10288" y="2355850"/>
            <a:ext cx="1497012" cy="2330450"/>
          </a:xfrm>
          <a:prstGeom prst="rect">
            <a:avLst/>
          </a:prstGeom>
          <a:noFill/>
          <a:ln w="38100">
            <a:solidFill>
              <a:srgbClr val="FF0000"/>
            </a:solidFill>
            <a:prstDash val="lgDash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68580" tIns="34290" rIns="68580" bIns="34290" anchor="ctr"/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>
              <a:solidFill>
                <a:srgbClr val="000000"/>
              </a:solidFill>
              <a:cs typeface="楷体_GB2312" charset="0"/>
            </a:endParaRPr>
          </a:p>
        </p:txBody>
      </p:sp>
      <p:sp>
        <p:nvSpPr>
          <p:cNvPr id="30" name="Rectangle 33">
            <a:extLst>
              <a:ext uri="{FF2B5EF4-FFF2-40B4-BE49-F238E27FC236}">
                <a16:creationId xmlns:a16="http://schemas.microsoft.com/office/drawing/2014/main" id="{8B623950-36CC-4C11-8D69-4A7F408CC17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47813" y="2255838"/>
            <a:ext cx="1189037" cy="240347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lIns="68580" tIns="0" rIns="68580" bIns="0"/>
          <a:lstStyle/>
          <a:p>
            <a:pPr algn="just">
              <a:lnSpc>
                <a:spcPct val="96000"/>
              </a:lnSpc>
              <a:defRPr/>
            </a:pP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x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 = </a:t>
            </a: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t</a:t>
            </a:r>
            <a:r>
              <a:rPr lang="en-US" altLang="zh-CN" i="1" baseline="-25000" dirty="0">
                <a:solidFill>
                  <a:prstClr val="black"/>
                </a:solidFill>
                <a:latin typeface="Times New Roman" pitchFamily="18" charset="0"/>
              </a:rPr>
              <a:t>3</a:t>
            </a:r>
            <a:endParaRPr lang="en-US" altLang="zh-CN" i="1" dirty="0">
              <a:solidFill>
                <a:prstClr val="black"/>
              </a:solidFill>
              <a:latin typeface="Times New Roman" pitchFamily="18" charset="0"/>
            </a:endParaRPr>
          </a:p>
          <a:p>
            <a:pPr algn="just">
              <a:lnSpc>
                <a:spcPct val="96000"/>
              </a:lnSpc>
              <a:defRPr/>
            </a:pP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a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[</a:t>
            </a: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t</a:t>
            </a:r>
            <a:r>
              <a:rPr lang="en-US" altLang="zh-CN" i="1" baseline="-25000" dirty="0">
                <a:solidFill>
                  <a:prstClr val="black"/>
                </a:solidFill>
                <a:latin typeface="Times New Roman" pitchFamily="18" charset="0"/>
              </a:rPr>
              <a:t>2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] = </a:t>
            </a: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t</a:t>
            </a:r>
            <a:r>
              <a:rPr lang="en-US" altLang="zh-CN" i="1" baseline="-25000" dirty="0">
                <a:solidFill>
                  <a:prstClr val="black"/>
                </a:solidFill>
                <a:latin typeface="Times New Roman" pitchFamily="18" charset="0"/>
              </a:rPr>
              <a:t>5</a:t>
            </a:r>
            <a:endParaRPr lang="en-US" altLang="zh-CN" i="1" dirty="0">
              <a:solidFill>
                <a:prstClr val="black"/>
              </a:solidFill>
              <a:latin typeface="Times New Roman" pitchFamily="18" charset="0"/>
            </a:endParaRPr>
          </a:p>
          <a:p>
            <a:pPr algn="just">
              <a:lnSpc>
                <a:spcPct val="96000"/>
              </a:lnSpc>
              <a:defRPr/>
            </a:pP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a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[</a:t>
            </a: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t</a:t>
            </a:r>
            <a:r>
              <a:rPr lang="en-US" altLang="zh-CN" i="1" baseline="-25000" dirty="0">
                <a:solidFill>
                  <a:prstClr val="black"/>
                </a:solidFill>
                <a:latin typeface="Times New Roman" pitchFamily="18" charset="0"/>
              </a:rPr>
              <a:t>4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] = </a:t>
            </a: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x</a:t>
            </a:r>
          </a:p>
          <a:p>
            <a:pPr algn="just">
              <a:lnSpc>
                <a:spcPct val="96000"/>
              </a:lnSpc>
              <a:defRPr/>
            </a:pPr>
            <a:r>
              <a:rPr lang="en-US" altLang="zh-CN" dirty="0" err="1">
                <a:solidFill>
                  <a:prstClr val="black"/>
                </a:solidFill>
                <a:latin typeface="Times New Roman" pitchFamily="18" charset="0"/>
              </a:rPr>
              <a:t>goto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 </a:t>
            </a: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B</a:t>
            </a:r>
            <a:r>
              <a:rPr lang="en-US" altLang="zh-CN" baseline="-25000" dirty="0">
                <a:solidFill>
                  <a:prstClr val="black"/>
                </a:solidFill>
                <a:latin typeface="Times New Roman" pitchFamily="18" charset="0"/>
              </a:rPr>
              <a:t>2</a:t>
            </a:r>
          </a:p>
        </p:txBody>
      </p:sp>
      <p:grpSp>
        <p:nvGrpSpPr>
          <p:cNvPr id="69638" name="组合 49">
            <a:extLst>
              <a:ext uri="{FF2B5EF4-FFF2-40B4-BE49-F238E27FC236}">
                <a16:creationId xmlns:a16="http://schemas.microsoft.com/office/drawing/2014/main" id="{4775293A-CF29-4D42-917F-31E21DD533A2}"/>
              </a:ext>
            </a:extLst>
          </p:cNvPr>
          <p:cNvGrpSpPr>
            <a:grpSpLocks/>
          </p:cNvGrpSpPr>
          <p:nvPr/>
        </p:nvGrpSpPr>
        <p:grpSpPr bwMode="auto">
          <a:xfrm>
            <a:off x="1071563" y="195263"/>
            <a:ext cx="5056187" cy="4065587"/>
            <a:chOff x="1071538" y="195263"/>
            <a:chExt cx="5056212" cy="4065587"/>
          </a:xfrm>
        </p:grpSpPr>
        <p:sp>
          <p:nvSpPr>
            <p:cNvPr id="33" name="Rectangle 4">
              <a:extLst>
                <a:ext uri="{FF2B5EF4-FFF2-40B4-BE49-F238E27FC236}">
                  <a16:creationId xmlns:a16="http://schemas.microsoft.com/office/drawing/2014/main" id="{54DF1889-C5B7-4C16-AF88-D00F4D3BC5D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25838" y="212725"/>
              <a:ext cx="1693871" cy="814388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8580" tIns="27000" rIns="68580" bIns="0"/>
            <a:lstStyle/>
            <a:p>
              <a:pPr algn="just">
                <a:lnSpc>
                  <a:spcPct val="70000"/>
                </a:lnSpc>
                <a:defRPr/>
              </a:pPr>
              <a:r>
                <a:rPr lang="en-US" altLang="zh-CN" i="1">
                  <a:solidFill>
                    <a:prstClr val="black"/>
                  </a:solidFill>
                  <a:latin typeface="Times New Roman" pitchFamily="18" charset="0"/>
                </a:rPr>
                <a:t>i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 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=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 m 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  <a:sym typeface="Symbol" pitchFamily="18" charset="2"/>
                </a:rPr>
                <a:t>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1</a:t>
              </a:r>
            </a:p>
            <a:p>
              <a:pPr algn="just">
                <a:lnSpc>
                  <a:spcPct val="70000"/>
                </a:lnSpc>
                <a:defRPr/>
              </a:pPr>
              <a:r>
                <a:rPr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j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 =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 n</a:t>
              </a:r>
            </a:p>
            <a:p>
              <a:pPr algn="just">
                <a:lnSpc>
                  <a:spcPct val="70000"/>
                </a:lnSpc>
                <a:defRPr/>
              </a:pPr>
              <a:r>
                <a:rPr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t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pitchFamily="18" charset="0"/>
                </a:rPr>
                <a:t>1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 = 4 </a:t>
              </a:r>
              <a:r>
                <a:rPr lang="en-US" altLang="zh-CN" dirty="0">
                  <a:solidFill>
                    <a:prstClr val="black"/>
                  </a:solidFill>
                  <a:latin typeface="宋体" pitchFamily="2" charset="-122"/>
                </a:rPr>
                <a:t>*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n</a:t>
              </a:r>
            </a:p>
            <a:p>
              <a:pPr algn="just">
                <a:lnSpc>
                  <a:spcPct val="70000"/>
                </a:lnSpc>
                <a:defRPr/>
              </a:pPr>
              <a:r>
                <a:rPr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v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 =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a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[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t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pitchFamily="18" charset="0"/>
                </a:rPr>
                <a:t>1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]</a:t>
              </a:r>
            </a:p>
          </p:txBody>
        </p:sp>
        <p:sp>
          <p:nvSpPr>
            <p:cNvPr id="34" name="Rectangle 5">
              <a:extLst>
                <a:ext uri="{FF2B5EF4-FFF2-40B4-BE49-F238E27FC236}">
                  <a16:creationId xmlns:a16="http://schemas.microsoft.com/office/drawing/2014/main" id="{FF6C84DA-21F0-4C57-9B72-4922B95BFB7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22663" y="1350963"/>
              <a:ext cx="1711333" cy="814387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8580" tIns="27000" rIns="68580" bIns="27000"/>
            <a:lstStyle/>
            <a:p>
              <a:pPr algn="just">
                <a:lnSpc>
                  <a:spcPct val="70000"/>
                </a:lnSpc>
                <a:defRPr/>
              </a:pPr>
              <a:r>
                <a:rPr lang="en-US" altLang="zh-CN" i="1">
                  <a:solidFill>
                    <a:prstClr val="black"/>
                  </a:solidFill>
                  <a:latin typeface="Times New Roman" pitchFamily="18" charset="0"/>
                </a:rPr>
                <a:t>i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 =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 </a:t>
              </a:r>
              <a:r>
                <a:rPr lang="en-US" altLang="zh-CN" i="1">
                  <a:solidFill>
                    <a:prstClr val="black"/>
                  </a:solidFill>
                  <a:latin typeface="Times New Roman" pitchFamily="18" charset="0"/>
                </a:rPr>
                <a:t>i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 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+ 1</a:t>
              </a:r>
            </a:p>
            <a:p>
              <a:pPr algn="just">
                <a:lnSpc>
                  <a:spcPct val="70000"/>
                </a:lnSpc>
                <a:defRPr/>
              </a:pPr>
              <a:r>
                <a:rPr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t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pitchFamily="18" charset="0"/>
                </a:rPr>
                <a:t>2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 = 4 </a:t>
              </a:r>
              <a:r>
                <a:rPr lang="en-US" altLang="zh-CN" dirty="0">
                  <a:solidFill>
                    <a:prstClr val="black"/>
                  </a:solidFill>
                  <a:latin typeface="宋体" pitchFamily="2" charset="-122"/>
                </a:rPr>
                <a:t>*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 </a:t>
              </a:r>
              <a:r>
                <a:rPr lang="en-US" altLang="zh-CN" i="1">
                  <a:solidFill>
                    <a:prstClr val="black"/>
                  </a:solidFill>
                  <a:latin typeface="Times New Roman" pitchFamily="18" charset="0"/>
                </a:rPr>
                <a:t>i</a:t>
              </a:r>
              <a:endParaRPr lang="en-US" altLang="zh-CN" i="1" dirty="0">
                <a:solidFill>
                  <a:prstClr val="black"/>
                </a:solidFill>
                <a:latin typeface="Times New Roman" pitchFamily="18" charset="0"/>
              </a:endParaRPr>
            </a:p>
            <a:p>
              <a:pPr algn="just">
                <a:lnSpc>
                  <a:spcPct val="70000"/>
                </a:lnSpc>
                <a:defRPr/>
              </a:pPr>
              <a:r>
                <a:rPr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t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pitchFamily="18" charset="0"/>
                </a:rPr>
                <a:t>3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 =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a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[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t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pitchFamily="18" charset="0"/>
                </a:rPr>
                <a:t>2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]</a:t>
              </a:r>
            </a:p>
            <a:p>
              <a:pPr algn="just">
                <a:lnSpc>
                  <a:spcPct val="70000"/>
                </a:lnSpc>
                <a:defRPr/>
              </a:pPr>
              <a:r>
                <a:rPr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if t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pitchFamily="18" charset="0"/>
                </a:rPr>
                <a:t>3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 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&lt;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v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 </a:t>
              </a:r>
              <a:r>
                <a:rPr lang="en-US" altLang="zh-CN" i="1" dirty="0" err="1">
                  <a:solidFill>
                    <a:prstClr val="black"/>
                  </a:solidFill>
                  <a:latin typeface="Times New Roman" pitchFamily="18" charset="0"/>
                </a:rPr>
                <a:t>goto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B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pitchFamily="18" charset="0"/>
                </a:rPr>
                <a:t>2</a:t>
              </a:r>
            </a:p>
          </p:txBody>
        </p:sp>
        <p:sp>
          <p:nvSpPr>
            <p:cNvPr id="69644" name="Rectangle 6">
              <a:extLst>
                <a:ext uri="{FF2B5EF4-FFF2-40B4-BE49-F238E27FC236}">
                  <a16:creationId xmlns:a16="http://schemas.microsoft.com/office/drawing/2014/main" id="{75069121-E786-478B-9C92-852FAD0DD47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46713" y="195263"/>
              <a:ext cx="393700" cy="22066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0" rIns="0" bIns="0"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i="1">
                  <a:solidFill>
                    <a:srgbClr val="000000"/>
                  </a:solidFill>
                  <a:latin typeface="Times New Roman" panose="02020603050405020304" pitchFamily="18" charset="0"/>
                </a:rPr>
                <a:t>B</a:t>
              </a:r>
              <a:r>
                <a:rPr lang="en-US" altLang="zh-CN" i="1" baseline="-25000">
                  <a:solidFill>
                    <a:srgbClr val="000000"/>
                  </a:solidFill>
                  <a:latin typeface="Times New Roman" panose="02020603050405020304" pitchFamily="18" charset="0"/>
                </a:rPr>
                <a:t>1</a:t>
              </a:r>
              <a:endParaRPr lang="en-US" altLang="zh-CN" i="1">
                <a:solidFill>
                  <a:srgbClr val="000000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69645" name="Rectangle 7">
              <a:extLst>
                <a:ext uri="{FF2B5EF4-FFF2-40B4-BE49-F238E27FC236}">
                  <a16:creationId xmlns:a16="http://schemas.microsoft.com/office/drawing/2014/main" id="{8D8B84B3-A881-4C95-902D-524A8563B36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29256" y="1258888"/>
              <a:ext cx="627062" cy="3254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i="1">
                  <a:solidFill>
                    <a:srgbClr val="000000"/>
                  </a:solidFill>
                  <a:latin typeface="Times New Roman" panose="02020603050405020304" pitchFamily="18" charset="0"/>
                </a:rPr>
                <a:t>B</a:t>
              </a:r>
              <a:r>
                <a:rPr lang="en-US" altLang="zh-CN" i="1" baseline="-25000">
                  <a:solidFill>
                    <a:srgbClr val="000000"/>
                  </a:solidFill>
                  <a:latin typeface="Times New Roman" panose="02020603050405020304" pitchFamily="18" charset="0"/>
                </a:rPr>
                <a:t>2</a:t>
              </a:r>
              <a:endParaRPr lang="en-US" altLang="zh-CN" i="1">
                <a:solidFill>
                  <a:srgbClr val="000000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37" name="Rectangle 8">
              <a:extLst>
                <a:ext uri="{FF2B5EF4-FFF2-40B4-BE49-F238E27FC236}">
                  <a16:creationId xmlns:a16="http://schemas.microsoft.com/office/drawing/2014/main" id="{6E270FC2-C1F8-42C9-9FB9-74B9C11CBB9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40126" y="2500313"/>
              <a:ext cx="1711333" cy="81280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8580" tIns="27000" rIns="68580" bIns="27000"/>
            <a:lstStyle/>
            <a:p>
              <a:pPr algn="just">
                <a:lnSpc>
                  <a:spcPct val="70000"/>
                </a:lnSpc>
                <a:defRPr/>
              </a:pPr>
              <a:r>
                <a:rPr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j 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=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j 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  <a:sym typeface="Symbol" pitchFamily="18" charset="2"/>
                </a:rPr>
                <a:t>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1</a:t>
              </a:r>
            </a:p>
            <a:p>
              <a:pPr algn="just">
                <a:lnSpc>
                  <a:spcPct val="70000"/>
                </a:lnSpc>
                <a:defRPr/>
              </a:pPr>
              <a:r>
                <a:rPr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t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pitchFamily="18" charset="0"/>
                </a:rPr>
                <a:t>4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 = 4 </a:t>
              </a:r>
              <a:r>
                <a:rPr lang="en-US" altLang="zh-CN" dirty="0">
                  <a:solidFill>
                    <a:prstClr val="black"/>
                  </a:solidFill>
                  <a:latin typeface="宋体" pitchFamily="2" charset="-122"/>
                </a:rPr>
                <a:t>*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j</a:t>
              </a:r>
            </a:p>
            <a:p>
              <a:pPr algn="just">
                <a:lnSpc>
                  <a:spcPct val="70000"/>
                </a:lnSpc>
                <a:defRPr/>
              </a:pPr>
              <a:r>
                <a:rPr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t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pitchFamily="18" charset="0"/>
                </a:rPr>
                <a:t>5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 =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a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[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t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pitchFamily="18" charset="0"/>
                </a:rPr>
                <a:t>4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]</a:t>
              </a:r>
            </a:p>
            <a:p>
              <a:pPr algn="just">
                <a:lnSpc>
                  <a:spcPct val="70000"/>
                </a:lnSpc>
                <a:defRPr/>
              </a:pPr>
              <a:r>
                <a:rPr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if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t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pitchFamily="18" charset="0"/>
                </a:rPr>
                <a:t>5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 &gt;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v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 </a:t>
              </a:r>
              <a:r>
                <a:rPr lang="en-US" altLang="zh-CN" i="1" dirty="0" err="1">
                  <a:solidFill>
                    <a:prstClr val="black"/>
                  </a:solidFill>
                  <a:latin typeface="Times New Roman" pitchFamily="18" charset="0"/>
                </a:rPr>
                <a:t>goto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B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pitchFamily="18" charset="0"/>
                </a:rPr>
                <a:t>3</a:t>
              </a:r>
            </a:p>
          </p:txBody>
        </p:sp>
        <p:sp>
          <p:nvSpPr>
            <p:cNvPr id="69647" name="Line 9">
              <a:extLst>
                <a:ext uri="{FF2B5EF4-FFF2-40B4-BE49-F238E27FC236}">
                  <a16:creationId xmlns:a16="http://schemas.microsoft.com/office/drawing/2014/main" id="{6F4089D3-F40D-4F83-A383-5A4D3F75B34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457700" y="1035050"/>
              <a:ext cx="0" cy="315913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69648" name="Line 10">
              <a:extLst>
                <a:ext uri="{FF2B5EF4-FFF2-40B4-BE49-F238E27FC236}">
                  <a16:creationId xmlns:a16="http://schemas.microsoft.com/office/drawing/2014/main" id="{656206A4-2D1D-48A5-8E6D-B805E1AF220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440238" y="2184400"/>
              <a:ext cx="0" cy="315913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40" name="Rectangle 11">
              <a:extLst>
                <a:ext uri="{FF2B5EF4-FFF2-40B4-BE49-F238E27FC236}">
                  <a16:creationId xmlns:a16="http://schemas.microsoft.com/office/drawing/2014/main" id="{60CBF3B3-7058-4FFF-B609-49379EFD0B0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40126" y="3662363"/>
              <a:ext cx="1725621" cy="30480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7500" tIns="0" rIns="0" bIns="0"/>
            <a:lstStyle/>
            <a:p>
              <a:pPr algn="just">
                <a:lnSpc>
                  <a:spcPct val="96000"/>
                </a:lnSpc>
                <a:defRPr/>
              </a:pPr>
              <a:r>
                <a:rPr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if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 </a:t>
              </a:r>
              <a:r>
                <a:rPr lang="en-US" altLang="zh-CN" i="1">
                  <a:solidFill>
                    <a:prstClr val="black"/>
                  </a:solidFill>
                  <a:latin typeface="Times New Roman" pitchFamily="18" charset="0"/>
                </a:rPr>
                <a:t>i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 &gt;=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j </a:t>
              </a:r>
              <a:r>
                <a:rPr lang="en-US" altLang="zh-CN" i="1" dirty="0" err="1">
                  <a:solidFill>
                    <a:prstClr val="black"/>
                  </a:solidFill>
                  <a:latin typeface="Times New Roman" pitchFamily="18" charset="0"/>
                </a:rPr>
                <a:t>goto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B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pitchFamily="18" charset="0"/>
                </a:rPr>
                <a:t>6</a:t>
              </a:r>
            </a:p>
          </p:txBody>
        </p:sp>
        <p:sp>
          <p:nvSpPr>
            <p:cNvPr id="69650" name="Line 12">
              <a:extLst>
                <a:ext uri="{FF2B5EF4-FFF2-40B4-BE49-F238E27FC236}">
                  <a16:creationId xmlns:a16="http://schemas.microsoft.com/office/drawing/2014/main" id="{D4272A36-DAAA-4654-BA2A-76847259C54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440238" y="3332163"/>
              <a:ext cx="0" cy="319087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69651" name="Rectangle 14">
              <a:extLst>
                <a:ext uri="{FF2B5EF4-FFF2-40B4-BE49-F238E27FC236}">
                  <a16:creationId xmlns:a16="http://schemas.microsoft.com/office/drawing/2014/main" id="{ECF536BC-9608-4891-8767-992DCE98F81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46723" y="3567113"/>
              <a:ext cx="625475" cy="3238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i="1">
                  <a:solidFill>
                    <a:srgbClr val="000000"/>
                  </a:solidFill>
                  <a:latin typeface="Times New Roman" panose="02020603050405020304" pitchFamily="18" charset="0"/>
                </a:rPr>
                <a:t>B</a:t>
              </a:r>
              <a:r>
                <a:rPr lang="en-US" altLang="zh-CN" i="1" baseline="-25000">
                  <a:solidFill>
                    <a:srgbClr val="000000"/>
                  </a:solidFill>
                  <a:latin typeface="Times New Roman" panose="02020603050405020304" pitchFamily="18" charset="0"/>
                </a:rPr>
                <a:t>4</a:t>
              </a:r>
              <a:endParaRPr lang="en-US" altLang="zh-CN" i="1">
                <a:solidFill>
                  <a:srgbClr val="000000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69652" name="Rectangle 15">
              <a:extLst>
                <a:ext uri="{FF2B5EF4-FFF2-40B4-BE49-F238E27FC236}">
                  <a16:creationId xmlns:a16="http://schemas.microsoft.com/office/drawing/2014/main" id="{5D5BA12B-92C9-4766-9E62-12BF68738C7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43548" y="2408238"/>
              <a:ext cx="628650" cy="3270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i="1">
                  <a:solidFill>
                    <a:srgbClr val="000000"/>
                  </a:solidFill>
                  <a:latin typeface="Times New Roman" panose="02020603050405020304" pitchFamily="18" charset="0"/>
                </a:rPr>
                <a:t>B</a:t>
              </a:r>
              <a:r>
                <a:rPr lang="en-US" altLang="zh-CN" i="1" baseline="-25000">
                  <a:solidFill>
                    <a:srgbClr val="000000"/>
                  </a:solidFill>
                  <a:latin typeface="Times New Roman" panose="02020603050405020304" pitchFamily="18" charset="0"/>
                </a:rPr>
                <a:t>3</a:t>
              </a:r>
              <a:endParaRPr lang="en-US" altLang="zh-CN" i="1">
                <a:solidFill>
                  <a:srgbClr val="000000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69653" name="Rectangle 16">
              <a:extLst>
                <a:ext uri="{FF2B5EF4-FFF2-40B4-BE49-F238E27FC236}">
                  <a16:creationId xmlns:a16="http://schemas.microsoft.com/office/drawing/2014/main" id="{3DB7C39D-1EF9-4ADE-A751-DB6166D2EF4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71538" y="2283718"/>
              <a:ext cx="514350" cy="3254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i="1">
                  <a:solidFill>
                    <a:srgbClr val="000000"/>
                  </a:solidFill>
                  <a:latin typeface="Times New Roman" panose="02020603050405020304" pitchFamily="18" charset="0"/>
                </a:rPr>
                <a:t>B</a:t>
              </a:r>
              <a:r>
                <a:rPr lang="en-US" altLang="zh-CN" i="1" baseline="-25000">
                  <a:solidFill>
                    <a:srgbClr val="000000"/>
                  </a:solidFill>
                  <a:latin typeface="Times New Roman" panose="02020603050405020304" pitchFamily="18" charset="0"/>
                </a:rPr>
                <a:t>5</a:t>
              </a:r>
              <a:endParaRPr lang="en-US" altLang="zh-CN" i="1">
                <a:solidFill>
                  <a:srgbClr val="000000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69654" name="Line 18">
              <a:extLst>
                <a:ext uri="{FF2B5EF4-FFF2-40B4-BE49-F238E27FC236}">
                  <a16:creationId xmlns:a16="http://schemas.microsoft.com/office/drawing/2014/main" id="{D3895578-5854-415B-BFF5-1D183C3C00CD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754313" y="3967163"/>
              <a:ext cx="1503362" cy="293687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69655" name="Line 19">
              <a:extLst>
                <a:ext uri="{FF2B5EF4-FFF2-40B4-BE49-F238E27FC236}">
                  <a16:creationId xmlns:a16="http://schemas.microsoft.com/office/drawing/2014/main" id="{DEA73F12-D2F1-4220-A770-60BA8745599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40263" y="3967163"/>
              <a:ext cx="1487487" cy="293687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69656" name="Freeform 21">
              <a:extLst>
                <a:ext uri="{FF2B5EF4-FFF2-40B4-BE49-F238E27FC236}">
                  <a16:creationId xmlns:a16="http://schemas.microsoft.com/office/drawing/2014/main" id="{6B3054B1-EA0D-4313-8CE4-1F67B9F0E27D}"/>
                </a:ext>
              </a:extLst>
            </p:cNvPr>
            <p:cNvSpPr>
              <a:spLocks/>
            </p:cNvSpPr>
            <p:nvPr/>
          </p:nvSpPr>
          <p:spPr bwMode="auto">
            <a:xfrm rot="367755">
              <a:off x="2913895" y="1183839"/>
              <a:ext cx="768350" cy="1097720"/>
            </a:xfrm>
            <a:custGeom>
              <a:avLst/>
              <a:gdLst>
                <a:gd name="T0" fmla="*/ 2147483646 w 722"/>
                <a:gd name="T1" fmla="*/ 2147483646 h 1447"/>
                <a:gd name="T2" fmla="*/ 2147483646 w 722"/>
                <a:gd name="T3" fmla="*/ 2147483646 h 1447"/>
                <a:gd name="T4" fmla="*/ 2147483646 w 722"/>
                <a:gd name="T5" fmla="*/ 2147483646 h 1447"/>
                <a:gd name="T6" fmla="*/ 2147483646 w 722"/>
                <a:gd name="T7" fmla="*/ 2147483646 h 1447"/>
                <a:gd name="T8" fmla="*/ 2147483646 w 722"/>
                <a:gd name="T9" fmla="*/ 2147483646 h 1447"/>
                <a:gd name="T10" fmla="*/ 2147483646 w 722"/>
                <a:gd name="T11" fmla="*/ 2147483646 h 1447"/>
                <a:gd name="T12" fmla="*/ 2147483646 w 722"/>
                <a:gd name="T13" fmla="*/ 2147483646 h 1447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722"/>
                <a:gd name="T22" fmla="*/ 0 h 1447"/>
                <a:gd name="T23" fmla="*/ 722 w 722"/>
                <a:gd name="T24" fmla="*/ 1447 h 1447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722" h="1447">
                  <a:moveTo>
                    <a:pt x="722" y="1251"/>
                  </a:moveTo>
                  <a:cubicBezTo>
                    <a:pt x="605" y="1349"/>
                    <a:pt x="489" y="1447"/>
                    <a:pt x="392" y="1447"/>
                  </a:cubicBezTo>
                  <a:cubicBezTo>
                    <a:pt x="295" y="1447"/>
                    <a:pt x="203" y="1376"/>
                    <a:pt x="138" y="1251"/>
                  </a:cubicBezTo>
                  <a:cubicBezTo>
                    <a:pt x="73" y="1126"/>
                    <a:pt x="0" y="879"/>
                    <a:pt x="3" y="697"/>
                  </a:cubicBezTo>
                  <a:cubicBezTo>
                    <a:pt x="6" y="515"/>
                    <a:pt x="83" y="272"/>
                    <a:pt x="153" y="157"/>
                  </a:cubicBezTo>
                  <a:cubicBezTo>
                    <a:pt x="223" y="42"/>
                    <a:pt x="338" y="0"/>
                    <a:pt x="423" y="7"/>
                  </a:cubicBezTo>
                  <a:cubicBezTo>
                    <a:pt x="508" y="14"/>
                    <a:pt x="612" y="161"/>
                    <a:pt x="662" y="201"/>
                  </a:cubicBezTo>
                </a:path>
              </a:pathLst>
            </a:cu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69657" name="Freeform 22">
              <a:extLst>
                <a:ext uri="{FF2B5EF4-FFF2-40B4-BE49-F238E27FC236}">
                  <a16:creationId xmlns:a16="http://schemas.microsoft.com/office/drawing/2014/main" id="{E25E2303-735A-4E94-B3FA-329693B392F4}"/>
                </a:ext>
              </a:extLst>
            </p:cNvPr>
            <p:cNvSpPr>
              <a:spLocks/>
            </p:cNvSpPr>
            <p:nvPr/>
          </p:nvSpPr>
          <p:spPr bwMode="auto">
            <a:xfrm rot="190181">
              <a:off x="2923094" y="2346797"/>
              <a:ext cx="754062" cy="1106149"/>
            </a:xfrm>
            <a:custGeom>
              <a:avLst/>
              <a:gdLst>
                <a:gd name="T0" fmla="*/ 2147483646 w 722"/>
                <a:gd name="T1" fmla="*/ 2147483646 h 1447"/>
                <a:gd name="T2" fmla="*/ 2147483646 w 722"/>
                <a:gd name="T3" fmla="*/ 2147483646 h 1447"/>
                <a:gd name="T4" fmla="*/ 2147483646 w 722"/>
                <a:gd name="T5" fmla="*/ 2147483646 h 1447"/>
                <a:gd name="T6" fmla="*/ 2147483646 w 722"/>
                <a:gd name="T7" fmla="*/ 2147483646 h 1447"/>
                <a:gd name="T8" fmla="*/ 2147483646 w 722"/>
                <a:gd name="T9" fmla="*/ 2147483646 h 1447"/>
                <a:gd name="T10" fmla="*/ 2147483646 w 722"/>
                <a:gd name="T11" fmla="*/ 2147483646 h 1447"/>
                <a:gd name="T12" fmla="*/ 2147483646 w 722"/>
                <a:gd name="T13" fmla="*/ 2147483646 h 1447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722"/>
                <a:gd name="T22" fmla="*/ 0 h 1447"/>
                <a:gd name="T23" fmla="*/ 722 w 722"/>
                <a:gd name="T24" fmla="*/ 1447 h 1447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722" h="1447">
                  <a:moveTo>
                    <a:pt x="722" y="1251"/>
                  </a:moveTo>
                  <a:cubicBezTo>
                    <a:pt x="605" y="1349"/>
                    <a:pt x="489" y="1447"/>
                    <a:pt x="392" y="1447"/>
                  </a:cubicBezTo>
                  <a:cubicBezTo>
                    <a:pt x="295" y="1447"/>
                    <a:pt x="203" y="1376"/>
                    <a:pt x="138" y="1251"/>
                  </a:cubicBezTo>
                  <a:cubicBezTo>
                    <a:pt x="73" y="1126"/>
                    <a:pt x="0" y="879"/>
                    <a:pt x="3" y="697"/>
                  </a:cubicBezTo>
                  <a:cubicBezTo>
                    <a:pt x="6" y="515"/>
                    <a:pt x="83" y="272"/>
                    <a:pt x="153" y="157"/>
                  </a:cubicBezTo>
                  <a:cubicBezTo>
                    <a:pt x="223" y="42"/>
                    <a:pt x="338" y="0"/>
                    <a:pt x="423" y="7"/>
                  </a:cubicBezTo>
                  <a:cubicBezTo>
                    <a:pt x="508" y="14"/>
                    <a:pt x="612" y="161"/>
                    <a:pt x="662" y="201"/>
                  </a:cubicBezTo>
                </a:path>
              </a:pathLst>
            </a:cu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</p:grpSp>
      <p:sp>
        <p:nvSpPr>
          <p:cNvPr id="28" name="任意多边形 27">
            <a:extLst>
              <a:ext uri="{FF2B5EF4-FFF2-40B4-BE49-F238E27FC236}">
                <a16:creationId xmlns:a16="http://schemas.microsoft.com/office/drawing/2014/main" id="{C006E90F-1CF2-49F4-804B-3BAABF5219FD}"/>
              </a:ext>
            </a:extLst>
          </p:cNvPr>
          <p:cNvSpPr/>
          <p:nvPr/>
        </p:nvSpPr>
        <p:spPr>
          <a:xfrm>
            <a:off x="946150" y="793750"/>
            <a:ext cx="2874963" cy="4319588"/>
          </a:xfrm>
          <a:custGeom>
            <a:avLst/>
            <a:gdLst>
              <a:gd name="connsiteX0" fmla="*/ 807738 w 2874532"/>
              <a:gd name="connsiteY0" fmla="*/ 3903406 h 4319190"/>
              <a:gd name="connsiteX1" fmla="*/ 143858 w 2874532"/>
              <a:gd name="connsiteY1" fmla="*/ 3991088 h 4319190"/>
              <a:gd name="connsiteX2" fmla="*/ 269119 w 2874532"/>
              <a:gd name="connsiteY2" fmla="*/ 295910 h 4319190"/>
              <a:gd name="connsiteX3" fmla="*/ 2874532 w 2874532"/>
              <a:gd name="connsiteY3" fmla="*/ 496327 h 43191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74532" h="4319190">
                <a:moveTo>
                  <a:pt x="807738" y="3903406"/>
                </a:moveTo>
                <a:cubicBezTo>
                  <a:pt x="520683" y="4247871"/>
                  <a:pt x="233628" y="4592337"/>
                  <a:pt x="143858" y="3991088"/>
                </a:cubicBezTo>
                <a:cubicBezTo>
                  <a:pt x="54088" y="3389839"/>
                  <a:pt x="-185993" y="878370"/>
                  <a:pt x="269119" y="295910"/>
                </a:cubicBezTo>
                <a:cubicBezTo>
                  <a:pt x="724231" y="-286550"/>
                  <a:pt x="1799381" y="104888"/>
                  <a:pt x="2874532" y="496327"/>
                </a:cubicBezTo>
              </a:path>
            </a:pathLst>
          </a:custGeom>
          <a:noFill/>
          <a:ln w="25400">
            <a:solidFill>
              <a:schemeClr val="tx1"/>
            </a:solidFill>
            <a:tailEnd type="stealth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26" name="AutoShape 26">
            <a:extLst>
              <a:ext uri="{FF2B5EF4-FFF2-40B4-BE49-F238E27FC236}">
                <a16:creationId xmlns:a16="http://schemas.microsoft.com/office/drawing/2014/main" id="{AFD8BEB3-6AB6-46A5-8A77-5539AE1A4C7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64200" y="407988"/>
            <a:ext cx="2540000" cy="1233487"/>
          </a:xfrm>
          <a:prstGeom prst="cloudCallout">
            <a:avLst>
              <a:gd name="adj1" fmla="val -45562"/>
              <a:gd name="adj2" fmla="val 90350"/>
            </a:avLst>
          </a:prstGeom>
          <a:solidFill>
            <a:schemeClr val="tx2">
              <a:lumMod val="60000"/>
              <a:lumOff val="40000"/>
            </a:schemeClr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lIns="68580" tIns="34290" rIns="68580" bIns="34290"/>
          <a:lstStyle/>
          <a:p>
            <a:pPr eaLnBrk="1" hangingPunct="1">
              <a:defRPr/>
            </a:pPr>
            <a:r>
              <a:rPr lang="zh-CN" altLang="en-US" dirty="0">
                <a:solidFill>
                  <a:schemeClr val="bg1"/>
                </a:solidFill>
                <a:latin typeface="华文楷体" pitchFamily="2" charset="-122"/>
                <a:ea typeface="华文楷体" pitchFamily="2" charset="-122"/>
                <a:cs typeface="Times New Roman" pitchFamily="18" charset="0"/>
              </a:rPr>
              <a:t>关键问题：</a:t>
            </a:r>
            <a:endParaRPr lang="en-US" altLang="zh-CN" dirty="0">
              <a:solidFill>
                <a:schemeClr val="bg1"/>
              </a:solidFill>
              <a:latin typeface="华文楷体" pitchFamily="2" charset="-122"/>
              <a:ea typeface="华文楷体" pitchFamily="2" charset="-122"/>
              <a:cs typeface="Times New Roman" pitchFamily="18" charset="0"/>
            </a:endParaRPr>
          </a:p>
          <a:p>
            <a:pPr eaLnBrk="1" hangingPunct="1">
              <a:defRPr/>
            </a:pPr>
            <a:r>
              <a:rPr lang="zh-CN" altLang="en-US" dirty="0">
                <a:solidFill>
                  <a:schemeClr val="bg1"/>
                </a:solidFill>
                <a:latin typeface="华文楷体" pitchFamily="2" charset="-122"/>
                <a:ea typeface="华文楷体" pitchFamily="2" charset="-122"/>
                <a:cs typeface="Times New Roman" pitchFamily="18" charset="0"/>
              </a:rPr>
              <a:t>如何自动识别公共子表达式</a:t>
            </a:r>
            <a:endParaRPr lang="en-US" altLang="zh-CN" dirty="0">
              <a:solidFill>
                <a:schemeClr val="bg1"/>
              </a:solidFill>
              <a:latin typeface="华文楷体" pitchFamily="2" charset="-122"/>
              <a:ea typeface="华文楷体" pitchFamily="2" charset="-122"/>
              <a:cs typeface="Times New Roman" pitchFamily="18" charset="0"/>
            </a:endParaRPr>
          </a:p>
        </p:txBody>
      </p:sp>
      <p:sp>
        <p:nvSpPr>
          <p:cNvPr id="69641" name="Rectangle 20">
            <a:extLst>
              <a:ext uri="{FF2B5EF4-FFF2-40B4-BE49-F238E27FC236}">
                <a16:creationId xmlns:a16="http://schemas.microsoft.com/office/drawing/2014/main" id="{299EC7AE-1450-4778-B93B-298CE8BA95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64388" y="2066925"/>
            <a:ext cx="627062" cy="327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just"/>
            <a:r>
              <a:rPr lang="en-US" altLang="zh-CN" i="1">
                <a:latin typeface="Times New Roman" panose="02020603050405020304" pitchFamily="18" charset="0"/>
              </a:rPr>
              <a:t>B</a:t>
            </a:r>
            <a:r>
              <a:rPr lang="en-US" altLang="zh-CN" i="1" baseline="-25000">
                <a:latin typeface="Times New Roman" panose="02020603050405020304" pitchFamily="18" charset="0"/>
              </a:rPr>
              <a:t>6</a:t>
            </a:r>
            <a:endParaRPr lang="en-US" altLang="zh-CN" i="1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AEC2F011-F6AF-4126-A494-FF38BD1B06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22600" y="1492250"/>
            <a:ext cx="5975350" cy="3651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66658" name="Rectangle 2">
            <a:extLst>
              <a:ext uri="{FF2B5EF4-FFF2-40B4-BE49-F238E27FC236}">
                <a16:creationId xmlns:a16="http://schemas.microsoft.com/office/drawing/2014/main" id="{7AF60EE4-846E-49D6-B142-0AB95A3DEEB4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00063" y="714375"/>
            <a:ext cx="8393112" cy="322580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10000"/>
              </a:spcBef>
              <a:buClrTx/>
              <a:buFont typeface="Wingdings" panose="05000000000000000000" pitchFamily="2" charset="2"/>
              <a:buChar char="Ø"/>
            </a:pPr>
            <a:r>
              <a:rPr lang="zh-CN" altLang="en-US" b="1" dirty="0">
                <a:solidFill>
                  <a:schemeClr val="tx1"/>
                </a:solidFill>
                <a:latin typeface="楷体" panose="02010609060101010101" pitchFamily="49" charset="-122"/>
                <a:cs typeface="Times New Roman" panose="02020603050405020304" pitchFamily="18" charset="0"/>
              </a:rPr>
              <a:t>复制传播</a:t>
            </a:r>
            <a:endParaRPr lang="zh-CN" altLang="en-US" b="1" dirty="0">
              <a:solidFill>
                <a:schemeClr val="tx1"/>
              </a:solidFill>
              <a:ea typeface="楷体_GB2312" charset="0"/>
              <a:cs typeface="Times New Roman" panose="02020603050405020304" pitchFamily="18" charset="0"/>
            </a:endParaRPr>
          </a:p>
          <a:p>
            <a:pPr lvl="1" eaLnBrk="1" hangingPunct="1">
              <a:spcBef>
                <a:spcPct val="10000"/>
              </a:spcBef>
              <a:buClrTx/>
              <a:buFont typeface="Wingdings" panose="05000000000000000000" pitchFamily="2" charset="2"/>
              <a:buChar char="Ø"/>
            </a:pPr>
            <a:r>
              <a:rPr lang="zh-CN" altLang="en-US" sz="2400" b="1" dirty="0">
                <a:solidFill>
                  <a:schemeClr val="tx1"/>
                </a:solidFill>
              </a:rPr>
              <a:t>常用的</a:t>
            </a:r>
            <a:r>
              <a:rPr lang="zh-CN" altLang="en-US" sz="2400" b="1" dirty="0">
                <a:solidFill>
                  <a:srgbClr val="2D83F4"/>
                </a:solidFill>
              </a:rPr>
              <a:t>公共子表达式消除算法</a:t>
            </a:r>
            <a:r>
              <a:rPr lang="zh-CN" altLang="en-US" sz="2400" b="1" dirty="0">
                <a:solidFill>
                  <a:schemeClr val="tx1"/>
                </a:solidFill>
              </a:rPr>
              <a:t>和其它一些优化算法会引入一些</a:t>
            </a:r>
            <a:r>
              <a:rPr lang="zh-CN" altLang="en-US" sz="2400" b="1" dirty="0">
                <a:solidFill>
                  <a:srgbClr val="2D83F4"/>
                </a:solidFill>
              </a:rPr>
              <a:t>复制语句</a:t>
            </a:r>
            <a:r>
              <a:rPr lang="en-US" altLang="zh-CN" sz="2400" b="1" dirty="0">
                <a:solidFill>
                  <a:srgbClr val="000000"/>
                </a:solidFill>
              </a:rPr>
              <a:t>(</a:t>
            </a:r>
            <a:r>
              <a:rPr lang="zh-CN" altLang="en-US" sz="2400" b="1" dirty="0">
                <a:solidFill>
                  <a:schemeClr val="tx1"/>
                </a:solidFill>
              </a:rPr>
              <a:t>形如</a:t>
            </a:r>
            <a:r>
              <a:rPr lang="en-US" altLang="zh-CN" sz="2400" b="1" i="1" dirty="0">
                <a:solidFill>
                  <a:schemeClr val="tx1"/>
                </a:solidFill>
              </a:rPr>
              <a:t>x</a:t>
            </a:r>
            <a:r>
              <a:rPr lang="en-US" altLang="zh-CN" sz="2400" b="1" dirty="0">
                <a:solidFill>
                  <a:schemeClr val="tx1"/>
                </a:solidFill>
              </a:rPr>
              <a:t> = </a:t>
            </a:r>
            <a:r>
              <a:rPr lang="en-US" altLang="zh-CN" sz="2400" b="1" i="1" dirty="0">
                <a:solidFill>
                  <a:schemeClr val="tx1"/>
                </a:solidFill>
              </a:rPr>
              <a:t>y</a:t>
            </a:r>
            <a:r>
              <a:rPr lang="zh-CN" altLang="en-US" sz="2400" b="1" dirty="0">
                <a:solidFill>
                  <a:schemeClr val="tx1"/>
                </a:solidFill>
              </a:rPr>
              <a:t>的赋值语句</a:t>
            </a:r>
            <a:r>
              <a:rPr lang="en-US" altLang="zh-CN" sz="2400" b="1" dirty="0">
                <a:solidFill>
                  <a:schemeClr val="tx1"/>
                </a:solidFill>
              </a:rPr>
              <a:t>)</a:t>
            </a:r>
          </a:p>
          <a:p>
            <a:pPr lvl="2" eaLnBrk="1" hangingPunct="1">
              <a:buClrTx/>
              <a:buFont typeface="Wingdings" panose="05000000000000000000" pitchFamily="2" charset="2"/>
              <a:buChar char="Ø"/>
            </a:pPr>
            <a:endParaRPr lang="zh-CN" altLang="en-US" b="1" dirty="0">
              <a:solidFill>
                <a:schemeClr val="tx1"/>
              </a:solidFill>
              <a:latin typeface="楷体_GB2312" charset="0"/>
              <a:ea typeface="宋体" panose="02010600030101010101" pitchFamily="2" charset="-122"/>
            </a:endParaRPr>
          </a:p>
          <a:p>
            <a:pPr eaLnBrk="1" hangingPunct="1">
              <a:spcBef>
                <a:spcPct val="10000"/>
              </a:spcBef>
              <a:buFont typeface="Wingdings" panose="05000000000000000000" pitchFamily="2" charset="2"/>
              <a:buNone/>
            </a:pPr>
            <a:endParaRPr lang="zh-CN" altLang="en-US" b="1" dirty="0"/>
          </a:p>
        </p:txBody>
      </p:sp>
      <p:sp>
        <p:nvSpPr>
          <p:cNvPr id="71684" name="Rectangle 5">
            <a:extLst>
              <a:ext uri="{FF2B5EF4-FFF2-40B4-BE49-F238E27FC236}">
                <a16:creationId xmlns:a16="http://schemas.microsoft.com/office/drawing/2014/main" id="{8F91E360-3112-4EEE-AAF5-063C7A0815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② 删除无用代码</a:t>
            </a:r>
          </a:p>
        </p:txBody>
      </p:sp>
      <p:sp>
        <p:nvSpPr>
          <p:cNvPr id="5" name="Rectangle 35">
            <a:extLst>
              <a:ext uri="{FF2B5EF4-FFF2-40B4-BE49-F238E27FC236}">
                <a16:creationId xmlns:a16="http://schemas.microsoft.com/office/drawing/2014/main" id="{91D74B60-8615-4ED9-B72B-7EAEA3BC144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74113" y="1895500"/>
            <a:ext cx="919062" cy="863550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w="25400">
            <a:solidFill>
              <a:schemeClr val="tx1"/>
            </a:solidFill>
            <a:prstDash val="dash"/>
            <a:miter lim="800000"/>
            <a:headEnd/>
            <a:tailEnd/>
          </a:ln>
        </p:spPr>
        <p:txBody>
          <a:bodyPr lIns="68580" tIns="0" rIns="68580" bIns="0"/>
          <a:lstStyle/>
          <a:p>
            <a:pPr algn="just">
              <a:lnSpc>
                <a:spcPct val="96000"/>
              </a:lnSpc>
              <a:defRPr/>
            </a:pPr>
            <a:r>
              <a:rPr lang="en-US" altLang="zh-CN" sz="1400" i="1" dirty="0">
                <a:solidFill>
                  <a:srgbClr val="FF0000"/>
                </a:solidFill>
                <a:latin typeface="Times New Roman" pitchFamily="18" charset="0"/>
              </a:rPr>
              <a:t>x</a:t>
            </a:r>
            <a:r>
              <a:rPr lang="en-US" altLang="zh-CN" sz="1400" dirty="0">
                <a:solidFill>
                  <a:srgbClr val="FF0000"/>
                </a:solidFill>
                <a:latin typeface="Times New Roman" pitchFamily="18" charset="0"/>
              </a:rPr>
              <a:t> = </a:t>
            </a:r>
            <a:r>
              <a:rPr lang="en-US" altLang="zh-CN" sz="1400" i="1" dirty="0">
                <a:solidFill>
                  <a:srgbClr val="FF0000"/>
                </a:solidFill>
                <a:latin typeface="Times New Roman" pitchFamily="18" charset="0"/>
              </a:rPr>
              <a:t>t</a:t>
            </a:r>
            <a:r>
              <a:rPr lang="en-US" altLang="zh-CN" sz="1400" i="1" baseline="-30000" dirty="0">
                <a:solidFill>
                  <a:srgbClr val="FF0000"/>
                </a:solidFill>
                <a:latin typeface="Times New Roman" pitchFamily="18" charset="0"/>
              </a:rPr>
              <a:t>3</a:t>
            </a:r>
            <a:endParaRPr lang="en-US" altLang="zh-CN" sz="1400" dirty="0">
              <a:solidFill>
                <a:srgbClr val="FF0000"/>
              </a:solidFill>
              <a:latin typeface="Times New Roman" pitchFamily="18" charset="0"/>
            </a:endParaRPr>
          </a:p>
          <a:p>
            <a:pPr algn="just">
              <a:lnSpc>
                <a:spcPct val="96000"/>
              </a:lnSpc>
              <a:defRPr/>
            </a:pPr>
            <a:r>
              <a:rPr lang="en-US" altLang="zh-CN" sz="1400" i="1" dirty="0">
                <a:solidFill>
                  <a:prstClr val="black"/>
                </a:solidFill>
                <a:latin typeface="Times New Roman" pitchFamily="18" charset="0"/>
              </a:rPr>
              <a:t>t</a:t>
            </a:r>
            <a:r>
              <a:rPr lang="en-US" altLang="zh-CN" sz="1400" i="1" baseline="-30000" dirty="0">
                <a:solidFill>
                  <a:prstClr val="black"/>
                </a:solidFill>
                <a:latin typeface="Times New Roman" pitchFamily="18" charset="0"/>
              </a:rPr>
              <a:t>14</a:t>
            </a:r>
            <a:r>
              <a:rPr lang="en-US" altLang="zh-CN" sz="1400" i="1" dirty="0">
                <a:solidFill>
                  <a:prstClr val="black"/>
                </a:solidFill>
                <a:latin typeface="Times New Roman" pitchFamily="18" charset="0"/>
              </a:rPr>
              <a:t> </a:t>
            </a:r>
            <a:r>
              <a:rPr lang="en-US" altLang="zh-CN" sz="1400" dirty="0">
                <a:solidFill>
                  <a:prstClr val="black"/>
                </a:solidFill>
                <a:latin typeface="Times New Roman" pitchFamily="18" charset="0"/>
              </a:rPr>
              <a:t>= </a:t>
            </a:r>
            <a:r>
              <a:rPr lang="en-US" altLang="zh-CN" sz="1400" i="1" dirty="0">
                <a:solidFill>
                  <a:prstClr val="black"/>
                </a:solidFill>
                <a:latin typeface="Times New Roman" pitchFamily="18" charset="0"/>
              </a:rPr>
              <a:t>a</a:t>
            </a:r>
            <a:r>
              <a:rPr lang="en-US" altLang="zh-CN" sz="1400" dirty="0">
                <a:solidFill>
                  <a:prstClr val="black"/>
                </a:solidFill>
                <a:latin typeface="Times New Roman" pitchFamily="18" charset="0"/>
              </a:rPr>
              <a:t>[</a:t>
            </a:r>
            <a:r>
              <a:rPr lang="en-US" altLang="zh-CN" sz="1400" i="1" dirty="0">
                <a:solidFill>
                  <a:prstClr val="black"/>
                </a:solidFill>
                <a:latin typeface="Times New Roman" pitchFamily="18" charset="0"/>
              </a:rPr>
              <a:t>t</a:t>
            </a:r>
            <a:r>
              <a:rPr lang="en-US" altLang="zh-CN" sz="1400" i="1" baseline="-30000" dirty="0">
                <a:solidFill>
                  <a:prstClr val="black"/>
                </a:solidFill>
                <a:latin typeface="Times New Roman" pitchFamily="18" charset="0"/>
              </a:rPr>
              <a:t>1</a:t>
            </a:r>
            <a:r>
              <a:rPr lang="en-US" altLang="zh-CN" sz="1400" dirty="0">
                <a:solidFill>
                  <a:prstClr val="black"/>
                </a:solidFill>
                <a:latin typeface="Times New Roman" pitchFamily="18" charset="0"/>
              </a:rPr>
              <a:t>]</a:t>
            </a:r>
          </a:p>
          <a:p>
            <a:pPr algn="just">
              <a:lnSpc>
                <a:spcPct val="96000"/>
              </a:lnSpc>
              <a:defRPr/>
            </a:pPr>
            <a:r>
              <a:rPr lang="en-US" altLang="zh-CN" sz="1400" i="1" dirty="0">
                <a:solidFill>
                  <a:prstClr val="black"/>
                </a:solidFill>
                <a:latin typeface="Times New Roman" pitchFamily="18" charset="0"/>
              </a:rPr>
              <a:t>a</a:t>
            </a:r>
            <a:r>
              <a:rPr lang="en-US" altLang="zh-CN" sz="1400" dirty="0">
                <a:solidFill>
                  <a:prstClr val="black"/>
                </a:solidFill>
                <a:latin typeface="Times New Roman" pitchFamily="18" charset="0"/>
              </a:rPr>
              <a:t>[</a:t>
            </a:r>
            <a:r>
              <a:rPr lang="en-US" altLang="zh-CN" sz="1400" i="1" dirty="0">
                <a:solidFill>
                  <a:prstClr val="black"/>
                </a:solidFill>
                <a:latin typeface="Times New Roman" pitchFamily="18" charset="0"/>
              </a:rPr>
              <a:t>t</a:t>
            </a:r>
            <a:r>
              <a:rPr lang="en-US" altLang="zh-CN" sz="1400" i="1" baseline="-30000" dirty="0">
                <a:solidFill>
                  <a:prstClr val="black"/>
                </a:solidFill>
                <a:latin typeface="Times New Roman" pitchFamily="18" charset="0"/>
              </a:rPr>
              <a:t>2</a:t>
            </a:r>
            <a:r>
              <a:rPr lang="en-US" altLang="zh-CN" sz="1400" dirty="0">
                <a:solidFill>
                  <a:prstClr val="black"/>
                </a:solidFill>
                <a:latin typeface="Times New Roman" pitchFamily="18" charset="0"/>
              </a:rPr>
              <a:t>] = </a:t>
            </a:r>
            <a:r>
              <a:rPr lang="en-US" altLang="zh-CN" sz="1400" i="1" dirty="0">
                <a:solidFill>
                  <a:prstClr val="black"/>
                </a:solidFill>
                <a:latin typeface="Times New Roman" pitchFamily="18" charset="0"/>
              </a:rPr>
              <a:t>t</a:t>
            </a:r>
            <a:r>
              <a:rPr lang="en-US" altLang="zh-CN" sz="1400" i="1" baseline="-30000" dirty="0">
                <a:solidFill>
                  <a:prstClr val="black"/>
                </a:solidFill>
                <a:latin typeface="Times New Roman" pitchFamily="18" charset="0"/>
              </a:rPr>
              <a:t>14</a:t>
            </a:r>
            <a:endParaRPr lang="en-US" altLang="zh-CN" sz="1400" i="1" dirty="0">
              <a:solidFill>
                <a:prstClr val="black"/>
              </a:solidFill>
              <a:latin typeface="Times New Roman" pitchFamily="18" charset="0"/>
            </a:endParaRPr>
          </a:p>
          <a:p>
            <a:pPr algn="just">
              <a:lnSpc>
                <a:spcPct val="96000"/>
              </a:lnSpc>
              <a:defRPr/>
            </a:pPr>
            <a:r>
              <a:rPr lang="en-US" altLang="zh-CN" sz="1400" i="1" dirty="0">
                <a:solidFill>
                  <a:prstClr val="black"/>
                </a:solidFill>
                <a:latin typeface="Times New Roman" pitchFamily="18" charset="0"/>
              </a:rPr>
              <a:t>a</a:t>
            </a:r>
            <a:r>
              <a:rPr lang="en-US" altLang="zh-CN" sz="1400" dirty="0">
                <a:solidFill>
                  <a:prstClr val="black"/>
                </a:solidFill>
                <a:latin typeface="Times New Roman" pitchFamily="18" charset="0"/>
              </a:rPr>
              <a:t>[</a:t>
            </a:r>
            <a:r>
              <a:rPr lang="en-US" altLang="zh-CN" sz="1400" i="1" dirty="0">
                <a:solidFill>
                  <a:prstClr val="black"/>
                </a:solidFill>
                <a:latin typeface="Times New Roman" pitchFamily="18" charset="0"/>
              </a:rPr>
              <a:t>t</a:t>
            </a:r>
            <a:r>
              <a:rPr lang="en-US" altLang="zh-CN" sz="1400" i="1" baseline="-30000" dirty="0">
                <a:solidFill>
                  <a:prstClr val="black"/>
                </a:solidFill>
                <a:latin typeface="Times New Roman" pitchFamily="18" charset="0"/>
              </a:rPr>
              <a:t>1</a:t>
            </a:r>
            <a:r>
              <a:rPr lang="en-US" altLang="zh-CN" sz="1400" dirty="0">
                <a:solidFill>
                  <a:prstClr val="black"/>
                </a:solidFill>
                <a:latin typeface="Times New Roman" pitchFamily="18" charset="0"/>
              </a:rPr>
              <a:t>] = </a:t>
            </a:r>
            <a:r>
              <a:rPr lang="en-US" altLang="zh-CN" sz="1400" i="1" dirty="0">
                <a:solidFill>
                  <a:prstClr val="black"/>
                </a:solidFill>
                <a:latin typeface="Times New Roman" pitchFamily="18" charset="0"/>
              </a:rPr>
              <a:t>x</a:t>
            </a:r>
            <a:r>
              <a:rPr lang="en-US" altLang="zh-CN" sz="1400" dirty="0">
                <a:solidFill>
                  <a:prstClr val="black"/>
                </a:solidFill>
                <a:latin typeface="Times New Roman" pitchFamily="18" charset="0"/>
              </a:rPr>
              <a:t> 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66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9666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9666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9666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 nodeType="clickPar">
                      <p:stCondLst>
                        <p:cond delay="indefinite"/>
                      </p:stCondLst>
                      <p:childTnLst>
                        <p:par>
                          <p:cTn id="1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665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96665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96665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96665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53" presetClass="exit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30" dur="5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5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3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53" presetClass="exit" presetSubtype="3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35" dur="5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5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3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5" grpId="1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B52AA8EC-5609-470B-A23D-4D78D136353B}"/>
              </a:ext>
            </a:extLst>
          </p:cNvPr>
          <p:cNvGrpSpPr>
            <a:grpSpLocks/>
          </p:cNvGrpSpPr>
          <p:nvPr/>
        </p:nvGrpSpPr>
        <p:grpSpPr bwMode="auto">
          <a:xfrm>
            <a:off x="2089003" y="2427288"/>
            <a:ext cx="1997075" cy="1357312"/>
            <a:chOff x="2143125" y="2427288"/>
            <a:chExt cx="1901825" cy="1357312"/>
          </a:xfrm>
        </p:grpSpPr>
        <p:sp>
          <p:nvSpPr>
            <p:cNvPr id="487429" name="Rectangle 5">
              <a:extLst>
                <a:ext uri="{FF2B5EF4-FFF2-40B4-BE49-F238E27FC236}">
                  <a16:creationId xmlns:a16="http://schemas.microsoft.com/office/drawing/2014/main" id="{E70A656B-252C-4BC4-8B8D-0FA0FC4D015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786063" y="2463800"/>
              <a:ext cx="1258887" cy="132080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8580" tIns="0" rIns="68580" bIns="0"/>
            <a:lstStyle/>
            <a:p>
              <a:pPr algn="just">
                <a:lnSpc>
                  <a:spcPct val="96000"/>
                </a:lnSpc>
                <a:defRPr/>
              </a:pPr>
              <a:r>
                <a:rPr lang="en-US" altLang="zh-CN" sz="2000" i="1" dirty="0">
                  <a:solidFill>
                    <a:srgbClr val="FF0000"/>
                  </a:solidFill>
                  <a:latin typeface="Times New Roman" pitchFamily="18" charset="0"/>
                </a:rPr>
                <a:t>x</a:t>
              </a:r>
              <a:r>
                <a:rPr lang="en-US" altLang="zh-CN" sz="2000" dirty="0">
                  <a:solidFill>
                    <a:srgbClr val="FF0000"/>
                  </a:solidFill>
                  <a:latin typeface="Times New Roman" pitchFamily="18" charset="0"/>
                </a:rPr>
                <a:t> = </a:t>
              </a:r>
              <a:r>
                <a:rPr lang="en-US" altLang="zh-CN" sz="2000" i="1" dirty="0">
                  <a:solidFill>
                    <a:srgbClr val="FF0000"/>
                  </a:solidFill>
                  <a:latin typeface="Times New Roman" pitchFamily="18" charset="0"/>
                </a:rPr>
                <a:t>t</a:t>
              </a:r>
              <a:r>
                <a:rPr lang="en-US" altLang="zh-CN" sz="2000" i="1" baseline="-25000" dirty="0">
                  <a:solidFill>
                    <a:srgbClr val="FF0000"/>
                  </a:solidFill>
                  <a:latin typeface="Times New Roman" pitchFamily="18" charset="0"/>
                </a:rPr>
                <a:t>3</a:t>
              </a:r>
              <a:endParaRPr lang="en-US" altLang="zh-CN" sz="2000" i="1" dirty="0">
                <a:solidFill>
                  <a:srgbClr val="FF0000"/>
                </a:solidFill>
                <a:latin typeface="Times New Roman" pitchFamily="18" charset="0"/>
              </a:endParaRPr>
            </a:p>
            <a:p>
              <a:pPr algn="just">
                <a:lnSpc>
                  <a:spcPct val="96000"/>
                </a:lnSpc>
                <a:defRPr/>
              </a:pPr>
              <a:r>
                <a:rPr lang="en-US" altLang="zh-CN" sz="2000" i="1" dirty="0">
                  <a:solidFill>
                    <a:srgbClr val="000000"/>
                  </a:solidFill>
                  <a:latin typeface="Times New Roman" pitchFamily="18" charset="0"/>
                </a:rPr>
                <a:t>a</a:t>
              </a:r>
              <a:r>
                <a:rPr lang="en-US" altLang="zh-CN" sz="2000" dirty="0">
                  <a:solidFill>
                    <a:srgbClr val="000000"/>
                  </a:solidFill>
                  <a:latin typeface="Times New Roman" pitchFamily="18" charset="0"/>
                </a:rPr>
                <a:t>[</a:t>
              </a:r>
              <a:r>
                <a:rPr lang="en-US" altLang="zh-CN" sz="2000" i="1" dirty="0">
                  <a:solidFill>
                    <a:srgbClr val="000000"/>
                  </a:solidFill>
                  <a:latin typeface="Times New Roman" pitchFamily="18" charset="0"/>
                </a:rPr>
                <a:t>t</a:t>
              </a:r>
              <a:r>
                <a:rPr lang="en-US" altLang="zh-CN" sz="2000" i="1" baseline="-25000" dirty="0">
                  <a:solidFill>
                    <a:srgbClr val="000000"/>
                  </a:solidFill>
                  <a:latin typeface="Times New Roman" pitchFamily="18" charset="0"/>
                </a:rPr>
                <a:t>2</a:t>
              </a:r>
              <a:r>
                <a:rPr lang="en-US" altLang="zh-CN" sz="2000" dirty="0">
                  <a:solidFill>
                    <a:srgbClr val="000000"/>
                  </a:solidFill>
                  <a:latin typeface="Times New Roman" pitchFamily="18" charset="0"/>
                </a:rPr>
                <a:t>] = </a:t>
              </a:r>
              <a:r>
                <a:rPr lang="en-US" altLang="zh-CN" sz="2000" i="1" dirty="0">
                  <a:solidFill>
                    <a:srgbClr val="000000"/>
                  </a:solidFill>
                  <a:latin typeface="Times New Roman" pitchFamily="18" charset="0"/>
                </a:rPr>
                <a:t>t</a:t>
              </a:r>
              <a:r>
                <a:rPr lang="en-US" altLang="zh-CN" sz="2000" i="1" baseline="-25000" dirty="0">
                  <a:solidFill>
                    <a:srgbClr val="000000"/>
                  </a:solidFill>
                  <a:latin typeface="Times New Roman" pitchFamily="18" charset="0"/>
                </a:rPr>
                <a:t>5</a:t>
              </a:r>
              <a:endParaRPr lang="en-US" altLang="zh-CN" sz="2000" i="1" dirty="0">
                <a:solidFill>
                  <a:srgbClr val="000000"/>
                </a:solidFill>
                <a:latin typeface="Times New Roman" pitchFamily="18" charset="0"/>
              </a:endParaRPr>
            </a:p>
            <a:p>
              <a:pPr algn="just">
                <a:lnSpc>
                  <a:spcPct val="96000"/>
                </a:lnSpc>
                <a:defRPr/>
              </a:pPr>
              <a:r>
                <a:rPr lang="en-US" altLang="zh-CN" sz="2000" i="1" dirty="0">
                  <a:solidFill>
                    <a:srgbClr val="000000"/>
                  </a:solidFill>
                  <a:latin typeface="Times New Roman" pitchFamily="18" charset="0"/>
                </a:rPr>
                <a:t>a</a:t>
              </a:r>
              <a:r>
                <a:rPr lang="en-US" altLang="zh-CN" sz="2000" dirty="0">
                  <a:solidFill>
                    <a:srgbClr val="000000"/>
                  </a:solidFill>
                  <a:latin typeface="Times New Roman" pitchFamily="18" charset="0"/>
                </a:rPr>
                <a:t>[</a:t>
              </a:r>
              <a:r>
                <a:rPr lang="en-US" altLang="zh-CN" sz="2000" i="1" dirty="0">
                  <a:solidFill>
                    <a:srgbClr val="000000"/>
                  </a:solidFill>
                  <a:latin typeface="Times New Roman" pitchFamily="18" charset="0"/>
                </a:rPr>
                <a:t>t</a:t>
              </a:r>
              <a:r>
                <a:rPr lang="en-US" altLang="zh-CN" sz="2000" i="1" baseline="-25000" dirty="0">
                  <a:solidFill>
                    <a:srgbClr val="000000"/>
                  </a:solidFill>
                  <a:latin typeface="Times New Roman" pitchFamily="18" charset="0"/>
                </a:rPr>
                <a:t>4</a:t>
              </a:r>
              <a:r>
                <a:rPr lang="en-US" altLang="zh-CN" sz="2000" dirty="0">
                  <a:solidFill>
                    <a:srgbClr val="000000"/>
                  </a:solidFill>
                  <a:latin typeface="Times New Roman" pitchFamily="18" charset="0"/>
                </a:rPr>
                <a:t>] = </a:t>
              </a:r>
              <a:r>
                <a:rPr lang="en-US" altLang="zh-CN" sz="2000" i="1" dirty="0">
                  <a:solidFill>
                    <a:srgbClr val="FF0000"/>
                  </a:solidFill>
                  <a:latin typeface="Times New Roman" pitchFamily="18" charset="0"/>
                </a:rPr>
                <a:t>x</a:t>
              </a:r>
            </a:p>
            <a:p>
              <a:pPr algn="just">
                <a:lnSpc>
                  <a:spcPct val="96000"/>
                </a:lnSpc>
                <a:defRPr/>
              </a:pPr>
              <a:r>
                <a:rPr lang="en-US" altLang="zh-CN" sz="2000" dirty="0" err="1">
                  <a:solidFill>
                    <a:srgbClr val="000000"/>
                  </a:solidFill>
                  <a:latin typeface="Times New Roman" pitchFamily="18" charset="0"/>
                </a:rPr>
                <a:t>goto</a:t>
              </a:r>
              <a:r>
                <a:rPr lang="en-US" altLang="zh-CN" sz="2000" dirty="0">
                  <a:solidFill>
                    <a:srgbClr val="000000"/>
                  </a:solidFill>
                  <a:latin typeface="Times New Roman" pitchFamily="18" charset="0"/>
                </a:rPr>
                <a:t> </a:t>
              </a:r>
              <a:r>
                <a:rPr lang="en-US" altLang="zh-CN" sz="2000" i="1" dirty="0">
                  <a:solidFill>
                    <a:srgbClr val="000000"/>
                  </a:solidFill>
                  <a:latin typeface="Times New Roman" pitchFamily="18" charset="0"/>
                </a:rPr>
                <a:t>B</a:t>
              </a:r>
              <a:r>
                <a:rPr lang="en-US" altLang="zh-CN" sz="2000" baseline="-25000" dirty="0">
                  <a:solidFill>
                    <a:srgbClr val="000000"/>
                  </a:solidFill>
                  <a:latin typeface="Times New Roman" pitchFamily="18" charset="0"/>
                </a:rPr>
                <a:t>2</a:t>
              </a:r>
            </a:p>
          </p:txBody>
        </p:sp>
        <p:sp>
          <p:nvSpPr>
            <p:cNvPr id="73741" name="Rectangle 7">
              <a:extLst>
                <a:ext uri="{FF2B5EF4-FFF2-40B4-BE49-F238E27FC236}">
                  <a16:creationId xmlns:a16="http://schemas.microsoft.com/office/drawing/2014/main" id="{01DA400E-EF49-4BAF-8015-3C045E6DA6B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43125" y="2427288"/>
              <a:ext cx="449263" cy="3254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sz="2000" i="1">
                  <a:latin typeface="Times New Roman" panose="02020603050405020304" pitchFamily="18" charset="0"/>
                </a:rPr>
                <a:t>B</a:t>
              </a:r>
              <a:r>
                <a:rPr lang="en-US" altLang="zh-CN" sz="2000" baseline="-25000">
                  <a:latin typeface="Times New Roman" panose="02020603050405020304" pitchFamily="18" charset="0"/>
                </a:rPr>
                <a:t>5</a:t>
              </a:r>
              <a:endParaRPr lang="en-US" altLang="zh-CN" sz="2000">
                <a:latin typeface="Times New Roman" panose="02020603050405020304" pitchFamily="18" charset="0"/>
              </a:endParaRPr>
            </a:p>
          </p:txBody>
        </p:sp>
      </p:grpSp>
      <p:grpSp>
        <p:nvGrpSpPr>
          <p:cNvPr id="3" name="组合 4">
            <a:extLst>
              <a:ext uri="{FF2B5EF4-FFF2-40B4-BE49-F238E27FC236}">
                <a16:creationId xmlns:a16="http://schemas.microsoft.com/office/drawing/2014/main" id="{F42195DC-7AB6-4E5C-8645-05C5F338DE08}"/>
              </a:ext>
            </a:extLst>
          </p:cNvPr>
          <p:cNvGrpSpPr>
            <a:grpSpLocks/>
          </p:cNvGrpSpPr>
          <p:nvPr/>
        </p:nvGrpSpPr>
        <p:grpSpPr bwMode="auto">
          <a:xfrm>
            <a:off x="4140199" y="2463800"/>
            <a:ext cx="2015976" cy="1285875"/>
            <a:chOff x="4139106" y="2463800"/>
            <a:chExt cx="1861644" cy="1285875"/>
          </a:xfrm>
        </p:grpSpPr>
        <p:sp>
          <p:nvSpPr>
            <p:cNvPr id="487428" name="Rectangle 4">
              <a:extLst>
                <a:ext uri="{FF2B5EF4-FFF2-40B4-BE49-F238E27FC236}">
                  <a16:creationId xmlns:a16="http://schemas.microsoft.com/office/drawing/2014/main" id="{7BB1AD2D-3FEF-49B5-9727-9C27FA306E9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73613" y="2463800"/>
              <a:ext cx="1227137" cy="1285875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8580" tIns="0" rIns="68580" bIns="0"/>
            <a:lstStyle/>
            <a:p>
              <a:pPr algn="just">
                <a:lnSpc>
                  <a:spcPct val="96000"/>
                </a:lnSpc>
                <a:defRPr/>
              </a:pPr>
              <a:r>
                <a:rPr lang="en-US" altLang="zh-CN" sz="2000" i="1" dirty="0">
                  <a:solidFill>
                    <a:srgbClr val="0000FF"/>
                  </a:solidFill>
                  <a:latin typeface="Times New Roman" pitchFamily="18" charset="0"/>
                </a:rPr>
                <a:t>x</a:t>
              </a:r>
              <a:r>
                <a:rPr lang="en-US" altLang="zh-CN" sz="2000" dirty="0">
                  <a:solidFill>
                    <a:srgbClr val="0000FF"/>
                  </a:solidFill>
                  <a:latin typeface="Times New Roman" pitchFamily="18" charset="0"/>
                </a:rPr>
                <a:t> = </a:t>
              </a:r>
              <a:r>
                <a:rPr lang="en-US" altLang="zh-CN" sz="2000" i="1" dirty="0">
                  <a:solidFill>
                    <a:srgbClr val="0000FF"/>
                  </a:solidFill>
                  <a:latin typeface="Times New Roman" pitchFamily="18" charset="0"/>
                </a:rPr>
                <a:t>t</a:t>
              </a:r>
              <a:r>
                <a:rPr lang="en-US" altLang="zh-CN" sz="2000" i="1" baseline="-25000" dirty="0">
                  <a:solidFill>
                    <a:srgbClr val="0000FF"/>
                  </a:solidFill>
                  <a:latin typeface="Times New Roman" pitchFamily="18" charset="0"/>
                </a:rPr>
                <a:t>3</a:t>
              </a:r>
              <a:endParaRPr lang="en-US" altLang="zh-CN" sz="2000" i="1" dirty="0">
                <a:solidFill>
                  <a:srgbClr val="0000FF"/>
                </a:solidFill>
                <a:latin typeface="Times New Roman" pitchFamily="18" charset="0"/>
              </a:endParaRPr>
            </a:p>
            <a:p>
              <a:pPr algn="just">
                <a:lnSpc>
                  <a:spcPct val="96000"/>
                </a:lnSpc>
                <a:defRPr/>
              </a:pPr>
              <a:r>
                <a:rPr lang="en-US" altLang="zh-CN" sz="2000" i="1" dirty="0">
                  <a:solidFill>
                    <a:srgbClr val="000000"/>
                  </a:solidFill>
                  <a:latin typeface="Times New Roman" pitchFamily="18" charset="0"/>
                </a:rPr>
                <a:t>a</a:t>
              </a:r>
              <a:r>
                <a:rPr lang="en-US" altLang="zh-CN" sz="2000" dirty="0">
                  <a:solidFill>
                    <a:srgbClr val="000000"/>
                  </a:solidFill>
                  <a:latin typeface="Times New Roman" pitchFamily="18" charset="0"/>
                </a:rPr>
                <a:t>[</a:t>
              </a:r>
              <a:r>
                <a:rPr lang="en-US" altLang="zh-CN" sz="2000" i="1" dirty="0">
                  <a:solidFill>
                    <a:srgbClr val="000000"/>
                  </a:solidFill>
                  <a:latin typeface="Times New Roman" pitchFamily="18" charset="0"/>
                </a:rPr>
                <a:t>t</a:t>
              </a:r>
              <a:r>
                <a:rPr lang="en-US" altLang="zh-CN" sz="2000" i="1" baseline="-25000" dirty="0">
                  <a:solidFill>
                    <a:srgbClr val="000000"/>
                  </a:solidFill>
                  <a:latin typeface="Times New Roman" pitchFamily="18" charset="0"/>
                </a:rPr>
                <a:t>2</a:t>
              </a:r>
              <a:r>
                <a:rPr lang="en-US" altLang="zh-CN" sz="2000" dirty="0">
                  <a:solidFill>
                    <a:srgbClr val="000000"/>
                  </a:solidFill>
                  <a:latin typeface="Times New Roman" pitchFamily="18" charset="0"/>
                </a:rPr>
                <a:t>] = </a:t>
              </a:r>
              <a:r>
                <a:rPr lang="en-US" altLang="zh-CN" sz="2000" i="1" dirty="0">
                  <a:solidFill>
                    <a:srgbClr val="000000"/>
                  </a:solidFill>
                  <a:latin typeface="Times New Roman" pitchFamily="18" charset="0"/>
                </a:rPr>
                <a:t>t</a:t>
              </a:r>
              <a:r>
                <a:rPr lang="en-US" altLang="zh-CN" sz="2000" i="1" baseline="-25000" dirty="0">
                  <a:solidFill>
                    <a:srgbClr val="000000"/>
                  </a:solidFill>
                  <a:latin typeface="Times New Roman" pitchFamily="18" charset="0"/>
                </a:rPr>
                <a:t>5</a:t>
              </a:r>
              <a:endParaRPr lang="en-US" altLang="zh-CN" sz="2000" i="1" dirty="0">
                <a:solidFill>
                  <a:srgbClr val="000000"/>
                </a:solidFill>
                <a:latin typeface="Times New Roman" pitchFamily="18" charset="0"/>
              </a:endParaRPr>
            </a:p>
            <a:p>
              <a:pPr algn="just">
                <a:lnSpc>
                  <a:spcPct val="96000"/>
                </a:lnSpc>
                <a:defRPr/>
              </a:pPr>
              <a:r>
                <a:rPr lang="en-US" altLang="zh-CN" sz="2000" i="1" dirty="0">
                  <a:solidFill>
                    <a:srgbClr val="000000"/>
                  </a:solidFill>
                  <a:latin typeface="Times New Roman" pitchFamily="18" charset="0"/>
                </a:rPr>
                <a:t>a</a:t>
              </a:r>
              <a:r>
                <a:rPr lang="en-US" altLang="zh-CN" sz="2000" dirty="0">
                  <a:solidFill>
                    <a:srgbClr val="000000"/>
                  </a:solidFill>
                  <a:latin typeface="Times New Roman" pitchFamily="18" charset="0"/>
                </a:rPr>
                <a:t>[</a:t>
              </a:r>
              <a:r>
                <a:rPr lang="en-US" altLang="zh-CN" sz="2000" i="1" dirty="0">
                  <a:solidFill>
                    <a:srgbClr val="000000"/>
                  </a:solidFill>
                  <a:latin typeface="Times New Roman" pitchFamily="18" charset="0"/>
                </a:rPr>
                <a:t>t</a:t>
              </a:r>
              <a:r>
                <a:rPr lang="en-US" altLang="zh-CN" sz="2000" i="1" baseline="-25000" dirty="0">
                  <a:solidFill>
                    <a:srgbClr val="000000"/>
                  </a:solidFill>
                  <a:latin typeface="Times New Roman" pitchFamily="18" charset="0"/>
                </a:rPr>
                <a:t>4</a:t>
              </a:r>
              <a:r>
                <a:rPr lang="en-US" altLang="zh-CN" sz="2000" dirty="0">
                  <a:solidFill>
                    <a:srgbClr val="000000"/>
                  </a:solidFill>
                  <a:latin typeface="Times New Roman" pitchFamily="18" charset="0"/>
                </a:rPr>
                <a:t>] = </a:t>
              </a:r>
              <a:r>
                <a:rPr lang="en-US" altLang="zh-CN" sz="2000" i="1" dirty="0">
                  <a:solidFill>
                    <a:srgbClr val="FF0000"/>
                  </a:solidFill>
                  <a:latin typeface="Times New Roman" pitchFamily="18" charset="0"/>
                </a:rPr>
                <a:t>t</a:t>
              </a:r>
              <a:r>
                <a:rPr lang="en-US" altLang="zh-CN" sz="2000" i="1" baseline="-25000" dirty="0">
                  <a:solidFill>
                    <a:srgbClr val="FF0000"/>
                  </a:solidFill>
                  <a:latin typeface="Times New Roman" pitchFamily="18" charset="0"/>
                </a:rPr>
                <a:t>3</a:t>
              </a:r>
              <a:endParaRPr lang="en-US" altLang="zh-CN" sz="2000" i="1" dirty="0">
                <a:solidFill>
                  <a:srgbClr val="FF0000"/>
                </a:solidFill>
                <a:latin typeface="Times New Roman" pitchFamily="18" charset="0"/>
              </a:endParaRPr>
            </a:p>
            <a:p>
              <a:pPr algn="just">
                <a:lnSpc>
                  <a:spcPct val="96000"/>
                </a:lnSpc>
                <a:defRPr/>
              </a:pPr>
              <a:r>
                <a:rPr lang="en-US" altLang="zh-CN" sz="2000" dirty="0" err="1">
                  <a:solidFill>
                    <a:srgbClr val="000000"/>
                  </a:solidFill>
                  <a:latin typeface="Times New Roman" pitchFamily="18" charset="0"/>
                </a:rPr>
                <a:t>goto</a:t>
              </a:r>
              <a:r>
                <a:rPr lang="en-US" altLang="zh-CN" sz="2000" dirty="0">
                  <a:solidFill>
                    <a:srgbClr val="000000"/>
                  </a:solidFill>
                  <a:latin typeface="Times New Roman" pitchFamily="18" charset="0"/>
                </a:rPr>
                <a:t> </a:t>
              </a:r>
              <a:r>
                <a:rPr lang="en-US" altLang="zh-CN" sz="2000" i="1" dirty="0">
                  <a:solidFill>
                    <a:srgbClr val="000000"/>
                  </a:solidFill>
                  <a:latin typeface="Times New Roman" pitchFamily="18" charset="0"/>
                </a:rPr>
                <a:t>B</a:t>
              </a:r>
              <a:r>
                <a:rPr lang="en-US" altLang="zh-CN" sz="2000" baseline="-25000" dirty="0">
                  <a:solidFill>
                    <a:srgbClr val="000000"/>
                  </a:solidFill>
                  <a:latin typeface="Times New Roman" pitchFamily="18" charset="0"/>
                </a:rPr>
                <a:t>2</a:t>
              </a:r>
            </a:p>
          </p:txBody>
        </p:sp>
        <p:sp>
          <p:nvSpPr>
            <p:cNvPr id="487432" name="AutoShape 8">
              <a:extLst>
                <a:ext uri="{FF2B5EF4-FFF2-40B4-BE49-F238E27FC236}">
                  <a16:creationId xmlns:a16="http://schemas.microsoft.com/office/drawing/2014/main" id="{0B28BB72-3046-431F-A1DF-59027DD0AD1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39106" y="2944813"/>
              <a:ext cx="580531" cy="268287"/>
            </a:xfrm>
            <a:prstGeom prst="rightArrow">
              <a:avLst>
                <a:gd name="adj1" fmla="val 50000"/>
                <a:gd name="adj2" fmla="val 55325"/>
              </a:avLst>
            </a:prstGeom>
            <a:solidFill>
              <a:schemeClr val="tx2">
                <a:lumMod val="60000"/>
                <a:lumOff val="40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lIns="68580" tIns="34290" rIns="68580" bIns="34290" anchor="ctr"/>
            <a:lstStyle/>
            <a:p>
              <a:pPr eaLnBrk="1" hangingPunct="1">
                <a:defRPr/>
              </a:pPr>
              <a:endParaRPr lang="zh-CN" altLang="en-US">
                <a:cs typeface="楷体_GB2312" charset="0"/>
              </a:endParaRPr>
            </a:p>
          </p:txBody>
        </p:sp>
      </p:grpSp>
      <p:sp>
        <p:nvSpPr>
          <p:cNvPr id="73732" name="Rectangle 5">
            <a:extLst>
              <a:ext uri="{FF2B5EF4-FFF2-40B4-BE49-F238E27FC236}">
                <a16:creationId xmlns:a16="http://schemas.microsoft.com/office/drawing/2014/main" id="{7060F622-FFED-4A2C-B739-8BEE00B13D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② 删除无用代码</a:t>
            </a:r>
          </a:p>
        </p:txBody>
      </p:sp>
      <p:sp>
        <p:nvSpPr>
          <p:cNvPr id="66568" name="Rectangle 2">
            <a:extLst>
              <a:ext uri="{FF2B5EF4-FFF2-40B4-BE49-F238E27FC236}">
                <a16:creationId xmlns:a16="http://schemas.microsoft.com/office/drawing/2014/main" id="{BEA2EA38-DAFC-484A-B771-4CF757611F0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00063" y="714375"/>
            <a:ext cx="8393112" cy="17859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 marL="271463" indent="-271463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574675" indent="-271463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854075" indent="-227013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10000"/>
              </a:spcBef>
              <a:buSzPct val="100000"/>
              <a:buFont typeface="Wingdings" panose="05000000000000000000" pitchFamily="2" charset="2"/>
              <a:buChar char="Ø"/>
            </a:pPr>
            <a:r>
              <a:rPr lang="zh-CN" altLang="en-US" sz="2400" dirty="0">
                <a:latin typeface="楷体" panose="02010609060101010101" pitchFamily="49" charset="-122"/>
                <a:ea typeface="华文楷体" panose="02010600040101010101" pitchFamily="2" charset="-122"/>
                <a:cs typeface="Times New Roman" panose="02020603050405020304" pitchFamily="18" charset="0"/>
              </a:rPr>
              <a:t>复制传播</a:t>
            </a:r>
            <a:endParaRPr lang="zh-CN" altLang="en-US" sz="2400" dirty="0">
              <a:latin typeface="Times New Roman" panose="02020603050405020304" pitchFamily="18" charset="0"/>
              <a:ea typeface="楷体_GB2312" charset="0"/>
              <a:cs typeface="Times New Roman" panose="02020603050405020304" pitchFamily="18" charset="0"/>
            </a:endParaRPr>
          </a:p>
          <a:p>
            <a:pPr lvl="1" eaLnBrk="1" hangingPunct="1">
              <a:spcBef>
                <a:spcPct val="10000"/>
              </a:spcBef>
              <a:buSzPct val="100000"/>
              <a:buFont typeface="Wingdings" panose="05000000000000000000" pitchFamily="2" charset="2"/>
              <a:buChar char="Ø"/>
            </a:pPr>
            <a:r>
              <a:rPr lang="zh-CN" altLang="en-US" sz="2400" dirty="0">
                <a:solidFill>
                  <a:srgbClr val="000000"/>
                </a:solidFill>
                <a:latin typeface="Times New Roman" panose="02020603050405020304" pitchFamily="18" charset="0"/>
                <a:ea typeface="华文楷体" panose="02010600040101010101" pitchFamily="2" charset="-122"/>
              </a:rPr>
              <a:t>常用的</a:t>
            </a:r>
            <a:r>
              <a:rPr lang="zh-CN" altLang="en-US" sz="2400" dirty="0">
                <a:solidFill>
                  <a:srgbClr val="2D83F4"/>
                </a:solidFill>
                <a:latin typeface="Times New Roman" panose="02020603050405020304" pitchFamily="18" charset="0"/>
                <a:ea typeface="华文楷体" panose="02010600040101010101" pitchFamily="2" charset="-122"/>
              </a:rPr>
              <a:t>公共子表达式消除算法</a:t>
            </a:r>
            <a:r>
              <a:rPr lang="zh-CN" altLang="en-US" sz="2400" dirty="0">
                <a:solidFill>
                  <a:srgbClr val="000000"/>
                </a:solidFill>
                <a:latin typeface="Times New Roman" panose="02020603050405020304" pitchFamily="18" charset="0"/>
                <a:ea typeface="华文楷体" panose="02010600040101010101" pitchFamily="2" charset="-122"/>
              </a:rPr>
              <a:t>和其它一些优化算法会引入一些</a:t>
            </a:r>
            <a:r>
              <a:rPr lang="zh-CN" altLang="en-US" sz="2400" dirty="0">
                <a:solidFill>
                  <a:srgbClr val="2D83F4"/>
                </a:solidFill>
                <a:latin typeface="Times New Roman" panose="02020603050405020304" pitchFamily="18" charset="0"/>
                <a:ea typeface="华文楷体" panose="02010600040101010101" pitchFamily="2" charset="-122"/>
              </a:rPr>
              <a:t>复制语句</a:t>
            </a:r>
            <a:r>
              <a:rPr lang="en-US" altLang="zh-CN" sz="2400" dirty="0">
                <a:solidFill>
                  <a:srgbClr val="000000"/>
                </a:solidFill>
                <a:latin typeface="Times New Roman" panose="02020603050405020304" pitchFamily="18" charset="0"/>
                <a:ea typeface="华文楷体" panose="02010600040101010101" pitchFamily="2" charset="-122"/>
              </a:rPr>
              <a:t>(</a:t>
            </a:r>
            <a:r>
              <a:rPr lang="zh-CN" altLang="en-US" sz="2400" dirty="0">
                <a:solidFill>
                  <a:srgbClr val="000000"/>
                </a:solidFill>
                <a:latin typeface="Times New Roman" panose="02020603050405020304" pitchFamily="18" charset="0"/>
                <a:ea typeface="华文楷体" panose="02010600040101010101" pitchFamily="2" charset="-122"/>
              </a:rPr>
              <a:t>形如</a:t>
            </a:r>
            <a:r>
              <a:rPr lang="en-US" altLang="zh-CN" sz="2400" i="1" dirty="0">
                <a:solidFill>
                  <a:srgbClr val="000000"/>
                </a:solidFill>
                <a:latin typeface="Times New Roman" panose="02020603050405020304" pitchFamily="18" charset="0"/>
                <a:ea typeface="华文楷体" panose="02010600040101010101" pitchFamily="2" charset="-122"/>
              </a:rPr>
              <a:t>x</a:t>
            </a:r>
            <a:r>
              <a:rPr lang="en-US" altLang="zh-CN" sz="2400" dirty="0">
                <a:solidFill>
                  <a:srgbClr val="000000"/>
                </a:solidFill>
                <a:latin typeface="Times New Roman" panose="02020603050405020304" pitchFamily="18" charset="0"/>
                <a:ea typeface="华文楷体" panose="02010600040101010101" pitchFamily="2" charset="-122"/>
              </a:rPr>
              <a:t> = </a:t>
            </a:r>
            <a:r>
              <a:rPr lang="en-US" altLang="zh-CN" sz="2400" i="1" dirty="0">
                <a:solidFill>
                  <a:srgbClr val="000000"/>
                </a:solidFill>
                <a:latin typeface="Times New Roman" panose="02020603050405020304" pitchFamily="18" charset="0"/>
                <a:ea typeface="华文楷体" panose="02010600040101010101" pitchFamily="2" charset="-122"/>
              </a:rPr>
              <a:t>y</a:t>
            </a:r>
            <a:r>
              <a:rPr lang="zh-CN" altLang="en-US" sz="2400" dirty="0">
                <a:solidFill>
                  <a:srgbClr val="000000"/>
                </a:solidFill>
                <a:latin typeface="Times New Roman" panose="02020603050405020304" pitchFamily="18" charset="0"/>
                <a:ea typeface="华文楷体" panose="02010600040101010101" pitchFamily="2" charset="-122"/>
              </a:rPr>
              <a:t>的赋值语句</a:t>
            </a:r>
            <a:r>
              <a:rPr lang="en-US" altLang="zh-CN" sz="2400" dirty="0">
                <a:solidFill>
                  <a:srgbClr val="000000"/>
                </a:solidFill>
                <a:latin typeface="Times New Roman" panose="02020603050405020304" pitchFamily="18" charset="0"/>
                <a:ea typeface="华文楷体" panose="02010600040101010101" pitchFamily="2" charset="-122"/>
              </a:rPr>
              <a:t>)</a:t>
            </a:r>
          </a:p>
          <a:p>
            <a:pPr lvl="1" eaLnBrk="1" hangingPunct="1">
              <a:spcBef>
                <a:spcPct val="20000"/>
              </a:spcBef>
              <a:buSzPct val="100000"/>
              <a:buFont typeface="Wingdings" panose="05000000000000000000" pitchFamily="2" charset="2"/>
              <a:buChar char="Ø"/>
            </a:pPr>
            <a:r>
              <a:rPr lang="zh-CN" altLang="en-US" sz="2400" dirty="0">
                <a:solidFill>
                  <a:srgbClr val="000000"/>
                </a:solidFill>
                <a:latin typeface="Times New Roman" panose="02020603050405020304" pitchFamily="18" charset="0"/>
                <a:ea typeface="华文楷体" panose="02010600040101010101" pitchFamily="2" charset="-122"/>
              </a:rPr>
              <a:t> </a:t>
            </a:r>
            <a:r>
              <a:rPr lang="zh-CN" altLang="en-US" sz="2400" dirty="0">
                <a:solidFill>
                  <a:srgbClr val="FF0000"/>
                </a:solidFill>
                <a:latin typeface="Times New Roman" panose="02020603050405020304" pitchFamily="18" charset="0"/>
                <a:ea typeface="华文楷体" panose="02010600040101010101" pitchFamily="2" charset="-122"/>
              </a:rPr>
              <a:t>复制传播</a:t>
            </a:r>
            <a:r>
              <a:rPr lang="zh-CN" altLang="en-US" sz="2400" dirty="0">
                <a:solidFill>
                  <a:srgbClr val="000000"/>
                </a:solidFill>
                <a:latin typeface="Times New Roman" panose="02020603050405020304" pitchFamily="18" charset="0"/>
                <a:ea typeface="华文楷体" panose="02010600040101010101" pitchFamily="2" charset="-122"/>
              </a:rPr>
              <a:t>：在复制语句</a:t>
            </a:r>
            <a:r>
              <a:rPr lang="en-US" altLang="zh-CN" sz="2400" i="1" dirty="0">
                <a:solidFill>
                  <a:srgbClr val="000000"/>
                </a:solidFill>
                <a:latin typeface="Times New Roman" panose="02020603050405020304" pitchFamily="18" charset="0"/>
                <a:ea typeface="华文楷体" panose="02010600040101010101" pitchFamily="2" charset="-122"/>
              </a:rPr>
              <a:t>x</a:t>
            </a:r>
            <a:r>
              <a:rPr lang="en-US" altLang="zh-CN" sz="2400" dirty="0">
                <a:solidFill>
                  <a:srgbClr val="000000"/>
                </a:solidFill>
                <a:latin typeface="Times New Roman" panose="02020603050405020304" pitchFamily="18" charset="0"/>
                <a:ea typeface="华文楷体" panose="02010600040101010101" pitchFamily="2" charset="-122"/>
              </a:rPr>
              <a:t> = </a:t>
            </a:r>
            <a:r>
              <a:rPr lang="en-US" altLang="zh-CN" sz="2400" i="1" dirty="0">
                <a:solidFill>
                  <a:srgbClr val="000000"/>
                </a:solidFill>
                <a:latin typeface="Times New Roman" panose="02020603050405020304" pitchFamily="18" charset="0"/>
                <a:ea typeface="华文楷体" panose="02010600040101010101" pitchFamily="2" charset="-122"/>
              </a:rPr>
              <a:t>y</a:t>
            </a:r>
            <a:r>
              <a:rPr lang="zh-CN" altLang="en-US" sz="2400" dirty="0">
                <a:solidFill>
                  <a:srgbClr val="000000"/>
                </a:solidFill>
                <a:latin typeface="Times New Roman" panose="02020603050405020304" pitchFamily="18" charset="0"/>
                <a:ea typeface="华文楷体" panose="02010600040101010101" pitchFamily="2" charset="-122"/>
              </a:rPr>
              <a:t>之后尽可能地用</a:t>
            </a:r>
            <a:r>
              <a:rPr lang="en-US" altLang="zh-CN" sz="2400" i="1" dirty="0">
                <a:solidFill>
                  <a:srgbClr val="000000"/>
                </a:solidFill>
                <a:latin typeface="Times New Roman" panose="02020603050405020304" pitchFamily="18" charset="0"/>
                <a:ea typeface="华文楷体" panose="02010600040101010101" pitchFamily="2" charset="-122"/>
              </a:rPr>
              <a:t>y</a:t>
            </a:r>
            <a:r>
              <a:rPr lang="zh-CN" altLang="en-US" sz="2400" dirty="0">
                <a:solidFill>
                  <a:srgbClr val="000000"/>
                </a:solidFill>
                <a:latin typeface="Times New Roman" panose="02020603050405020304" pitchFamily="18" charset="0"/>
                <a:ea typeface="华文楷体" panose="02010600040101010101" pitchFamily="2" charset="-122"/>
              </a:rPr>
              <a:t>代替</a:t>
            </a:r>
            <a:r>
              <a:rPr lang="en-US" altLang="zh-CN" sz="2400" i="1" dirty="0">
                <a:solidFill>
                  <a:srgbClr val="000000"/>
                </a:solidFill>
                <a:latin typeface="Times New Roman" panose="02020603050405020304" pitchFamily="18" charset="0"/>
                <a:ea typeface="华文楷体" panose="02010600040101010101" pitchFamily="2" charset="-122"/>
              </a:rPr>
              <a:t>x</a:t>
            </a:r>
            <a:endParaRPr lang="en-US" altLang="zh-CN" sz="2400" dirty="0">
              <a:solidFill>
                <a:srgbClr val="000000"/>
              </a:solidFill>
              <a:latin typeface="Times New Roman" panose="02020603050405020304" pitchFamily="18" charset="0"/>
              <a:ea typeface="华文楷体" panose="02010600040101010101" pitchFamily="2" charset="-122"/>
            </a:endParaRPr>
          </a:p>
          <a:p>
            <a:pPr lvl="2" eaLnBrk="1" hangingPunct="1">
              <a:spcBef>
                <a:spcPct val="10000"/>
              </a:spcBef>
              <a:buSzPct val="100000"/>
              <a:buFont typeface="Wingdings" panose="05000000000000000000" pitchFamily="2" charset="2"/>
              <a:buChar char="Ø"/>
            </a:pPr>
            <a:r>
              <a:rPr lang="zh-CN" altLang="en-US" sz="2400" dirty="0">
                <a:solidFill>
                  <a:srgbClr val="000000"/>
                </a:solidFill>
                <a:latin typeface="Times New Roman" panose="02020603050405020304" pitchFamily="18" charset="0"/>
                <a:ea typeface="华文楷体" panose="02010600040101010101" pitchFamily="2" charset="-122"/>
              </a:rPr>
              <a:t>例</a:t>
            </a:r>
          </a:p>
        </p:txBody>
      </p:sp>
      <p:sp>
        <p:nvSpPr>
          <p:cNvPr id="9" name="Rectangle 35">
            <a:extLst>
              <a:ext uri="{FF2B5EF4-FFF2-40B4-BE49-F238E27FC236}">
                <a16:creationId xmlns:a16="http://schemas.microsoft.com/office/drawing/2014/main" id="{2C2B06FF-55B6-4B5E-97BE-A2226EF872B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62250" y="3867150"/>
            <a:ext cx="1308100" cy="122237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lIns="68580" tIns="0" rIns="68580" bIns="0"/>
          <a:lstStyle/>
          <a:p>
            <a:pPr algn="just">
              <a:lnSpc>
                <a:spcPct val="96000"/>
              </a:lnSpc>
              <a:defRPr/>
            </a:pPr>
            <a:r>
              <a:rPr lang="en-US" altLang="zh-CN" sz="2000" i="1" dirty="0">
                <a:solidFill>
                  <a:srgbClr val="FF0000"/>
                </a:solidFill>
                <a:latin typeface="Times New Roman" pitchFamily="18" charset="0"/>
              </a:rPr>
              <a:t>x</a:t>
            </a:r>
            <a:r>
              <a:rPr lang="en-US" altLang="zh-CN" sz="2000" dirty="0">
                <a:solidFill>
                  <a:srgbClr val="FF0000"/>
                </a:solidFill>
                <a:latin typeface="Times New Roman" pitchFamily="18" charset="0"/>
              </a:rPr>
              <a:t> = </a:t>
            </a:r>
            <a:r>
              <a:rPr lang="en-US" altLang="zh-CN" sz="2000" i="1" dirty="0">
                <a:solidFill>
                  <a:srgbClr val="FF0000"/>
                </a:solidFill>
                <a:latin typeface="Times New Roman" pitchFamily="18" charset="0"/>
              </a:rPr>
              <a:t>t</a:t>
            </a:r>
            <a:r>
              <a:rPr lang="en-US" altLang="zh-CN" sz="2000" i="1" baseline="-30000" dirty="0">
                <a:solidFill>
                  <a:srgbClr val="FF0000"/>
                </a:solidFill>
                <a:latin typeface="Times New Roman" pitchFamily="18" charset="0"/>
              </a:rPr>
              <a:t>3</a:t>
            </a:r>
            <a:endParaRPr lang="en-US" altLang="zh-CN" sz="2000" dirty="0">
              <a:solidFill>
                <a:srgbClr val="FF0000"/>
              </a:solidFill>
              <a:latin typeface="Times New Roman" pitchFamily="18" charset="0"/>
            </a:endParaRPr>
          </a:p>
          <a:p>
            <a:pPr algn="just">
              <a:lnSpc>
                <a:spcPct val="96000"/>
              </a:lnSpc>
              <a:defRPr/>
            </a:pPr>
            <a:r>
              <a:rPr lang="en-US" altLang="zh-CN" sz="2000" i="1" dirty="0">
                <a:solidFill>
                  <a:prstClr val="black"/>
                </a:solidFill>
                <a:latin typeface="Times New Roman" pitchFamily="18" charset="0"/>
              </a:rPr>
              <a:t>t</a:t>
            </a:r>
            <a:r>
              <a:rPr lang="en-US" altLang="zh-CN" sz="2000" i="1" baseline="-30000" dirty="0">
                <a:solidFill>
                  <a:prstClr val="black"/>
                </a:solidFill>
                <a:latin typeface="Times New Roman" pitchFamily="18" charset="0"/>
              </a:rPr>
              <a:t>14</a:t>
            </a:r>
            <a:r>
              <a:rPr lang="en-US" altLang="zh-CN" sz="2000" i="1" dirty="0">
                <a:solidFill>
                  <a:prstClr val="black"/>
                </a:solidFill>
                <a:latin typeface="Times New Roman" pitchFamily="18" charset="0"/>
              </a:rPr>
              <a:t> </a:t>
            </a:r>
            <a:r>
              <a:rPr lang="en-US" altLang="zh-CN" sz="2000" dirty="0">
                <a:solidFill>
                  <a:prstClr val="black"/>
                </a:solidFill>
                <a:latin typeface="Times New Roman" pitchFamily="18" charset="0"/>
              </a:rPr>
              <a:t>= </a:t>
            </a:r>
            <a:r>
              <a:rPr lang="en-US" altLang="zh-CN" sz="2000" i="1" dirty="0">
                <a:solidFill>
                  <a:prstClr val="black"/>
                </a:solidFill>
                <a:latin typeface="Times New Roman" pitchFamily="18" charset="0"/>
              </a:rPr>
              <a:t>a</a:t>
            </a:r>
            <a:r>
              <a:rPr lang="en-US" altLang="zh-CN" sz="2000" dirty="0">
                <a:solidFill>
                  <a:prstClr val="black"/>
                </a:solidFill>
                <a:latin typeface="Times New Roman" pitchFamily="18" charset="0"/>
              </a:rPr>
              <a:t>[</a:t>
            </a:r>
            <a:r>
              <a:rPr lang="en-US" altLang="zh-CN" sz="2000" i="1" dirty="0">
                <a:solidFill>
                  <a:prstClr val="black"/>
                </a:solidFill>
                <a:latin typeface="Times New Roman" pitchFamily="18" charset="0"/>
              </a:rPr>
              <a:t>t</a:t>
            </a:r>
            <a:r>
              <a:rPr lang="en-US" altLang="zh-CN" sz="2000" i="1" baseline="-30000" dirty="0">
                <a:solidFill>
                  <a:prstClr val="black"/>
                </a:solidFill>
                <a:latin typeface="Times New Roman" pitchFamily="18" charset="0"/>
              </a:rPr>
              <a:t>1</a:t>
            </a:r>
            <a:r>
              <a:rPr lang="en-US" altLang="zh-CN" sz="2000" dirty="0">
                <a:solidFill>
                  <a:prstClr val="black"/>
                </a:solidFill>
                <a:latin typeface="Times New Roman" pitchFamily="18" charset="0"/>
              </a:rPr>
              <a:t>]</a:t>
            </a:r>
          </a:p>
          <a:p>
            <a:pPr algn="just">
              <a:lnSpc>
                <a:spcPct val="96000"/>
              </a:lnSpc>
              <a:defRPr/>
            </a:pPr>
            <a:r>
              <a:rPr lang="en-US" altLang="zh-CN" sz="2000" i="1" dirty="0">
                <a:solidFill>
                  <a:prstClr val="black"/>
                </a:solidFill>
                <a:latin typeface="Times New Roman" pitchFamily="18" charset="0"/>
              </a:rPr>
              <a:t>a</a:t>
            </a:r>
            <a:r>
              <a:rPr lang="en-US" altLang="zh-CN" sz="2000" dirty="0">
                <a:solidFill>
                  <a:prstClr val="black"/>
                </a:solidFill>
                <a:latin typeface="Times New Roman" pitchFamily="18" charset="0"/>
              </a:rPr>
              <a:t>[</a:t>
            </a:r>
            <a:r>
              <a:rPr lang="en-US" altLang="zh-CN" sz="2000" i="1" dirty="0">
                <a:solidFill>
                  <a:prstClr val="black"/>
                </a:solidFill>
                <a:latin typeface="Times New Roman" pitchFamily="18" charset="0"/>
              </a:rPr>
              <a:t>t</a:t>
            </a:r>
            <a:r>
              <a:rPr lang="en-US" altLang="zh-CN" sz="2000" i="1" baseline="-30000" dirty="0">
                <a:solidFill>
                  <a:prstClr val="black"/>
                </a:solidFill>
                <a:latin typeface="Times New Roman" pitchFamily="18" charset="0"/>
              </a:rPr>
              <a:t>2</a:t>
            </a:r>
            <a:r>
              <a:rPr lang="en-US" altLang="zh-CN" sz="2000" dirty="0">
                <a:solidFill>
                  <a:prstClr val="black"/>
                </a:solidFill>
                <a:latin typeface="Times New Roman" pitchFamily="18" charset="0"/>
              </a:rPr>
              <a:t>] = </a:t>
            </a:r>
            <a:r>
              <a:rPr lang="en-US" altLang="zh-CN" sz="2000" i="1" dirty="0">
                <a:solidFill>
                  <a:prstClr val="black"/>
                </a:solidFill>
                <a:latin typeface="Times New Roman" pitchFamily="18" charset="0"/>
              </a:rPr>
              <a:t>t</a:t>
            </a:r>
            <a:r>
              <a:rPr lang="en-US" altLang="zh-CN" sz="2000" i="1" baseline="-30000" dirty="0">
                <a:solidFill>
                  <a:prstClr val="black"/>
                </a:solidFill>
                <a:latin typeface="Times New Roman" pitchFamily="18" charset="0"/>
              </a:rPr>
              <a:t>14</a:t>
            </a:r>
            <a:endParaRPr lang="en-US" altLang="zh-CN" sz="2000" i="1" dirty="0">
              <a:solidFill>
                <a:prstClr val="black"/>
              </a:solidFill>
              <a:latin typeface="Times New Roman" pitchFamily="18" charset="0"/>
            </a:endParaRPr>
          </a:p>
          <a:p>
            <a:pPr algn="just">
              <a:lnSpc>
                <a:spcPct val="96000"/>
              </a:lnSpc>
              <a:defRPr/>
            </a:pPr>
            <a:r>
              <a:rPr lang="en-US" altLang="zh-CN" sz="2000" i="1" dirty="0">
                <a:solidFill>
                  <a:prstClr val="black"/>
                </a:solidFill>
                <a:latin typeface="Times New Roman" pitchFamily="18" charset="0"/>
              </a:rPr>
              <a:t>a</a:t>
            </a:r>
            <a:r>
              <a:rPr lang="en-US" altLang="zh-CN" sz="2000" dirty="0">
                <a:solidFill>
                  <a:prstClr val="black"/>
                </a:solidFill>
                <a:latin typeface="Times New Roman" pitchFamily="18" charset="0"/>
              </a:rPr>
              <a:t>[</a:t>
            </a:r>
            <a:r>
              <a:rPr lang="en-US" altLang="zh-CN" sz="2000" i="1" dirty="0">
                <a:solidFill>
                  <a:prstClr val="black"/>
                </a:solidFill>
                <a:latin typeface="Times New Roman" pitchFamily="18" charset="0"/>
              </a:rPr>
              <a:t>t</a:t>
            </a:r>
            <a:r>
              <a:rPr lang="en-US" altLang="zh-CN" sz="2000" i="1" baseline="-30000" dirty="0">
                <a:solidFill>
                  <a:prstClr val="black"/>
                </a:solidFill>
                <a:latin typeface="Times New Roman" pitchFamily="18" charset="0"/>
              </a:rPr>
              <a:t>1</a:t>
            </a:r>
            <a:r>
              <a:rPr lang="en-US" altLang="zh-CN" sz="2000" dirty="0">
                <a:solidFill>
                  <a:prstClr val="black"/>
                </a:solidFill>
                <a:latin typeface="Times New Roman" pitchFamily="18" charset="0"/>
              </a:rPr>
              <a:t>] = </a:t>
            </a:r>
            <a:r>
              <a:rPr lang="en-US" altLang="zh-CN" sz="2000" i="1" dirty="0">
                <a:solidFill>
                  <a:srgbClr val="FF0000"/>
                </a:solidFill>
                <a:latin typeface="Times New Roman" pitchFamily="18" charset="0"/>
              </a:rPr>
              <a:t>x</a:t>
            </a:r>
            <a:r>
              <a:rPr lang="en-US" altLang="zh-CN" sz="2000" dirty="0">
                <a:solidFill>
                  <a:prstClr val="black"/>
                </a:solidFill>
                <a:latin typeface="Times New Roman" pitchFamily="18" charset="0"/>
              </a:rPr>
              <a:t> </a:t>
            </a:r>
          </a:p>
        </p:txBody>
      </p:sp>
      <p:sp>
        <p:nvSpPr>
          <p:cNvPr id="73736" name="Rectangle 7">
            <a:extLst>
              <a:ext uri="{FF2B5EF4-FFF2-40B4-BE49-F238E27FC236}">
                <a16:creationId xmlns:a16="http://schemas.microsoft.com/office/drawing/2014/main" id="{264C7BB5-435A-4302-A4FC-DE31B81C697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24075" y="3867150"/>
            <a:ext cx="449263" cy="3254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just"/>
            <a:r>
              <a:rPr lang="en-US" altLang="zh-CN" sz="2000" i="1">
                <a:latin typeface="Times New Roman" panose="02020603050405020304" pitchFamily="18" charset="0"/>
              </a:rPr>
              <a:t>B</a:t>
            </a:r>
            <a:r>
              <a:rPr lang="en-US" altLang="zh-CN" sz="2000" baseline="-25000">
                <a:latin typeface="Times New Roman" panose="02020603050405020304" pitchFamily="18" charset="0"/>
              </a:rPr>
              <a:t>6</a:t>
            </a:r>
            <a:endParaRPr lang="en-US" altLang="zh-CN" sz="2000">
              <a:latin typeface="Times New Roman" panose="02020603050405020304" pitchFamily="18" charset="0"/>
            </a:endParaRPr>
          </a:p>
        </p:txBody>
      </p:sp>
      <p:sp>
        <p:nvSpPr>
          <p:cNvPr id="12" name="Rectangle 35">
            <a:extLst>
              <a:ext uri="{FF2B5EF4-FFF2-40B4-BE49-F238E27FC236}">
                <a16:creationId xmlns:a16="http://schemas.microsoft.com/office/drawing/2014/main" id="{B4B124D9-DE9F-4D2B-A8C0-2190C2443C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34663" y="3867150"/>
            <a:ext cx="1308100" cy="122237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lIns="68580" tIns="0" rIns="68580" bIns="0"/>
          <a:lstStyle/>
          <a:p>
            <a:pPr algn="just">
              <a:lnSpc>
                <a:spcPct val="96000"/>
              </a:lnSpc>
              <a:defRPr/>
            </a:pPr>
            <a:r>
              <a:rPr lang="en-US" altLang="zh-CN" sz="2000" i="1" dirty="0">
                <a:solidFill>
                  <a:srgbClr val="0000FF"/>
                </a:solidFill>
                <a:latin typeface="Times New Roman" pitchFamily="18" charset="0"/>
              </a:rPr>
              <a:t>x</a:t>
            </a:r>
            <a:r>
              <a:rPr lang="en-US" altLang="zh-CN" sz="2000" dirty="0">
                <a:solidFill>
                  <a:srgbClr val="0000FF"/>
                </a:solidFill>
                <a:latin typeface="Times New Roman" pitchFamily="18" charset="0"/>
              </a:rPr>
              <a:t> = </a:t>
            </a:r>
            <a:r>
              <a:rPr lang="en-US" altLang="zh-CN" sz="2000" i="1" dirty="0">
                <a:solidFill>
                  <a:srgbClr val="0000FF"/>
                </a:solidFill>
                <a:latin typeface="Times New Roman" pitchFamily="18" charset="0"/>
              </a:rPr>
              <a:t>t</a:t>
            </a:r>
            <a:r>
              <a:rPr lang="en-US" altLang="zh-CN" sz="2000" i="1" baseline="-30000" dirty="0">
                <a:solidFill>
                  <a:srgbClr val="0000FF"/>
                </a:solidFill>
                <a:latin typeface="Times New Roman" pitchFamily="18" charset="0"/>
              </a:rPr>
              <a:t>3</a:t>
            </a:r>
            <a:endParaRPr lang="en-US" altLang="zh-CN" sz="2000" dirty="0">
              <a:solidFill>
                <a:srgbClr val="0000FF"/>
              </a:solidFill>
              <a:latin typeface="Times New Roman" pitchFamily="18" charset="0"/>
            </a:endParaRPr>
          </a:p>
          <a:p>
            <a:pPr algn="just">
              <a:lnSpc>
                <a:spcPct val="96000"/>
              </a:lnSpc>
              <a:defRPr/>
            </a:pPr>
            <a:r>
              <a:rPr lang="en-US" altLang="zh-CN" sz="2000" i="1" dirty="0">
                <a:solidFill>
                  <a:prstClr val="black"/>
                </a:solidFill>
                <a:latin typeface="Times New Roman" pitchFamily="18" charset="0"/>
              </a:rPr>
              <a:t>t</a:t>
            </a:r>
            <a:r>
              <a:rPr lang="en-US" altLang="zh-CN" sz="2000" i="1" baseline="-30000" dirty="0">
                <a:solidFill>
                  <a:prstClr val="black"/>
                </a:solidFill>
                <a:latin typeface="Times New Roman" pitchFamily="18" charset="0"/>
              </a:rPr>
              <a:t>14</a:t>
            </a:r>
            <a:r>
              <a:rPr lang="en-US" altLang="zh-CN" sz="2000" i="1" dirty="0">
                <a:solidFill>
                  <a:prstClr val="black"/>
                </a:solidFill>
                <a:latin typeface="Times New Roman" pitchFamily="18" charset="0"/>
              </a:rPr>
              <a:t> </a:t>
            </a:r>
            <a:r>
              <a:rPr lang="en-US" altLang="zh-CN" sz="2000" dirty="0">
                <a:solidFill>
                  <a:prstClr val="black"/>
                </a:solidFill>
                <a:latin typeface="Times New Roman" pitchFamily="18" charset="0"/>
              </a:rPr>
              <a:t>= </a:t>
            </a:r>
            <a:r>
              <a:rPr lang="en-US" altLang="zh-CN" sz="2000" i="1" dirty="0">
                <a:solidFill>
                  <a:prstClr val="black"/>
                </a:solidFill>
                <a:latin typeface="Times New Roman" pitchFamily="18" charset="0"/>
              </a:rPr>
              <a:t>a</a:t>
            </a:r>
            <a:r>
              <a:rPr lang="en-US" altLang="zh-CN" sz="2000" dirty="0">
                <a:solidFill>
                  <a:prstClr val="black"/>
                </a:solidFill>
                <a:latin typeface="Times New Roman" pitchFamily="18" charset="0"/>
              </a:rPr>
              <a:t>[</a:t>
            </a:r>
            <a:r>
              <a:rPr lang="en-US" altLang="zh-CN" sz="2000" i="1" dirty="0">
                <a:solidFill>
                  <a:prstClr val="black"/>
                </a:solidFill>
                <a:latin typeface="Times New Roman" pitchFamily="18" charset="0"/>
              </a:rPr>
              <a:t>t</a:t>
            </a:r>
            <a:r>
              <a:rPr lang="en-US" altLang="zh-CN" sz="2000" i="1" baseline="-30000" dirty="0">
                <a:solidFill>
                  <a:prstClr val="black"/>
                </a:solidFill>
                <a:latin typeface="Times New Roman" pitchFamily="18" charset="0"/>
              </a:rPr>
              <a:t>1</a:t>
            </a:r>
            <a:r>
              <a:rPr lang="en-US" altLang="zh-CN" sz="2000" dirty="0">
                <a:solidFill>
                  <a:prstClr val="black"/>
                </a:solidFill>
                <a:latin typeface="Times New Roman" pitchFamily="18" charset="0"/>
              </a:rPr>
              <a:t>]</a:t>
            </a:r>
          </a:p>
          <a:p>
            <a:pPr algn="just">
              <a:lnSpc>
                <a:spcPct val="96000"/>
              </a:lnSpc>
              <a:defRPr/>
            </a:pPr>
            <a:r>
              <a:rPr lang="en-US" altLang="zh-CN" sz="2000" i="1" dirty="0">
                <a:solidFill>
                  <a:prstClr val="black"/>
                </a:solidFill>
                <a:latin typeface="Times New Roman" pitchFamily="18" charset="0"/>
              </a:rPr>
              <a:t>a</a:t>
            </a:r>
            <a:r>
              <a:rPr lang="en-US" altLang="zh-CN" sz="2000" dirty="0">
                <a:solidFill>
                  <a:prstClr val="black"/>
                </a:solidFill>
                <a:latin typeface="Times New Roman" pitchFamily="18" charset="0"/>
              </a:rPr>
              <a:t>[</a:t>
            </a:r>
            <a:r>
              <a:rPr lang="en-US" altLang="zh-CN" sz="2000" i="1" dirty="0">
                <a:solidFill>
                  <a:prstClr val="black"/>
                </a:solidFill>
                <a:latin typeface="Times New Roman" pitchFamily="18" charset="0"/>
              </a:rPr>
              <a:t>t</a:t>
            </a:r>
            <a:r>
              <a:rPr lang="en-US" altLang="zh-CN" sz="2000" i="1" baseline="-30000" dirty="0">
                <a:solidFill>
                  <a:prstClr val="black"/>
                </a:solidFill>
                <a:latin typeface="Times New Roman" pitchFamily="18" charset="0"/>
              </a:rPr>
              <a:t>2</a:t>
            </a:r>
            <a:r>
              <a:rPr lang="en-US" altLang="zh-CN" sz="2000" dirty="0">
                <a:solidFill>
                  <a:prstClr val="black"/>
                </a:solidFill>
                <a:latin typeface="Times New Roman" pitchFamily="18" charset="0"/>
              </a:rPr>
              <a:t>] = </a:t>
            </a:r>
            <a:r>
              <a:rPr lang="en-US" altLang="zh-CN" sz="2000" i="1" dirty="0">
                <a:solidFill>
                  <a:prstClr val="black"/>
                </a:solidFill>
                <a:latin typeface="Times New Roman" pitchFamily="18" charset="0"/>
              </a:rPr>
              <a:t>t</a:t>
            </a:r>
            <a:r>
              <a:rPr lang="en-US" altLang="zh-CN" sz="2000" i="1" baseline="-30000" dirty="0">
                <a:solidFill>
                  <a:prstClr val="black"/>
                </a:solidFill>
                <a:latin typeface="Times New Roman" pitchFamily="18" charset="0"/>
              </a:rPr>
              <a:t>14</a:t>
            </a:r>
            <a:endParaRPr lang="en-US" altLang="zh-CN" sz="2000" i="1" dirty="0">
              <a:solidFill>
                <a:prstClr val="black"/>
              </a:solidFill>
              <a:latin typeface="Times New Roman" pitchFamily="18" charset="0"/>
            </a:endParaRPr>
          </a:p>
          <a:p>
            <a:pPr algn="just">
              <a:lnSpc>
                <a:spcPct val="96000"/>
              </a:lnSpc>
              <a:defRPr/>
            </a:pPr>
            <a:r>
              <a:rPr lang="en-US" altLang="zh-CN" sz="2000" i="1" dirty="0">
                <a:solidFill>
                  <a:prstClr val="black"/>
                </a:solidFill>
                <a:latin typeface="Times New Roman" pitchFamily="18" charset="0"/>
              </a:rPr>
              <a:t>a</a:t>
            </a:r>
            <a:r>
              <a:rPr lang="en-US" altLang="zh-CN" sz="2000" dirty="0">
                <a:solidFill>
                  <a:prstClr val="black"/>
                </a:solidFill>
                <a:latin typeface="Times New Roman" pitchFamily="18" charset="0"/>
              </a:rPr>
              <a:t>[</a:t>
            </a:r>
            <a:r>
              <a:rPr lang="en-US" altLang="zh-CN" sz="2000" i="1" dirty="0">
                <a:solidFill>
                  <a:prstClr val="black"/>
                </a:solidFill>
                <a:latin typeface="Times New Roman" pitchFamily="18" charset="0"/>
              </a:rPr>
              <a:t>t</a:t>
            </a:r>
            <a:r>
              <a:rPr lang="en-US" altLang="zh-CN" sz="2000" i="1" baseline="-30000" dirty="0">
                <a:solidFill>
                  <a:prstClr val="black"/>
                </a:solidFill>
                <a:latin typeface="Times New Roman" pitchFamily="18" charset="0"/>
              </a:rPr>
              <a:t>1</a:t>
            </a:r>
            <a:r>
              <a:rPr lang="en-US" altLang="zh-CN" sz="2000" dirty="0">
                <a:solidFill>
                  <a:prstClr val="black"/>
                </a:solidFill>
                <a:latin typeface="Times New Roman" pitchFamily="18" charset="0"/>
              </a:rPr>
              <a:t>] = </a:t>
            </a:r>
            <a:r>
              <a:rPr lang="en-US" altLang="zh-CN" sz="2000" i="1" dirty="0">
                <a:solidFill>
                  <a:srgbClr val="FF0000"/>
                </a:solidFill>
                <a:latin typeface="Times New Roman" pitchFamily="18" charset="0"/>
              </a:rPr>
              <a:t>t</a:t>
            </a:r>
            <a:r>
              <a:rPr lang="en-US" altLang="zh-CN" sz="2000" i="1" baseline="-25000" dirty="0">
                <a:solidFill>
                  <a:srgbClr val="FF0000"/>
                </a:solidFill>
                <a:latin typeface="Times New Roman" pitchFamily="18" charset="0"/>
              </a:rPr>
              <a:t>3</a:t>
            </a:r>
            <a:endParaRPr lang="en-US" altLang="zh-CN" sz="2000" i="1" dirty="0">
              <a:solidFill>
                <a:srgbClr val="FF0000"/>
              </a:solidFill>
              <a:latin typeface="Times New Roman" pitchFamily="18" charset="0"/>
            </a:endParaRPr>
          </a:p>
          <a:p>
            <a:pPr algn="just">
              <a:lnSpc>
                <a:spcPct val="96000"/>
              </a:lnSpc>
              <a:defRPr/>
            </a:pPr>
            <a:r>
              <a:rPr lang="en-US" altLang="zh-CN" sz="2000" dirty="0">
                <a:solidFill>
                  <a:prstClr val="black"/>
                </a:solidFill>
                <a:latin typeface="Times New Roman" pitchFamily="18" charset="0"/>
              </a:rPr>
              <a:t> </a:t>
            </a:r>
          </a:p>
        </p:txBody>
      </p:sp>
      <p:sp>
        <p:nvSpPr>
          <p:cNvPr id="13" name="AutoShape 8">
            <a:extLst>
              <a:ext uri="{FF2B5EF4-FFF2-40B4-BE49-F238E27FC236}">
                <a16:creationId xmlns:a16="http://schemas.microsoft.com/office/drawing/2014/main" id="{12B7B0F2-6B7F-4EF2-91C6-30B149B6DB6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40200" y="4319588"/>
            <a:ext cx="593725" cy="268287"/>
          </a:xfrm>
          <a:prstGeom prst="rightArrow">
            <a:avLst>
              <a:gd name="adj1" fmla="val 50000"/>
              <a:gd name="adj2" fmla="val 55325"/>
            </a:avLst>
          </a:prstGeom>
          <a:solidFill>
            <a:schemeClr val="tx2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lIns="68580" tIns="34290" rIns="68580" bIns="34290" anchor="ctr"/>
          <a:lstStyle/>
          <a:p>
            <a:pPr eaLnBrk="1" hangingPunct="1">
              <a:defRPr/>
            </a:pPr>
            <a:endParaRPr lang="zh-CN" altLang="en-US">
              <a:cs typeface="楷体_GB2312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6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6656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6656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6656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 nodeType="clickPar">
                      <p:stCondLst>
                        <p:cond delay="indefinite"/>
                      </p:stCondLst>
                      <p:childTnLst>
                        <p:par>
                          <p:cTn id="1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6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6656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6656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656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 nodeType="clickPar">
                      <p:stCondLst>
                        <p:cond delay="indefinite"/>
                      </p:stCondLst>
                      <p:childTnLst>
                        <p:par>
                          <p:cTn id="2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 nodeType="clickPar">
                      <p:stCondLst>
                        <p:cond delay="indefinite"/>
                      </p:stCondLst>
                      <p:childTnLst>
                        <p:par>
                          <p:cTn id="3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7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7373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7373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737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 nodeType="clickPar">
                      <p:stCondLst>
                        <p:cond delay="indefinite"/>
                      </p:stCondLst>
                      <p:childTnLst>
                        <p:par>
                          <p:cTn id="4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5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 nodeType="clickPar">
                      <p:stCondLst>
                        <p:cond delay="indefinite"/>
                      </p:stCondLst>
                      <p:childTnLst>
                        <p:par>
                          <p:cTn id="5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5" presetID="53" presetClass="exit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56" dur="500"/>
                                        <p:tgtEl>
                                          <p:spTgt spid="6656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500"/>
                                        <p:tgtEl>
                                          <p:spTgt spid="6656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58" dur="500"/>
                                        <p:tgtEl>
                                          <p:spTgt spid="6656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656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53" presetClass="exit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61" dur="5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5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63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53" presetClass="exit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66" dur="5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5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6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" presetID="53" presetClass="exit" presetSubtype="3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71" dur="5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5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7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53" presetClass="exit" presetSubtype="3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76" dur="500"/>
                                        <p:tgtEl>
                                          <p:spTgt spid="7373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500"/>
                                        <p:tgtEl>
                                          <p:spTgt spid="7373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78" dur="500"/>
                                        <p:tgtEl>
                                          <p:spTgt spid="737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37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" presetID="53" presetClass="exit" presetSubtype="3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81" dur="5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5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8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53" presetClass="exit" presetSubtype="3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86" dur="5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5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8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9" grpId="1" animBg="1"/>
      <p:bldP spid="73736" grpId="0"/>
      <p:bldP spid="73736" grpId="1"/>
      <p:bldP spid="12" grpId="0" animBg="1"/>
      <p:bldP spid="12" grpId="1" animBg="1"/>
      <p:bldP spid="13" grpId="0" animBg="1"/>
      <p:bldP spid="13" grpId="1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78" name="Rectangle 3">
            <a:extLst>
              <a:ext uri="{FF2B5EF4-FFF2-40B4-BE49-F238E27FC236}">
                <a16:creationId xmlns:a16="http://schemas.microsoft.com/office/drawing/2014/main" id="{82639CFA-9191-4072-9F20-758764B1546A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01650" y="1428750"/>
            <a:ext cx="7856538" cy="322580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10000"/>
              </a:spcBef>
            </a:pPr>
            <a:endParaRPr lang="zh-CN" altLang="en-US" sz="1800" b="1">
              <a:latin typeface="楷体_GB2312" charset="0"/>
              <a:ea typeface="宋体" panose="02010600030101010101" pitchFamily="2" charset="-122"/>
              <a:cs typeface="楷体_GB2312" charset="0"/>
            </a:endParaRPr>
          </a:p>
          <a:p>
            <a:pPr eaLnBrk="1" hangingPunct="1">
              <a:spcBef>
                <a:spcPct val="10000"/>
              </a:spcBef>
              <a:buFont typeface="Wingdings" panose="05000000000000000000" pitchFamily="2" charset="2"/>
              <a:buNone/>
            </a:pPr>
            <a:endParaRPr lang="zh-CN" altLang="en-US" b="1">
              <a:cs typeface="楷体_GB2312" charset="0"/>
            </a:endParaRPr>
          </a:p>
        </p:txBody>
      </p:sp>
      <p:sp>
        <p:nvSpPr>
          <p:cNvPr id="75779" name="Rectangle 5">
            <a:extLst>
              <a:ext uri="{FF2B5EF4-FFF2-40B4-BE49-F238E27FC236}">
                <a16:creationId xmlns:a16="http://schemas.microsoft.com/office/drawing/2014/main" id="{664DA979-C1AA-497D-961B-21B49FCB9F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② 删除无用代码</a:t>
            </a:r>
          </a:p>
        </p:txBody>
      </p:sp>
      <p:sp>
        <p:nvSpPr>
          <p:cNvPr id="66568" name="Rectangle 2">
            <a:extLst>
              <a:ext uri="{FF2B5EF4-FFF2-40B4-BE49-F238E27FC236}">
                <a16:creationId xmlns:a16="http://schemas.microsoft.com/office/drawing/2014/main" id="{D7B4B958-8621-495E-9EBF-9B536ED2595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00063" y="714374"/>
            <a:ext cx="8393112" cy="3801591"/>
          </a:xfrm>
          <a:prstGeom prst="rect">
            <a:avLst/>
          </a:prstGeom>
          <a:noFill/>
          <a:ln>
            <a:noFill/>
          </a:ln>
        </p:spPr>
        <p:txBody>
          <a:bodyPr lIns="68580" tIns="34290" rIns="68580" bIns="34290"/>
          <a:lstStyle>
            <a:lvl1pPr marL="271463" indent="-271463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574675" indent="-271463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10000"/>
              </a:spcBef>
              <a:buSzPct val="100000"/>
              <a:buFont typeface="Wingdings" panose="05000000000000000000" pitchFamily="2" charset="2"/>
              <a:buChar char="Ø"/>
              <a:defRPr/>
            </a:pPr>
            <a:r>
              <a:rPr lang="zh-CN" altLang="en-US" sz="2400" dirty="0">
                <a:solidFill>
                  <a:prstClr val="black"/>
                </a:solidFill>
                <a:latin typeface="楷体" panose="02010609060101010101" pitchFamily="49" charset="-122"/>
                <a:ea typeface="华文楷体" panose="02010600040101010101" pitchFamily="2" charset="-122"/>
                <a:cs typeface="Times New Roman" panose="02020603050405020304" pitchFamily="18" charset="0"/>
              </a:rPr>
              <a:t>复制传播</a:t>
            </a:r>
            <a:endParaRPr lang="zh-CN" altLang="en-US" sz="2400" dirty="0">
              <a:solidFill>
                <a:prstClr val="black"/>
              </a:solidFill>
              <a:latin typeface="Times New Roman" panose="02020603050405020304" pitchFamily="18" charset="0"/>
              <a:ea typeface="楷体_GB2312"/>
              <a:cs typeface="Times New Roman" panose="02020603050405020304" pitchFamily="18" charset="0"/>
            </a:endParaRPr>
          </a:p>
          <a:p>
            <a:pPr lvl="1" eaLnBrk="1" hangingPunct="1">
              <a:spcBef>
                <a:spcPct val="10000"/>
              </a:spcBef>
              <a:buSzPct val="100000"/>
              <a:buFont typeface="Wingdings" panose="05000000000000000000" pitchFamily="2" charset="2"/>
              <a:buChar char="Ø"/>
              <a:defRPr/>
            </a:pPr>
            <a:r>
              <a:rPr lang="zh-CN" altLang="en-US" sz="2400" dirty="0">
                <a:solidFill>
                  <a:prstClr val="black"/>
                </a:solidFill>
                <a:latin typeface="Times New Roman" panose="02020603050405020304" pitchFamily="18" charset="0"/>
                <a:ea typeface="华文楷体" panose="02010600040101010101" pitchFamily="2" charset="-122"/>
              </a:rPr>
              <a:t>常用的</a:t>
            </a:r>
            <a:r>
              <a:rPr lang="zh-CN" altLang="en-US" sz="2400" dirty="0">
                <a:solidFill>
                  <a:srgbClr val="2D83F4"/>
                </a:solidFill>
                <a:latin typeface="Times New Roman" panose="02020603050405020304" pitchFamily="18" charset="0"/>
                <a:ea typeface="华文楷体" panose="02010600040101010101" pitchFamily="2" charset="-122"/>
              </a:rPr>
              <a:t>公共子表达式消除算法</a:t>
            </a:r>
            <a:r>
              <a:rPr lang="zh-CN" altLang="en-US" sz="2400" dirty="0">
                <a:solidFill>
                  <a:prstClr val="black"/>
                </a:solidFill>
                <a:latin typeface="Times New Roman" panose="02020603050405020304" pitchFamily="18" charset="0"/>
                <a:ea typeface="华文楷体" panose="02010600040101010101" pitchFamily="2" charset="-122"/>
              </a:rPr>
              <a:t>和其它一些优化算法会引入一些</a:t>
            </a:r>
            <a:r>
              <a:rPr lang="zh-CN" altLang="en-US" sz="2400" dirty="0">
                <a:solidFill>
                  <a:srgbClr val="073E87">
                    <a:lumMod val="60000"/>
                    <a:lumOff val="40000"/>
                  </a:srgbClr>
                </a:solidFill>
                <a:latin typeface="Times New Roman" panose="02020603050405020304" pitchFamily="18" charset="0"/>
                <a:ea typeface="华文楷体" panose="02010600040101010101" pitchFamily="2" charset="-122"/>
              </a:rPr>
              <a:t>复制语句</a:t>
            </a:r>
            <a:r>
              <a:rPr lang="en-US" altLang="zh-CN" sz="2400" dirty="0">
                <a:solidFill>
                  <a:prstClr val="black"/>
                </a:solidFill>
                <a:latin typeface="Times New Roman" panose="02020603050405020304" pitchFamily="18" charset="0"/>
                <a:ea typeface="华文楷体" panose="02010600040101010101" pitchFamily="2" charset="-122"/>
              </a:rPr>
              <a:t>(</a:t>
            </a:r>
            <a:r>
              <a:rPr lang="zh-CN" altLang="en-US" sz="2400" dirty="0">
                <a:solidFill>
                  <a:prstClr val="black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形如</a:t>
            </a:r>
            <a:r>
              <a:rPr lang="en-US" altLang="zh-CN" sz="2400" i="1" dirty="0">
                <a:solidFill>
                  <a:prstClr val="black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x</a:t>
            </a:r>
            <a:r>
              <a:rPr lang="en-US" altLang="zh-CN" sz="2400" dirty="0">
                <a:solidFill>
                  <a:prstClr val="black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 = </a:t>
            </a:r>
            <a:r>
              <a:rPr lang="en-US" altLang="zh-CN" sz="2400" i="1" dirty="0">
                <a:solidFill>
                  <a:prstClr val="black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y</a:t>
            </a:r>
            <a:r>
              <a:rPr lang="zh-CN" altLang="en-US" sz="2400" dirty="0">
                <a:solidFill>
                  <a:prstClr val="black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的赋值语句</a:t>
            </a:r>
            <a:r>
              <a:rPr lang="en-US" altLang="zh-CN" sz="2400" dirty="0">
                <a:solidFill>
                  <a:prstClr val="black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)</a:t>
            </a:r>
          </a:p>
          <a:p>
            <a:pPr lvl="1" eaLnBrk="1" hangingPunct="1">
              <a:spcBef>
                <a:spcPct val="20000"/>
              </a:spcBef>
              <a:buSzPct val="100000"/>
              <a:buFont typeface="Wingdings" panose="05000000000000000000" pitchFamily="2" charset="2"/>
              <a:buChar char="Ø"/>
              <a:defRPr/>
            </a:pPr>
            <a:r>
              <a:rPr lang="zh-CN" altLang="en-US" sz="2400" dirty="0">
                <a:solidFill>
                  <a:prstClr val="black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 </a:t>
            </a:r>
            <a:r>
              <a:rPr lang="zh-CN" altLang="en-US" sz="2400" dirty="0">
                <a:solidFill>
                  <a:srgbClr val="FF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复制传播</a:t>
            </a:r>
            <a:r>
              <a:rPr lang="zh-CN" altLang="en-US" sz="2400" dirty="0">
                <a:solidFill>
                  <a:prstClr val="black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：在复制语句</a:t>
            </a:r>
            <a:r>
              <a:rPr lang="en-US" altLang="zh-CN" sz="2400" i="1" dirty="0">
                <a:solidFill>
                  <a:prstClr val="black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x</a:t>
            </a:r>
            <a:r>
              <a:rPr lang="en-US" altLang="zh-CN" sz="2400" dirty="0">
                <a:solidFill>
                  <a:prstClr val="black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 = </a:t>
            </a:r>
            <a:r>
              <a:rPr lang="en-US" altLang="zh-CN" sz="2400" i="1" dirty="0">
                <a:solidFill>
                  <a:prstClr val="black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y</a:t>
            </a:r>
            <a:r>
              <a:rPr lang="zh-CN" altLang="en-US" sz="2400" dirty="0">
                <a:solidFill>
                  <a:prstClr val="black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之后尽可能地用</a:t>
            </a:r>
            <a:r>
              <a:rPr lang="en-US" altLang="zh-CN" sz="2400" i="1" dirty="0">
                <a:solidFill>
                  <a:prstClr val="black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y</a:t>
            </a:r>
            <a:r>
              <a:rPr lang="zh-CN" altLang="en-US" sz="2400" dirty="0">
                <a:solidFill>
                  <a:prstClr val="black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代替</a:t>
            </a:r>
            <a:r>
              <a:rPr lang="en-US" altLang="zh-CN" sz="2400" i="1" dirty="0">
                <a:solidFill>
                  <a:prstClr val="black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x</a:t>
            </a:r>
            <a:endParaRPr lang="en-US" altLang="zh-CN" sz="2400" dirty="0">
              <a:solidFill>
                <a:prstClr val="black"/>
              </a:solidFill>
              <a:latin typeface="Times New Roman" panose="02020603050405020304" pitchFamily="18" charset="0"/>
              <a:ea typeface="华文楷体" panose="02010600040101010101" pitchFamily="2" charset="-122"/>
              <a:cs typeface="Times New Roman" panose="02020603050405020304" pitchFamily="18" charset="0"/>
            </a:endParaRPr>
          </a:p>
          <a:p>
            <a:pPr marL="854075" lvl="2" indent="-227013" eaLnBrk="1" hangingPunct="1">
              <a:spcBef>
                <a:spcPct val="10000"/>
              </a:spcBef>
              <a:buSzPct val="100000"/>
              <a:buFont typeface="Wingdings" panose="05000000000000000000" pitchFamily="2" charset="2"/>
              <a:buChar char="Ø"/>
              <a:defRPr/>
            </a:pPr>
            <a:r>
              <a:rPr lang="zh-CN" altLang="en-US" sz="2400" dirty="0">
                <a:solidFill>
                  <a:prstClr val="black"/>
                </a:solidFill>
                <a:latin typeface="楷体" panose="02010609060101010101" pitchFamily="49" charset="-122"/>
                <a:ea typeface="华文楷体" panose="02010600040101010101" pitchFamily="2" charset="-122"/>
              </a:rPr>
              <a:t>复制传播</a:t>
            </a:r>
            <a:r>
              <a:rPr lang="zh-CN" altLang="en-US" sz="2400" dirty="0">
                <a:solidFill>
                  <a:prstClr val="black"/>
                </a:solidFill>
                <a:latin typeface="Times New Roman" panose="02020603050405020304" pitchFamily="18" charset="0"/>
                <a:ea typeface="华文楷体" panose="02010600040101010101" pitchFamily="2" charset="-122"/>
              </a:rPr>
              <a:t>给</a:t>
            </a:r>
            <a:r>
              <a:rPr lang="zh-CN" altLang="en-US" sz="2400" dirty="0">
                <a:solidFill>
                  <a:srgbClr val="2D83F4"/>
                </a:solidFill>
                <a:latin typeface="Times New Roman" panose="02020603050405020304" pitchFamily="18" charset="0"/>
                <a:ea typeface="华文楷体" panose="02010600040101010101" pitchFamily="2" charset="-122"/>
              </a:rPr>
              <a:t>删除无用代码</a:t>
            </a:r>
            <a:r>
              <a:rPr lang="zh-CN" altLang="en-US" sz="2400" dirty="0">
                <a:solidFill>
                  <a:prstClr val="black"/>
                </a:solidFill>
                <a:latin typeface="Times New Roman" panose="02020603050405020304" pitchFamily="18" charset="0"/>
                <a:ea typeface="华文楷体" panose="02010600040101010101" pitchFamily="2" charset="-122"/>
              </a:rPr>
              <a:t>带来机会</a:t>
            </a:r>
            <a:endParaRPr lang="en-US" altLang="zh-CN" sz="2400" dirty="0">
              <a:solidFill>
                <a:prstClr val="black"/>
              </a:solidFill>
              <a:latin typeface="Times New Roman" panose="02020603050405020304" pitchFamily="18" charset="0"/>
              <a:ea typeface="华文楷体" panose="02010600040101010101" pitchFamily="2" charset="-122"/>
            </a:endParaRPr>
          </a:p>
          <a:p>
            <a:pPr marL="0" indent="0" eaLnBrk="1" hangingPunct="1">
              <a:spcBef>
                <a:spcPct val="10000"/>
              </a:spcBef>
              <a:buSzPct val="100000"/>
              <a:buFont typeface="Wingdings" panose="05000000000000000000" pitchFamily="2" charset="2"/>
              <a:buChar char="Ø"/>
              <a:defRPr/>
            </a:pPr>
            <a:r>
              <a:rPr lang="zh-CN" altLang="en-US" sz="2400" dirty="0">
                <a:solidFill>
                  <a:prstClr val="black"/>
                </a:solidFill>
                <a:latin typeface="Times New Roman" panose="02020603050405020304" pitchFamily="18" charset="0"/>
                <a:ea typeface="华文楷体" panose="02010600040101010101" pitchFamily="2" charset="-122"/>
              </a:rPr>
              <a:t> </a:t>
            </a:r>
            <a:r>
              <a:rPr lang="zh-CN" altLang="en-US" sz="2400" dirty="0">
                <a:solidFill>
                  <a:srgbClr val="FF0000"/>
                </a:solidFill>
                <a:latin typeface="Times New Roman" panose="02020603050405020304" pitchFamily="18" charset="0"/>
                <a:ea typeface="华文楷体" panose="02010600040101010101" pitchFamily="2" charset="-122"/>
              </a:rPr>
              <a:t>无用代码</a:t>
            </a:r>
            <a:r>
              <a:rPr lang="en-US" altLang="zh-CN" sz="2400" dirty="0">
                <a:solidFill>
                  <a:prstClr val="black"/>
                </a:solidFill>
                <a:latin typeface="Times New Roman" panose="02020603050405020304" pitchFamily="18" charset="0"/>
                <a:ea typeface="华文楷体" panose="02010600040101010101" pitchFamily="2" charset="-122"/>
              </a:rPr>
              <a:t>(</a:t>
            </a:r>
            <a:r>
              <a:rPr lang="zh-CN" altLang="en-US" sz="2400" dirty="0">
                <a:solidFill>
                  <a:prstClr val="black"/>
                </a:solidFill>
                <a:latin typeface="Times New Roman" panose="02020603050405020304" pitchFamily="18" charset="0"/>
                <a:ea typeface="华文楷体" panose="02010600040101010101" pitchFamily="2" charset="-122"/>
              </a:rPr>
              <a:t>死代码</a:t>
            </a:r>
            <a:r>
              <a:rPr lang="en-US" altLang="zh-CN" i="1" dirty="0">
                <a:solidFill>
                  <a:prstClr val="black"/>
                </a:solidFill>
                <a:latin typeface="Times New Roman" panose="02020603050405020304" pitchFamily="18" charset="0"/>
                <a:ea typeface="华文楷体" panose="02010600040101010101" pitchFamily="2" charset="-122"/>
              </a:rPr>
              <a:t>Dead-Code</a:t>
            </a:r>
            <a:r>
              <a:rPr lang="en-US" altLang="zh-CN" sz="2400" b="0" dirty="0">
                <a:solidFill>
                  <a:srgbClr val="2D83F4"/>
                </a:solidFill>
                <a:latin typeface="Times New Roman" panose="02020603050405020304" pitchFamily="18" charset="0"/>
                <a:ea typeface="华文楷体" panose="02010600040101010101" pitchFamily="2" charset="-122"/>
              </a:rPr>
              <a:t> </a:t>
            </a:r>
            <a:r>
              <a:rPr lang="en-US" altLang="zh-CN" sz="2400" dirty="0">
                <a:solidFill>
                  <a:prstClr val="black"/>
                </a:solidFill>
                <a:latin typeface="Times New Roman" panose="02020603050405020304" pitchFamily="18" charset="0"/>
                <a:ea typeface="华文楷体" panose="02010600040101010101" pitchFamily="2" charset="-122"/>
              </a:rPr>
              <a:t>)</a:t>
            </a:r>
            <a:r>
              <a:rPr lang="en-US" altLang="zh-CN" sz="2400" b="0" dirty="0">
                <a:solidFill>
                  <a:srgbClr val="2D83F4"/>
                </a:solidFill>
                <a:latin typeface="Times New Roman" panose="02020603050405020304" pitchFamily="18" charset="0"/>
                <a:ea typeface="华文楷体" panose="02010600040101010101" pitchFamily="2" charset="-122"/>
              </a:rPr>
              <a:t> </a:t>
            </a:r>
            <a:r>
              <a:rPr lang="zh-CN" altLang="en-US" sz="2400" dirty="0">
                <a:solidFill>
                  <a:prstClr val="black"/>
                </a:solidFill>
                <a:latin typeface="Times New Roman" panose="02020603050405020304" pitchFamily="18" charset="0"/>
                <a:ea typeface="华文楷体" panose="02010600040101010101" pitchFamily="2" charset="-122"/>
              </a:rPr>
              <a:t>：其计算结果</a:t>
            </a:r>
            <a:r>
              <a:rPr lang="zh-CN" altLang="en-US" sz="2400" dirty="0">
                <a:solidFill>
                  <a:srgbClr val="2D83F4"/>
                </a:solidFill>
                <a:latin typeface="Times New Roman" panose="02020603050405020304" pitchFamily="18" charset="0"/>
                <a:ea typeface="华文楷体" panose="02010600040101010101" pitchFamily="2" charset="-122"/>
              </a:rPr>
              <a:t>永远不会被使用</a:t>
            </a:r>
            <a:r>
              <a:rPr lang="zh-CN" altLang="en-US" sz="2400" dirty="0">
                <a:solidFill>
                  <a:prstClr val="black"/>
                </a:solidFill>
                <a:latin typeface="Times New Roman" panose="02020603050405020304" pitchFamily="18" charset="0"/>
                <a:ea typeface="华文楷体" panose="02010600040101010101" pitchFamily="2" charset="-122"/>
              </a:rPr>
              <a:t>的</a:t>
            </a:r>
            <a:endParaRPr lang="en-US" altLang="zh-CN" sz="2400" dirty="0">
              <a:solidFill>
                <a:prstClr val="black"/>
              </a:solidFill>
              <a:latin typeface="Times New Roman" panose="02020603050405020304" pitchFamily="18" charset="0"/>
              <a:ea typeface="华文楷体" panose="02010600040101010101" pitchFamily="2" charset="-122"/>
            </a:endParaRPr>
          </a:p>
          <a:p>
            <a:pPr marL="0" indent="0" eaLnBrk="1" hangingPunct="1">
              <a:spcBef>
                <a:spcPct val="10000"/>
              </a:spcBef>
              <a:buSzPct val="100000"/>
              <a:defRPr/>
            </a:pPr>
            <a:r>
              <a:rPr lang="zh-CN" altLang="en-US" sz="2400" dirty="0">
                <a:solidFill>
                  <a:prstClr val="black"/>
                </a:solidFill>
                <a:latin typeface="Times New Roman" panose="02020603050405020304" pitchFamily="18" charset="0"/>
                <a:ea typeface="华文楷体" panose="02010600040101010101" pitchFamily="2" charset="-122"/>
              </a:rPr>
              <a:t>    语句</a:t>
            </a:r>
          </a:p>
          <a:p>
            <a:pPr lvl="1" eaLnBrk="1" hangingPunct="1">
              <a:spcBef>
                <a:spcPct val="10000"/>
              </a:spcBef>
              <a:buSzPct val="100000"/>
              <a:buFont typeface="Wingdings" panose="05000000000000000000" pitchFamily="2" charset="2"/>
              <a:buChar char="Ø"/>
              <a:defRPr/>
            </a:pPr>
            <a:endParaRPr lang="en-US" altLang="zh-CN" sz="2400" dirty="0">
              <a:solidFill>
                <a:prstClr val="black"/>
              </a:solidFill>
              <a:latin typeface="Times New Roman" panose="02020603050405020304" pitchFamily="18" charset="0"/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6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6656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6656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6656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 nodeType="clickPar">
                      <p:stCondLst>
                        <p:cond delay="indefinite"/>
                      </p:stCondLst>
                      <p:childTnLst>
                        <p:par>
                          <p:cTn id="1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6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6656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6656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656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6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6656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6656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6656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 35">
            <a:extLst>
              <a:ext uri="{FF2B5EF4-FFF2-40B4-BE49-F238E27FC236}">
                <a16:creationId xmlns:a16="http://schemas.microsoft.com/office/drawing/2014/main" id="{E06FA9F0-A00E-4114-9B7E-08C017B17E3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92838" y="2427288"/>
            <a:ext cx="1308100" cy="221456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lIns="68580" tIns="0" rIns="68580" bIns="0"/>
          <a:lstStyle/>
          <a:p>
            <a:pPr algn="just">
              <a:lnSpc>
                <a:spcPct val="96000"/>
              </a:lnSpc>
              <a:defRPr/>
            </a:pPr>
            <a:r>
              <a:rPr lang="en-US" altLang="zh-CN" i="1" dirty="0">
                <a:solidFill>
                  <a:srgbClr val="FF0000"/>
                </a:solidFill>
                <a:latin typeface="Times New Roman" pitchFamily="18" charset="0"/>
              </a:rPr>
              <a:t>x</a:t>
            </a:r>
            <a:r>
              <a:rPr lang="en-US" altLang="zh-CN" dirty="0">
                <a:solidFill>
                  <a:srgbClr val="FF0000"/>
                </a:solidFill>
                <a:latin typeface="Times New Roman" pitchFamily="18" charset="0"/>
              </a:rPr>
              <a:t> = </a:t>
            </a:r>
            <a:r>
              <a:rPr lang="en-US" altLang="zh-CN" i="1" dirty="0">
                <a:solidFill>
                  <a:srgbClr val="FF0000"/>
                </a:solidFill>
                <a:latin typeface="Times New Roman" pitchFamily="18" charset="0"/>
              </a:rPr>
              <a:t>t</a:t>
            </a:r>
            <a:r>
              <a:rPr lang="en-US" altLang="zh-CN" i="1" baseline="-30000" dirty="0">
                <a:solidFill>
                  <a:srgbClr val="FF0000"/>
                </a:solidFill>
                <a:latin typeface="Times New Roman" pitchFamily="18" charset="0"/>
              </a:rPr>
              <a:t>3</a:t>
            </a:r>
            <a:endParaRPr lang="en-US" altLang="zh-CN" dirty="0">
              <a:solidFill>
                <a:srgbClr val="FF0000"/>
              </a:solidFill>
              <a:latin typeface="Times New Roman" pitchFamily="18" charset="0"/>
            </a:endParaRPr>
          </a:p>
          <a:p>
            <a:pPr algn="just">
              <a:lnSpc>
                <a:spcPct val="96000"/>
              </a:lnSpc>
              <a:defRPr/>
            </a:pP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t</a:t>
            </a:r>
            <a:r>
              <a:rPr lang="en-US" altLang="zh-CN" i="1" baseline="-30000" dirty="0">
                <a:solidFill>
                  <a:prstClr val="black"/>
                </a:solidFill>
                <a:latin typeface="Times New Roman" pitchFamily="18" charset="0"/>
              </a:rPr>
              <a:t>14</a:t>
            </a: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 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= </a:t>
            </a: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a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[</a:t>
            </a: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t</a:t>
            </a:r>
            <a:r>
              <a:rPr lang="en-US" altLang="zh-CN" i="1" baseline="-30000" dirty="0">
                <a:solidFill>
                  <a:prstClr val="black"/>
                </a:solidFill>
                <a:latin typeface="Times New Roman" pitchFamily="18" charset="0"/>
              </a:rPr>
              <a:t>1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]</a:t>
            </a:r>
          </a:p>
          <a:p>
            <a:pPr algn="just">
              <a:lnSpc>
                <a:spcPct val="96000"/>
              </a:lnSpc>
              <a:defRPr/>
            </a:pP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a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[</a:t>
            </a: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t</a:t>
            </a:r>
            <a:r>
              <a:rPr lang="en-US" altLang="zh-CN" i="1" baseline="-30000" dirty="0">
                <a:solidFill>
                  <a:prstClr val="black"/>
                </a:solidFill>
                <a:latin typeface="Times New Roman" pitchFamily="18" charset="0"/>
              </a:rPr>
              <a:t>2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] = </a:t>
            </a: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t</a:t>
            </a:r>
            <a:r>
              <a:rPr lang="en-US" altLang="zh-CN" i="1" baseline="-30000" dirty="0">
                <a:solidFill>
                  <a:prstClr val="black"/>
                </a:solidFill>
                <a:latin typeface="Times New Roman" pitchFamily="18" charset="0"/>
              </a:rPr>
              <a:t>14</a:t>
            </a:r>
            <a:endParaRPr lang="en-US" altLang="zh-CN" i="1" dirty="0">
              <a:solidFill>
                <a:prstClr val="black"/>
              </a:solidFill>
              <a:latin typeface="Times New Roman" pitchFamily="18" charset="0"/>
            </a:endParaRPr>
          </a:p>
          <a:p>
            <a:pPr algn="just">
              <a:lnSpc>
                <a:spcPct val="96000"/>
              </a:lnSpc>
              <a:defRPr/>
            </a:pP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a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[</a:t>
            </a: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t</a:t>
            </a:r>
            <a:r>
              <a:rPr lang="en-US" altLang="zh-CN" i="1" baseline="-30000" dirty="0">
                <a:solidFill>
                  <a:prstClr val="black"/>
                </a:solidFill>
                <a:latin typeface="Times New Roman" pitchFamily="18" charset="0"/>
              </a:rPr>
              <a:t>1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] = </a:t>
            </a: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t</a:t>
            </a:r>
            <a:r>
              <a:rPr lang="en-US" altLang="zh-CN" i="1" baseline="-25000" dirty="0">
                <a:solidFill>
                  <a:prstClr val="black"/>
                </a:solidFill>
                <a:latin typeface="Times New Roman" pitchFamily="18" charset="0"/>
              </a:rPr>
              <a:t>3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 </a:t>
            </a:r>
          </a:p>
        </p:txBody>
      </p:sp>
      <p:sp>
        <p:nvSpPr>
          <p:cNvPr id="77827" name="Rectangle 4">
            <a:extLst>
              <a:ext uri="{FF2B5EF4-FFF2-40B4-BE49-F238E27FC236}">
                <a16:creationId xmlns:a16="http://schemas.microsoft.com/office/drawing/2014/main" id="{26F1AC9B-B801-4E0D-9E9B-EF4AB6A649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例</a:t>
            </a:r>
          </a:p>
        </p:txBody>
      </p:sp>
      <p:sp>
        <p:nvSpPr>
          <p:cNvPr id="30" name="Rectangle 33">
            <a:extLst>
              <a:ext uri="{FF2B5EF4-FFF2-40B4-BE49-F238E27FC236}">
                <a16:creationId xmlns:a16="http://schemas.microsoft.com/office/drawing/2014/main" id="{B0E93F9E-B1AF-42DF-83A9-7542C17F4C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47813" y="2290763"/>
            <a:ext cx="1189037" cy="240347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lIns="68580" tIns="0" rIns="68580" bIns="0"/>
          <a:lstStyle/>
          <a:p>
            <a:pPr algn="just">
              <a:lnSpc>
                <a:spcPct val="96000"/>
              </a:lnSpc>
              <a:defRPr/>
            </a:pPr>
            <a:r>
              <a:rPr lang="en-US" altLang="zh-CN" i="1" dirty="0">
                <a:solidFill>
                  <a:srgbClr val="FF0000"/>
                </a:solidFill>
                <a:latin typeface="Times New Roman" pitchFamily="18" charset="0"/>
              </a:rPr>
              <a:t>x</a:t>
            </a:r>
            <a:r>
              <a:rPr lang="en-US" altLang="zh-CN" dirty="0">
                <a:solidFill>
                  <a:srgbClr val="FF0000"/>
                </a:solidFill>
                <a:latin typeface="Times New Roman" pitchFamily="18" charset="0"/>
              </a:rPr>
              <a:t> = </a:t>
            </a:r>
            <a:r>
              <a:rPr lang="en-US" altLang="zh-CN" i="1" dirty="0">
                <a:solidFill>
                  <a:srgbClr val="FF0000"/>
                </a:solidFill>
                <a:latin typeface="Times New Roman" pitchFamily="18" charset="0"/>
              </a:rPr>
              <a:t>t</a:t>
            </a:r>
            <a:r>
              <a:rPr lang="en-US" altLang="zh-CN" i="1" baseline="-25000" dirty="0">
                <a:solidFill>
                  <a:srgbClr val="FF0000"/>
                </a:solidFill>
                <a:latin typeface="Times New Roman" pitchFamily="18" charset="0"/>
              </a:rPr>
              <a:t>3</a:t>
            </a:r>
            <a:endParaRPr lang="en-US" altLang="zh-CN" i="1" dirty="0">
              <a:solidFill>
                <a:srgbClr val="FF0000"/>
              </a:solidFill>
              <a:latin typeface="Times New Roman" pitchFamily="18" charset="0"/>
            </a:endParaRPr>
          </a:p>
          <a:p>
            <a:pPr algn="just">
              <a:lnSpc>
                <a:spcPct val="96000"/>
              </a:lnSpc>
              <a:defRPr/>
            </a:pP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a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[</a:t>
            </a: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t</a:t>
            </a:r>
            <a:r>
              <a:rPr lang="en-US" altLang="zh-CN" i="1" baseline="-25000" dirty="0">
                <a:solidFill>
                  <a:prstClr val="black"/>
                </a:solidFill>
                <a:latin typeface="Times New Roman" pitchFamily="18" charset="0"/>
              </a:rPr>
              <a:t>2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] = </a:t>
            </a: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t</a:t>
            </a:r>
            <a:r>
              <a:rPr lang="en-US" altLang="zh-CN" i="1" baseline="-25000" dirty="0">
                <a:solidFill>
                  <a:prstClr val="black"/>
                </a:solidFill>
                <a:latin typeface="Times New Roman" pitchFamily="18" charset="0"/>
              </a:rPr>
              <a:t>5</a:t>
            </a:r>
            <a:endParaRPr lang="en-US" altLang="zh-CN" i="1" dirty="0">
              <a:solidFill>
                <a:prstClr val="black"/>
              </a:solidFill>
              <a:latin typeface="Times New Roman" pitchFamily="18" charset="0"/>
            </a:endParaRPr>
          </a:p>
          <a:p>
            <a:pPr algn="just">
              <a:lnSpc>
                <a:spcPct val="96000"/>
              </a:lnSpc>
              <a:defRPr/>
            </a:pP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a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[</a:t>
            </a: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t</a:t>
            </a:r>
            <a:r>
              <a:rPr lang="en-US" altLang="zh-CN" i="1" baseline="-25000" dirty="0">
                <a:solidFill>
                  <a:prstClr val="black"/>
                </a:solidFill>
                <a:latin typeface="Times New Roman" pitchFamily="18" charset="0"/>
              </a:rPr>
              <a:t>4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] = </a:t>
            </a: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t</a:t>
            </a:r>
            <a:r>
              <a:rPr lang="en-US" altLang="zh-CN" i="1" baseline="-25000" dirty="0">
                <a:solidFill>
                  <a:prstClr val="black"/>
                </a:solidFill>
                <a:latin typeface="Times New Roman" pitchFamily="18" charset="0"/>
              </a:rPr>
              <a:t>3</a:t>
            </a:r>
            <a:endParaRPr lang="en-US" altLang="zh-CN" i="1" dirty="0">
              <a:solidFill>
                <a:prstClr val="black"/>
              </a:solidFill>
              <a:latin typeface="Times New Roman" pitchFamily="18" charset="0"/>
            </a:endParaRPr>
          </a:p>
          <a:p>
            <a:pPr algn="just">
              <a:lnSpc>
                <a:spcPct val="96000"/>
              </a:lnSpc>
              <a:defRPr/>
            </a:pPr>
            <a:r>
              <a:rPr lang="en-US" altLang="zh-CN" dirty="0" err="1">
                <a:solidFill>
                  <a:prstClr val="black"/>
                </a:solidFill>
                <a:latin typeface="Times New Roman" pitchFamily="18" charset="0"/>
              </a:rPr>
              <a:t>goto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 </a:t>
            </a: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B</a:t>
            </a:r>
            <a:r>
              <a:rPr lang="en-US" altLang="zh-CN" baseline="-25000" dirty="0">
                <a:solidFill>
                  <a:prstClr val="black"/>
                </a:solidFill>
                <a:latin typeface="Times New Roman" pitchFamily="18" charset="0"/>
              </a:rPr>
              <a:t>2</a:t>
            </a:r>
          </a:p>
        </p:txBody>
      </p:sp>
      <p:grpSp>
        <p:nvGrpSpPr>
          <p:cNvPr id="77829" name="组合 49">
            <a:extLst>
              <a:ext uri="{FF2B5EF4-FFF2-40B4-BE49-F238E27FC236}">
                <a16:creationId xmlns:a16="http://schemas.microsoft.com/office/drawing/2014/main" id="{DCC996D1-3404-4158-9507-511AF5AC6E74}"/>
              </a:ext>
            </a:extLst>
          </p:cNvPr>
          <p:cNvGrpSpPr>
            <a:grpSpLocks/>
          </p:cNvGrpSpPr>
          <p:nvPr/>
        </p:nvGrpSpPr>
        <p:grpSpPr bwMode="auto">
          <a:xfrm>
            <a:off x="1071563" y="195263"/>
            <a:ext cx="5056187" cy="4065587"/>
            <a:chOff x="1071538" y="195263"/>
            <a:chExt cx="5056212" cy="4065587"/>
          </a:xfrm>
        </p:grpSpPr>
        <p:sp>
          <p:nvSpPr>
            <p:cNvPr id="33" name="Rectangle 4">
              <a:extLst>
                <a:ext uri="{FF2B5EF4-FFF2-40B4-BE49-F238E27FC236}">
                  <a16:creationId xmlns:a16="http://schemas.microsoft.com/office/drawing/2014/main" id="{DECB2E37-7FDA-4B4B-9AA7-E8649FA71BC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25838" y="212725"/>
              <a:ext cx="1693871" cy="814388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8580" tIns="27000" rIns="68580" bIns="0"/>
            <a:lstStyle/>
            <a:p>
              <a:pPr algn="just">
                <a:lnSpc>
                  <a:spcPct val="70000"/>
                </a:lnSpc>
                <a:defRPr/>
              </a:pPr>
              <a:r>
                <a:rPr lang="en-US" altLang="zh-CN" i="1" dirty="0" err="1">
                  <a:solidFill>
                    <a:prstClr val="black"/>
                  </a:solidFill>
                  <a:latin typeface="Times New Roman" pitchFamily="18" charset="0"/>
                </a:rPr>
                <a:t>i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 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=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 m 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  <a:sym typeface="Symbol" pitchFamily="18" charset="2"/>
                </a:rPr>
                <a:t>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1</a:t>
              </a:r>
            </a:p>
            <a:p>
              <a:pPr algn="just">
                <a:lnSpc>
                  <a:spcPct val="70000"/>
                </a:lnSpc>
                <a:defRPr/>
              </a:pPr>
              <a:r>
                <a:rPr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j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 =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 n</a:t>
              </a:r>
            </a:p>
            <a:p>
              <a:pPr algn="just">
                <a:lnSpc>
                  <a:spcPct val="70000"/>
                </a:lnSpc>
                <a:defRPr/>
              </a:pPr>
              <a:r>
                <a:rPr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t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pitchFamily="18" charset="0"/>
                </a:rPr>
                <a:t>1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 = 4 </a:t>
              </a:r>
              <a:r>
                <a:rPr lang="en-US" altLang="zh-CN" dirty="0">
                  <a:solidFill>
                    <a:prstClr val="black"/>
                  </a:solidFill>
                  <a:latin typeface="宋体" pitchFamily="2" charset="-122"/>
                </a:rPr>
                <a:t>*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n</a:t>
              </a:r>
            </a:p>
            <a:p>
              <a:pPr algn="just">
                <a:lnSpc>
                  <a:spcPct val="70000"/>
                </a:lnSpc>
                <a:defRPr/>
              </a:pPr>
              <a:r>
                <a:rPr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v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 =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a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[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t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pitchFamily="18" charset="0"/>
                </a:rPr>
                <a:t>1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]</a:t>
              </a:r>
            </a:p>
          </p:txBody>
        </p:sp>
        <p:sp>
          <p:nvSpPr>
            <p:cNvPr id="34" name="Rectangle 5">
              <a:extLst>
                <a:ext uri="{FF2B5EF4-FFF2-40B4-BE49-F238E27FC236}">
                  <a16:creationId xmlns:a16="http://schemas.microsoft.com/office/drawing/2014/main" id="{F4BDA549-2956-4187-97FA-97EBDDB1EA8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22663" y="1350963"/>
              <a:ext cx="1711333" cy="814387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8580" tIns="27000" rIns="68580" bIns="27000"/>
            <a:lstStyle/>
            <a:p>
              <a:pPr algn="just">
                <a:lnSpc>
                  <a:spcPct val="70000"/>
                </a:lnSpc>
                <a:defRPr/>
              </a:pPr>
              <a:r>
                <a:rPr lang="en-US" altLang="zh-CN" i="1">
                  <a:solidFill>
                    <a:prstClr val="black"/>
                  </a:solidFill>
                  <a:latin typeface="Times New Roman" pitchFamily="18" charset="0"/>
                </a:rPr>
                <a:t>i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 =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 </a:t>
              </a:r>
              <a:r>
                <a:rPr lang="en-US" altLang="zh-CN" i="1">
                  <a:solidFill>
                    <a:prstClr val="black"/>
                  </a:solidFill>
                  <a:latin typeface="Times New Roman" pitchFamily="18" charset="0"/>
                </a:rPr>
                <a:t>i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 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+ 1</a:t>
              </a:r>
            </a:p>
            <a:p>
              <a:pPr algn="just">
                <a:lnSpc>
                  <a:spcPct val="70000"/>
                </a:lnSpc>
                <a:defRPr/>
              </a:pPr>
              <a:r>
                <a:rPr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t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pitchFamily="18" charset="0"/>
                </a:rPr>
                <a:t>2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 = 4 </a:t>
              </a:r>
              <a:r>
                <a:rPr lang="en-US" altLang="zh-CN" dirty="0">
                  <a:solidFill>
                    <a:prstClr val="black"/>
                  </a:solidFill>
                  <a:latin typeface="宋体" pitchFamily="2" charset="-122"/>
                </a:rPr>
                <a:t>*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 </a:t>
              </a:r>
              <a:r>
                <a:rPr lang="en-US" altLang="zh-CN" i="1">
                  <a:solidFill>
                    <a:prstClr val="black"/>
                  </a:solidFill>
                  <a:latin typeface="Times New Roman" pitchFamily="18" charset="0"/>
                </a:rPr>
                <a:t>i</a:t>
              </a:r>
              <a:endParaRPr lang="en-US" altLang="zh-CN" i="1" dirty="0">
                <a:solidFill>
                  <a:prstClr val="black"/>
                </a:solidFill>
                <a:latin typeface="Times New Roman" pitchFamily="18" charset="0"/>
              </a:endParaRPr>
            </a:p>
            <a:p>
              <a:pPr algn="just">
                <a:lnSpc>
                  <a:spcPct val="70000"/>
                </a:lnSpc>
                <a:defRPr/>
              </a:pPr>
              <a:r>
                <a:rPr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t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pitchFamily="18" charset="0"/>
                </a:rPr>
                <a:t>3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 =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a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[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t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pitchFamily="18" charset="0"/>
                </a:rPr>
                <a:t>2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]</a:t>
              </a:r>
            </a:p>
            <a:p>
              <a:pPr algn="just">
                <a:lnSpc>
                  <a:spcPct val="70000"/>
                </a:lnSpc>
                <a:defRPr/>
              </a:pPr>
              <a:r>
                <a:rPr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if t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pitchFamily="18" charset="0"/>
                </a:rPr>
                <a:t>3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 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&lt;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v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 </a:t>
              </a:r>
              <a:r>
                <a:rPr lang="en-US" altLang="zh-CN" i="1" dirty="0" err="1">
                  <a:solidFill>
                    <a:prstClr val="black"/>
                  </a:solidFill>
                  <a:latin typeface="Times New Roman" pitchFamily="18" charset="0"/>
                </a:rPr>
                <a:t>goto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B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pitchFamily="18" charset="0"/>
                </a:rPr>
                <a:t>2</a:t>
              </a:r>
            </a:p>
          </p:txBody>
        </p:sp>
        <p:sp>
          <p:nvSpPr>
            <p:cNvPr id="77838" name="Rectangle 6">
              <a:extLst>
                <a:ext uri="{FF2B5EF4-FFF2-40B4-BE49-F238E27FC236}">
                  <a16:creationId xmlns:a16="http://schemas.microsoft.com/office/drawing/2014/main" id="{B732C2A0-1D07-433F-96A2-1DBB13DCC94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46713" y="195263"/>
              <a:ext cx="393700" cy="22066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0" rIns="0" bIns="0"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i="1">
                  <a:solidFill>
                    <a:srgbClr val="000000"/>
                  </a:solidFill>
                  <a:latin typeface="Times New Roman" panose="02020603050405020304" pitchFamily="18" charset="0"/>
                </a:rPr>
                <a:t>B</a:t>
              </a:r>
              <a:r>
                <a:rPr lang="en-US" altLang="zh-CN" i="1" baseline="-25000">
                  <a:solidFill>
                    <a:srgbClr val="000000"/>
                  </a:solidFill>
                  <a:latin typeface="Times New Roman" panose="02020603050405020304" pitchFamily="18" charset="0"/>
                </a:rPr>
                <a:t>1</a:t>
              </a:r>
              <a:endParaRPr lang="en-US" altLang="zh-CN" i="1">
                <a:solidFill>
                  <a:srgbClr val="000000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77839" name="Rectangle 7">
              <a:extLst>
                <a:ext uri="{FF2B5EF4-FFF2-40B4-BE49-F238E27FC236}">
                  <a16:creationId xmlns:a16="http://schemas.microsoft.com/office/drawing/2014/main" id="{CE243CF6-8F8D-4147-9635-83FC78E357E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29256" y="1258888"/>
              <a:ext cx="627062" cy="3254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i="1">
                  <a:solidFill>
                    <a:srgbClr val="000000"/>
                  </a:solidFill>
                  <a:latin typeface="Times New Roman" panose="02020603050405020304" pitchFamily="18" charset="0"/>
                </a:rPr>
                <a:t>B</a:t>
              </a:r>
              <a:r>
                <a:rPr lang="en-US" altLang="zh-CN" i="1" baseline="-25000">
                  <a:solidFill>
                    <a:srgbClr val="000000"/>
                  </a:solidFill>
                  <a:latin typeface="Times New Roman" panose="02020603050405020304" pitchFamily="18" charset="0"/>
                </a:rPr>
                <a:t>2</a:t>
              </a:r>
              <a:endParaRPr lang="en-US" altLang="zh-CN" i="1">
                <a:solidFill>
                  <a:srgbClr val="000000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37" name="Rectangle 8">
              <a:extLst>
                <a:ext uri="{FF2B5EF4-FFF2-40B4-BE49-F238E27FC236}">
                  <a16:creationId xmlns:a16="http://schemas.microsoft.com/office/drawing/2014/main" id="{D81DD383-9B25-4B67-B545-341A72624D6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40126" y="2500313"/>
              <a:ext cx="1711333" cy="81280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8580" tIns="27000" rIns="68580" bIns="27000"/>
            <a:lstStyle/>
            <a:p>
              <a:pPr algn="just">
                <a:lnSpc>
                  <a:spcPct val="70000"/>
                </a:lnSpc>
                <a:defRPr/>
              </a:pPr>
              <a:r>
                <a:rPr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j 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=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j 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  <a:sym typeface="Symbol" pitchFamily="18" charset="2"/>
                </a:rPr>
                <a:t>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1</a:t>
              </a:r>
            </a:p>
            <a:p>
              <a:pPr algn="just">
                <a:lnSpc>
                  <a:spcPct val="70000"/>
                </a:lnSpc>
                <a:defRPr/>
              </a:pPr>
              <a:r>
                <a:rPr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t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pitchFamily="18" charset="0"/>
                </a:rPr>
                <a:t>4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 = 4 </a:t>
              </a:r>
              <a:r>
                <a:rPr lang="en-US" altLang="zh-CN" dirty="0">
                  <a:solidFill>
                    <a:prstClr val="black"/>
                  </a:solidFill>
                  <a:latin typeface="宋体" pitchFamily="2" charset="-122"/>
                </a:rPr>
                <a:t>*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j</a:t>
              </a:r>
            </a:p>
            <a:p>
              <a:pPr algn="just">
                <a:lnSpc>
                  <a:spcPct val="70000"/>
                </a:lnSpc>
                <a:defRPr/>
              </a:pPr>
              <a:r>
                <a:rPr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t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pitchFamily="18" charset="0"/>
                </a:rPr>
                <a:t>5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 =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a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[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t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pitchFamily="18" charset="0"/>
                </a:rPr>
                <a:t>4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]</a:t>
              </a:r>
            </a:p>
            <a:p>
              <a:pPr algn="just">
                <a:lnSpc>
                  <a:spcPct val="70000"/>
                </a:lnSpc>
                <a:defRPr/>
              </a:pPr>
              <a:r>
                <a:rPr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if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t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pitchFamily="18" charset="0"/>
                </a:rPr>
                <a:t>5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 &gt;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v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 </a:t>
              </a:r>
              <a:r>
                <a:rPr lang="en-US" altLang="zh-CN" i="1" dirty="0" err="1">
                  <a:solidFill>
                    <a:prstClr val="black"/>
                  </a:solidFill>
                  <a:latin typeface="Times New Roman" pitchFamily="18" charset="0"/>
                </a:rPr>
                <a:t>goto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B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pitchFamily="18" charset="0"/>
                </a:rPr>
                <a:t>3</a:t>
              </a:r>
            </a:p>
          </p:txBody>
        </p:sp>
        <p:sp>
          <p:nvSpPr>
            <p:cNvPr id="77841" name="Line 9">
              <a:extLst>
                <a:ext uri="{FF2B5EF4-FFF2-40B4-BE49-F238E27FC236}">
                  <a16:creationId xmlns:a16="http://schemas.microsoft.com/office/drawing/2014/main" id="{02292CCF-79C4-4AB2-A30C-91F88EF9379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457700" y="1035050"/>
              <a:ext cx="0" cy="315913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77842" name="Line 10">
              <a:extLst>
                <a:ext uri="{FF2B5EF4-FFF2-40B4-BE49-F238E27FC236}">
                  <a16:creationId xmlns:a16="http://schemas.microsoft.com/office/drawing/2014/main" id="{3C59BEC0-5F77-4C70-94E4-09B10F873D1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440238" y="2184400"/>
              <a:ext cx="0" cy="315913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40" name="Rectangle 11">
              <a:extLst>
                <a:ext uri="{FF2B5EF4-FFF2-40B4-BE49-F238E27FC236}">
                  <a16:creationId xmlns:a16="http://schemas.microsoft.com/office/drawing/2014/main" id="{0C1F671E-86D6-4843-8DA8-530EB098868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40126" y="3662363"/>
              <a:ext cx="1725621" cy="30480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7500" tIns="0" rIns="0" bIns="0"/>
            <a:lstStyle/>
            <a:p>
              <a:pPr algn="just">
                <a:lnSpc>
                  <a:spcPct val="96000"/>
                </a:lnSpc>
                <a:defRPr/>
              </a:pPr>
              <a:r>
                <a:rPr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if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 </a:t>
              </a:r>
              <a:r>
                <a:rPr lang="en-US" altLang="zh-CN" i="1">
                  <a:solidFill>
                    <a:prstClr val="black"/>
                  </a:solidFill>
                  <a:latin typeface="Times New Roman" pitchFamily="18" charset="0"/>
                </a:rPr>
                <a:t>i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 &gt;=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j </a:t>
              </a:r>
              <a:r>
                <a:rPr lang="en-US" altLang="zh-CN" i="1" dirty="0" err="1">
                  <a:solidFill>
                    <a:prstClr val="black"/>
                  </a:solidFill>
                  <a:latin typeface="Times New Roman" pitchFamily="18" charset="0"/>
                </a:rPr>
                <a:t>goto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B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pitchFamily="18" charset="0"/>
                </a:rPr>
                <a:t>6</a:t>
              </a:r>
            </a:p>
          </p:txBody>
        </p:sp>
        <p:sp>
          <p:nvSpPr>
            <p:cNvPr id="77844" name="Line 12">
              <a:extLst>
                <a:ext uri="{FF2B5EF4-FFF2-40B4-BE49-F238E27FC236}">
                  <a16:creationId xmlns:a16="http://schemas.microsoft.com/office/drawing/2014/main" id="{E1385949-6F94-4679-B3E7-C9409B4DC91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440238" y="3332163"/>
              <a:ext cx="0" cy="319087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77845" name="Rectangle 14">
              <a:extLst>
                <a:ext uri="{FF2B5EF4-FFF2-40B4-BE49-F238E27FC236}">
                  <a16:creationId xmlns:a16="http://schemas.microsoft.com/office/drawing/2014/main" id="{5884B245-5CEB-4962-9260-11AB997754D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46723" y="3567113"/>
              <a:ext cx="625475" cy="3238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i="1">
                  <a:solidFill>
                    <a:srgbClr val="000000"/>
                  </a:solidFill>
                  <a:latin typeface="Times New Roman" panose="02020603050405020304" pitchFamily="18" charset="0"/>
                </a:rPr>
                <a:t>B</a:t>
              </a:r>
              <a:r>
                <a:rPr lang="en-US" altLang="zh-CN" i="1" baseline="-25000">
                  <a:solidFill>
                    <a:srgbClr val="000000"/>
                  </a:solidFill>
                  <a:latin typeface="Times New Roman" panose="02020603050405020304" pitchFamily="18" charset="0"/>
                </a:rPr>
                <a:t>4</a:t>
              </a:r>
              <a:endParaRPr lang="en-US" altLang="zh-CN" i="1">
                <a:solidFill>
                  <a:srgbClr val="000000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77846" name="Rectangle 15">
              <a:extLst>
                <a:ext uri="{FF2B5EF4-FFF2-40B4-BE49-F238E27FC236}">
                  <a16:creationId xmlns:a16="http://schemas.microsoft.com/office/drawing/2014/main" id="{34A0EAD8-1502-4A1E-BA62-9C94AE18605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43548" y="2408238"/>
              <a:ext cx="628650" cy="3270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i="1">
                  <a:solidFill>
                    <a:srgbClr val="000000"/>
                  </a:solidFill>
                  <a:latin typeface="Times New Roman" panose="02020603050405020304" pitchFamily="18" charset="0"/>
                </a:rPr>
                <a:t>B</a:t>
              </a:r>
              <a:r>
                <a:rPr lang="en-US" altLang="zh-CN" i="1" baseline="-25000">
                  <a:solidFill>
                    <a:srgbClr val="000000"/>
                  </a:solidFill>
                  <a:latin typeface="Times New Roman" panose="02020603050405020304" pitchFamily="18" charset="0"/>
                </a:rPr>
                <a:t>3</a:t>
              </a:r>
              <a:endParaRPr lang="en-US" altLang="zh-CN" i="1">
                <a:solidFill>
                  <a:srgbClr val="000000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77847" name="Rectangle 16">
              <a:extLst>
                <a:ext uri="{FF2B5EF4-FFF2-40B4-BE49-F238E27FC236}">
                  <a16:creationId xmlns:a16="http://schemas.microsoft.com/office/drawing/2014/main" id="{E421E543-053B-4C5B-B892-F10FF4E631A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71538" y="2283718"/>
              <a:ext cx="514350" cy="3254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i="1">
                  <a:solidFill>
                    <a:srgbClr val="000000"/>
                  </a:solidFill>
                  <a:latin typeface="Times New Roman" panose="02020603050405020304" pitchFamily="18" charset="0"/>
                </a:rPr>
                <a:t>B</a:t>
              </a:r>
              <a:r>
                <a:rPr lang="en-US" altLang="zh-CN" i="1" baseline="-25000">
                  <a:solidFill>
                    <a:srgbClr val="000000"/>
                  </a:solidFill>
                  <a:latin typeface="Times New Roman" panose="02020603050405020304" pitchFamily="18" charset="0"/>
                </a:rPr>
                <a:t>5</a:t>
              </a:r>
              <a:endParaRPr lang="en-US" altLang="zh-CN" i="1">
                <a:solidFill>
                  <a:srgbClr val="000000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77848" name="Line 18">
              <a:extLst>
                <a:ext uri="{FF2B5EF4-FFF2-40B4-BE49-F238E27FC236}">
                  <a16:creationId xmlns:a16="http://schemas.microsoft.com/office/drawing/2014/main" id="{D1982AF4-C858-483A-95F7-FE9DCEE089F8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754313" y="3967163"/>
              <a:ext cx="1503362" cy="293687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77849" name="Line 19">
              <a:extLst>
                <a:ext uri="{FF2B5EF4-FFF2-40B4-BE49-F238E27FC236}">
                  <a16:creationId xmlns:a16="http://schemas.microsoft.com/office/drawing/2014/main" id="{1B05DB4A-252A-43FB-A837-E11C1E21620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40263" y="3967163"/>
              <a:ext cx="1487487" cy="293687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77850" name="Freeform 21">
              <a:extLst>
                <a:ext uri="{FF2B5EF4-FFF2-40B4-BE49-F238E27FC236}">
                  <a16:creationId xmlns:a16="http://schemas.microsoft.com/office/drawing/2014/main" id="{BEDE189C-91DB-4AEA-9AC7-83446E461BE9}"/>
                </a:ext>
              </a:extLst>
            </p:cNvPr>
            <p:cNvSpPr>
              <a:spLocks/>
            </p:cNvSpPr>
            <p:nvPr/>
          </p:nvSpPr>
          <p:spPr bwMode="auto">
            <a:xfrm rot="367755">
              <a:off x="2913895" y="1183839"/>
              <a:ext cx="768350" cy="1097720"/>
            </a:xfrm>
            <a:custGeom>
              <a:avLst/>
              <a:gdLst>
                <a:gd name="T0" fmla="*/ 2147483646 w 722"/>
                <a:gd name="T1" fmla="*/ 2147483646 h 1447"/>
                <a:gd name="T2" fmla="*/ 2147483646 w 722"/>
                <a:gd name="T3" fmla="*/ 2147483646 h 1447"/>
                <a:gd name="T4" fmla="*/ 2147483646 w 722"/>
                <a:gd name="T5" fmla="*/ 2147483646 h 1447"/>
                <a:gd name="T6" fmla="*/ 2147483646 w 722"/>
                <a:gd name="T7" fmla="*/ 2147483646 h 1447"/>
                <a:gd name="T8" fmla="*/ 2147483646 w 722"/>
                <a:gd name="T9" fmla="*/ 2147483646 h 1447"/>
                <a:gd name="T10" fmla="*/ 2147483646 w 722"/>
                <a:gd name="T11" fmla="*/ 2147483646 h 1447"/>
                <a:gd name="T12" fmla="*/ 2147483646 w 722"/>
                <a:gd name="T13" fmla="*/ 2147483646 h 1447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722"/>
                <a:gd name="T22" fmla="*/ 0 h 1447"/>
                <a:gd name="T23" fmla="*/ 722 w 722"/>
                <a:gd name="T24" fmla="*/ 1447 h 1447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722" h="1447">
                  <a:moveTo>
                    <a:pt x="722" y="1251"/>
                  </a:moveTo>
                  <a:cubicBezTo>
                    <a:pt x="605" y="1349"/>
                    <a:pt x="489" y="1447"/>
                    <a:pt x="392" y="1447"/>
                  </a:cubicBezTo>
                  <a:cubicBezTo>
                    <a:pt x="295" y="1447"/>
                    <a:pt x="203" y="1376"/>
                    <a:pt x="138" y="1251"/>
                  </a:cubicBezTo>
                  <a:cubicBezTo>
                    <a:pt x="73" y="1126"/>
                    <a:pt x="0" y="879"/>
                    <a:pt x="3" y="697"/>
                  </a:cubicBezTo>
                  <a:cubicBezTo>
                    <a:pt x="6" y="515"/>
                    <a:pt x="83" y="272"/>
                    <a:pt x="153" y="157"/>
                  </a:cubicBezTo>
                  <a:cubicBezTo>
                    <a:pt x="223" y="42"/>
                    <a:pt x="338" y="0"/>
                    <a:pt x="423" y="7"/>
                  </a:cubicBezTo>
                  <a:cubicBezTo>
                    <a:pt x="508" y="14"/>
                    <a:pt x="612" y="161"/>
                    <a:pt x="662" y="201"/>
                  </a:cubicBezTo>
                </a:path>
              </a:pathLst>
            </a:cu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77851" name="Freeform 22">
              <a:extLst>
                <a:ext uri="{FF2B5EF4-FFF2-40B4-BE49-F238E27FC236}">
                  <a16:creationId xmlns:a16="http://schemas.microsoft.com/office/drawing/2014/main" id="{2B3CA82C-46AE-43B5-909E-797B75B591F2}"/>
                </a:ext>
              </a:extLst>
            </p:cNvPr>
            <p:cNvSpPr>
              <a:spLocks/>
            </p:cNvSpPr>
            <p:nvPr/>
          </p:nvSpPr>
          <p:spPr bwMode="auto">
            <a:xfrm rot="190181">
              <a:off x="2923094" y="2346797"/>
              <a:ext cx="754062" cy="1106149"/>
            </a:xfrm>
            <a:custGeom>
              <a:avLst/>
              <a:gdLst>
                <a:gd name="T0" fmla="*/ 2147483646 w 722"/>
                <a:gd name="T1" fmla="*/ 2147483646 h 1447"/>
                <a:gd name="T2" fmla="*/ 2147483646 w 722"/>
                <a:gd name="T3" fmla="*/ 2147483646 h 1447"/>
                <a:gd name="T4" fmla="*/ 2147483646 w 722"/>
                <a:gd name="T5" fmla="*/ 2147483646 h 1447"/>
                <a:gd name="T6" fmla="*/ 2147483646 w 722"/>
                <a:gd name="T7" fmla="*/ 2147483646 h 1447"/>
                <a:gd name="T8" fmla="*/ 2147483646 w 722"/>
                <a:gd name="T9" fmla="*/ 2147483646 h 1447"/>
                <a:gd name="T10" fmla="*/ 2147483646 w 722"/>
                <a:gd name="T11" fmla="*/ 2147483646 h 1447"/>
                <a:gd name="T12" fmla="*/ 2147483646 w 722"/>
                <a:gd name="T13" fmla="*/ 2147483646 h 1447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722"/>
                <a:gd name="T22" fmla="*/ 0 h 1447"/>
                <a:gd name="T23" fmla="*/ 722 w 722"/>
                <a:gd name="T24" fmla="*/ 1447 h 1447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722" h="1447">
                  <a:moveTo>
                    <a:pt x="722" y="1251"/>
                  </a:moveTo>
                  <a:cubicBezTo>
                    <a:pt x="605" y="1349"/>
                    <a:pt x="489" y="1447"/>
                    <a:pt x="392" y="1447"/>
                  </a:cubicBezTo>
                  <a:cubicBezTo>
                    <a:pt x="295" y="1447"/>
                    <a:pt x="203" y="1376"/>
                    <a:pt x="138" y="1251"/>
                  </a:cubicBezTo>
                  <a:cubicBezTo>
                    <a:pt x="73" y="1126"/>
                    <a:pt x="0" y="879"/>
                    <a:pt x="3" y="697"/>
                  </a:cubicBezTo>
                  <a:cubicBezTo>
                    <a:pt x="6" y="515"/>
                    <a:pt x="83" y="272"/>
                    <a:pt x="153" y="157"/>
                  </a:cubicBezTo>
                  <a:cubicBezTo>
                    <a:pt x="223" y="42"/>
                    <a:pt x="338" y="0"/>
                    <a:pt x="423" y="7"/>
                  </a:cubicBezTo>
                  <a:cubicBezTo>
                    <a:pt x="508" y="14"/>
                    <a:pt x="612" y="161"/>
                    <a:pt x="662" y="201"/>
                  </a:cubicBezTo>
                </a:path>
              </a:pathLst>
            </a:cu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</p:grpSp>
      <p:sp>
        <p:nvSpPr>
          <p:cNvPr id="28" name="任意多边形 27">
            <a:extLst>
              <a:ext uri="{FF2B5EF4-FFF2-40B4-BE49-F238E27FC236}">
                <a16:creationId xmlns:a16="http://schemas.microsoft.com/office/drawing/2014/main" id="{94320F90-20EB-4940-AFC5-35EFB21C3AE9}"/>
              </a:ext>
            </a:extLst>
          </p:cNvPr>
          <p:cNvSpPr/>
          <p:nvPr/>
        </p:nvSpPr>
        <p:spPr>
          <a:xfrm>
            <a:off x="946150" y="793750"/>
            <a:ext cx="2874963" cy="4319588"/>
          </a:xfrm>
          <a:custGeom>
            <a:avLst/>
            <a:gdLst>
              <a:gd name="connsiteX0" fmla="*/ 807738 w 2874532"/>
              <a:gd name="connsiteY0" fmla="*/ 3903406 h 4319190"/>
              <a:gd name="connsiteX1" fmla="*/ 143858 w 2874532"/>
              <a:gd name="connsiteY1" fmla="*/ 3991088 h 4319190"/>
              <a:gd name="connsiteX2" fmla="*/ 269119 w 2874532"/>
              <a:gd name="connsiteY2" fmla="*/ 295910 h 4319190"/>
              <a:gd name="connsiteX3" fmla="*/ 2874532 w 2874532"/>
              <a:gd name="connsiteY3" fmla="*/ 496327 h 43191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74532" h="4319190">
                <a:moveTo>
                  <a:pt x="807738" y="3903406"/>
                </a:moveTo>
                <a:cubicBezTo>
                  <a:pt x="520683" y="4247871"/>
                  <a:pt x="233628" y="4592337"/>
                  <a:pt x="143858" y="3991088"/>
                </a:cubicBezTo>
                <a:cubicBezTo>
                  <a:pt x="54088" y="3389839"/>
                  <a:pt x="-185993" y="878370"/>
                  <a:pt x="269119" y="295910"/>
                </a:cubicBezTo>
                <a:cubicBezTo>
                  <a:pt x="724231" y="-286550"/>
                  <a:pt x="1799381" y="104888"/>
                  <a:pt x="2874532" y="496327"/>
                </a:cubicBezTo>
              </a:path>
            </a:pathLst>
          </a:custGeom>
          <a:noFill/>
          <a:ln w="25400">
            <a:solidFill>
              <a:schemeClr val="tx1"/>
            </a:solidFill>
            <a:tailEnd type="stealth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77831" name="Rectangle 20">
            <a:extLst>
              <a:ext uri="{FF2B5EF4-FFF2-40B4-BE49-F238E27FC236}">
                <a16:creationId xmlns:a16="http://schemas.microsoft.com/office/drawing/2014/main" id="{609EC1ED-4AC3-4A29-8FBB-FD9B4C6E5D0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64388" y="2066925"/>
            <a:ext cx="627062" cy="327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just"/>
            <a:r>
              <a:rPr lang="en-US" altLang="zh-CN" i="1">
                <a:solidFill>
                  <a:srgbClr val="000000"/>
                </a:solidFill>
                <a:latin typeface="Times New Roman" panose="02020603050405020304" pitchFamily="18" charset="0"/>
              </a:rPr>
              <a:t>B</a:t>
            </a:r>
            <a:r>
              <a:rPr lang="en-US" altLang="zh-CN" i="1" baseline="-25000">
                <a:solidFill>
                  <a:srgbClr val="000000"/>
                </a:solidFill>
                <a:latin typeface="Times New Roman" panose="02020603050405020304" pitchFamily="18" charset="0"/>
              </a:rPr>
              <a:t>6</a:t>
            </a:r>
            <a:endParaRPr lang="en-US" altLang="zh-CN" i="1">
              <a:solidFill>
                <a:srgbClr val="0000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29" name="Rectangle 5">
            <a:extLst>
              <a:ext uri="{FF2B5EF4-FFF2-40B4-BE49-F238E27FC236}">
                <a16:creationId xmlns:a16="http://schemas.microsoft.com/office/drawing/2014/main" id="{E9596C93-C0B9-4B3D-BEB8-C1200F619A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68450" y="1214438"/>
            <a:ext cx="1111250" cy="930275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w="25400">
            <a:solidFill>
              <a:schemeClr val="tx1"/>
            </a:solidFill>
            <a:prstDash val="dash"/>
            <a:miter lim="800000"/>
            <a:headEnd/>
            <a:tailEnd/>
          </a:ln>
        </p:spPr>
        <p:txBody>
          <a:bodyPr lIns="68580" tIns="0" rIns="68580" bIns="0"/>
          <a:lstStyle/>
          <a:p>
            <a:pPr algn="just">
              <a:lnSpc>
                <a:spcPct val="96000"/>
              </a:lnSpc>
              <a:defRPr/>
            </a:pPr>
            <a:r>
              <a:rPr lang="en-US" altLang="zh-CN" sz="2000" i="1" dirty="0">
                <a:solidFill>
                  <a:srgbClr val="000000"/>
                </a:solidFill>
                <a:latin typeface="Times New Roman" pitchFamily="18" charset="0"/>
              </a:rPr>
              <a:t>a</a:t>
            </a:r>
            <a:r>
              <a:rPr lang="en-US" altLang="zh-CN" sz="2000" dirty="0">
                <a:solidFill>
                  <a:srgbClr val="000000"/>
                </a:solidFill>
                <a:latin typeface="Times New Roman" pitchFamily="18" charset="0"/>
              </a:rPr>
              <a:t>[</a:t>
            </a:r>
            <a:r>
              <a:rPr lang="en-US" altLang="zh-CN" sz="2000" i="1" dirty="0">
                <a:solidFill>
                  <a:srgbClr val="000000"/>
                </a:solidFill>
                <a:latin typeface="Times New Roman" pitchFamily="18" charset="0"/>
              </a:rPr>
              <a:t>t</a:t>
            </a:r>
            <a:r>
              <a:rPr lang="en-US" altLang="zh-CN" sz="2000" i="1" baseline="-25000" dirty="0">
                <a:solidFill>
                  <a:srgbClr val="000000"/>
                </a:solidFill>
                <a:latin typeface="Times New Roman" pitchFamily="18" charset="0"/>
              </a:rPr>
              <a:t>2</a:t>
            </a:r>
            <a:r>
              <a:rPr lang="en-US" altLang="zh-CN" sz="2000" dirty="0">
                <a:solidFill>
                  <a:srgbClr val="000000"/>
                </a:solidFill>
                <a:latin typeface="Times New Roman" pitchFamily="18" charset="0"/>
              </a:rPr>
              <a:t>] = </a:t>
            </a:r>
            <a:r>
              <a:rPr lang="en-US" altLang="zh-CN" sz="2000" i="1" dirty="0">
                <a:solidFill>
                  <a:srgbClr val="000000"/>
                </a:solidFill>
                <a:latin typeface="Times New Roman" pitchFamily="18" charset="0"/>
              </a:rPr>
              <a:t>t</a:t>
            </a:r>
            <a:r>
              <a:rPr lang="en-US" altLang="zh-CN" sz="2000" i="1" baseline="-25000" dirty="0">
                <a:solidFill>
                  <a:srgbClr val="000000"/>
                </a:solidFill>
                <a:latin typeface="Times New Roman" pitchFamily="18" charset="0"/>
              </a:rPr>
              <a:t>5</a:t>
            </a:r>
            <a:endParaRPr lang="en-US" altLang="zh-CN" sz="2000" i="1" dirty="0">
              <a:solidFill>
                <a:srgbClr val="000000"/>
              </a:solidFill>
              <a:latin typeface="Times New Roman" pitchFamily="18" charset="0"/>
            </a:endParaRPr>
          </a:p>
          <a:p>
            <a:pPr algn="just">
              <a:lnSpc>
                <a:spcPct val="96000"/>
              </a:lnSpc>
              <a:defRPr/>
            </a:pPr>
            <a:r>
              <a:rPr lang="en-US" altLang="zh-CN" sz="2000" i="1" dirty="0">
                <a:solidFill>
                  <a:srgbClr val="000000"/>
                </a:solidFill>
                <a:latin typeface="Times New Roman" pitchFamily="18" charset="0"/>
              </a:rPr>
              <a:t>a</a:t>
            </a:r>
            <a:r>
              <a:rPr lang="en-US" altLang="zh-CN" sz="2000" dirty="0">
                <a:solidFill>
                  <a:srgbClr val="000000"/>
                </a:solidFill>
                <a:latin typeface="Times New Roman" pitchFamily="18" charset="0"/>
              </a:rPr>
              <a:t>[</a:t>
            </a:r>
            <a:r>
              <a:rPr lang="en-US" altLang="zh-CN" sz="2000" i="1" dirty="0">
                <a:solidFill>
                  <a:srgbClr val="000000"/>
                </a:solidFill>
                <a:latin typeface="Times New Roman" pitchFamily="18" charset="0"/>
              </a:rPr>
              <a:t>t</a:t>
            </a:r>
            <a:r>
              <a:rPr lang="en-US" altLang="zh-CN" sz="2000" i="1" baseline="-25000" dirty="0">
                <a:solidFill>
                  <a:srgbClr val="000000"/>
                </a:solidFill>
                <a:latin typeface="Times New Roman" pitchFamily="18" charset="0"/>
              </a:rPr>
              <a:t>4</a:t>
            </a:r>
            <a:r>
              <a:rPr lang="en-US" altLang="zh-CN" sz="2000" dirty="0">
                <a:solidFill>
                  <a:srgbClr val="000000"/>
                </a:solidFill>
                <a:latin typeface="Times New Roman" pitchFamily="18" charset="0"/>
              </a:rPr>
              <a:t>] </a:t>
            </a:r>
            <a:r>
              <a:rPr lang="en-US" altLang="zh-CN" sz="2000" dirty="0">
                <a:latin typeface="Times New Roman" pitchFamily="18" charset="0"/>
              </a:rPr>
              <a:t>= </a:t>
            </a:r>
            <a:r>
              <a:rPr lang="en-US" altLang="zh-CN" sz="2000" i="1" dirty="0">
                <a:latin typeface="Times New Roman" pitchFamily="18" charset="0"/>
              </a:rPr>
              <a:t>t</a:t>
            </a:r>
            <a:r>
              <a:rPr lang="en-US" altLang="zh-CN" sz="2000" i="1" baseline="-25000" dirty="0">
                <a:latin typeface="Times New Roman" pitchFamily="18" charset="0"/>
              </a:rPr>
              <a:t>3</a:t>
            </a:r>
            <a:endParaRPr lang="en-US" altLang="zh-CN" sz="2000" i="1" dirty="0">
              <a:latin typeface="Times New Roman" pitchFamily="18" charset="0"/>
            </a:endParaRPr>
          </a:p>
          <a:p>
            <a:pPr algn="just">
              <a:lnSpc>
                <a:spcPct val="96000"/>
              </a:lnSpc>
              <a:defRPr/>
            </a:pPr>
            <a:r>
              <a:rPr lang="en-US" altLang="zh-CN" sz="2000" dirty="0" err="1">
                <a:solidFill>
                  <a:srgbClr val="000000"/>
                </a:solidFill>
                <a:latin typeface="Times New Roman" pitchFamily="18" charset="0"/>
              </a:rPr>
              <a:t>goto</a:t>
            </a:r>
            <a:r>
              <a:rPr lang="en-US" altLang="zh-CN" sz="2000" dirty="0">
                <a:solidFill>
                  <a:srgbClr val="000000"/>
                </a:solidFill>
                <a:latin typeface="Times New Roman" pitchFamily="18" charset="0"/>
              </a:rPr>
              <a:t> </a:t>
            </a:r>
            <a:r>
              <a:rPr lang="en-US" altLang="zh-CN" sz="2000" i="1" dirty="0">
                <a:solidFill>
                  <a:srgbClr val="000000"/>
                </a:solidFill>
                <a:latin typeface="Times New Roman" pitchFamily="18" charset="0"/>
              </a:rPr>
              <a:t>B</a:t>
            </a:r>
            <a:r>
              <a:rPr lang="en-US" altLang="zh-CN" sz="2000" baseline="-25000" dirty="0">
                <a:solidFill>
                  <a:srgbClr val="000000"/>
                </a:solidFill>
                <a:latin typeface="Times New Roman" pitchFamily="18" charset="0"/>
              </a:rPr>
              <a:t>2</a:t>
            </a:r>
          </a:p>
        </p:txBody>
      </p:sp>
      <p:sp>
        <p:nvSpPr>
          <p:cNvPr id="31" name="Rectangle 35">
            <a:extLst>
              <a:ext uri="{FF2B5EF4-FFF2-40B4-BE49-F238E27FC236}">
                <a16:creationId xmlns:a16="http://schemas.microsoft.com/office/drawing/2014/main" id="{4D98E9C2-3907-4227-98B9-D18A0D0F651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51563" y="1111250"/>
            <a:ext cx="1308100" cy="906463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w="25400">
            <a:solidFill>
              <a:schemeClr val="tx1"/>
            </a:solidFill>
            <a:prstDash val="dash"/>
            <a:miter lim="800000"/>
            <a:headEnd/>
            <a:tailEnd/>
          </a:ln>
        </p:spPr>
        <p:txBody>
          <a:bodyPr lIns="68580" tIns="0" rIns="68580" bIns="0"/>
          <a:lstStyle/>
          <a:p>
            <a:pPr algn="just">
              <a:lnSpc>
                <a:spcPct val="96000"/>
              </a:lnSpc>
              <a:defRPr/>
            </a:pPr>
            <a:r>
              <a:rPr lang="en-US" altLang="zh-CN" sz="2000" i="1" dirty="0">
                <a:solidFill>
                  <a:prstClr val="black"/>
                </a:solidFill>
                <a:latin typeface="Times New Roman" pitchFamily="18" charset="0"/>
              </a:rPr>
              <a:t>t</a:t>
            </a:r>
            <a:r>
              <a:rPr lang="en-US" altLang="zh-CN" sz="2000" i="1" baseline="-30000" dirty="0">
                <a:solidFill>
                  <a:prstClr val="black"/>
                </a:solidFill>
                <a:latin typeface="Times New Roman" pitchFamily="18" charset="0"/>
              </a:rPr>
              <a:t>14</a:t>
            </a:r>
            <a:r>
              <a:rPr lang="en-US" altLang="zh-CN" sz="2000" i="1" dirty="0">
                <a:solidFill>
                  <a:prstClr val="black"/>
                </a:solidFill>
                <a:latin typeface="Times New Roman" pitchFamily="18" charset="0"/>
              </a:rPr>
              <a:t> </a:t>
            </a:r>
            <a:r>
              <a:rPr lang="en-US" altLang="zh-CN" sz="2000" dirty="0">
                <a:solidFill>
                  <a:prstClr val="black"/>
                </a:solidFill>
                <a:latin typeface="Times New Roman" pitchFamily="18" charset="0"/>
              </a:rPr>
              <a:t>= </a:t>
            </a:r>
            <a:r>
              <a:rPr lang="en-US" altLang="zh-CN" sz="2000" i="1" dirty="0">
                <a:solidFill>
                  <a:prstClr val="black"/>
                </a:solidFill>
                <a:latin typeface="Times New Roman" pitchFamily="18" charset="0"/>
              </a:rPr>
              <a:t>a</a:t>
            </a:r>
            <a:r>
              <a:rPr lang="en-US" altLang="zh-CN" sz="2000" dirty="0">
                <a:solidFill>
                  <a:prstClr val="black"/>
                </a:solidFill>
                <a:latin typeface="Times New Roman" pitchFamily="18" charset="0"/>
              </a:rPr>
              <a:t>[</a:t>
            </a:r>
            <a:r>
              <a:rPr lang="en-US" altLang="zh-CN" sz="2000" i="1" dirty="0">
                <a:solidFill>
                  <a:prstClr val="black"/>
                </a:solidFill>
                <a:latin typeface="Times New Roman" pitchFamily="18" charset="0"/>
              </a:rPr>
              <a:t>t</a:t>
            </a:r>
            <a:r>
              <a:rPr lang="en-US" altLang="zh-CN" sz="2000" i="1" baseline="-30000" dirty="0">
                <a:solidFill>
                  <a:prstClr val="black"/>
                </a:solidFill>
                <a:latin typeface="Times New Roman" pitchFamily="18" charset="0"/>
              </a:rPr>
              <a:t>1</a:t>
            </a:r>
            <a:r>
              <a:rPr lang="en-US" altLang="zh-CN" sz="2000" dirty="0">
                <a:solidFill>
                  <a:prstClr val="black"/>
                </a:solidFill>
                <a:latin typeface="Times New Roman" pitchFamily="18" charset="0"/>
              </a:rPr>
              <a:t>]</a:t>
            </a:r>
          </a:p>
          <a:p>
            <a:pPr algn="just">
              <a:lnSpc>
                <a:spcPct val="96000"/>
              </a:lnSpc>
              <a:defRPr/>
            </a:pPr>
            <a:r>
              <a:rPr lang="en-US" altLang="zh-CN" sz="2000" i="1" dirty="0">
                <a:solidFill>
                  <a:prstClr val="black"/>
                </a:solidFill>
                <a:latin typeface="Times New Roman" pitchFamily="18" charset="0"/>
              </a:rPr>
              <a:t>a</a:t>
            </a:r>
            <a:r>
              <a:rPr lang="en-US" altLang="zh-CN" sz="2000" dirty="0">
                <a:solidFill>
                  <a:prstClr val="black"/>
                </a:solidFill>
                <a:latin typeface="Times New Roman" pitchFamily="18" charset="0"/>
              </a:rPr>
              <a:t>[</a:t>
            </a:r>
            <a:r>
              <a:rPr lang="en-US" altLang="zh-CN" sz="2000" i="1" dirty="0">
                <a:solidFill>
                  <a:prstClr val="black"/>
                </a:solidFill>
                <a:latin typeface="Times New Roman" pitchFamily="18" charset="0"/>
              </a:rPr>
              <a:t>t</a:t>
            </a:r>
            <a:r>
              <a:rPr lang="en-US" altLang="zh-CN" sz="2000" i="1" baseline="-30000" dirty="0">
                <a:solidFill>
                  <a:prstClr val="black"/>
                </a:solidFill>
                <a:latin typeface="Times New Roman" pitchFamily="18" charset="0"/>
              </a:rPr>
              <a:t>2</a:t>
            </a:r>
            <a:r>
              <a:rPr lang="en-US" altLang="zh-CN" sz="2000" dirty="0">
                <a:solidFill>
                  <a:prstClr val="black"/>
                </a:solidFill>
                <a:latin typeface="Times New Roman" pitchFamily="18" charset="0"/>
              </a:rPr>
              <a:t>] = </a:t>
            </a:r>
            <a:r>
              <a:rPr lang="en-US" altLang="zh-CN" sz="2000" i="1" dirty="0">
                <a:solidFill>
                  <a:prstClr val="black"/>
                </a:solidFill>
                <a:latin typeface="Times New Roman" pitchFamily="18" charset="0"/>
              </a:rPr>
              <a:t>t</a:t>
            </a:r>
            <a:r>
              <a:rPr lang="en-US" altLang="zh-CN" sz="2000" i="1" baseline="-30000" dirty="0">
                <a:solidFill>
                  <a:prstClr val="black"/>
                </a:solidFill>
                <a:latin typeface="Times New Roman" pitchFamily="18" charset="0"/>
              </a:rPr>
              <a:t>14</a:t>
            </a:r>
            <a:endParaRPr lang="en-US" altLang="zh-CN" sz="2000" i="1" dirty="0">
              <a:solidFill>
                <a:prstClr val="black"/>
              </a:solidFill>
              <a:latin typeface="Times New Roman" pitchFamily="18" charset="0"/>
            </a:endParaRPr>
          </a:p>
          <a:p>
            <a:pPr algn="just">
              <a:lnSpc>
                <a:spcPct val="96000"/>
              </a:lnSpc>
              <a:defRPr/>
            </a:pPr>
            <a:r>
              <a:rPr lang="en-US" altLang="zh-CN" sz="2000" i="1" dirty="0">
                <a:solidFill>
                  <a:prstClr val="black"/>
                </a:solidFill>
                <a:latin typeface="Times New Roman" pitchFamily="18" charset="0"/>
              </a:rPr>
              <a:t>a</a:t>
            </a:r>
            <a:r>
              <a:rPr lang="en-US" altLang="zh-CN" sz="2000" dirty="0">
                <a:solidFill>
                  <a:prstClr val="black"/>
                </a:solidFill>
                <a:latin typeface="Times New Roman" pitchFamily="18" charset="0"/>
              </a:rPr>
              <a:t>[</a:t>
            </a:r>
            <a:r>
              <a:rPr lang="en-US" altLang="zh-CN" sz="2000" i="1" dirty="0">
                <a:solidFill>
                  <a:prstClr val="black"/>
                </a:solidFill>
                <a:latin typeface="Times New Roman" pitchFamily="18" charset="0"/>
              </a:rPr>
              <a:t>t</a:t>
            </a:r>
            <a:r>
              <a:rPr lang="en-US" altLang="zh-CN" sz="2000" i="1" baseline="-30000" dirty="0">
                <a:solidFill>
                  <a:prstClr val="black"/>
                </a:solidFill>
                <a:latin typeface="Times New Roman" pitchFamily="18" charset="0"/>
              </a:rPr>
              <a:t>1</a:t>
            </a:r>
            <a:r>
              <a:rPr lang="en-US" altLang="zh-CN" sz="2000" dirty="0">
                <a:solidFill>
                  <a:prstClr val="black"/>
                </a:solidFill>
                <a:latin typeface="Times New Roman" pitchFamily="18" charset="0"/>
              </a:rPr>
              <a:t>] = </a:t>
            </a:r>
            <a:r>
              <a:rPr lang="en-US" altLang="zh-CN" sz="2000" i="1" dirty="0">
                <a:latin typeface="Times New Roman" pitchFamily="18" charset="0"/>
              </a:rPr>
              <a:t>t</a:t>
            </a:r>
            <a:r>
              <a:rPr lang="en-US" altLang="zh-CN" sz="2000" i="1" baseline="-25000" dirty="0">
                <a:latin typeface="Times New Roman" pitchFamily="18" charset="0"/>
              </a:rPr>
              <a:t>3</a:t>
            </a:r>
            <a:r>
              <a:rPr lang="en-US" altLang="zh-CN" sz="2000" dirty="0">
                <a:solidFill>
                  <a:prstClr val="black"/>
                </a:solidFill>
                <a:latin typeface="Times New Roman" pitchFamily="18" charset="0"/>
              </a:rPr>
              <a:t> 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E8A0C953-0056-48EE-B3C1-A83811C4AAD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00250" y="4357688"/>
            <a:ext cx="5329238" cy="68421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lIns="68580" tIns="34290" rIns="68580" bIns="34290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r>
              <a:rPr lang="zh-CN" altLang="en-US" sz="2000">
                <a:latin typeface="楷体" panose="02010609060101010101" pitchFamily="49" charset="-122"/>
                <a:ea typeface="楷体" panose="02010609060101010101" pitchFamily="49" charset="-122"/>
              </a:rPr>
              <a:t>程序员不大可能有意引入无用代码，无用代码通常是因为前面执行过的某些转换而造成的</a:t>
            </a:r>
          </a:p>
        </p:txBody>
      </p:sp>
      <p:sp>
        <p:nvSpPr>
          <p:cNvPr id="35" name="云形标注 34">
            <a:extLst>
              <a:ext uri="{FF2B5EF4-FFF2-40B4-BE49-F238E27FC236}">
                <a16:creationId xmlns:a16="http://schemas.microsoft.com/office/drawing/2014/main" id="{397D6918-9D64-4BD1-AF42-C62162E946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70575" y="38100"/>
            <a:ext cx="2786063" cy="998538"/>
          </a:xfrm>
          <a:prstGeom prst="cloudCallout">
            <a:avLst>
              <a:gd name="adj1" fmla="val -64717"/>
              <a:gd name="adj2" fmla="val 62804"/>
            </a:avLst>
          </a:prstGeom>
          <a:solidFill>
            <a:schemeClr val="tx2">
              <a:lumMod val="60000"/>
              <a:lumOff val="40000"/>
            </a:schemeClr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 lIns="68580" tIns="34290" rIns="68580" bIns="34290"/>
          <a:lstStyle/>
          <a:p>
            <a:pPr eaLnBrk="1" hangingPunct="1">
              <a:defRPr/>
            </a:pPr>
            <a:r>
              <a:rPr lang="zh-CN" altLang="en-US" sz="2000" dirty="0">
                <a:solidFill>
                  <a:schemeClr val="bg1"/>
                </a:solidFill>
                <a:latin typeface="楷体" pitchFamily="49" charset="-122"/>
                <a:ea typeface="楷体" pitchFamily="49" charset="-122"/>
                <a:cs typeface="Times New Roman" pitchFamily="18" charset="0"/>
              </a:rPr>
              <a:t>如何自动识别无用代码？</a:t>
            </a:r>
            <a:endParaRPr lang="en-US" altLang="zh-CN" sz="2000" dirty="0">
              <a:solidFill>
                <a:schemeClr val="bg1"/>
              </a:solidFill>
              <a:latin typeface="楷体" pitchFamily="49" charset="-122"/>
              <a:ea typeface="楷体" pitchFamily="49" charset="-122"/>
              <a:cs typeface="Times New Roman" pitchFamily="18" charset="0"/>
            </a:endParaRPr>
          </a:p>
        </p:txBody>
      </p:sp>
      <p:grpSp>
        <p:nvGrpSpPr>
          <p:cNvPr id="36" name="组合 28">
            <a:extLst>
              <a:ext uri="{FF2B5EF4-FFF2-40B4-BE49-F238E27FC236}">
                <a16:creationId xmlns:a16="http://schemas.microsoft.com/office/drawing/2014/main" id="{BED78539-12AA-4081-A300-903E86ED082B}"/>
              </a:ext>
            </a:extLst>
          </p:cNvPr>
          <p:cNvGrpSpPr>
            <a:grpSpLocks/>
          </p:cNvGrpSpPr>
          <p:nvPr/>
        </p:nvGrpSpPr>
        <p:grpSpPr bwMode="auto">
          <a:xfrm>
            <a:off x="7095430" y="2587627"/>
            <a:ext cx="1631950" cy="467757"/>
            <a:chOff x="-445248" y="3405615"/>
            <a:chExt cx="1632554" cy="467694"/>
          </a:xfrm>
        </p:grpSpPr>
        <p:sp>
          <p:nvSpPr>
            <p:cNvPr id="38" name="矩形 37">
              <a:extLst>
                <a:ext uri="{FF2B5EF4-FFF2-40B4-BE49-F238E27FC236}">
                  <a16:creationId xmlns:a16="http://schemas.microsoft.com/office/drawing/2014/main" id="{69D62322-76C4-47E2-B53E-12CFD5AE197E}"/>
                </a:ext>
              </a:extLst>
            </p:cNvPr>
            <p:cNvSpPr/>
            <p:nvPr/>
          </p:nvSpPr>
          <p:spPr>
            <a:xfrm>
              <a:off x="50235" y="3504027"/>
              <a:ext cx="1137071" cy="369282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txBody>
            <a:bodyPr>
              <a:spAutoFit/>
            </a:bodyPr>
            <a:lstStyle/>
            <a:p>
              <a:pPr eaLnBrk="1" hangingPunct="1">
                <a:defRPr/>
              </a:pPr>
              <a:r>
                <a:rPr lang="zh-CN" altLang="en-US" dirty="0">
                  <a:solidFill>
                    <a:prstClr val="black"/>
                  </a:solidFill>
                  <a:latin typeface="楷体" pitchFamily="49" charset="-122"/>
                  <a:ea typeface="楷体" pitchFamily="49" charset="-122"/>
                  <a:cs typeface="Times New Roman" pitchFamily="18" charset="0"/>
                </a:rPr>
                <a:t>无用代码</a:t>
              </a:r>
              <a:endParaRPr lang="en-US" altLang="zh-CN" dirty="0">
                <a:solidFill>
                  <a:prstClr val="black"/>
                </a:solidFill>
                <a:latin typeface="楷体" pitchFamily="49" charset="-122"/>
                <a:ea typeface="楷体" pitchFamily="49" charset="-122"/>
                <a:cs typeface="Times New Roman" pitchFamily="18" charset="0"/>
              </a:endParaRPr>
            </a:p>
          </p:txBody>
        </p:sp>
        <p:cxnSp>
          <p:nvCxnSpPr>
            <p:cNvPr id="39" name="直接连接符 38">
              <a:extLst>
                <a:ext uri="{FF2B5EF4-FFF2-40B4-BE49-F238E27FC236}">
                  <a16:creationId xmlns:a16="http://schemas.microsoft.com/office/drawing/2014/main" id="{479A3028-D1E3-4357-ADD7-E5395D5B815A}"/>
                </a:ext>
              </a:extLst>
            </p:cNvPr>
            <p:cNvCxnSpPr/>
            <p:nvPr/>
          </p:nvCxnSpPr>
          <p:spPr>
            <a:xfrm flipH="1" flipV="1">
              <a:off x="-445248" y="3405615"/>
              <a:ext cx="485955" cy="217458"/>
            </a:xfrm>
            <a:prstGeom prst="line">
              <a:avLst/>
            </a:prstGeom>
            <a:ln w="2222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1" name="组合 28">
            <a:extLst>
              <a:ext uri="{FF2B5EF4-FFF2-40B4-BE49-F238E27FC236}">
                <a16:creationId xmlns:a16="http://schemas.microsoft.com/office/drawing/2014/main" id="{3D7FB594-E319-4676-B2A2-61A61BCEB05C}"/>
              </a:ext>
            </a:extLst>
          </p:cNvPr>
          <p:cNvGrpSpPr>
            <a:grpSpLocks/>
          </p:cNvGrpSpPr>
          <p:nvPr/>
        </p:nvGrpSpPr>
        <p:grpSpPr bwMode="auto">
          <a:xfrm>
            <a:off x="188902" y="1700382"/>
            <a:ext cx="1358911" cy="746053"/>
            <a:chOff x="50235" y="3504027"/>
            <a:chExt cx="1359413" cy="745953"/>
          </a:xfrm>
        </p:grpSpPr>
        <p:sp>
          <p:nvSpPr>
            <p:cNvPr id="42" name="矩形 41">
              <a:extLst>
                <a:ext uri="{FF2B5EF4-FFF2-40B4-BE49-F238E27FC236}">
                  <a16:creationId xmlns:a16="http://schemas.microsoft.com/office/drawing/2014/main" id="{4C62CA33-20F0-4596-898B-B8D09CA2BD80}"/>
                </a:ext>
              </a:extLst>
            </p:cNvPr>
            <p:cNvSpPr/>
            <p:nvPr/>
          </p:nvSpPr>
          <p:spPr>
            <a:xfrm>
              <a:off x="50235" y="3504027"/>
              <a:ext cx="1137071" cy="369282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txBody>
            <a:bodyPr>
              <a:spAutoFit/>
            </a:bodyPr>
            <a:lstStyle/>
            <a:p>
              <a:pPr eaLnBrk="1" hangingPunct="1">
                <a:defRPr/>
              </a:pPr>
              <a:r>
                <a:rPr lang="zh-CN" altLang="en-US" dirty="0">
                  <a:solidFill>
                    <a:prstClr val="black"/>
                  </a:solidFill>
                  <a:latin typeface="楷体" pitchFamily="49" charset="-122"/>
                  <a:ea typeface="楷体" pitchFamily="49" charset="-122"/>
                  <a:cs typeface="Times New Roman" pitchFamily="18" charset="0"/>
                </a:rPr>
                <a:t>无用代码</a:t>
              </a:r>
              <a:endParaRPr lang="en-US" altLang="zh-CN" dirty="0">
                <a:solidFill>
                  <a:prstClr val="black"/>
                </a:solidFill>
                <a:latin typeface="楷体" pitchFamily="49" charset="-122"/>
                <a:ea typeface="楷体" pitchFamily="49" charset="-122"/>
                <a:cs typeface="Times New Roman" pitchFamily="18" charset="0"/>
              </a:endParaRPr>
            </a:p>
          </p:txBody>
        </p:sp>
        <p:cxnSp>
          <p:nvCxnSpPr>
            <p:cNvPr id="43" name="直接连接符 42">
              <a:extLst>
                <a:ext uri="{FF2B5EF4-FFF2-40B4-BE49-F238E27FC236}">
                  <a16:creationId xmlns:a16="http://schemas.microsoft.com/office/drawing/2014/main" id="{D481FAC1-EEE9-42BF-B36A-DCEE5C122C37}"/>
                </a:ext>
              </a:extLst>
            </p:cNvPr>
            <p:cNvCxnSpPr>
              <a:cxnSpLocks/>
              <a:stCxn id="42" idx="3"/>
            </p:cNvCxnSpPr>
            <p:nvPr/>
          </p:nvCxnSpPr>
          <p:spPr>
            <a:xfrm>
              <a:off x="1187306" y="3688668"/>
              <a:ext cx="222342" cy="561312"/>
            </a:xfrm>
            <a:prstGeom prst="line">
              <a:avLst/>
            </a:prstGeom>
            <a:ln w="2222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53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 nodeType="clickPar">
                      <p:stCondLst>
                        <p:cond delay="indefinite"/>
                      </p:stCondLst>
                      <p:childTnLst>
                        <p:par>
                          <p:cTn id="3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0" presetID="53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 animBg="1"/>
      <p:bldP spid="31" grpId="0" animBg="1"/>
      <p:bldP spid="32" grpId="0" animBg="1"/>
      <p:bldP spid="35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Rectangle 33">
            <a:extLst>
              <a:ext uri="{FF2B5EF4-FFF2-40B4-BE49-F238E27FC236}">
                <a16:creationId xmlns:a16="http://schemas.microsoft.com/office/drawing/2014/main" id="{FE37DD01-CD1B-4EA7-922B-93417A94DC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44638" y="2265363"/>
            <a:ext cx="1189037" cy="240347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lIns="68580" tIns="0" rIns="68580" bIns="0"/>
          <a:lstStyle/>
          <a:p>
            <a:pPr algn="just">
              <a:lnSpc>
                <a:spcPct val="96000"/>
              </a:lnSpc>
              <a:defRPr/>
            </a:pP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t</a:t>
            </a:r>
            <a:r>
              <a:rPr lang="en-US" altLang="zh-CN" i="1" baseline="-25000" dirty="0">
                <a:solidFill>
                  <a:prstClr val="black"/>
                </a:solidFill>
                <a:latin typeface="Times New Roman" pitchFamily="18" charset="0"/>
              </a:rPr>
              <a:t>6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 = 4 </a:t>
            </a:r>
            <a:r>
              <a:rPr lang="en-US" altLang="zh-CN" dirty="0">
                <a:solidFill>
                  <a:prstClr val="black"/>
                </a:solidFill>
                <a:latin typeface="宋体" pitchFamily="2" charset="-122"/>
              </a:rPr>
              <a:t>*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 </a:t>
            </a:r>
            <a:r>
              <a:rPr lang="en-US" altLang="zh-CN" i="1">
                <a:solidFill>
                  <a:prstClr val="black"/>
                </a:solidFill>
                <a:latin typeface="Times New Roman" pitchFamily="18" charset="0"/>
              </a:rPr>
              <a:t>i</a:t>
            </a:r>
            <a:endParaRPr lang="en-US" altLang="zh-CN" i="1" dirty="0">
              <a:solidFill>
                <a:prstClr val="black"/>
              </a:solidFill>
              <a:latin typeface="Times New Roman" pitchFamily="18" charset="0"/>
            </a:endParaRPr>
          </a:p>
          <a:p>
            <a:pPr algn="just">
              <a:lnSpc>
                <a:spcPct val="96000"/>
              </a:lnSpc>
              <a:defRPr/>
            </a:pP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x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 = </a:t>
            </a: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a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[</a:t>
            </a: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t</a:t>
            </a:r>
            <a:r>
              <a:rPr lang="en-US" altLang="zh-CN" i="1" baseline="-25000" dirty="0">
                <a:solidFill>
                  <a:prstClr val="black"/>
                </a:solidFill>
                <a:latin typeface="Times New Roman" pitchFamily="18" charset="0"/>
              </a:rPr>
              <a:t>6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]</a:t>
            </a:r>
          </a:p>
          <a:p>
            <a:pPr algn="just">
              <a:lnSpc>
                <a:spcPct val="96000"/>
              </a:lnSpc>
              <a:defRPr/>
            </a:pP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t</a:t>
            </a:r>
            <a:r>
              <a:rPr lang="en-US" altLang="zh-CN" i="1" baseline="-25000" dirty="0">
                <a:solidFill>
                  <a:prstClr val="black"/>
                </a:solidFill>
                <a:latin typeface="Times New Roman" pitchFamily="18" charset="0"/>
              </a:rPr>
              <a:t>7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 = 4 </a:t>
            </a:r>
            <a:r>
              <a:rPr lang="en-US" altLang="zh-CN" dirty="0">
                <a:solidFill>
                  <a:prstClr val="black"/>
                </a:solidFill>
                <a:latin typeface="宋体" pitchFamily="2" charset="-122"/>
              </a:rPr>
              <a:t>*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 </a:t>
            </a:r>
            <a:r>
              <a:rPr lang="en-US" altLang="zh-CN" i="1">
                <a:solidFill>
                  <a:prstClr val="black"/>
                </a:solidFill>
                <a:latin typeface="Times New Roman" pitchFamily="18" charset="0"/>
              </a:rPr>
              <a:t>i</a:t>
            </a: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 </a:t>
            </a:r>
          </a:p>
          <a:p>
            <a:pPr algn="just">
              <a:lnSpc>
                <a:spcPct val="96000"/>
              </a:lnSpc>
              <a:defRPr/>
            </a:pP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t</a:t>
            </a:r>
            <a:r>
              <a:rPr lang="en-US" altLang="zh-CN" i="1" baseline="-25000" dirty="0">
                <a:solidFill>
                  <a:prstClr val="black"/>
                </a:solidFill>
                <a:latin typeface="Times New Roman" pitchFamily="18" charset="0"/>
              </a:rPr>
              <a:t>8</a:t>
            </a: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 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= 4 </a:t>
            </a:r>
            <a:r>
              <a:rPr lang="en-US" altLang="zh-CN" dirty="0">
                <a:solidFill>
                  <a:prstClr val="black"/>
                </a:solidFill>
                <a:latin typeface="宋体" pitchFamily="2" charset="-122"/>
              </a:rPr>
              <a:t>*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 </a:t>
            </a: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j</a:t>
            </a:r>
          </a:p>
          <a:p>
            <a:pPr algn="just">
              <a:lnSpc>
                <a:spcPct val="96000"/>
              </a:lnSpc>
              <a:defRPr/>
            </a:pP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t</a:t>
            </a:r>
            <a:r>
              <a:rPr lang="en-US" altLang="zh-CN" i="1" baseline="-25000" dirty="0">
                <a:solidFill>
                  <a:prstClr val="black"/>
                </a:solidFill>
                <a:latin typeface="Times New Roman" pitchFamily="18" charset="0"/>
              </a:rPr>
              <a:t>9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 = </a:t>
            </a: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a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[</a:t>
            </a: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t</a:t>
            </a:r>
            <a:r>
              <a:rPr lang="en-US" altLang="zh-CN" i="1" baseline="-25000" dirty="0">
                <a:solidFill>
                  <a:prstClr val="black"/>
                </a:solidFill>
                <a:latin typeface="Times New Roman" pitchFamily="18" charset="0"/>
              </a:rPr>
              <a:t>8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]</a:t>
            </a:r>
          </a:p>
          <a:p>
            <a:pPr algn="just">
              <a:lnSpc>
                <a:spcPct val="96000"/>
              </a:lnSpc>
              <a:defRPr/>
            </a:pP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a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[</a:t>
            </a: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t</a:t>
            </a:r>
            <a:r>
              <a:rPr lang="en-US" altLang="zh-CN" i="1" baseline="-25000" dirty="0">
                <a:solidFill>
                  <a:prstClr val="black"/>
                </a:solidFill>
                <a:latin typeface="Times New Roman" pitchFamily="18" charset="0"/>
              </a:rPr>
              <a:t>7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] = </a:t>
            </a: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t</a:t>
            </a:r>
            <a:r>
              <a:rPr lang="en-US" altLang="zh-CN" i="1" baseline="-25000" dirty="0">
                <a:solidFill>
                  <a:prstClr val="black"/>
                </a:solidFill>
                <a:latin typeface="Times New Roman" pitchFamily="18" charset="0"/>
              </a:rPr>
              <a:t>9</a:t>
            </a:r>
            <a:endParaRPr lang="en-US" altLang="zh-CN" i="1" dirty="0">
              <a:solidFill>
                <a:prstClr val="black"/>
              </a:solidFill>
              <a:latin typeface="Times New Roman" pitchFamily="18" charset="0"/>
            </a:endParaRPr>
          </a:p>
          <a:p>
            <a:pPr algn="just">
              <a:lnSpc>
                <a:spcPct val="96000"/>
              </a:lnSpc>
              <a:defRPr/>
            </a:pP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t</a:t>
            </a:r>
            <a:r>
              <a:rPr lang="en-US" altLang="zh-CN" i="1" baseline="-25000" dirty="0">
                <a:solidFill>
                  <a:prstClr val="black"/>
                </a:solidFill>
                <a:latin typeface="Times New Roman" pitchFamily="18" charset="0"/>
              </a:rPr>
              <a:t>10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 = 4 </a:t>
            </a:r>
            <a:r>
              <a:rPr lang="en-US" altLang="zh-CN" dirty="0">
                <a:solidFill>
                  <a:prstClr val="black"/>
                </a:solidFill>
                <a:latin typeface="宋体" pitchFamily="2" charset="-122"/>
              </a:rPr>
              <a:t>*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 </a:t>
            </a: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j</a:t>
            </a:r>
          </a:p>
          <a:p>
            <a:pPr algn="just">
              <a:lnSpc>
                <a:spcPct val="96000"/>
              </a:lnSpc>
              <a:defRPr/>
            </a:pP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a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[</a:t>
            </a: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t</a:t>
            </a:r>
            <a:r>
              <a:rPr lang="en-US" altLang="zh-CN" i="1" baseline="-25000" dirty="0">
                <a:solidFill>
                  <a:prstClr val="black"/>
                </a:solidFill>
                <a:latin typeface="Times New Roman" pitchFamily="18" charset="0"/>
              </a:rPr>
              <a:t>10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] = </a:t>
            </a: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x</a:t>
            </a:r>
          </a:p>
          <a:p>
            <a:pPr algn="just">
              <a:lnSpc>
                <a:spcPct val="96000"/>
              </a:lnSpc>
              <a:defRPr/>
            </a:pPr>
            <a:r>
              <a:rPr lang="en-US" altLang="zh-CN" i="1" dirty="0" err="1">
                <a:solidFill>
                  <a:prstClr val="black"/>
                </a:solidFill>
                <a:latin typeface="Times New Roman" pitchFamily="18" charset="0"/>
              </a:rPr>
              <a:t>goto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 </a:t>
            </a: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B</a:t>
            </a:r>
            <a:r>
              <a:rPr lang="en-US" altLang="zh-CN" i="1" baseline="-25000" dirty="0">
                <a:solidFill>
                  <a:prstClr val="black"/>
                </a:solidFill>
                <a:latin typeface="Times New Roman" pitchFamily="18" charset="0"/>
              </a:rPr>
              <a:t>2</a:t>
            </a:r>
          </a:p>
        </p:txBody>
      </p:sp>
      <p:sp>
        <p:nvSpPr>
          <p:cNvPr id="79875" name="Rectangle 4">
            <a:extLst>
              <a:ext uri="{FF2B5EF4-FFF2-40B4-BE49-F238E27FC236}">
                <a16:creationId xmlns:a16="http://schemas.microsoft.com/office/drawing/2014/main" id="{EC3F205A-3E37-47A8-B0A3-35669FED43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例</a:t>
            </a:r>
          </a:p>
        </p:txBody>
      </p:sp>
      <p:sp>
        <p:nvSpPr>
          <p:cNvPr id="51" name="Rectangle 4">
            <a:extLst>
              <a:ext uri="{FF2B5EF4-FFF2-40B4-BE49-F238E27FC236}">
                <a16:creationId xmlns:a16="http://schemas.microsoft.com/office/drawing/2014/main" id="{2EA203CC-3481-4FBE-8FCA-D39AD2B5DD1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25850" y="212725"/>
            <a:ext cx="1693863" cy="81438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lIns="68580" tIns="27000" rIns="68580" bIns="0"/>
          <a:lstStyle/>
          <a:p>
            <a:pPr algn="just">
              <a:lnSpc>
                <a:spcPct val="70000"/>
              </a:lnSpc>
              <a:defRPr/>
            </a:pPr>
            <a:r>
              <a:rPr lang="en-US" altLang="zh-CN" i="1">
                <a:solidFill>
                  <a:prstClr val="black"/>
                </a:solidFill>
                <a:latin typeface="Times New Roman" pitchFamily="18" charset="0"/>
              </a:rPr>
              <a:t>i</a:t>
            </a: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 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=</a:t>
            </a: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 m 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  <a:sym typeface="Symbol" pitchFamily="18" charset="2"/>
              </a:rPr>
              <a:t>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1</a:t>
            </a:r>
          </a:p>
          <a:p>
            <a:pPr algn="just">
              <a:lnSpc>
                <a:spcPct val="70000"/>
              </a:lnSpc>
              <a:defRPr/>
            </a:pP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j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 =</a:t>
            </a: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 n</a:t>
            </a:r>
          </a:p>
          <a:p>
            <a:pPr algn="just">
              <a:lnSpc>
                <a:spcPct val="70000"/>
              </a:lnSpc>
              <a:defRPr/>
            </a:pP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t</a:t>
            </a:r>
            <a:r>
              <a:rPr lang="en-US" altLang="zh-CN" i="1" baseline="-25000" dirty="0">
                <a:solidFill>
                  <a:prstClr val="black"/>
                </a:solidFill>
                <a:latin typeface="Times New Roman" pitchFamily="18" charset="0"/>
              </a:rPr>
              <a:t>1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 = 4 </a:t>
            </a:r>
            <a:r>
              <a:rPr lang="en-US" altLang="zh-CN" dirty="0">
                <a:solidFill>
                  <a:prstClr val="black"/>
                </a:solidFill>
                <a:latin typeface="宋体" pitchFamily="2" charset="-122"/>
              </a:rPr>
              <a:t>*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 </a:t>
            </a: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n</a:t>
            </a:r>
          </a:p>
          <a:p>
            <a:pPr algn="just">
              <a:lnSpc>
                <a:spcPct val="70000"/>
              </a:lnSpc>
              <a:defRPr/>
            </a:pP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v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 = </a:t>
            </a: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a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[</a:t>
            </a: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t</a:t>
            </a:r>
            <a:r>
              <a:rPr lang="en-US" altLang="zh-CN" i="1" baseline="-25000" dirty="0">
                <a:solidFill>
                  <a:prstClr val="black"/>
                </a:solidFill>
                <a:latin typeface="Times New Roman" pitchFamily="18" charset="0"/>
              </a:rPr>
              <a:t>1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]</a:t>
            </a:r>
          </a:p>
        </p:txBody>
      </p:sp>
      <p:sp>
        <p:nvSpPr>
          <p:cNvPr id="52" name="Rectangle 5">
            <a:extLst>
              <a:ext uri="{FF2B5EF4-FFF2-40B4-BE49-F238E27FC236}">
                <a16:creationId xmlns:a16="http://schemas.microsoft.com/office/drawing/2014/main" id="{71372747-8F7B-454A-ADDD-7A2FAEFBA90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22675" y="1350963"/>
            <a:ext cx="1711325" cy="814387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lIns="68580" tIns="27000" rIns="68580" bIns="27000"/>
          <a:lstStyle/>
          <a:p>
            <a:pPr algn="just">
              <a:lnSpc>
                <a:spcPct val="70000"/>
              </a:lnSpc>
              <a:defRPr/>
            </a:pPr>
            <a:r>
              <a:rPr lang="en-US" altLang="zh-CN" i="1">
                <a:solidFill>
                  <a:prstClr val="black"/>
                </a:solidFill>
                <a:latin typeface="Times New Roman" pitchFamily="18" charset="0"/>
              </a:rPr>
              <a:t>i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 =</a:t>
            </a: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 </a:t>
            </a:r>
            <a:r>
              <a:rPr lang="en-US" altLang="zh-CN" i="1">
                <a:solidFill>
                  <a:prstClr val="black"/>
                </a:solidFill>
                <a:latin typeface="Times New Roman" pitchFamily="18" charset="0"/>
              </a:rPr>
              <a:t>i</a:t>
            </a: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 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+ 1</a:t>
            </a:r>
          </a:p>
          <a:p>
            <a:pPr algn="just">
              <a:lnSpc>
                <a:spcPct val="70000"/>
              </a:lnSpc>
              <a:defRPr/>
            </a:pP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t</a:t>
            </a:r>
            <a:r>
              <a:rPr lang="en-US" altLang="zh-CN" i="1" baseline="-25000" dirty="0">
                <a:solidFill>
                  <a:prstClr val="black"/>
                </a:solidFill>
                <a:latin typeface="Times New Roman" pitchFamily="18" charset="0"/>
              </a:rPr>
              <a:t>2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 = 4 </a:t>
            </a:r>
            <a:r>
              <a:rPr lang="en-US" altLang="zh-CN" dirty="0">
                <a:solidFill>
                  <a:prstClr val="black"/>
                </a:solidFill>
                <a:latin typeface="宋体" pitchFamily="2" charset="-122"/>
              </a:rPr>
              <a:t>*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 </a:t>
            </a:r>
            <a:r>
              <a:rPr lang="en-US" altLang="zh-CN" i="1">
                <a:solidFill>
                  <a:prstClr val="black"/>
                </a:solidFill>
                <a:latin typeface="Times New Roman" pitchFamily="18" charset="0"/>
              </a:rPr>
              <a:t>i</a:t>
            </a:r>
            <a:endParaRPr lang="en-US" altLang="zh-CN" i="1" dirty="0">
              <a:solidFill>
                <a:prstClr val="black"/>
              </a:solidFill>
              <a:latin typeface="Times New Roman" pitchFamily="18" charset="0"/>
            </a:endParaRPr>
          </a:p>
          <a:p>
            <a:pPr algn="just">
              <a:lnSpc>
                <a:spcPct val="70000"/>
              </a:lnSpc>
              <a:defRPr/>
            </a:pP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t</a:t>
            </a:r>
            <a:r>
              <a:rPr lang="en-US" altLang="zh-CN" i="1" baseline="-25000" dirty="0">
                <a:solidFill>
                  <a:prstClr val="black"/>
                </a:solidFill>
                <a:latin typeface="Times New Roman" pitchFamily="18" charset="0"/>
              </a:rPr>
              <a:t>3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 = </a:t>
            </a: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a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[</a:t>
            </a: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t</a:t>
            </a:r>
            <a:r>
              <a:rPr lang="en-US" altLang="zh-CN" i="1" baseline="-25000" dirty="0">
                <a:solidFill>
                  <a:prstClr val="black"/>
                </a:solidFill>
                <a:latin typeface="Times New Roman" pitchFamily="18" charset="0"/>
              </a:rPr>
              <a:t>2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]</a:t>
            </a:r>
          </a:p>
          <a:p>
            <a:pPr algn="just">
              <a:lnSpc>
                <a:spcPct val="70000"/>
              </a:lnSpc>
              <a:defRPr/>
            </a:pP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if t</a:t>
            </a:r>
            <a:r>
              <a:rPr lang="en-US" altLang="zh-CN" i="1" baseline="-25000" dirty="0">
                <a:solidFill>
                  <a:prstClr val="black"/>
                </a:solidFill>
                <a:latin typeface="Times New Roman" pitchFamily="18" charset="0"/>
              </a:rPr>
              <a:t>3</a:t>
            </a: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 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&lt; </a:t>
            </a: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v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 </a:t>
            </a:r>
            <a:r>
              <a:rPr lang="en-US" altLang="zh-CN" i="1" dirty="0" err="1">
                <a:solidFill>
                  <a:prstClr val="black"/>
                </a:solidFill>
                <a:latin typeface="Times New Roman" pitchFamily="18" charset="0"/>
              </a:rPr>
              <a:t>goto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 </a:t>
            </a: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B</a:t>
            </a:r>
            <a:r>
              <a:rPr lang="en-US" altLang="zh-CN" i="1" baseline="-25000" dirty="0">
                <a:solidFill>
                  <a:prstClr val="black"/>
                </a:solidFill>
                <a:latin typeface="Times New Roman" pitchFamily="18" charset="0"/>
              </a:rPr>
              <a:t>2</a:t>
            </a:r>
          </a:p>
        </p:txBody>
      </p:sp>
      <p:sp>
        <p:nvSpPr>
          <p:cNvPr id="79878" name="Rectangle 6">
            <a:extLst>
              <a:ext uri="{FF2B5EF4-FFF2-40B4-BE49-F238E27FC236}">
                <a16:creationId xmlns:a16="http://schemas.microsoft.com/office/drawing/2014/main" id="{563D101C-C1E7-4B59-A031-3DB7C55FE2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46713" y="195263"/>
            <a:ext cx="393700" cy="2206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just"/>
            <a:r>
              <a:rPr lang="en-US" altLang="zh-CN" i="1">
                <a:solidFill>
                  <a:srgbClr val="000000"/>
                </a:solidFill>
                <a:latin typeface="Times New Roman" panose="02020603050405020304" pitchFamily="18" charset="0"/>
              </a:rPr>
              <a:t>B</a:t>
            </a:r>
            <a:r>
              <a:rPr lang="en-US" altLang="zh-CN" i="1" baseline="-25000">
                <a:solidFill>
                  <a:srgbClr val="000000"/>
                </a:solidFill>
                <a:latin typeface="Times New Roman" panose="02020603050405020304" pitchFamily="18" charset="0"/>
              </a:rPr>
              <a:t>1</a:t>
            </a:r>
            <a:endParaRPr lang="en-US" altLang="zh-CN" i="1">
              <a:solidFill>
                <a:srgbClr val="0000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79879" name="Rectangle 7">
            <a:extLst>
              <a:ext uri="{FF2B5EF4-FFF2-40B4-BE49-F238E27FC236}">
                <a16:creationId xmlns:a16="http://schemas.microsoft.com/office/drawing/2014/main" id="{D293FB02-8A78-48F6-AAFA-2F6A7B5630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29250" y="1258888"/>
            <a:ext cx="627063" cy="325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just"/>
            <a:r>
              <a:rPr lang="en-US" altLang="zh-CN" i="1">
                <a:solidFill>
                  <a:srgbClr val="000000"/>
                </a:solidFill>
                <a:latin typeface="Times New Roman" panose="02020603050405020304" pitchFamily="18" charset="0"/>
              </a:rPr>
              <a:t>B</a:t>
            </a:r>
            <a:r>
              <a:rPr lang="en-US" altLang="zh-CN" i="1" baseline="-25000">
                <a:solidFill>
                  <a:srgbClr val="000000"/>
                </a:solidFill>
                <a:latin typeface="Times New Roman" panose="02020603050405020304" pitchFamily="18" charset="0"/>
              </a:rPr>
              <a:t>2</a:t>
            </a:r>
            <a:endParaRPr lang="en-US" altLang="zh-CN" i="1">
              <a:solidFill>
                <a:srgbClr val="0000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55" name="Rectangle 8">
            <a:extLst>
              <a:ext uri="{FF2B5EF4-FFF2-40B4-BE49-F238E27FC236}">
                <a16:creationId xmlns:a16="http://schemas.microsoft.com/office/drawing/2014/main" id="{40BFCE9B-4762-4B0C-953C-0CB62B5F8DB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40138" y="2500313"/>
            <a:ext cx="1711325" cy="8128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lIns="68580" tIns="27000" rIns="68580" bIns="27000"/>
          <a:lstStyle/>
          <a:p>
            <a:pPr algn="just">
              <a:lnSpc>
                <a:spcPct val="70000"/>
              </a:lnSpc>
              <a:defRPr/>
            </a:pP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j 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= </a:t>
            </a: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j 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  <a:sym typeface="Symbol" pitchFamily="18" charset="2"/>
              </a:rPr>
              <a:t>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1</a:t>
            </a:r>
          </a:p>
          <a:p>
            <a:pPr algn="just">
              <a:lnSpc>
                <a:spcPct val="70000"/>
              </a:lnSpc>
              <a:defRPr/>
            </a:pP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t</a:t>
            </a:r>
            <a:r>
              <a:rPr lang="en-US" altLang="zh-CN" i="1" baseline="-25000" dirty="0">
                <a:solidFill>
                  <a:prstClr val="black"/>
                </a:solidFill>
                <a:latin typeface="Times New Roman" pitchFamily="18" charset="0"/>
              </a:rPr>
              <a:t>4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 = 4 </a:t>
            </a:r>
            <a:r>
              <a:rPr lang="en-US" altLang="zh-CN" dirty="0">
                <a:solidFill>
                  <a:prstClr val="black"/>
                </a:solidFill>
                <a:latin typeface="宋体" pitchFamily="2" charset="-122"/>
              </a:rPr>
              <a:t>*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 </a:t>
            </a: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j</a:t>
            </a:r>
          </a:p>
          <a:p>
            <a:pPr algn="just">
              <a:lnSpc>
                <a:spcPct val="70000"/>
              </a:lnSpc>
              <a:defRPr/>
            </a:pP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t</a:t>
            </a:r>
            <a:r>
              <a:rPr lang="en-US" altLang="zh-CN" i="1" baseline="-25000" dirty="0">
                <a:solidFill>
                  <a:prstClr val="black"/>
                </a:solidFill>
                <a:latin typeface="Times New Roman" pitchFamily="18" charset="0"/>
              </a:rPr>
              <a:t>5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 = </a:t>
            </a: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a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[</a:t>
            </a: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t</a:t>
            </a:r>
            <a:r>
              <a:rPr lang="en-US" altLang="zh-CN" i="1" baseline="-25000" dirty="0">
                <a:solidFill>
                  <a:prstClr val="black"/>
                </a:solidFill>
                <a:latin typeface="Times New Roman" pitchFamily="18" charset="0"/>
              </a:rPr>
              <a:t>4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]</a:t>
            </a:r>
          </a:p>
          <a:p>
            <a:pPr algn="just">
              <a:lnSpc>
                <a:spcPct val="70000"/>
              </a:lnSpc>
              <a:defRPr/>
            </a:pP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if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 </a:t>
            </a: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t</a:t>
            </a:r>
            <a:r>
              <a:rPr lang="en-US" altLang="zh-CN" i="1" baseline="-25000" dirty="0">
                <a:solidFill>
                  <a:prstClr val="black"/>
                </a:solidFill>
                <a:latin typeface="Times New Roman" pitchFamily="18" charset="0"/>
              </a:rPr>
              <a:t>5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 &gt; </a:t>
            </a: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v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 </a:t>
            </a:r>
            <a:r>
              <a:rPr lang="en-US" altLang="zh-CN" i="1" dirty="0" err="1">
                <a:solidFill>
                  <a:prstClr val="black"/>
                </a:solidFill>
                <a:latin typeface="Times New Roman" pitchFamily="18" charset="0"/>
              </a:rPr>
              <a:t>goto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 </a:t>
            </a: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B</a:t>
            </a:r>
            <a:r>
              <a:rPr lang="en-US" altLang="zh-CN" i="1" baseline="-25000" dirty="0">
                <a:solidFill>
                  <a:prstClr val="black"/>
                </a:solidFill>
                <a:latin typeface="Times New Roman" pitchFamily="18" charset="0"/>
              </a:rPr>
              <a:t>3</a:t>
            </a:r>
          </a:p>
        </p:txBody>
      </p:sp>
      <p:sp>
        <p:nvSpPr>
          <p:cNvPr id="79881" name="Line 9">
            <a:extLst>
              <a:ext uri="{FF2B5EF4-FFF2-40B4-BE49-F238E27FC236}">
                <a16:creationId xmlns:a16="http://schemas.microsoft.com/office/drawing/2014/main" id="{EEDADADA-8947-4D38-BA61-FCB11CF5FA3C}"/>
              </a:ext>
            </a:extLst>
          </p:cNvPr>
          <p:cNvSpPr>
            <a:spLocks noChangeShapeType="1"/>
          </p:cNvSpPr>
          <p:nvPr/>
        </p:nvSpPr>
        <p:spPr bwMode="auto">
          <a:xfrm>
            <a:off x="4457700" y="1035050"/>
            <a:ext cx="0" cy="315913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/>
          </a:p>
        </p:txBody>
      </p:sp>
      <p:sp>
        <p:nvSpPr>
          <p:cNvPr id="79882" name="Line 10">
            <a:extLst>
              <a:ext uri="{FF2B5EF4-FFF2-40B4-BE49-F238E27FC236}">
                <a16:creationId xmlns:a16="http://schemas.microsoft.com/office/drawing/2014/main" id="{E1D603CD-6BCE-4CDE-B190-B0D5B31B7B0D}"/>
              </a:ext>
            </a:extLst>
          </p:cNvPr>
          <p:cNvSpPr>
            <a:spLocks noChangeShapeType="1"/>
          </p:cNvSpPr>
          <p:nvPr/>
        </p:nvSpPr>
        <p:spPr bwMode="auto">
          <a:xfrm>
            <a:off x="4440238" y="2184400"/>
            <a:ext cx="0" cy="315913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/>
          </a:p>
        </p:txBody>
      </p:sp>
      <p:sp>
        <p:nvSpPr>
          <p:cNvPr id="58" name="Rectangle 11">
            <a:extLst>
              <a:ext uri="{FF2B5EF4-FFF2-40B4-BE49-F238E27FC236}">
                <a16:creationId xmlns:a16="http://schemas.microsoft.com/office/drawing/2014/main" id="{58537D60-74A0-43A3-B9C3-704A939CE6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40138" y="3662363"/>
            <a:ext cx="1725612" cy="3048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lIns="67500" tIns="0" rIns="0" bIns="0"/>
          <a:lstStyle/>
          <a:p>
            <a:pPr algn="just">
              <a:lnSpc>
                <a:spcPct val="96000"/>
              </a:lnSpc>
              <a:defRPr/>
            </a:pP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if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 </a:t>
            </a:r>
            <a:r>
              <a:rPr lang="en-US" altLang="zh-CN" i="1">
                <a:solidFill>
                  <a:prstClr val="black"/>
                </a:solidFill>
                <a:latin typeface="Times New Roman" pitchFamily="18" charset="0"/>
              </a:rPr>
              <a:t>i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 &gt;= </a:t>
            </a: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j </a:t>
            </a:r>
            <a:r>
              <a:rPr lang="en-US" altLang="zh-CN" i="1" dirty="0" err="1">
                <a:solidFill>
                  <a:prstClr val="black"/>
                </a:solidFill>
                <a:latin typeface="Times New Roman" pitchFamily="18" charset="0"/>
              </a:rPr>
              <a:t>goto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 </a:t>
            </a: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B</a:t>
            </a:r>
            <a:r>
              <a:rPr lang="en-US" altLang="zh-CN" i="1" baseline="-25000" dirty="0">
                <a:solidFill>
                  <a:prstClr val="black"/>
                </a:solidFill>
                <a:latin typeface="Times New Roman" pitchFamily="18" charset="0"/>
              </a:rPr>
              <a:t>6</a:t>
            </a:r>
          </a:p>
        </p:txBody>
      </p:sp>
      <p:sp>
        <p:nvSpPr>
          <p:cNvPr id="79884" name="Line 12">
            <a:extLst>
              <a:ext uri="{FF2B5EF4-FFF2-40B4-BE49-F238E27FC236}">
                <a16:creationId xmlns:a16="http://schemas.microsoft.com/office/drawing/2014/main" id="{AC1CCC5F-B25C-4F41-B67D-EB67055EA3B5}"/>
              </a:ext>
            </a:extLst>
          </p:cNvPr>
          <p:cNvSpPr>
            <a:spLocks noChangeShapeType="1"/>
          </p:cNvSpPr>
          <p:nvPr/>
        </p:nvSpPr>
        <p:spPr bwMode="auto">
          <a:xfrm>
            <a:off x="4440238" y="3332163"/>
            <a:ext cx="0" cy="319087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/>
          </a:p>
        </p:txBody>
      </p:sp>
      <p:sp>
        <p:nvSpPr>
          <p:cNvPr id="79885" name="Rectangle 14">
            <a:extLst>
              <a:ext uri="{FF2B5EF4-FFF2-40B4-BE49-F238E27FC236}">
                <a16:creationId xmlns:a16="http://schemas.microsoft.com/office/drawing/2014/main" id="{40A82AF5-A1F7-4FD8-B5B4-2E9A8190D6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46713" y="3567113"/>
            <a:ext cx="625475" cy="323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just"/>
            <a:r>
              <a:rPr lang="en-US" altLang="zh-CN" i="1">
                <a:solidFill>
                  <a:srgbClr val="000000"/>
                </a:solidFill>
                <a:latin typeface="Times New Roman" panose="02020603050405020304" pitchFamily="18" charset="0"/>
              </a:rPr>
              <a:t>B</a:t>
            </a:r>
            <a:r>
              <a:rPr lang="en-US" altLang="zh-CN" i="1" baseline="-25000">
                <a:solidFill>
                  <a:srgbClr val="000000"/>
                </a:solidFill>
                <a:latin typeface="Times New Roman" panose="02020603050405020304" pitchFamily="18" charset="0"/>
              </a:rPr>
              <a:t>4</a:t>
            </a:r>
            <a:endParaRPr lang="en-US" altLang="zh-CN" i="1">
              <a:solidFill>
                <a:srgbClr val="0000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79886" name="Rectangle 15">
            <a:extLst>
              <a:ext uri="{FF2B5EF4-FFF2-40B4-BE49-F238E27FC236}">
                <a16:creationId xmlns:a16="http://schemas.microsoft.com/office/drawing/2014/main" id="{CCC1424F-37FB-4CE8-BE38-731A8795515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43538" y="2408238"/>
            <a:ext cx="628650" cy="327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just"/>
            <a:r>
              <a:rPr lang="en-US" altLang="zh-CN" i="1">
                <a:solidFill>
                  <a:srgbClr val="000000"/>
                </a:solidFill>
                <a:latin typeface="Times New Roman" panose="02020603050405020304" pitchFamily="18" charset="0"/>
              </a:rPr>
              <a:t>B</a:t>
            </a:r>
            <a:r>
              <a:rPr lang="en-US" altLang="zh-CN" i="1" baseline="-25000">
                <a:solidFill>
                  <a:srgbClr val="000000"/>
                </a:solidFill>
                <a:latin typeface="Times New Roman" panose="02020603050405020304" pitchFamily="18" charset="0"/>
              </a:rPr>
              <a:t>3</a:t>
            </a:r>
            <a:endParaRPr lang="en-US" altLang="zh-CN" i="1">
              <a:solidFill>
                <a:srgbClr val="0000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79887" name="Rectangle 16">
            <a:extLst>
              <a:ext uri="{FF2B5EF4-FFF2-40B4-BE49-F238E27FC236}">
                <a16:creationId xmlns:a16="http://schemas.microsoft.com/office/drawing/2014/main" id="{DF8052BD-684B-4B19-83A8-0B50D72977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71563" y="2284413"/>
            <a:ext cx="514350" cy="325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just"/>
            <a:r>
              <a:rPr lang="en-US" altLang="zh-CN" i="1">
                <a:solidFill>
                  <a:srgbClr val="000000"/>
                </a:solidFill>
                <a:latin typeface="Times New Roman" panose="02020603050405020304" pitchFamily="18" charset="0"/>
              </a:rPr>
              <a:t>B</a:t>
            </a:r>
            <a:r>
              <a:rPr lang="en-US" altLang="zh-CN" i="1" baseline="-25000">
                <a:solidFill>
                  <a:srgbClr val="000000"/>
                </a:solidFill>
                <a:latin typeface="Times New Roman" panose="02020603050405020304" pitchFamily="18" charset="0"/>
              </a:rPr>
              <a:t>5</a:t>
            </a:r>
            <a:endParaRPr lang="en-US" altLang="zh-CN" i="1">
              <a:solidFill>
                <a:srgbClr val="0000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79888" name="Line 18">
            <a:extLst>
              <a:ext uri="{FF2B5EF4-FFF2-40B4-BE49-F238E27FC236}">
                <a16:creationId xmlns:a16="http://schemas.microsoft.com/office/drawing/2014/main" id="{7D9AEABB-E149-46F8-975E-22F65C2AEF34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2754313" y="3967163"/>
            <a:ext cx="1503362" cy="293687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/>
          </a:p>
        </p:txBody>
      </p:sp>
      <p:sp>
        <p:nvSpPr>
          <p:cNvPr id="79889" name="Line 19">
            <a:extLst>
              <a:ext uri="{FF2B5EF4-FFF2-40B4-BE49-F238E27FC236}">
                <a16:creationId xmlns:a16="http://schemas.microsoft.com/office/drawing/2014/main" id="{09EDFD24-8924-4DDE-90EF-5FD32B4270FE}"/>
              </a:ext>
            </a:extLst>
          </p:cNvPr>
          <p:cNvSpPr>
            <a:spLocks noChangeShapeType="1"/>
          </p:cNvSpPr>
          <p:nvPr/>
        </p:nvSpPr>
        <p:spPr bwMode="auto">
          <a:xfrm>
            <a:off x="4640263" y="3967163"/>
            <a:ext cx="1487487" cy="293687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/>
          </a:p>
        </p:txBody>
      </p:sp>
      <p:sp>
        <p:nvSpPr>
          <p:cNvPr id="79890" name="Rectangle 20">
            <a:extLst>
              <a:ext uri="{FF2B5EF4-FFF2-40B4-BE49-F238E27FC236}">
                <a16:creationId xmlns:a16="http://schemas.microsoft.com/office/drawing/2014/main" id="{5FD50773-F3EE-43CF-9E4B-35DC9805DF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64388" y="2066925"/>
            <a:ext cx="627062" cy="327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just"/>
            <a:r>
              <a:rPr lang="en-US" altLang="zh-CN" i="1">
                <a:solidFill>
                  <a:srgbClr val="000000"/>
                </a:solidFill>
                <a:latin typeface="Times New Roman" panose="02020603050405020304" pitchFamily="18" charset="0"/>
              </a:rPr>
              <a:t>B</a:t>
            </a:r>
            <a:r>
              <a:rPr lang="en-US" altLang="zh-CN" i="1" baseline="-25000">
                <a:solidFill>
                  <a:srgbClr val="000000"/>
                </a:solidFill>
                <a:latin typeface="Times New Roman" panose="02020603050405020304" pitchFamily="18" charset="0"/>
              </a:rPr>
              <a:t>6</a:t>
            </a:r>
            <a:endParaRPr lang="en-US" altLang="zh-CN" i="1">
              <a:solidFill>
                <a:srgbClr val="0000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79891" name="Freeform 21">
            <a:extLst>
              <a:ext uri="{FF2B5EF4-FFF2-40B4-BE49-F238E27FC236}">
                <a16:creationId xmlns:a16="http://schemas.microsoft.com/office/drawing/2014/main" id="{5064DE70-222A-4FF2-9BD7-65DB40C9B8EA}"/>
              </a:ext>
            </a:extLst>
          </p:cNvPr>
          <p:cNvSpPr>
            <a:spLocks/>
          </p:cNvSpPr>
          <p:nvPr/>
        </p:nvSpPr>
        <p:spPr bwMode="auto">
          <a:xfrm rot="367755">
            <a:off x="2914650" y="1184275"/>
            <a:ext cx="768350" cy="1096963"/>
          </a:xfrm>
          <a:custGeom>
            <a:avLst/>
            <a:gdLst>
              <a:gd name="T0" fmla="*/ 2147483646 w 722"/>
              <a:gd name="T1" fmla="*/ 2147483646 h 1447"/>
              <a:gd name="T2" fmla="*/ 2147483646 w 722"/>
              <a:gd name="T3" fmla="*/ 2147483646 h 1447"/>
              <a:gd name="T4" fmla="*/ 2147483646 w 722"/>
              <a:gd name="T5" fmla="*/ 2147483646 h 1447"/>
              <a:gd name="T6" fmla="*/ 2147483646 w 722"/>
              <a:gd name="T7" fmla="*/ 2147483646 h 1447"/>
              <a:gd name="T8" fmla="*/ 2147483646 w 722"/>
              <a:gd name="T9" fmla="*/ 2147483646 h 1447"/>
              <a:gd name="T10" fmla="*/ 2147483646 w 722"/>
              <a:gd name="T11" fmla="*/ 2147483646 h 1447"/>
              <a:gd name="T12" fmla="*/ 2147483646 w 722"/>
              <a:gd name="T13" fmla="*/ 2147483646 h 1447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722"/>
              <a:gd name="T22" fmla="*/ 0 h 1447"/>
              <a:gd name="T23" fmla="*/ 722 w 722"/>
              <a:gd name="T24" fmla="*/ 1447 h 1447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722" h="1447">
                <a:moveTo>
                  <a:pt x="722" y="1251"/>
                </a:moveTo>
                <a:cubicBezTo>
                  <a:pt x="605" y="1349"/>
                  <a:pt x="489" y="1447"/>
                  <a:pt x="392" y="1447"/>
                </a:cubicBezTo>
                <a:cubicBezTo>
                  <a:pt x="295" y="1447"/>
                  <a:pt x="203" y="1376"/>
                  <a:pt x="138" y="1251"/>
                </a:cubicBezTo>
                <a:cubicBezTo>
                  <a:pt x="73" y="1126"/>
                  <a:pt x="0" y="879"/>
                  <a:pt x="3" y="697"/>
                </a:cubicBezTo>
                <a:cubicBezTo>
                  <a:pt x="6" y="515"/>
                  <a:pt x="83" y="272"/>
                  <a:pt x="153" y="157"/>
                </a:cubicBezTo>
                <a:cubicBezTo>
                  <a:pt x="223" y="42"/>
                  <a:pt x="338" y="0"/>
                  <a:pt x="423" y="7"/>
                </a:cubicBezTo>
                <a:cubicBezTo>
                  <a:pt x="508" y="14"/>
                  <a:pt x="612" y="161"/>
                  <a:pt x="662" y="201"/>
                </a:cubicBezTo>
              </a:path>
            </a:pathLst>
          </a:custGeom>
          <a:noFill/>
          <a:ln w="25400">
            <a:solidFill>
              <a:schemeClr val="tx1"/>
            </a:solidFill>
            <a:round/>
            <a:headEnd/>
            <a:tailEnd type="stealth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/>
          </a:p>
        </p:txBody>
      </p:sp>
      <p:sp>
        <p:nvSpPr>
          <p:cNvPr id="79892" name="Freeform 22">
            <a:extLst>
              <a:ext uri="{FF2B5EF4-FFF2-40B4-BE49-F238E27FC236}">
                <a16:creationId xmlns:a16="http://schemas.microsoft.com/office/drawing/2014/main" id="{F32067ED-179F-4738-A23A-53FAE70AC4E3}"/>
              </a:ext>
            </a:extLst>
          </p:cNvPr>
          <p:cNvSpPr>
            <a:spLocks/>
          </p:cNvSpPr>
          <p:nvPr/>
        </p:nvSpPr>
        <p:spPr bwMode="auto">
          <a:xfrm rot="190181">
            <a:off x="2922588" y="2346325"/>
            <a:ext cx="754062" cy="1106488"/>
          </a:xfrm>
          <a:custGeom>
            <a:avLst/>
            <a:gdLst>
              <a:gd name="T0" fmla="*/ 2147483646 w 722"/>
              <a:gd name="T1" fmla="*/ 2147483646 h 1447"/>
              <a:gd name="T2" fmla="*/ 2147483646 w 722"/>
              <a:gd name="T3" fmla="*/ 2147483646 h 1447"/>
              <a:gd name="T4" fmla="*/ 2147483646 w 722"/>
              <a:gd name="T5" fmla="*/ 2147483646 h 1447"/>
              <a:gd name="T6" fmla="*/ 2147483646 w 722"/>
              <a:gd name="T7" fmla="*/ 2147483646 h 1447"/>
              <a:gd name="T8" fmla="*/ 2147483646 w 722"/>
              <a:gd name="T9" fmla="*/ 2147483646 h 1447"/>
              <a:gd name="T10" fmla="*/ 2147483646 w 722"/>
              <a:gd name="T11" fmla="*/ 2147483646 h 1447"/>
              <a:gd name="T12" fmla="*/ 2147483646 w 722"/>
              <a:gd name="T13" fmla="*/ 2147483646 h 1447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722"/>
              <a:gd name="T22" fmla="*/ 0 h 1447"/>
              <a:gd name="T23" fmla="*/ 722 w 722"/>
              <a:gd name="T24" fmla="*/ 1447 h 1447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722" h="1447">
                <a:moveTo>
                  <a:pt x="722" y="1251"/>
                </a:moveTo>
                <a:cubicBezTo>
                  <a:pt x="605" y="1349"/>
                  <a:pt x="489" y="1447"/>
                  <a:pt x="392" y="1447"/>
                </a:cubicBezTo>
                <a:cubicBezTo>
                  <a:pt x="295" y="1447"/>
                  <a:pt x="203" y="1376"/>
                  <a:pt x="138" y="1251"/>
                </a:cubicBezTo>
                <a:cubicBezTo>
                  <a:pt x="73" y="1126"/>
                  <a:pt x="0" y="879"/>
                  <a:pt x="3" y="697"/>
                </a:cubicBezTo>
                <a:cubicBezTo>
                  <a:pt x="6" y="515"/>
                  <a:pt x="83" y="272"/>
                  <a:pt x="153" y="157"/>
                </a:cubicBezTo>
                <a:cubicBezTo>
                  <a:pt x="223" y="42"/>
                  <a:pt x="338" y="0"/>
                  <a:pt x="423" y="7"/>
                </a:cubicBezTo>
                <a:cubicBezTo>
                  <a:pt x="508" y="14"/>
                  <a:pt x="612" y="161"/>
                  <a:pt x="662" y="201"/>
                </a:cubicBezTo>
              </a:path>
            </a:pathLst>
          </a:custGeom>
          <a:noFill/>
          <a:ln w="25400">
            <a:solidFill>
              <a:schemeClr val="tx1"/>
            </a:solidFill>
            <a:round/>
            <a:headEnd/>
            <a:tailEnd type="stealth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/>
          </a:p>
        </p:txBody>
      </p:sp>
      <p:sp>
        <p:nvSpPr>
          <p:cNvPr id="72" name="Rectangle 35">
            <a:extLst>
              <a:ext uri="{FF2B5EF4-FFF2-40B4-BE49-F238E27FC236}">
                <a16:creationId xmlns:a16="http://schemas.microsoft.com/office/drawing/2014/main" id="{53E7D169-6F82-46E9-B3A5-9CDD6709F22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92838" y="2424113"/>
            <a:ext cx="1308100" cy="221456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lIns="68580" tIns="0" rIns="68580" bIns="0"/>
          <a:lstStyle/>
          <a:p>
            <a:pPr algn="just">
              <a:lnSpc>
                <a:spcPct val="96000"/>
              </a:lnSpc>
              <a:defRPr/>
            </a:pP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t</a:t>
            </a:r>
            <a:r>
              <a:rPr lang="en-US" altLang="zh-CN" i="1" baseline="-30000" dirty="0">
                <a:solidFill>
                  <a:prstClr val="black"/>
                </a:solidFill>
                <a:latin typeface="Times New Roman" pitchFamily="18" charset="0"/>
              </a:rPr>
              <a:t>11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 = 4 </a:t>
            </a:r>
            <a:r>
              <a:rPr lang="en-US" altLang="zh-CN" dirty="0">
                <a:solidFill>
                  <a:prstClr val="black"/>
                </a:solidFill>
                <a:latin typeface="宋体" pitchFamily="2" charset="-122"/>
              </a:rPr>
              <a:t>*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 </a:t>
            </a:r>
            <a:r>
              <a:rPr lang="en-US" altLang="zh-CN" i="1">
                <a:solidFill>
                  <a:prstClr val="black"/>
                </a:solidFill>
                <a:latin typeface="Times New Roman" pitchFamily="18" charset="0"/>
              </a:rPr>
              <a:t>i</a:t>
            </a:r>
            <a:endParaRPr lang="en-US" altLang="zh-CN" i="1" dirty="0">
              <a:solidFill>
                <a:prstClr val="black"/>
              </a:solidFill>
              <a:latin typeface="Times New Roman" pitchFamily="18" charset="0"/>
            </a:endParaRPr>
          </a:p>
          <a:p>
            <a:pPr algn="just">
              <a:lnSpc>
                <a:spcPct val="96000"/>
              </a:lnSpc>
              <a:defRPr/>
            </a:pP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x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 = </a:t>
            </a: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a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[</a:t>
            </a: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t</a:t>
            </a:r>
            <a:r>
              <a:rPr lang="en-US" altLang="zh-CN" i="1" baseline="-30000" dirty="0">
                <a:solidFill>
                  <a:prstClr val="black"/>
                </a:solidFill>
                <a:latin typeface="Times New Roman" pitchFamily="18" charset="0"/>
              </a:rPr>
              <a:t>11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]</a:t>
            </a:r>
          </a:p>
          <a:p>
            <a:pPr algn="just">
              <a:lnSpc>
                <a:spcPct val="96000"/>
              </a:lnSpc>
              <a:defRPr/>
            </a:pP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t</a:t>
            </a:r>
            <a:r>
              <a:rPr lang="en-US" altLang="zh-CN" i="1" baseline="-30000" dirty="0">
                <a:solidFill>
                  <a:prstClr val="black"/>
                </a:solidFill>
                <a:latin typeface="Times New Roman" pitchFamily="18" charset="0"/>
              </a:rPr>
              <a:t>12</a:t>
            </a: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 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= 4 </a:t>
            </a:r>
            <a:r>
              <a:rPr lang="en-US" altLang="zh-CN" dirty="0">
                <a:solidFill>
                  <a:prstClr val="black"/>
                </a:solidFill>
                <a:latin typeface="宋体" pitchFamily="2" charset="-122"/>
              </a:rPr>
              <a:t>*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 </a:t>
            </a:r>
            <a:r>
              <a:rPr lang="en-US" altLang="zh-CN" i="1">
                <a:solidFill>
                  <a:prstClr val="black"/>
                </a:solidFill>
                <a:latin typeface="Times New Roman" pitchFamily="18" charset="0"/>
              </a:rPr>
              <a:t>i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 </a:t>
            </a:r>
          </a:p>
          <a:p>
            <a:pPr algn="just">
              <a:lnSpc>
                <a:spcPct val="96000"/>
              </a:lnSpc>
              <a:defRPr/>
            </a:pP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t</a:t>
            </a:r>
            <a:r>
              <a:rPr lang="en-US" altLang="zh-CN" i="1" baseline="-30000" dirty="0">
                <a:solidFill>
                  <a:prstClr val="black"/>
                </a:solidFill>
                <a:latin typeface="Times New Roman" pitchFamily="18" charset="0"/>
              </a:rPr>
              <a:t>13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 = 4 </a:t>
            </a:r>
            <a:r>
              <a:rPr lang="en-US" altLang="zh-CN" dirty="0">
                <a:solidFill>
                  <a:prstClr val="black"/>
                </a:solidFill>
                <a:latin typeface="宋体" pitchFamily="2" charset="-122"/>
              </a:rPr>
              <a:t>*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 n</a:t>
            </a:r>
          </a:p>
          <a:p>
            <a:pPr algn="just">
              <a:lnSpc>
                <a:spcPct val="96000"/>
              </a:lnSpc>
              <a:defRPr/>
            </a:pP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t</a:t>
            </a:r>
            <a:r>
              <a:rPr lang="en-US" altLang="zh-CN" i="1" baseline="-30000" dirty="0">
                <a:solidFill>
                  <a:prstClr val="black"/>
                </a:solidFill>
                <a:latin typeface="Times New Roman" pitchFamily="18" charset="0"/>
              </a:rPr>
              <a:t>14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 = </a:t>
            </a: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a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[</a:t>
            </a: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t</a:t>
            </a:r>
            <a:r>
              <a:rPr lang="en-US" altLang="zh-CN" i="1" baseline="-30000" dirty="0">
                <a:solidFill>
                  <a:prstClr val="black"/>
                </a:solidFill>
                <a:latin typeface="Times New Roman" pitchFamily="18" charset="0"/>
              </a:rPr>
              <a:t>13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]</a:t>
            </a:r>
          </a:p>
          <a:p>
            <a:pPr algn="just">
              <a:lnSpc>
                <a:spcPct val="96000"/>
              </a:lnSpc>
              <a:defRPr/>
            </a:pP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a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[</a:t>
            </a: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t</a:t>
            </a:r>
            <a:r>
              <a:rPr lang="en-US" altLang="zh-CN" i="1" baseline="-30000" dirty="0">
                <a:solidFill>
                  <a:prstClr val="black"/>
                </a:solidFill>
                <a:latin typeface="Times New Roman" pitchFamily="18" charset="0"/>
              </a:rPr>
              <a:t>12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] = </a:t>
            </a: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t</a:t>
            </a:r>
            <a:r>
              <a:rPr lang="en-US" altLang="zh-CN" i="1" baseline="-30000" dirty="0">
                <a:solidFill>
                  <a:prstClr val="black"/>
                </a:solidFill>
                <a:latin typeface="Times New Roman" pitchFamily="18" charset="0"/>
              </a:rPr>
              <a:t>14</a:t>
            </a:r>
            <a:endParaRPr lang="en-US" altLang="zh-CN" i="1" dirty="0">
              <a:solidFill>
                <a:prstClr val="black"/>
              </a:solidFill>
              <a:latin typeface="Times New Roman" pitchFamily="18" charset="0"/>
            </a:endParaRPr>
          </a:p>
          <a:p>
            <a:pPr algn="just">
              <a:lnSpc>
                <a:spcPct val="96000"/>
              </a:lnSpc>
              <a:defRPr/>
            </a:pP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t</a:t>
            </a:r>
            <a:r>
              <a:rPr lang="en-US" altLang="zh-CN" i="1" baseline="-30000" dirty="0">
                <a:solidFill>
                  <a:prstClr val="black"/>
                </a:solidFill>
                <a:latin typeface="Times New Roman" pitchFamily="18" charset="0"/>
              </a:rPr>
              <a:t>15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 = 4 </a:t>
            </a:r>
            <a:r>
              <a:rPr lang="en-US" altLang="zh-CN" dirty="0">
                <a:solidFill>
                  <a:prstClr val="black"/>
                </a:solidFill>
                <a:latin typeface="宋体" pitchFamily="2" charset="-122"/>
              </a:rPr>
              <a:t>*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 </a:t>
            </a: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n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 </a:t>
            </a:r>
          </a:p>
          <a:p>
            <a:pPr algn="just">
              <a:lnSpc>
                <a:spcPct val="96000"/>
              </a:lnSpc>
              <a:defRPr/>
            </a:pP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a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[</a:t>
            </a: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t</a:t>
            </a:r>
            <a:r>
              <a:rPr lang="en-US" altLang="zh-CN" i="1" baseline="-30000" dirty="0">
                <a:solidFill>
                  <a:prstClr val="black"/>
                </a:solidFill>
                <a:latin typeface="Times New Roman" pitchFamily="18" charset="0"/>
              </a:rPr>
              <a:t>15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] = </a:t>
            </a:r>
            <a:r>
              <a:rPr lang="en-US" altLang="zh-CN" i="1" dirty="0">
                <a:solidFill>
                  <a:prstClr val="black"/>
                </a:solidFill>
                <a:latin typeface="Times New Roman" pitchFamily="18" charset="0"/>
              </a:rPr>
              <a:t>x</a:t>
            </a:r>
            <a:r>
              <a:rPr lang="en-US" altLang="zh-CN" dirty="0">
                <a:solidFill>
                  <a:prstClr val="black"/>
                </a:solidFill>
                <a:latin typeface="Times New Roman" pitchFamily="18" charset="0"/>
              </a:rPr>
              <a:t> </a:t>
            </a:r>
          </a:p>
        </p:txBody>
      </p:sp>
      <p:sp>
        <p:nvSpPr>
          <p:cNvPr id="79894" name="Rectangle 24">
            <a:extLst>
              <a:ext uri="{FF2B5EF4-FFF2-40B4-BE49-F238E27FC236}">
                <a16:creationId xmlns:a16="http://schemas.microsoft.com/office/drawing/2014/main" id="{B37FBBDA-02E2-4ADF-8928-3D588A23161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93838" y="2211388"/>
            <a:ext cx="1292225" cy="2484437"/>
          </a:xfrm>
          <a:prstGeom prst="rect">
            <a:avLst/>
          </a:prstGeom>
          <a:noFill/>
          <a:ln w="38100">
            <a:solidFill>
              <a:srgbClr val="FF0000"/>
            </a:solidFill>
            <a:prstDash val="lgDash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68580" tIns="34290" rIns="68580" bIns="34290" anchor="ctr"/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>
              <a:solidFill>
                <a:srgbClr val="000000"/>
              </a:solidFill>
              <a:cs typeface="楷体_GB2312" charset="0"/>
            </a:endParaRPr>
          </a:p>
        </p:txBody>
      </p:sp>
      <p:sp>
        <p:nvSpPr>
          <p:cNvPr id="38" name="任意多边形 37">
            <a:extLst>
              <a:ext uri="{FF2B5EF4-FFF2-40B4-BE49-F238E27FC236}">
                <a16:creationId xmlns:a16="http://schemas.microsoft.com/office/drawing/2014/main" id="{35C3DF05-5817-46BD-9636-06B1E57A59E0}"/>
              </a:ext>
            </a:extLst>
          </p:cNvPr>
          <p:cNvSpPr/>
          <p:nvPr/>
        </p:nvSpPr>
        <p:spPr>
          <a:xfrm>
            <a:off x="946150" y="793750"/>
            <a:ext cx="2874963" cy="4319588"/>
          </a:xfrm>
          <a:custGeom>
            <a:avLst/>
            <a:gdLst>
              <a:gd name="connsiteX0" fmla="*/ 807738 w 2874532"/>
              <a:gd name="connsiteY0" fmla="*/ 3903406 h 4319190"/>
              <a:gd name="connsiteX1" fmla="*/ 143858 w 2874532"/>
              <a:gd name="connsiteY1" fmla="*/ 3991088 h 4319190"/>
              <a:gd name="connsiteX2" fmla="*/ 269119 w 2874532"/>
              <a:gd name="connsiteY2" fmla="*/ 295910 h 4319190"/>
              <a:gd name="connsiteX3" fmla="*/ 2874532 w 2874532"/>
              <a:gd name="connsiteY3" fmla="*/ 496327 h 43191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74532" h="4319190">
                <a:moveTo>
                  <a:pt x="807738" y="3903406"/>
                </a:moveTo>
                <a:cubicBezTo>
                  <a:pt x="520683" y="4247871"/>
                  <a:pt x="233628" y="4592337"/>
                  <a:pt x="143858" y="3991088"/>
                </a:cubicBezTo>
                <a:cubicBezTo>
                  <a:pt x="54088" y="3389839"/>
                  <a:pt x="-185993" y="878370"/>
                  <a:pt x="269119" y="295910"/>
                </a:cubicBezTo>
                <a:cubicBezTo>
                  <a:pt x="724231" y="-286550"/>
                  <a:pt x="1799381" y="104888"/>
                  <a:pt x="2874532" y="496327"/>
                </a:cubicBezTo>
              </a:path>
            </a:pathLst>
          </a:custGeom>
          <a:noFill/>
          <a:ln w="25400">
            <a:solidFill>
              <a:schemeClr val="tx1"/>
            </a:solidFill>
            <a:tailEnd type="stealth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32" name="Rectangle 5">
            <a:extLst>
              <a:ext uri="{FF2B5EF4-FFF2-40B4-BE49-F238E27FC236}">
                <a16:creationId xmlns:a16="http://schemas.microsoft.com/office/drawing/2014/main" id="{F22431BC-E1F8-4DFB-9B36-4DBC5D2F97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66850" y="1152525"/>
            <a:ext cx="1111250" cy="930275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w="25400">
            <a:solidFill>
              <a:schemeClr val="tx1"/>
            </a:solidFill>
            <a:prstDash val="dash"/>
            <a:miter lim="800000"/>
            <a:headEnd/>
            <a:tailEnd/>
          </a:ln>
        </p:spPr>
        <p:txBody>
          <a:bodyPr lIns="68580" tIns="0" rIns="68580" bIns="0"/>
          <a:lstStyle/>
          <a:p>
            <a:pPr algn="just">
              <a:lnSpc>
                <a:spcPct val="96000"/>
              </a:lnSpc>
              <a:defRPr/>
            </a:pPr>
            <a:r>
              <a:rPr lang="en-US" altLang="zh-CN" sz="2000" i="1" dirty="0">
                <a:solidFill>
                  <a:srgbClr val="000000"/>
                </a:solidFill>
                <a:latin typeface="Times New Roman" pitchFamily="18" charset="0"/>
              </a:rPr>
              <a:t>a</a:t>
            </a:r>
            <a:r>
              <a:rPr lang="en-US" altLang="zh-CN" sz="2000" dirty="0">
                <a:solidFill>
                  <a:srgbClr val="000000"/>
                </a:solidFill>
                <a:latin typeface="Times New Roman" pitchFamily="18" charset="0"/>
              </a:rPr>
              <a:t>[</a:t>
            </a:r>
            <a:r>
              <a:rPr lang="en-US" altLang="zh-CN" sz="2000" i="1" dirty="0">
                <a:solidFill>
                  <a:srgbClr val="000000"/>
                </a:solidFill>
                <a:latin typeface="Times New Roman" pitchFamily="18" charset="0"/>
              </a:rPr>
              <a:t>t</a:t>
            </a:r>
            <a:r>
              <a:rPr lang="en-US" altLang="zh-CN" sz="2000" i="1" baseline="-25000" dirty="0">
                <a:solidFill>
                  <a:srgbClr val="000000"/>
                </a:solidFill>
                <a:latin typeface="Times New Roman" pitchFamily="18" charset="0"/>
              </a:rPr>
              <a:t>2</a:t>
            </a:r>
            <a:r>
              <a:rPr lang="en-US" altLang="zh-CN" sz="2000" dirty="0">
                <a:solidFill>
                  <a:srgbClr val="000000"/>
                </a:solidFill>
                <a:latin typeface="Times New Roman" pitchFamily="18" charset="0"/>
              </a:rPr>
              <a:t>] = </a:t>
            </a:r>
            <a:r>
              <a:rPr lang="en-US" altLang="zh-CN" sz="2000" i="1" dirty="0">
                <a:solidFill>
                  <a:srgbClr val="000000"/>
                </a:solidFill>
                <a:latin typeface="Times New Roman" pitchFamily="18" charset="0"/>
              </a:rPr>
              <a:t>t</a:t>
            </a:r>
            <a:r>
              <a:rPr lang="en-US" altLang="zh-CN" sz="2000" i="1" baseline="-25000" dirty="0">
                <a:solidFill>
                  <a:srgbClr val="000000"/>
                </a:solidFill>
                <a:latin typeface="Times New Roman" pitchFamily="18" charset="0"/>
              </a:rPr>
              <a:t>5</a:t>
            </a:r>
            <a:endParaRPr lang="en-US" altLang="zh-CN" sz="2000" i="1" dirty="0">
              <a:solidFill>
                <a:srgbClr val="000000"/>
              </a:solidFill>
              <a:latin typeface="Times New Roman" pitchFamily="18" charset="0"/>
            </a:endParaRPr>
          </a:p>
          <a:p>
            <a:pPr algn="just">
              <a:lnSpc>
                <a:spcPct val="96000"/>
              </a:lnSpc>
              <a:defRPr/>
            </a:pPr>
            <a:r>
              <a:rPr lang="en-US" altLang="zh-CN" sz="2000" i="1" dirty="0">
                <a:solidFill>
                  <a:srgbClr val="000000"/>
                </a:solidFill>
                <a:latin typeface="Times New Roman" pitchFamily="18" charset="0"/>
              </a:rPr>
              <a:t>a</a:t>
            </a:r>
            <a:r>
              <a:rPr lang="en-US" altLang="zh-CN" sz="2000" dirty="0">
                <a:solidFill>
                  <a:srgbClr val="000000"/>
                </a:solidFill>
                <a:latin typeface="Times New Roman" pitchFamily="18" charset="0"/>
              </a:rPr>
              <a:t>[</a:t>
            </a:r>
            <a:r>
              <a:rPr lang="en-US" altLang="zh-CN" sz="2000" i="1" dirty="0">
                <a:solidFill>
                  <a:srgbClr val="000000"/>
                </a:solidFill>
                <a:latin typeface="Times New Roman" pitchFamily="18" charset="0"/>
              </a:rPr>
              <a:t>t</a:t>
            </a:r>
            <a:r>
              <a:rPr lang="en-US" altLang="zh-CN" sz="2000" i="1" baseline="-25000" dirty="0">
                <a:solidFill>
                  <a:srgbClr val="000000"/>
                </a:solidFill>
                <a:latin typeface="Times New Roman" pitchFamily="18" charset="0"/>
              </a:rPr>
              <a:t>4</a:t>
            </a:r>
            <a:r>
              <a:rPr lang="en-US" altLang="zh-CN" sz="2000" dirty="0">
                <a:solidFill>
                  <a:srgbClr val="000000"/>
                </a:solidFill>
                <a:latin typeface="Times New Roman" pitchFamily="18" charset="0"/>
              </a:rPr>
              <a:t>] </a:t>
            </a:r>
            <a:r>
              <a:rPr lang="en-US" altLang="zh-CN" sz="2000" dirty="0">
                <a:latin typeface="Times New Roman" pitchFamily="18" charset="0"/>
              </a:rPr>
              <a:t>= </a:t>
            </a:r>
            <a:r>
              <a:rPr lang="en-US" altLang="zh-CN" sz="2000" i="1" dirty="0">
                <a:latin typeface="Times New Roman" pitchFamily="18" charset="0"/>
              </a:rPr>
              <a:t>t</a:t>
            </a:r>
            <a:r>
              <a:rPr lang="en-US" altLang="zh-CN" sz="2000" i="1" baseline="-25000" dirty="0">
                <a:latin typeface="Times New Roman" pitchFamily="18" charset="0"/>
              </a:rPr>
              <a:t>3</a:t>
            </a:r>
            <a:endParaRPr lang="en-US" altLang="zh-CN" sz="2000" i="1" dirty="0">
              <a:latin typeface="Times New Roman" pitchFamily="18" charset="0"/>
            </a:endParaRPr>
          </a:p>
          <a:p>
            <a:pPr algn="just">
              <a:lnSpc>
                <a:spcPct val="96000"/>
              </a:lnSpc>
              <a:defRPr/>
            </a:pPr>
            <a:r>
              <a:rPr lang="en-US" altLang="zh-CN" sz="2000" dirty="0" err="1">
                <a:solidFill>
                  <a:srgbClr val="000000"/>
                </a:solidFill>
                <a:latin typeface="Times New Roman" pitchFamily="18" charset="0"/>
              </a:rPr>
              <a:t>goto</a:t>
            </a:r>
            <a:r>
              <a:rPr lang="en-US" altLang="zh-CN" sz="2000" dirty="0">
                <a:solidFill>
                  <a:srgbClr val="000000"/>
                </a:solidFill>
                <a:latin typeface="Times New Roman" pitchFamily="18" charset="0"/>
              </a:rPr>
              <a:t> </a:t>
            </a:r>
            <a:r>
              <a:rPr lang="en-US" altLang="zh-CN" sz="2000" i="1" dirty="0">
                <a:solidFill>
                  <a:srgbClr val="000000"/>
                </a:solidFill>
                <a:latin typeface="Times New Roman" pitchFamily="18" charset="0"/>
              </a:rPr>
              <a:t>B</a:t>
            </a:r>
            <a:r>
              <a:rPr lang="en-US" altLang="zh-CN" sz="2000" baseline="-25000" dirty="0">
                <a:solidFill>
                  <a:srgbClr val="000000"/>
                </a:solidFill>
                <a:latin typeface="Times New Roman" pitchFamily="18" charset="0"/>
              </a:rPr>
              <a:t>2</a:t>
            </a:r>
          </a:p>
        </p:txBody>
      </p:sp>
      <p:sp>
        <p:nvSpPr>
          <p:cNvPr id="33" name="Rectangle 35">
            <a:extLst>
              <a:ext uri="{FF2B5EF4-FFF2-40B4-BE49-F238E27FC236}">
                <a16:creationId xmlns:a16="http://schemas.microsoft.com/office/drawing/2014/main" id="{52814927-B381-4FED-9860-6CC71296D5B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51563" y="1027113"/>
            <a:ext cx="1308100" cy="906462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w="25400">
            <a:solidFill>
              <a:schemeClr val="tx1"/>
            </a:solidFill>
            <a:prstDash val="dash"/>
            <a:miter lim="800000"/>
            <a:headEnd/>
            <a:tailEnd/>
          </a:ln>
        </p:spPr>
        <p:txBody>
          <a:bodyPr lIns="68580" tIns="0" rIns="68580" bIns="0"/>
          <a:lstStyle/>
          <a:p>
            <a:pPr algn="just">
              <a:lnSpc>
                <a:spcPct val="96000"/>
              </a:lnSpc>
              <a:defRPr/>
            </a:pPr>
            <a:r>
              <a:rPr lang="en-US" altLang="zh-CN" sz="2000" i="1" dirty="0">
                <a:solidFill>
                  <a:prstClr val="black"/>
                </a:solidFill>
                <a:latin typeface="Times New Roman" pitchFamily="18" charset="0"/>
              </a:rPr>
              <a:t>t</a:t>
            </a:r>
            <a:r>
              <a:rPr lang="en-US" altLang="zh-CN" sz="2000" i="1" baseline="-30000" dirty="0">
                <a:solidFill>
                  <a:prstClr val="black"/>
                </a:solidFill>
                <a:latin typeface="Times New Roman" pitchFamily="18" charset="0"/>
              </a:rPr>
              <a:t>14</a:t>
            </a:r>
            <a:r>
              <a:rPr lang="en-US" altLang="zh-CN" sz="2000" i="1" dirty="0">
                <a:solidFill>
                  <a:prstClr val="black"/>
                </a:solidFill>
                <a:latin typeface="Times New Roman" pitchFamily="18" charset="0"/>
              </a:rPr>
              <a:t> </a:t>
            </a:r>
            <a:r>
              <a:rPr lang="en-US" altLang="zh-CN" sz="2000" dirty="0">
                <a:solidFill>
                  <a:prstClr val="black"/>
                </a:solidFill>
                <a:latin typeface="Times New Roman" pitchFamily="18" charset="0"/>
              </a:rPr>
              <a:t>= </a:t>
            </a:r>
            <a:r>
              <a:rPr lang="en-US" altLang="zh-CN" sz="2000" i="1" dirty="0">
                <a:solidFill>
                  <a:prstClr val="black"/>
                </a:solidFill>
                <a:latin typeface="Times New Roman" pitchFamily="18" charset="0"/>
              </a:rPr>
              <a:t>a</a:t>
            </a:r>
            <a:r>
              <a:rPr lang="en-US" altLang="zh-CN" sz="2000" dirty="0">
                <a:solidFill>
                  <a:prstClr val="black"/>
                </a:solidFill>
                <a:latin typeface="Times New Roman" pitchFamily="18" charset="0"/>
              </a:rPr>
              <a:t>[</a:t>
            </a:r>
            <a:r>
              <a:rPr lang="en-US" altLang="zh-CN" sz="2000" i="1" dirty="0">
                <a:solidFill>
                  <a:prstClr val="black"/>
                </a:solidFill>
                <a:latin typeface="Times New Roman" pitchFamily="18" charset="0"/>
              </a:rPr>
              <a:t>t</a:t>
            </a:r>
            <a:r>
              <a:rPr lang="en-US" altLang="zh-CN" sz="2000" i="1" baseline="-30000" dirty="0">
                <a:solidFill>
                  <a:prstClr val="black"/>
                </a:solidFill>
                <a:latin typeface="Times New Roman" pitchFamily="18" charset="0"/>
              </a:rPr>
              <a:t>1</a:t>
            </a:r>
            <a:r>
              <a:rPr lang="en-US" altLang="zh-CN" sz="2000" dirty="0">
                <a:solidFill>
                  <a:prstClr val="black"/>
                </a:solidFill>
                <a:latin typeface="Times New Roman" pitchFamily="18" charset="0"/>
              </a:rPr>
              <a:t>]</a:t>
            </a:r>
          </a:p>
          <a:p>
            <a:pPr algn="just">
              <a:lnSpc>
                <a:spcPct val="96000"/>
              </a:lnSpc>
              <a:defRPr/>
            </a:pPr>
            <a:r>
              <a:rPr lang="en-US" altLang="zh-CN" sz="2000" i="1" dirty="0">
                <a:solidFill>
                  <a:prstClr val="black"/>
                </a:solidFill>
                <a:latin typeface="Times New Roman" pitchFamily="18" charset="0"/>
              </a:rPr>
              <a:t>a</a:t>
            </a:r>
            <a:r>
              <a:rPr lang="en-US" altLang="zh-CN" sz="2000" dirty="0">
                <a:solidFill>
                  <a:prstClr val="black"/>
                </a:solidFill>
                <a:latin typeface="Times New Roman" pitchFamily="18" charset="0"/>
              </a:rPr>
              <a:t>[</a:t>
            </a:r>
            <a:r>
              <a:rPr lang="en-US" altLang="zh-CN" sz="2000" i="1" dirty="0">
                <a:solidFill>
                  <a:prstClr val="black"/>
                </a:solidFill>
                <a:latin typeface="Times New Roman" pitchFamily="18" charset="0"/>
              </a:rPr>
              <a:t>t</a:t>
            </a:r>
            <a:r>
              <a:rPr lang="en-US" altLang="zh-CN" sz="2000" i="1" baseline="-30000" dirty="0">
                <a:solidFill>
                  <a:prstClr val="black"/>
                </a:solidFill>
                <a:latin typeface="Times New Roman" pitchFamily="18" charset="0"/>
              </a:rPr>
              <a:t>2</a:t>
            </a:r>
            <a:r>
              <a:rPr lang="en-US" altLang="zh-CN" sz="2000" dirty="0">
                <a:solidFill>
                  <a:prstClr val="black"/>
                </a:solidFill>
                <a:latin typeface="Times New Roman" pitchFamily="18" charset="0"/>
              </a:rPr>
              <a:t>] = </a:t>
            </a:r>
            <a:r>
              <a:rPr lang="en-US" altLang="zh-CN" sz="2000" i="1" dirty="0">
                <a:solidFill>
                  <a:prstClr val="black"/>
                </a:solidFill>
                <a:latin typeface="Times New Roman" pitchFamily="18" charset="0"/>
              </a:rPr>
              <a:t>t</a:t>
            </a:r>
            <a:r>
              <a:rPr lang="en-US" altLang="zh-CN" sz="2000" i="1" baseline="-30000" dirty="0">
                <a:solidFill>
                  <a:prstClr val="black"/>
                </a:solidFill>
                <a:latin typeface="Times New Roman" pitchFamily="18" charset="0"/>
              </a:rPr>
              <a:t>14</a:t>
            </a:r>
            <a:endParaRPr lang="en-US" altLang="zh-CN" sz="2000" i="1" dirty="0">
              <a:solidFill>
                <a:prstClr val="black"/>
              </a:solidFill>
              <a:latin typeface="Times New Roman" pitchFamily="18" charset="0"/>
            </a:endParaRPr>
          </a:p>
          <a:p>
            <a:pPr algn="just">
              <a:lnSpc>
                <a:spcPct val="96000"/>
              </a:lnSpc>
              <a:defRPr/>
            </a:pPr>
            <a:r>
              <a:rPr lang="en-US" altLang="zh-CN" sz="2000" i="1" dirty="0">
                <a:solidFill>
                  <a:prstClr val="black"/>
                </a:solidFill>
                <a:latin typeface="Times New Roman" pitchFamily="18" charset="0"/>
              </a:rPr>
              <a:t>a</a:t>
            </a:r>
            <a:r>
              <a:rPr lang="en-US" altLang="zh-CN" sz="2000" dirty="0">
                <a:solidFill>
                  <a:prstClr val="black"/>
                </a:solidFill>
                <a:latin typeface="Times New Roman" pitchFamily="18" charset="0"/>
              </a:rPr>
              <a:t>[</a:t>
            </a:r>
            <a:r>
              <a:rPr lang="en-US" altLang="zh-CN" sz="2000" i="1" dirty="0">
                <a:solidFill>
                  <a:prstClr val="black"/>
                </a:solidFill>
                <a:latin typeface="Times New Roman" pitchFamily="18" charset="0"/>
              </a:rPr>
              <a:t>t</a:t>
            </a:r>
            <a:r>
              <a:rPr lang="en-US" altLang="zh-CN" sz="2000" i="1" baseline="-30000" dirty="0">
                <a:solidFill>
                  <a:prstClr val="black"/>
                </a:solidFill>
                <a:latin typeface="Times New Roman" pitchFamily="18" charset="0"/>
              </a:rPr>
              <a:t>1</a:t>
            </a:r>
            <a:r>
              <a:rPr lang="en-US" altLang="zh-CN" sz="2000" dirty="0">
                <a:solidFill>
                  <a:prstClr val="black"/>
                </a:solidFill>
                <a:latin typeface="Times New Roman" pitchFamily="18" charset="0"/>
              </a:rPr>
              <a:t>] = </a:t>
            </a:r>
            <a:r>
              <a:rPr lang="en-US" altLang="zh-CN" sz="2000" i="1" dirty="0">
                <a:latin typeface="Times New Roman" pitchFamily="18" charset="0"/>
              </a:rPr>
              <a:t>t</a:t>
            </a:r>
            <a:r>
              <a:rPr lang="en-US" altLang="zh-CN" sz="2000" i="1" baseline="-25000" dirty="0">
                <a:latin typeface="Times New Roman" pitchFamily="18" charset="0"/>
              </a:rPr>
              <a:t>3</a:t>
            </a:r>
            <a:r>
              <a:rPr lang="en-US" altLang="zh-CN" sz="2000" dirty="0">
                <a:solidFill>
                  <a:prstClr val="black"/>
                </a:solidFill>
                <a:latin typeface="Times New Roman" pitchFamily="18" charset="0"/>
              </a:rPr>
              <a:t> </a:t>
            </a:r>
          </a:p>
        </p:txBody>
      </p:sp>
      <p:sp>
        <p:nvSpPr>
          <p:cNvPr id="79898" name="Rectangle 25">
            <a:extLst>
              <a:ext uri="{FF2B5EF4-FFF2-40B4-BE49-F238E27FC236}">
                <a16:creationId xmlns:a16="http://schemas.microsoft.com/office/drawing/2014/main" id="{D32908C0-4FC5-4899-BA0A-034775EC61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10288" y="2355850"/>
            <a:ext cx="1490662" cy="2330450"/>
          </a:xfrm>
          <a:prstGeom prst="rect">
            <a:avLst/>
          </a:prstGeom>
          <a:noFill/>
          <a:ln w="38100">
            <a:solidFill>
              <a:srgbClr val="FF0000"/>
            </a:solidFill>
            <a:prstDash val="lgDash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68580" tIns="34290" rIns="68580" bIns="34290" anchor="ctr"/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>
              <a:solidFill>
                <a:srgbClr val="000000"/>
              </a:solidFill>
              <a:cs typeface="楷体_GB2312" charset="0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F790EA3-CB0C-4FEA-95EB-4A48EE677A94}"/>
              </a:ext>
            </a:extLst>
          </p:cNvPr>
          <p:cNvSpPr>
            <a:spLocks noGrp="1"/>
          </p:cNvSpPr>
          <p:nvPr>
            <p:ph idx="1"/>
          </p:nvPr>
        </p:nvSpPr>
        <p:spPr bwMode="auto">
          <a:xfrm>
            <a:off x="501650" y="857250"/>
            <a:ext cx="8142288" cy="322580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lnSpc>
                <a:spcPts val="4000"/>
              </a:lnSpc>
              <a:buClrTx/>
              <a:buFont typeface="Wingdings" panose="05000000000000000000" pitchFamily="2" charset="2"/>
              <a:buChar char="Ø"/>
            </a:pPr>
            <a:r>
              <a:rPr lang="zh-CN" altLang="en-US" sz="2500" b="1" dirty="0">
                <a:solidFill>
                  <a:schemeClr val="tx1"/>
                </a:solidFill>
              </a:rPr>
              <a:t>如果在</a:t>
            </a:r>
            <a:r>
              <a:rPr lang="zh-CN" altLang="en-US" sz="2500" b="1" dirty="0">
                <a:solidFill>
                  <a:srgbClr val="0070C0"/>
                </a:solidFill>
              </a:rPr>
              <a:t>编译时刻</a:t>
            </a:r>
            <a:r>
              <a:rPr lang="zh-CN" altLang="en-US" sz="2500" b="1" dirty="0">
                <a:solidFill>
                  <a:schemeClr val="tx1"/>
                </a:solidFill>
              </a:rPr>
              <a:t>推导出</a:t>
            </a:r>
            <a:r>
              <a:rPr lang="zh-CN" altLang="en-US" sz="2500" b="1" dirty="0">
                <a:solidFill>
                  <a:srgbClr val="0070C0"/>
                </a:solidFill>
              </a:rPr>
              <a:t>一个表达式的值是常量</a:t>
            </a:r>
            <a:r>
              <a:rPr lang="zh-CN" altLang="en-US" sz="2500" b="1" dirty="0">
                <a:solidFill>
                  <a:schemeClr val="tx1"/>
                </a:solidFill>
              </a:rPr>
              <a:t>，就可以使用该常量来替代这个表达式。该技术被称为</a:t>
            </a:r>
            <a:r>
              <a:rPr lang="zh-CN" altLang="en-US" sz="2500" b="1" dirty="0">
                <a:solidFill>
                  <a:srgbClr val="FF0000"/>
                </a:solidFill>
              </a:rPr>
              <a:t>常量合并</a:t>
            </a:r>
            <a:r>
              <a:rPr lang="zh-CN" altLang="en-US" sz="2500" b="1" dirty="0"/>
              <a:t>或</a:t>
            </a:r>
            <a:r>
              <a:rPr lang="zh-CN" altLang="en-US" sz="2500" b="1" dirty="0">
                <a:solidFill>
                  <a:srgbClr val="FF0000"/>
                </a:solidFill>
              </a:rPr>
              <a:t>常量折叠。</a:t>
            </a:r>
            <a:endParaRPr lang="en-US" altLang="zh-CN" sz="2500" b="1" i="1" dirty="0">
              <a:solidFill>
                <a:srgbClr val="FF0000"/>
              </a:solidFill>
            </a:endParaRPr>
          </a:p>
          <a:p>
            <a:pPr lvl="1" eaLnBrk="1" hangingPunct="1">
              <a:lnSpc>
                <a:spcPts val="4000"/>
              </a:lnSpc>
              <a:buClrTx/>
              <a:buFont typeface="Wingdings" panose="05000000000000000000" pitchFamily="2" charset="2"/>
              <a:buChar char="Ø"/>
            </a:pPr>
            <a:r>
              <a:rPr lang="zh-CN" altLang="en-US" sz="2500" b="1" dirty="0">
                <a:solidFill>
                  <a:schemeClr val="tx1"/>
                </a:solidFill>
              </a:rPr>
              <a:t>例：</a:t>
            </a:r>
            <a:r>
              <a:rPr lang="en-US" altLang="zh-CN" sz="2500" b="1" dirty="0">
                <a:solidFill>
                  <a:schemeClr val="tx1"/>
                </a:solidFill>
              </a:rPr>
              <a:t> </a:t>
            </a:r>
            <a:r>
              <a:rPr lang="en-US" altLang="zh-CN" sz="2500" b="1" i="1" dirty="0">
                <a:solidFill>
                  <a:schemeClr val="tx1"/>
                </a:solidFill>
              </a:rPr>
              <a:t>l</a:t>
            </a:r>
            <a:r>
              <a:rPr lang="en-US" altLang="zh-CN" sz="2500" b="1" dirty="0">
                <a:solidFill>
                  <a:schemeClr val="tx1"/>
                </a:solidFill>
              </a:rPr>
              <a:t> = 2*3.14*</a:t>
            </a:r>
            <a:r>
              <a:rPr lang="en-US" altLang="zh-CN" sz="2500" b="1" i="1" dirty="0">
                <a:solidFill>
                  <a:schemeClr val="tx1"/>
                </a:solidFill>
              </a:rPr>
              <a:t>r</a:t>
            </a:r>
          </a:p>
          <a:p>
            <a:pPr eaLnBrk="1" hangingPunct="1"/>
            <a:endParaRPr lang="zh-CN" altLang="en-US" sz="2100" dirty="0"/>
          </a:p>
        </p:txBody>
      </p:sp>
      <p:sp>
        <p:nvSpPr>
          <p:cNvPr id="81923" name="标题 1">
            <a:extLst>
              <a:ext uri="{FF2B5EF4-FFF2-40B4-BE49-F238E27FC236}">
                <a16:creationId xmlns:a16="http://schemas.microsoft.com/office/drawing/2014/main" id="{017E20E0-DE89-42C3-9D92-1D295E6444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marL="257175" indent="-257175" eaLnBrk="1" hangingPunct="1"/>
            <a:r>
              <a:rPr lang="en-US" altLang="zh-CN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③ </a:t>
            </a:r>
            <a:r>
              <a:rPr lang="zh-CN" altLang="en-US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常量合并</a:t>
            </a:r>
            <a:r>
              <a:rPr lang="en-US" altLang="zh-CN" sz="2500" dirty="0">
                <a:solidFill>
                  <a:schemeClr val="tx1"/>
                </a:solidFill>
                <a:ea typeface="微软雅黑" panose="020B0503020204020204" pitchFamily="34" charset="-122"/>
                <a:cs typeface="Times New Roman" panose="02020603050405020304" pitchFamily="18" charset="0"/>
              </a:rPr>
              <a:t>(</a:t>
            </a:r>
            <a:r>
              <a:rPr lang="en-US" altLang="zh-CN" sz="2500" i="1" dirty="0">
                <a:solidFill>
                  <a:schemeClr val="tx1"/>
                </a:solidFill>
                <a:ea typeface="微软雅黑" panose="020B0503020204020204" pitchFamily="34" charset="-122"/>
                <a:cs typeface="Times New Roman" panose="02020603050405020304" pitchFamily="18" charset="0"/>
              </a:rPr>
              <a:t>Constant Folding</a:t>
            </a:r>
            <a:r>
              <a:rPr lang="en-US" altLang="zh-CN" sz="2500" dirty="0">
                <a:solidFill>
                  <a:schemeClr val="tx1"/>
                </a:solidFill>
                <a:ea typeface="微软雅黑" panose="020B0503020204020204" pitchFamily="34" charset="-122"/>
                <a:cs typeface="Times New Roman" panose="02020603050405020304" pitchFamily="18" charset="0"/>
              </a:rPr>
              <a:t>)</a:t>
            </a:r>
            <a:endParaRPr lang="zh-CN" altLang="en-US" sz="2500" dirty="0">
              <a:solidFill>
                <a:schemeClr val="tx1"/>
              </a:solidFill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52947ABA-F10D-458A-9340-69EE6C2F8FD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95850" y="3069506"/>
            <a:ext cx="2033588" cy="10144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lIns="68580" tIns="0" rIns="68580" bIns="0" anchor="ctr"/>
          <a:lstStyle>
            <a:lvl1pPr marL="342900" indent="-3429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1828800" indent="4572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286000" indent="4572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2743200" indent="4572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200400" indent="4572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lvl="1" indent="0" eaLnBrk="1" hangingPunct="1">
              <a:defRPr/>
            </a:pPr>
            <a:r>
              <a:rPr lang="en-US" altLang="zh-CN" sz="2000" i="1" dirty="0">
                <a:solidFill>
                  <a:srgbClr val="0000FF"/>
                </a:solidFill>
                <a:latin typeface="Times New Roman" panose="02020603050405020304" pitchFamily="18" charset="0"/>
                <a:cs typeface="楷体_GB2312" charset="0"/>
              </a:rPr>
              <a:t>t</a:t>
            </a:r>
            <a:r>
              <a:rPr lang="en-US" altLang="zh-CN" sz="2000" i="1" baseline="-25000" dirty="0">
                <a:solidFill>
                  <a:srgbClr val="0000FF"/>
                </a:solidFill>
                <a:latin typeface="Times New Roman" panose="02020603050405020304" pitchFamily="18" charset="0"/>
              </a:rPr>
              <a:t>1</a:t>
            </a:r>
            <a:r>
              <a:rPr lang="en-US" altLang="zh-CN" sz="2000" dirty="0">
                <a:solidFill>
                  <a:srgbClr val="0000FF"/>
                </a:solidFill>
                <a:latin typeface="Times New Roman" panose="02020603050405020304" pitchFamily="18" charset="0"/>
                <a:cs typeface="楷体_GB2312" charset="0"/>
              </a:rPr>
              <a:t> = 2 * 3.14</a:t>
            </a:r>
          </a:p>
          <a:p>
            <a:pPr lvl="1" indent="0" eaLnBrk="1" hangingPunct="1">
              <a:defRPr/>
            </a:pPr>
            <a:r>
              <a:rPr lang="en-US" altLang="zh-CN" sz="2000" i="1" dirty="0">
                <a:latin typeface="Times New Roman" panose="02020603050405020304" pitchFamily="18" charset="0"/>
                <a:cs typeface="楷体_GB2312" charset="0"/>
              </a:rPr>
              <a:t>t</a:t>
            </a:r>
            <a:r>
              <a:rPr lang="en-US" altLang="zh-CN" sz="2000" i="1" baseline="-25000" dirty="0">
                <a:latin typeface="Times New Roman" panose="02020603050405020304" pitchFamily="18" charset="0"/>
              </a:rPr>
              <a:t>2</a:t>
            </a:r>
            <a:r>
              <a:rPr lang="zh-CN" altLang="en-US" sz="2000" dirty="0">
                <a:latin typeface="Times New Roman" panose="02020603050405020304" pitchFamily="18" charset="0"/>
                <a:cs typeface="楷体_GB2312" charset="0"/>
              </a:rPr>
              <a:t> </a:t>
            </a:r>
            <a:r>
              <a:rPr lang="en-US" altLang="zh-CN" sz="2000" dirty="0">
                <a:latin typeface="Times New Roman" panose="02020603050405020304" pitchFamily="18" charset="0"/>
                <a:cs typeface="楷体_GB2312" charset="0"/>
              </a:rPr>
              <a:t>= </a:t>
            </a:r>
            <a:r>
              <a:rPr lang="en-US" altLang="zh-CN" sz="2000" dirty="0">
                <a:solidFill>
                  <a:srgbClr val="FF0000"/>
                </a:solidFill>
                <a:latin typeface="Times New Roman" panose="02020603050405020304" pitchFamily="18" charset="0"/>
                <a:cs typeface="楷体_GB2312" charset="0"/>
              </a:rPr>
              <a:t>6.28</a:t>
            </a:r>
            <a:r>
              <a:rPr lang="en-US" altLang="zh-CN" sz="2000" dirty="0">
                <a:latin typeface="Times New Roman" panose="02020603050405020304" pitchFamily="18" charset="0"/>
                <a:cs typeface="楷体_GB2312" charset="0"/>
              </a:rPr>
              <a:t> * </a:t>
            </a:r>
            <a:r>
              <a:rPr lang="en-US" altLang="zh-CN" sz="2000" i="1" dirty="0">
                <a:latin typeface="Times New Roman" panose="02020603050405020304" pitchFamily="18" charset="0"/>
                <a:cs typeface="楷体_GB2312" charset="0"/>
              </a:rPr>
              <a:t>r</a:t>
            </a:r>
          </a:p>
          <a:p>
            <a:pPr lvl="1" indent="0" eaLnBrk="1" hangingPunct="1">
              <a:defRPr/>
            </a:pPr>
            <a:r>
              <a:rPr lang="en-US" altLang="zh-CN" sz="2000" i="1" dirty="0">
                <a:latin typeface="Times New Roman" panose="02020603050405020304" pitchFamily="18" charset="0"/>
                <a:cs typeface="楷体_GB2312" charset="0"/>
              </a:rPr>
              <a:t>l</a:t>
            </a:r>
            <a:r>
              <a:rPr lang="en-US" altLang="zh-CN" sz="2000" dirty="0">
                <a:latin typeface="Times New Roman" panose="02020603050405020304" pitchFamily="18" charset="0"/>
                <a:cs typeface="楷体_GB2312" charset="0"/>
              </a:rPr>
              <a:t> = </a:t>
            </a:r>
            <a:r>
              <a:rPr lang="en-US" altLang="zh-CN" sz="2000" i="1" dirty="0">
                <a:latin typeface="Times New Roman" panose="02020603050405020304" pitchFamily="18" charset="0"/>
                <a:cs typeface="楷体_GB2312" charset="0"/>
              </a:rPr>
              <a:t>t</a:t>
            </a:r>
            <a:r>
              <a:rPr lang="en-US" altLang="zh-CN" sz="2000" i="1" baseline="-25000" dirty="0">
                <a:latin typeface="Times New Roman" panose="02020603050405020304" pitchFamily="18" charset="0"/>
              </a:rPr>
              <a:t>2</a:t>
            </a:r>
            <a:endParaRPr lang="en-US" altLang="zh-CN" sz="2000" i="1" dirty="0">
              <a:latin typeface="Times New Roman" panose="02020603050405020304" pitchFamily="18" charset="0"/>
              <a:cs typeface="楷体_GB2312" charset="0"/>
            </a:endParaRPr>
          </a:p>
        </p:txBody>
      </p:sp>
      <p:sp>
        <p:nvSpPr>
          <p:cNvPr id="5" name="Rectangle 8">
            <a:extLst>
              <a:ext uri="{FF2B5EF4-FFF2-40B4-BE49-F238E27FC236}">
                <a16:creationId xmlns:a16="http://schemas.microsoft.com/office/drawing/2014/main" id="{E6C2608B-0577-4663-8E9B-A4375B8E94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57375" y="3069506"/>
            <a:ext cx="2000250" cy="10144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lIns="68580" tIns="0" rIns="68580" bIns="0" anchor="ctr"/>
          <a:lstStyle/>
          <a:p>
            <a:pPr lvl="1" indent="0" eaLnBrk="1" hangingPunct="1">
              <a:defRPr/>
            </a:pPr>
            <a:r>
              <a:rPr lang="en-US" altLang="zh-CN" sz="2000" i="1" dirty="0">
                <a:latin typeface="Times New Roman" pitchFamily="18" charset="0"/>
                <a:ea typeface="楷体_GB2312"/>
                <a:cs typeface="楷体_GB2312"/>
              </a:rPr>
              <a:t>t</a:t>
            </a:r>
            <a:r>
              <a:rPr lang="en-US" altLang="zh-CN" sz="2000" i="1" baseline="-25000" dirty="0">
                <a:latin typeface="Times New Roman" pitchFamily="18" charset="0"/>
              </a:rPr>
              <a:t>1</a:t>
            </a:r>
            <a:r>
              <a:rPr lang="en-US" altLang="zh-CN" sz="2000" dirty="0">
                <a:latin typeface="Times New Roman" pitchFamily="18" charset="0"/>
                <a:ea typeface="楷体_GB2312"/>
                <a:cs typeface="楷体_GB2312"/>
              </a:rPr>
              <a:t> = </a:t>
            </a:r>
            <a:r>
              <a:rPr lang="en-US" altLang="zh-CN" sz="2000" dirty="0">
                <a:solidFill>
                  <a:srgbClr val="FF0000"/>
                </a:solidFill>
                <a:latin typeface="Times New Roman" pitchFamily="18" charset="0"/>
                <a:ea typeface="楷体_GB2312"/>
                <a:cs typeface="楷体_GB2312"/>
              </a:rPr>
              <a:t>2 * 3.14</a:t>
            </a:r>
          </a:p>
          <a:p>
            <a:pPr lvl="1" indent="0" eaLnBrk="1" hangingPunct="1">
              <a:defRPr/>
            </a:pPr>
            <a:r>
              <a:rPr lang="en-US" altLang="zh-CN" sz="2000" i="1" dirty="0">
                <a:latin typeface="Times New Roman" pitchFamily="18" charset="0"/>
                <a:ea typeface="楷体_GB2312"/>
                <a:cs typeface="楷体_GB2312"/>
              </a:rPr>
              <a:t>t</a:t>
            </a:r>
            <a:r>
              <a:rPr lang="en-US" altLang="zh-CN" sz="2000" i="1" baseline="-25000" dirty="0">
                <a:latin typeface="Times New Roman" pitchFamily="18" charset="0"/>
              </a:rPr>
              <a:t>2</a:t>
            </a:r>
            <a:r>
              <a:rPr lang="en-US" altLang="zh-CN" sz="2000" dirty="0">
                <a:latin typeface="Times New Roman" pitchFamily="18" charset="0"/>
                <a:ea typeface="楷体_GB2312"/>
                <a:cs typeface="楷体_GB2312"/>
              </a:rPr>
              <a:t> =</a:t>
            </a:r>
            <a:r>
              <a:rPr lang="en-US" altLang="zh-CN" sz="2000" i="1" dirty="0">
                <a:latin typeface="Times New Roman" pitchFamily="18" charset="0"/>
                <a:ea typeface="楷体_GB2312"/>
                <a:cs typeface="楷体_GB2312"/>
              </a:rPr>
              <a:t> </a:t>
            </a:r>
            <a:r>
              <a:rPr lang="en-US" altLang="zh-CN" sz="2000" i="1" dirty="0">
                <a:solidFill>
                  <a:srgbClr val="FF0000"/>
                </a:solidFill>
                <a:latin typeface="Times New Roman" pitchFamily="18" charset="0"/>
                <a:ea typeface="楷体_GB2312"/>
                <a:cs typeface="楷体_GB2312"/>
              </a:rPr>
              <a:t>t</a:t>
            </a:r>
            <a:r>
              <a:rPr lang="en-US" altLang="zh-CN" sz="2000" i="1" baseline="-25000" dirty="0">
                <a:solidFill>
                  <a:srgbClr val="FF0000"/>
                </a:solidFill>
                <a:latin typeface="Times New Roman" pitchFamily="18" charset="0"/>
              </a:rPr>
              <a:t>1</a:t>
            </a:r>
            <a:r>
              <a:rPr lang="en-US" altLang="zh-CN" sz="2000" dirty="0">
                <a:latin typeface="Times New Roman" pitchFamily="18" charset="0"/>
                <a:ea typeface="楷体_GB2312"/>
                <a:cs typeface="楷体_GB2312"/>
              </a:rPr>
              <a:t>* </a:t>
            </a:r>
            <a:r>
              <a:rPr lang="en-US" altLang="zh-CN" sz="2000" i="1" dirty="0">
                <a:latin typeface="Times New Roman" pitchFamily="18" charset="0"/>
                <a:ea typeface="楷体_GB2312"/>
                <a:cs typeface="楷体_GB2312"/>
              </a:rPr>
              <a:t>r</a:t>
            </a:r>
            <a:r>
              <a:rPr lang="en-US" altLang="zh-CN" sz="2000" dirty="0">
                <a:latin typeface="Times New Roman" pitchFamily="18" charset="0"/>
                <a:ea typeface="楷体_GB2312"/>
                <a:cs typeface="楷体_GB2312"/>
              </a:rPr>
              <a:t>	</a:t>
            </a:r>
          </a:p>
          <a:p>
            <a:pPr lvl="1" indent="0" eaLnBrk="1" hangingPunct="1">
              <a:defRPr/>
            </a:pPr>
            <a:r>
              <a:rPr lang="en-US" altLang="zh-CN" sz="2000" i="1" dirty="0">
                <a:latin typeface="Times New Roman" pitchFamily="18" charset="0"/>
                <a:ea typeface="楷体_GB2312"/>
                <a:cs typeface="楷体_GB2312"/>
              </a:rPr>
              <a:t>l</a:t>
            </a:r>
            <a:r>
              <a:rPr lang="en-US" altLang="zh-CN" sz="2000" dirty="0">
                <a:latin typeface="Times New Roman" pitchFamily="18" charset="0"/>
                <a:ea typeface="楷体_GB2312"/>
                <a:cs typeface="楷体_GB2312"/>
              </a:rPr>
              <a:t> = </a:t>
            </a:r>
            <a:r>
              <a:rPr lang="en-US" altLang="zh-CN" sz="2000" i="1" dirty="0">
                <a:latin typeface="Times New Roman" pitchFamily="18" charset="0"/>
                <a:ea typeface="楷体_GB2312"/>
                <a:cs typeface="楷体_GB2312"/>
              </a:rPr>
              <a:t>t</a:t>
            </a:r>
            <a:r>
              <a:rPr lang="en-US" altLang="zh-CN" sz="2000" i="1" baseline="-25000" dirty="0">
                <a:latin typeface="Times New Roman" pitchFamily="18" charset="0"/>
              </a:rPr>
              <a:t>2</a:t>
            </a:r>
            <a:r>
              <a:rPr lang="en-US" altLang="zh-CN" sz="2000" dirty="0">
                <a:latin typeface="Times New Roman" pitchFamily="18" charset="0"/>
                <a:ea typeface="楷体_GB2312"/>
                <a:cs typeface="楷体_GB2312"/>
              </a:rPr>
              <a:t>	</a:t>
            </a:r>
            <a:endParaRPr lang="en-US" altLang="zh-CN" sz="2000" baseline="-25000" dirty="0">
              <a:latin typeface="Times New Roman" pitchFamily="18" charset="0"/>
            </a:endParaRPr>
          </a:p>
        </p:txBody>
      </p:sp>
      <p:sp>
        <p:nvSpPr>
          <p:cNvPr id="6" name="AutoShape 10">
            <a:extLst>
              <a:ext uri="{FF2B5EF4-FFF2-40B4-BE49-F238E27FC236}">
                <a16:creationId xmlns:a16="http://schemas.microsoft.com/office/drawing/2014/main" id="{AA8275D5-CF6D-469D-A598-D6336B0D8A6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43375" y="3426693"/>
            <a:ext cx="593725" cy="269875"/>
          </a:xfrm>
          <a:prstGeom prst="rightArrow">
            <a:avLst>
              <a:gd name="adj1" fmla="val 50000"/>
              <a:gd name="adj2" fmla="val 55000"/>
            </a:avLst>
          </a:prstGeom>
          <a:solidFill>
            <a:schemeClr val="tx2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lIns="68580" tIns="34290" rIns="68580" bIns="34290" anchor="ctr"/>
          <a:lstStyle/>
          <a:p>
            <a:pPr eaLnBrk="1" hangingPunct="1">
              <a:defRPr/>
            </a:pPr>
            <a:endParaRPr lang="zh-CN" altLang="en-US" b="0">
              <a:cs typeface="楷体_GB2312" charset="0"/>
            </a:endParaRPr>
          </a:p>
        </p:txBody>
      </p:sp>
      <p:grpSp>
        <p:nvGrpSpPr>
          <p:cNvPr id="7" name="组合 28">
            <a:extLst>
              <a:ext uri="{FF2B5EF4-FFF2-40B4-BE49-F238E27FC236}">
                <a16:creationId xmlns:a16="http://schemas.microsoft.com/office/drawing/2014/main" id="{C66F191C-9957-42E8-98A4-FC9E5AF1F38C}"/>
              </a:ext>
            </a:extLst>
          </p:cNvPr>
          <p:cNvGrpSpPr>
            <a:grpSpLocks/>
          </p:cNvGrpSpPr>
          <p:nvPr/>
        </p:nvGrpSpPr>
        <p:grpSpPr bwMode="auto">
          <a:xfrm>
            <a:off x="6588224" y="3070234"/>
            <a:ext cx="1800200" cy="369332"/>
            <a:chOff x="-952642" y="3519036"/>
            <a:chExt cx="1800867" cy="369282"/>
          </a:xfrm>
        </p:grpSpPr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37CE16BF-784C-41DE-B5C1-34CF88412E92}"/>
                </a:ext>
              </a:extLst>
            </p:cNvPr>
            <p:cNvSpPr/>
            <p:nvPr/>
          </p:nvSpPr>
          <p:spPr>
            <a:xfrm>
              <a:off x="-458845" y="3519036"/>
              <a:ext cx="1307070" cy="369282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eaLnBrk="1" hangingPunct="1">
                <a:defRPr/>
              </a:pPr>
              <a:r>
                <a:rPr lang="zh-CN" altLang="en-US" dirty="0">
                  <a:solidFill>
                    <a:prstClr val="black"/>
                  </a:solidFill>
                  <a:latin typeface="楷体" pitchFamily="49" charset="-122"/>
                  <a:ea typeface="楷体" pitchFamily="49" charset="-122"/>
                  <a:cs typeface="Times New Roman" pitchFamily="18" charset="0"/>
                </a:rPr>
                <a:t>无用代码？</a:t>
              </a:r>
              <a:endParaRPr lang="en-US" altLang="zh-CN" dirty="0">
                <a:solidFill>
                  <a:prstClr val="black"/>
                </a:solidFill>
                <a:latin typeface="楷体" pitchFamily="49" charset="-122"/>
                <a:ea typeface="楷体" pitchFamily="49" charset="-122"/>
                <a:cs typeface="Times New Roman" pitchFamily="18" charset="0"/>
              </a:endParaRPr>
            </a:p>
          </p:txBody>
        </p:sp>
        <p:cxnSp>
          <p:nvCxnSpPr>
            <p:cNvPr id="9" name="直接连接符 8">
              <a:extLst>
                <a:ext uri="{FF2B5EF4-FFF2-40B4-BE49-F238E27FC236}">
                  <a16:creationId xmlns:a16="http://schemas.microsoft.com/office/drawing/2014/main" id="{0544B1B9-A18A-4026-8D6E-58A66451A3CB}"/>
                </a:ext>
              </a:extLst>
            </p:cNvPr>
            <p:cNvCxnSpPr>
              <a:cxnSpLocks/>
              <a:stCxn id="8" idx="1"/>
            </p:cNvCxnSpPr>
            <p:nvPr/>
          </p:nvCxnSpPr>
          <p:spPr>
            <a:xfrm flipH="1" flipV="1">
              <a:off x="-952642" y="3688669"/>
              <a:ext cx="493797" cy="15008"/>
            </a:xfrm>
            <a:prstGeom prst="line">
              <a:avLst/>
            </a:prstGeom>
            <a:ln w="2222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53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53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970" name="Rectangle 3">
            <a:extLst>
              <a:ext uri="{FF2B5EF4-FFF2-40B4-BE49-F238E27FC236}">
                <a16:creationId xmlns:a16="http://schemas.microsoft.com/office/drawing/2014/main" id="{C66A382F-8AA1-492A-8C5B-8B2F6059F2D4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428625" y="930275"/>
            <a:ext cx="8429625" cy="322580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lnSpc>
                <a:spcPts val="4000"/>
              </a:lnSpc>
              <a:buClrTx/>
              <a:buFont typeface="Wingdings" panose="05000000000000000000" pitchFamily="2" charset="2"/>
              <a:buChar char="Ø"/>
            </a:pPr>
            <a:r>
              <a:rPr lang="zh-CN" altLang="en-US" sz="3000" b="1" dirty="0">
                <a:solidFill>
                  <a:schemeClr val="tx1"/>
                </a:solidFill>
              </a:rPr>
              <a:t>代码移动</a:t>
            </a:r>
            <a:endParaRPr lang="en-US" altLang="zh-CN" sz="3000" b="1" i="1" dirty="0">
              <a:solidFill>
                <a:schemeClr val="tx1"/>
              </a:solidFill>
            </a:endParaRPr>
          </a:p>
          <a:p>
            <a:pPr lvl="1" eaLnBrk="1" hangingPunct="1">
              <a:lnSpc>
                <a:spcPts val="4000"/>
              </a:lnSpc>
              <a:buClrTx/>
              <a:buFont typeface="Wingdings" panose="05000000000000000000" pitchFamily="2" charset="2"/>
              <a:buChar char="Ø"/>
            </a:pPr>
            <a:r>
              <a:rPr lang="zh-CN" altLang="en-US" sz="2500" b="1" dirty="0">
                <a:solidFill>
                  <a:schemeClr val="tx1"/>
                </a:solidFill>
              </a:rPr>
              <a:t>这个转换处理的是那些</a:t>
            </a:r>
            <a:r>
              <a:rPr lang="zh-CN" altLang="en-US" sz="2500" b="1" dirty="0">
                <a:solidFill>
                  <a:srgbClr val="0070C0"/>
                </a:solidFill>
              </a:rPr>
              <a:t>不管循环执行多少次都得到相同结果的表达式</a:t>
            </a:r>
            <a:r>
              <a:rPr lang="en-US" altLang="zh-CN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(</a:t>
            </a:r>
            <a:r>
              <a:rPr lang="zh-CN" altLang="en-US" sz="2500" b="1" dirty="0">
                <a:solidFill>
                  <a:schemeClr val="tx1"/>
                </a:solidFill>
              </a:rPr>
              <a:t>即</a:t>
            </a:r>
            <a:r>
              <a:rPr lang="zh-CN" altLang="en-US" sz="2500" b="1" dirty="0">
                <a:solidFill>
                  <a:srgbClr val="FF0000"/>
                </a:solidFill>
              </a:rPr>
              <a:t>循环不变计算</a:t>
            </a:r>
            <a:r>
              <a:rPr lang="zh-CN" altLang="en-US" sz="2500" b="1" dirty="0">
                <a:solidFill>
                  <a:schemeClr val="tx1"/>
                </a:solidFill>
              </a:rPr>
              <a:t>，</a:t>
            </a:r>
            <a:r>
              <a:rPr lang="en-US" altLang="zh-CN" sz="2000" b="1" i="1" dirty="0">
                <a:solidFill>
                  <a:schemeClr val="tx1"/>
                </a:solidFill>
              </a:rPr>
              <a:t>loop-invariant computation</a:t>
            </a:r>
            <a:r>
              <a:rPr lang="en-US" altLang="zh-CN" sz="2500" b="1" dirty="0">
                <a:solidFill>
                  <a:schemeClr val="tx1"/>
                </a:solidFill>
              </a:rPr>
              <a:t>) </a:t>
            </a:r>
            <a:r>
              <a:rPr lang="zh-CN" altLang="en-US" sz="2500" b="1" dirty="0">
                <a:solidFill>
                  <a:schemeClr val="tx1"/>
                </a:solidFill>
              </a:rPr>
              <a:t>，在进入循环之前就对它们求值</a:t>
            </a:r>
            <a:endParaRPr lang="en-US" altLang="zh-CN" sz="2500" b="1" dirty="0">
              <a:solidFill>
                <a:schemeClr val="tx1"/>
              </a:solidFill>
            </a:endParaRPr>
          </a:p>
        </p:txBody>
      </p:sp>
      <p:sp>
        <p:nvSpPr>
          <p:cNvPr id="83971" name="Rectangle 2">
            <a:extLst>
              <a:ext uri="{FF2B5EF4-FFF2-40B4-BE49-F238E27FC236}">
                <a16:creationId xmlns:a16="http://schemas.microsoft.com/office/drawing/2014/main" id="{1219E5A5-2F0E-4598-B0F4-9DFE023D45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en-US" altLang="zh-CN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④ </a:t>
            </a:r>
            <a:r>
              <a:rPr lang="zh-CN" altLang="zh-CN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代码</a:t>
            </a:r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移动</a:t>
            </a:r>
            <a:r>
              <a:rPr lang="en-US" altLang="zh-CN" sz="2500">
                <a:solidFill>
                  <a:schemeClr val="tx1"/>
                </a:solidFill>
                <a:ea typeface="微软雅黑" panose="020B0503020204020204" pitchFamily="34" charset="-122"/>
                <a:cs typeface="Times New Roman" panose="02020603050405020304" pitchFamily="18" charset="0"/>
              </a:rPr>
              <a:t>(</a:t>
            </a:r>
            <a:r>
              <a:rPr lang="en-US" altLang="zh-CN" sz="2500" i="1">
                <a:solidFill>
                  <a:schemeClr val="tx1"/>
                </a:solidFill>
                <a:ea typeface="微软雅黑" panose="020B0503020204020204" pitchFamily="34" charset="-122"/>
                <a:cs typeface="Times New Roman" panose="02020603050405020304" pitchFamily="18" charset="0"/>
              </a:rPr>
              <a:t>Code Motion</a:t>
            </a:r>
            <a:r>
              <a:rPr lang="en-US" altLang="zh-CN" sz="2500">
                <a:solidFill>
                  <a:schemeClr val="tx1"/>
                </a:solidFill>
                <a:ea typeface="微软雅黑" panose="020B0503020204020204" pitchFamily="34" charset="-122"/>
                <a:cs typeface="Times New Roman" panose="02020603050405020304" pitchFamily="18" charset="0"/>
              </a:rPr>
              <a:t>)</a:t>
            </a:r>
            <a:endParaRPr lang="zh-CN" altLang="en-US" sz="2500">
              <a:solidFill>
                <a:schemeClr val="tx1"/>
              </a:solidFill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9140" name="Rectangle 4">
            <a:extLst>
              <a:ext uri="{FF2B5EF4-FFF2-40B4-BE49-F238E27FC236}">
                <a16:creationId xmlns:a16="http://schemas.microsoft.com/office/drawing/2014/main" id="{67CE7FE3-16F6-463E-B310-6F4EE252630B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4287838" y="627063"/>
            <a:ext cx="4713287" cy="322580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numCol="1" anchor="t" anchorCtr="0" compatLnSpc="1">
            <a:prstTxWarp prst="textNoShape">
              <a:avLst/>
            </a:prstTxWarp>
          </a:bodyPr>
          <a:lstStyle/>
          <a:p>
            <a:pPr lvl="1" eaLnBrk="1" hangingPunct="1">
              <a:lnSpc>
                <a:spcPts val="2300"/>
              </a:lnSpc>
              <a:buClrTx/>
              <a:buFont typeface="Wingdings" panose="05000000000000000000" pitchFamily="2" charset="2"/>
              <a:buChar char="Ø"/>
            </a:pPr>
            <a:r>
              <a:rPr lang="en-US" altLang="zh-CN" dirty="0">
                <a:solidFill>
                  <a:srgbClr val="333333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 </a:t>
            </a:r>
            <a:r>
              <a:rPr lang="zh-CN" altLang="en-US" sz="2400" b="1" dirty="0">
                <a:solidFill>
                  <a:schemeClr val="tx1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优化后程序</a:t>
            </a:r>
          </a:p>
          <a:p>
            <a:pPr lvl="2" eaLnBrk="1" hangingPunct="1">
              <a:lnSpc>
                <a:spcPts val="2300"/>
              </a:lnSpc>
              <a:buFont typeface="Symbol" panose="05050102010706020507" pitchFamily="18" charset="2"/>
              <a:buNone/>
            </a:pPr>
            <a:r>
              <a:rPr lang="en-US" altLang="zh-CN" sz="2400" b="1" i="1" dirty="0">
                <a:solidFill>
                  <a:srgbClr val="FF000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C </a:t>
            </a:r>
            <a:r>
              <a:rPr lang="en-US" altLang="zh-CN" sz="2400" b="1" dirty="0">
                <a:solidFill>
                  <a:srgbClr val="FF000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= 1/360*</a:t>
            </a:r>
            <a:r>
              <a:rPr lang="en-US" altLang="zh-CN" sz="2400" b="1" i="1" dirty="0">
                <a:solidFill>
                  <a:srgbClr val="FF000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pi</a:t>
            </a:r>
            <a:r>
              <a:rPr lang="en-US" altLang="zh-CN" sz="2400" b="1" dirty="0">
                <a:solidFill>
                  <a:srgbClr val="FF000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*</a:t>
            </a:r>
            <a:r>
              <a:rPr lang="en-US" altLang="zh-CN" sz="2400" b="1" i="1" dirty="0">
                <a:solidFill>
                  <a:srgbClr val="FF000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r</a:t>
            </a:r>
            <a:r>
              <a:rPr lang="en-US" altLang="zh-CN" sz="2400" b="1" dirty="0">
                <a:solidFill>
                  <a:srgbClr val="FF000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*</a:t>
            </a:r>
            <a:r>
              <a:rPr lang="en-US" altLang="zh-CN" sz="2400" b="1" i="1" dirty="0">
                <a:solidFill>
                  <a:srgbClr val="FF000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r</a:t>
            </a:r>
            <a:r>
              <a:rPr lang="en-US" altLang="zh-CN" sz="2400" b="1" dirty="0">
                <a:solidFill>
                  <a:schemeClr val="tx1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; </a:t>
            </a:r>
          </a:p>
          <a:p>
            <a:pPr lvl="2" eaLnBrk="1" hangingPunct="1">
              <a:lnSpc>
                <a:spcPts val="2300"/>
              </a:lnSpc>
              <a:buFont typeface="Symbol" panose="05050102010706020507" pitchFamily="18" charset="2"/>
              <a:buNone/>
            </a:pPr>
            <a:r>
              <a:rPr lang="en-US" altLang="zh-CN" sz="2400" b="1" dirty="0">
                <a:solidFill>
                  <a:schemeClr val="tx1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for( </a:t>
            </a:r>
            <a:r>
              <a:rPr lang="en-US" altLang="zh-CN" sz="2400" b="1" i="1" dirty="0">
                <a:solidFill>
                  <a:schemeClr val="tx1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n </a:t>
            </a:r>
            <a:r>
              <a:rPr lang="en-US" altLang="zh-CN" sz="2400" b="1" dirty="0">
                <a:solidFill>
                  <a:schemeClr val="tx1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= 10; </a:t>
            </a:r>
            <a:r>
              <a:rPr lang="en-US" altLang="zh-CN" sz="2400" b="1" i="1" dirty="0">
                <a:solidFill>
                  <a:schemeClr val="tx1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n </a:t>
            </a:r>
            <a:r>
              <a:rPr lang="en-US" altLang="zh-CN" sz="2400" b="1" dirty="0">
                <a:solidFill>
                  <a:schemeClr val="tx1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&lt; 360; </a:t>
            </a:r>
            <a:r>
              <a:rPr lang="en-US" altLang="zh-CN" sz="2400" b="1" i="1" dirty="0">
                <a:solidFill>
                  <a:schemeClr val="tx1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n</a:t>
            </a:r>
            <a:r>
              <a:rPr lang="en-US" altLang="zh-CN" sz="2400" b="1" dirty="0">
                <a:solidFill>
                  <a:schemeClr val="tx1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++ </a:t>
            </a:r>
            <a:r>
              <a:rPr lang="en-US" altLang="zh-CN" sz="2400" b="1" dirty="0">
                <a:ea typeface="楷体" panose="02010609060101010101" pitchFamily="49" charset="-122"/>
                <a:cs typeface="Times New Roman" panose="02020603050405020304" pitchFamily="18" charset="0"/>
              </a:rPr>
              <a:t>) {</a:t>
            </a:r>
            <a:endParaRPr lang="en-US" altLang="zh-CN" sz="2400" b="1" dirty="0">
              <a:solidFill>
                <a:schemeClr val="tx1"/>
              </a:solidFill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lvl="2" eaLnBrk="1" hangingPunct="1">
              <a:lnSpc>
                <a:spcPts val="2300"/>
              </a:lnSpc>
              <a:buFont typeface="Symbol" panose="05050102010706020507" pitchFamily="18" charset="2"/>
              <a:buNone/>
            </a:pPr>
            <a:r>
              <a:rPr lang="en-US" altLang="zh-CN" sz="2400" b="1" dirty="0">
                <a:solidFill>
                  <a:schemeClr val="tx1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     </a:t>
            </a:r>
            <a:r>
              <a:rPr lang="en-US" altLang="zh-CN" sz="2400" b="1" i="1" dirty="0">
                <a:solidFill>
                  <a:schemeClr val="tx1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S </a:t>
            </a:r>
            <a:r>
              <a:rPr lang="en-US" altLang="zh-CN" sz="2400" b="1" dirty="0">
                <a:solidFill>
                  <a:schemeClr val="tx1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= </a:t>
            </a:r>
            <a:r>
              <a:rPr lang="en-US" altLang="zh-CN" sz="2400" b="1" i="1" dirty="0">
                <a:solidFill>
                  <a:srgbClr val="FF000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C </a:t>
            </a:r>
            <a:r>
              <a:rPr lang="en-US" altLang="zh-CN" sz="2400" b="1" dirty="0">
                <a:solidFill>
                  <a:schemeClr val="tx1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* </a:t>
            </a:r>
            <a:r>
              <a:rPr lang="en-US" altLang="zh-CN" sz="2400" b="1" i="1" dirty="0">
                <a:solidFill>
                  <a:schemeClr val="tx1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n</a:t>
            </a:r>
            <a:r>
              <a:rPr lang="en-US" altLang="zh-CN" sz="2400" b="1" dirty="0">
                <a:solidFill>
                  <a:schemeClr val="tx1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; </a:t>
            </a:r>
          </a:p>
          <a:p>
            <a:pPr lvl="2" eaLnBrk="1" hangingPunct="1">
              <a:lnSpc>
                <a:spcPts val="2300"/>
              </a:lnSpc>
              <a:buFont typeface="Symbol" panose="05050102010706020507" pitchFamily="18" charset="2"/>
              <a:buNone/>
            </a:pPr>
            <a:r>
              <a:rPr lang="en-US" altLang="zh-CN" sz="2400" b="1" dirty="0">
                <a:solidFill>
                  <a:schemeClr val="tx1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	  </a:t>
            </a:r>
            <a:r>
              <a:rPr lang="en-US" altLang="zh-CN" sz="2400" b="1" dirty="0" err="1">
                <a:solidFill>
                  <a:schemeClr val="tx1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printf</a:t>
            </a:r>
            <a:r>
              <a:rPr lang="en-US" altLang="zh-CN" sz="2400" b="1" dirty="0">
                <a:solidFill>
                  <a:schemeClr val="tx1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( “Area is %f ”, </a:t>
            </a:r>
            <a:r>
              <a:rPr lang="en-US" altLang="zh-CN" sz="2400" b="1" i="1" dirty="0">
                <a:solidFill>
                  <a:schemeClr val="tx1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S</a:t>
            </a:r>
            <a:r>
              <a:rPr lang="en-US" altLang="zh-CN" sz="2400" b="1" dirty="0">
                <a:solidFill>
                  <a:schemeClr val="tx1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 ); </a:t>
            </a:r>
          </a:p>
          <a:p>
            <a:pPr lvl="2" eaLnBrk="1" hangingPunct="1">
              <a:lnSpc>
                <a:spcPts val="2300"/>
              </a:lnSpc>
              <a:buFont typeface="Symbol" panose="05050102010706020507" pitchFamily="18" charset="2"/>
              <a:buNone/>
            </a:pPr>
            <a:r>
              <a:rPr lang="en-US" altLang="zh-CN" sz="2400" b="1" dirty="0">
                <a:solidFill>
                  <a:schemeClr val="tx1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}</a:t>
            </a:r>
          </a:p>
          <a:p>
            <a:pPr eaLnBrk="1" hangingPunct="1">
              <a:lnSpc>
                <a:spcPts val="2500"/>
              </a:lnSpc>
            </a:pPr>
            <a:endParaRPr lang="zh-CN" altLang="en-US" dirty="0">
              <a:ea typeface="楷体" panose="02010609060101010101" pitchFamily="49" charset="-122"/>
              <a:cs typeface="Times New Roman" panose="02020603050405020304" pitchFamily="18" charset="0"/>
            </a:endParaRPr>
          </a:p>
        </p:txBody>
      </p:sp>
      <p:sp>
        <p:nvSpPr>
          <p:cNvPr id="86019" name="Rectangle 5">
            <a:extLst>
              <a:ext uri="{FF2B5EF4-FFF2-40B4-BE49-F238E27FC236}">
                <a16:creationId xmlns:a16="http://schemas.microsoft.com/office/drawing/2014/main" id="{4530CC3A-97F5-4A82-B25F-987321695C8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2875" y="857250"/>
            <a:ext cx="5072063" cy="2708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 marL="342900" indent="-3429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557213" indent="-214313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857250" indent="-1714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lvl="1" eaLnBrk="1" hangingPunct="1">
              <a:lnSpc>
                <a:spcPts val="2400"/>
              </a:lnSpc>
              <a:spcBef>
                <a:spcPct val="20000"/>
              </a:spcBef>
              <a:buSzPct val="100000"/>
              <a:buFont typeface="Wingdings" panose="05000000000000000000" pitchFamily="2" charset="2"/>
              <a:buChar char="Ø"/>
            </a:pPr>
            <a:r>
              <a:rPr lang="en-US" altLang="zh-CN" b="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 </a:t>
            </a:r>
            <a:r>
              <a:rPr lang="zh-CN" altLang="en-US" sz="2400" dirty="0">
                <a:solidFill>
                  <a:srgbClr val="333333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原始程序</a:t>
            </a:r>
          </a:p>
          <a:p>
            <a:pPr lvl="2" eaLnBrk="1" hangingPunct="1">
              <a:lnSpc>
                <a:spcPts val="2400"/>
              </a:lnSpc>
              <a:spcBef>
                <a:spcPct val="20000"/>
              </a:spcBef>
              <a:buClr>
                <a:schemeClr val="folHlink"/>
              </a:buClr>
              <a:buSzPct val="50000"/>
            </a:pPr>
            <a:r>
              <a:rPr lang="en-US" altLang="zh-CN" sz="24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for( </a:t>
            </a:r>
            <a:r>
              <a:rPr lang="en-US" altLang="zh-CN" sz="2400" i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n </a:t>
            </a:r>
            <a:r>
              <a:rPr lang="en-US" altLang="zh-CN" sz="24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= 10; </a:t>
            </a:r>
            <a:r>
              <a:rPr lang="en-US" altLang="zh-CN" sz="2400" i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n </a:t>
            </a:r>
            <a:r>
              <a:rPr lang="en-US" altLang="zh-CN" sz="24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&lt; 360; </a:t>
            </a:r>
            <a:r>
              <a:rPr lang="en-US" altLang="zh-CN" sz="2400" i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n</a:t>
            </a:r>
            <a:r>
              <a:rPr lang="en-US" altLang="zh-CN" sz="24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++ ) {</a:t>
            </a:r>
          </a:p>
          <a:p>
            <a:pPr lvl="2" eaLnBrk="1" hangingPunct="1">
              <a:lnSpc>
                <a:spcPts val="2400"/>
              </a:lnSpc>
              <a:spcBef>
                <a:spcPct val="20000"/>
              </a:spcBef>
              <a:buClr>
                <a:schemeClr val="folHlink"/>
              </a:buClr>
              <a:buSzPct val="50000"/>
            </a:pPr>
            <a:r>
              <a:rPr lang="en-US" altLang="zh-CN" sz="2400" i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     S </a:t>
            </a:r>
            <a:r>
              <a:rPr lang="en-US" altLang="zh-CN" sz="24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= </a:t>
            </a:r>
            <a:r>
              <a:rPr lang="en-US" altLang="zh-CN" sz="2400" dirty="0">
                <a:solidFill>
                  <a:srgbClr val="FF0000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1/360*</a:t>
            </a:r>
            <a:r>
              <a:rPr lang="en-US" altLang="zh-CN" sz="2400" i="1" dirty="0">
                <a:solidFill>
                  <a:srgbClr val="FF0000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pi</a:t>
            </a:r>
            <a:r>
              <a:rPr lang="en-US" altLang="zh-CN" sz="2400" dirty="0">
                <a:solidFill>
                  <a:srgbClr val="FF0000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*</a:t>
            </a:r>
            <a:r>
              <a:rPr lang="en-US" altLang="zh-CN" sz="2400" i="1" dirty="0">
                <a:solidFill>
                  <a:srgbClr val="FF0000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r</a:t>
            </a:r>
            <a:r>
              <a:rPr lang="en-US" altLang="zh-CN" sz="2400" dirty="0">
                <a:solidFill>
                  <a:srgbClr val="FF0000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*</a:t>
            </a:r>
            <a:r>
              <a:rPr lang="en-US" altLang="zh-CN" sz="2400" i="1" dirty="0">
                <a:solidFill>
                  <a:srgbClr val="FF0000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r </a:t>
            </a:r>
            <a:r>
              <a:rPr lang="en-US" altLang="zh-CN" sz="24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*</a:t>
            </a:r>
            <a:r>
              <a:rPr lang="en-US" altLang="zh-CN" sz="2400" i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n</a:t>
            </a:r>
            <a:r>
              <a:rPr lang="en-US" altLang="zh-CN" sz="24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; </a:t>
            </a:r>
          </a:p>
          <a:p>
            <a:pPr lvl="2" eaLnBrk="1" hangingPunct="1">
              <a:lnSpc>
                <a:spcPts val="2400"/>
              </a:lnSpc>
              <a:spcBef>
                <a:spcPct val="20000"/>
              </a:spcBef>
              <a:buClr>
                <a:schemeClr val="folHlink"/>
              </a:buClr>
              <a:buSzPct val="50000"/>
            </a:pPr>
            <a:r>
              <a:rPr lang="en-US" altLang="zh-CN" sz="24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	   </a:t>
            </a:r>
            <a:r>
              <a:rPr lang="en-US" altLang="zh-CN" sz="2400" dirty="0" err="1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printf</a:t>
            </a:r>
            <a:r>
              <a:rPr lang="en-US" altLang="zh-CN" sz="24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( “Area is %f ”, </a:t>
            </a:r>
            <a:r>
              <a:rPr lang="en-US" altLang="zh-CN" sz="2400" i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S</a:t>
            </a:r>
            <a:r>
              <a:rPr lang="en-US" altLang="zh-CN" sz="24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 ); </a:t>
            </a:r>
          </a:p>
          <a:p>
            <a:pPr lvl="2" eaLnBrk="1" hangingPunct="1">
              <a:lnSpc>
                <a:spcPts val="2400"/>
              </a:lnSpc>
              <a:spcBef>
                <a:spcPct val="20000"/>
              </a:spcBef>
              <a:buClr>
                <a:schemeClr val="folHlink"/>
              </a:buClr>
              <a:buSzPct val="50000"/>
            </a:pPr>
            <a:r>
              <a:rPr lang="en-US" altLang="zh-CN" sz="24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}</a:t>
            </a:r>
          </a:p>
        </p:txBody>
      </p:sp>
      <p:sp>
        <p:nvSpPr>
          <p:cNvPr id="86020" name="Rectangle 4">
            <a:extLst>
              <a:ext uri="{FF2B5EF4-FFF2-40B4-BE49-F238E27FC236}">
                <a16:creationId xmlns:a16="http://schemas.microsoft.com/office/drawing/2014/main" id="{6B7ABF43-CD9E-42CD-ACC5-B30843BDE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例</a:t>
            </a:r>
          </a:p>
        </p:txBody>
      </p: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497AAF8B-DC45-48D4-A95E-B71C8063A744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1556593" y="1976438"/>
            <a:ext cx="1728788" cy="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7" name="Rectangle 3">
            <a:extLst>
              <a:ext uri="{FF2B5EF4-FFF2-40B4-BE49-F238E27FC236}">
                <a16:creationId xmlns:a16="http://schemas.microsoft.com/office/drawing/2014/main" id="{63113806-50A5-41CD-AFE1-3A3D95EF07C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55650" y="2932113"/>
            <a:ext cx="4895850" cy="2147887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lIns="68580" tIns="34290" rIns="68580" bIns="34290"/>
          <a:lstStyle>
            <a:lvl1pPr marL="271463" indent="-27146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400" kern="1200" baseline="0">
                <a:solidFill>
                  <a:schemeClr val="tx2"/>
                </a:solidFill>
                <a:latin typeface="Times New Roman" panose="02020603050405020304" pitchFamily="18" charset="0"/>
                <a:ea typeface="+mn-ea"/>
                <a:cs typeface="+mn-cs"/>
              </a:defRPr>
            </a:lvl1pPr>
            <a:lvl2pPr marL="574675" indent="-27146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200" kern="1200" baseline="0">
                <a:solidFill>
                  <a:schemeClr val="tx2"/>
                </a:solidFill>
                <a:latin typeface="Times New Roman" panose="02020603050405020304" pitchFamily="18" charset="0"/>
                <a:ea typeface="+mn-ea"/>
                <a:cs typeface="+mn-cs"/>
              </a:defRPr>
            </a:lvl2pPr>
            <a:lvl3pPr marL="854075" indent="-22701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 kern="1200" baseline="0">
                <a:solidFill>
                  <a:schemeClr val="tx2"/>
                </a:solidFill>
                <a:latin typeface="Times New Roman" panose="02020603050405020304" pitchFamily="18" charset="0"/>
                <a:ea typeface="+mn-ea"/>
                <a:cs typeface="+mn-cs"/>
              </a:defRPr>
            </a:lvl3pPr>
            <a:lvl4pPr marL="1141413" indent="-22701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 kern="1200" baseline="0">
                <a:solidFill>
                  <a:schemeClr val="tx2"/>
                </a:solidFill>
                <a:latin typeface="Times New Roman" panose="02020603050405020304" pitchFamily="18" charset="0"/>
                <a:ea typeface="+mn-ea"/>
                <a:cs typeface="+mn-cs"/>
              </a:defRPr>
            </a:lvl4pPr>
            <a:lvl5pPr marL="1460500" indent="-22701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 kern="1200" baseline="0">
                <a:solidFill>
                  <a:schemeClr val="tx2"/>
                </a:solidFill>
                <a:latin typeface="Times New Roman" panose="02020603050405020304" pitchFamily="18" charset="0"/>
                <a:ea typeface="+mn-ea"/>
                <a:cs typeface="+mn-cs"/>
              </a:defRPr>
            </a:lvl5pPr>
            <a:lvl6pPr marL="1783036" indent="-228594" algn="l" defTabSz="914378" rtl="0" eaLnBrk="1" latinLnBrk="0" hangingPunct="1">
              <a:spcBef>
                <a:spcPts val="384"/>
              </a:spcBef>
              <a:buClr>
                <a:schemeClr val="accent1"/>
              </a:buClr>
              <a:buFont typeface="Symbol" pitchFamily="18" charset="2"/>
              <a:buChar char="*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103068" indent="-228594" algn="l" defTabSz="914378" rtl="0" eaLnBrk="1" latinLnBrk="0" hangingPunct="1">
              <a:spcBef>
                <a:spcPts val="384"/>
              </a:spcBef>
              <a:buClr>
                <a:schemeClr val="accent1"/>
              </a:buClr>
              <a:buFont typeface="Symbol" pitchFamily="18" charset="2"/>
              <a:buChar char="*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423099" indent="-228594" algn="l" defTabSz="914378" rtl="0" eaLnBrk="1" latinLnBrk="0" hangingPunct="1">
              <a:spcBef>
                <a:spcPts val="384"/>
              </a:spcBef>
              <a:buClr>
                <a:schemeClr val="accent1"/>
              </a:buClr>
              <a:buFont typeface="Symbol" pitchFamily="18" charset="2"/>
              <a:buChar char="*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743132" indent="-228594" algn="l" defTabSz="914378" rtl="0" eaLnBrk="1" latinLnBrk="0" hangingPunct="1">
              <a:spcBef>
                <a:spcPts val="384"/>
              </a:spcBef>
              <a:buClr>
                <a:schemeClr val="accent1"/>
              </a:buClr>
              <a:buFont typeface="Symbol" pitchFamily="18" charset="2"/>
              <a:buChar char="*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hangingPunct="1">
              <a:lnSpc>
                <a:spcPts val="2000"/>
              </a:lnSpc>
              <a:buFont typeface="Symbol" panose="05050102010706020507" pitchFamily="18" charset="2"/>
              <a:buNone/>
              <a:defRPr/>
            </a:pPr>
            <a:r>
              <a:rPr lang="en-US" altLang="zh-CN" sz="1800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(1) </a:t>
            </a:r>
            <a:r>
              <a:rPr lang="en-US" altLang="zh-CN" sz="1800" i="1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n</a:t>
            </a:r>
            <a:r>
              <a:rPr lang="en-US" altLang="zh-CN" sz="1800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 = 1			(8)</a:t>
            </a:r>
            <a:r>
              <a:rPr lang="en-US" altLang="zh-CN" sz="1800" i="1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 t</a:t>
            </a:r>
            <a:r>
              <a:rPr lang="en-US" altLang="zh-CN" sz="1800" i="1" baseline="-25000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5</a:t>
            </a:r>
            <a:r>
              <a:rPr lang="en-US" altLang="zh-CN" sz="1800" i="1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 </a:t>
            </a:r>
            <a:r>
              <a:rPr lang="en-US" altLang="zh-CN" sz="1800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= </a:t>
            </a:r>
            <a:r>
              <a:rPr lang="en-US" altLang="zh-CN" sz="1800" i="1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t</a:t>
            </a:r>
            <a:r>
              <a:rPr lang="en-US" altLang="zh-CN" sz="1800" i="1" baseline="-25000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4</a:t>
            </a:r>
            <a:r>
              <a:rPr lang="en-US" altLang="zh-CN" sz="1800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 * </a:t>
            </a:r>
            <a:r>
              <a:rPr lang="en-US" altLang="zh-CN" sz="1800" i="1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n</a:t>
            </a:r>
            <a:r>
              <a:rPr lang="en-US" altLang="zh-CN" sz="1800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	</a:t>
            </a:r>
          </a:p>
          <a:p>
            <a:pPr eaLnBrk="1" hangingPunct="1">
              <a:lnSpc>
                <a:spcPts val="2000"/>
              </a:lnSpc>
              <a:buFont typeface="Wingdings" panose="05000000000000000000" pitchFamily="2" charset="2"/>
              <a:buNone/>
              <a:defRPr/>
            </a:pPr>
            <a:r>
              <a:rPr lang="en-US" altLang="zh-CN" sz="1800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(2) if </a:t>
            </a:r>
            <a:r>
              <a:rPr lang="en-US" altLang="zh-CN" sz="1800" i="1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n</a:t>
            </a:r>
            <a:r>
              <a:rPr lang="en-US" altLang="zh-CN" sz="1800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&gt;360 </a:t>
            </a:r>
            <a:r>
              <a:rPr lang="en-US" altLang="zh-CN" sz="1800" dirty="0" err="1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goto</a:t>
            </a:r>
            <a:r>
              <a:rPr lang="en-US" altLang="zh-CN" sz="1800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(21) 	(9) </a:t>
            </a:r>
            <a:r>
              <a:rPr lang="en-US" altLang="zh-CN" sz="1800" i="1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S</a:t>
            </a:r>
            <a:r>
              <a:rPr lang="en-US" altLang="zh-CN" sz="1800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 = </a:t>
            </a:r>
            <a:r>
              <a:rPr lang="en-US" altLang="zh-CN" sz="1800" i="1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t</a:t>
            </a:r>
            <a:r>
              <a:rPr lang="en-US" altLang="zh-CN" sz="1800" i="1" baseline="-25000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5</a:t>
            </a:r>
            <a:r>
              <a:rPr lang="en-US" altLang="zh-CN" sz="1800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	</a:t>
            </a:r>
          </a:p>
          <a:p>
            <a:pPr eaLnBrk="1" hangingPunct="1">
              <a:lnSpc>
                <a:spcPts val="2000"/>
              </a:lnSpc>
              <a:buFont typeface="Wingdings" panose="05000000000000000000" pitchFamily="2" charset="2"/>
              <a:buNone/>
              <a:defRPr/>
            </a:pPr>
            <a:r>
              <a:rPr lang="en-US" altLang="zh-CN" sz="1800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(3) </a:t>
            </a:r>
            <a:r>
              <a:rPr lang="en-US" altLang="zh-CN" sz="1800" dirty="0" err="1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goto</a:t>
            </a:r>
            <a:r>
              <a:rPr lang="en-US" altLang="zh-CN" sz="1800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 (4)	 	 …	…</a:t>
            </a:r>
          </a:p>
          <a:p>
            <a:pPr eaLnBrk="1" hangingPunct="1">
              <a:lnSpc>
                <a:spcPts val="2000"/>
              </a:lnSpc>
              <a:buFont typeface="Wingdings" panose="05000000000000000000" pitchFamily="2" charset="2"/>
              <a:buNone/>
              <a:defRPr/>
            </a:pPr>
            <a:r>
              <a:rPr lang="en-US" altLang="zh-CN" sz="1800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(4) </a:t>
            </a:r>
            <a:r>
              <a:rPr lang="en-US" altLang="zh-CN" sz="1800" i="1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t</a:t>
            </a:r>
            <a:r>
              <a:rPr lang="en-US" altLang="zh-CN" sz="1800" i="1" baseline="-25000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1</a:t>
            </a:r>
            <a:r>
              <a:rPr lang="en-US" altLang="zh-CN" sz="1800" baseline="-25000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 </a:t>
            </a:r>
            <a:r>
              <a:rPr lang="en-US" altLang="zh-CN" sz="1800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= 1 / 360 		(18) </a:t>
            </a:r>
            <a:r>
              <a:rPr lang="en-US" altLang="zh-CN" sz="1800" i="1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t</a:t>
            </a:r>
            <a:r>
              <a:rPr lang="en-US" altLang="zh-CN" sz="1800" i="1" baseline="-25000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9</a:t>
            </a:r>
            <a:r>
              <a:rPr lang="en-US" altLang="zh-CN" sz="1800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 = </a:t>
            </a:r>
            <a:r>
              <a:rPr lang="en-US" altLang="zh-CN" sz="1800" i="1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n</a:t>
            </a:r>
            <a:r>
              <a:rPr lang="en-US" altLang="zh-CN" sz="1800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 + 1</a:t>
            </a:r>
          </a:p>
          <a:p>
            <a:pPr eaLnBrk="1" hangingPunct="1">
              <a:lnSpc>
                <a:spcPts val="2000"/>
              </a:lnSpc>
              <a:buFont typeface="Symbol" panose="05050102010706020507" pitchFamily="18" charset="2"/>
              <a:buNone/>
              <a:defRPr/>
            </a:pPr>
            <a:r>
              <a:rPr lang="en-US" altLang="zh-CN" sz="1800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(5) </a:t>
            </a:r>
            <a:r>
              <a:rPr lang="en-US" altLang="zh-CN" sz="1800" i="1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t</a:t>
            </a:r>
            <a:r>
              <a:rPr lang="en-US" altLang="zh-CN" sz="1800" i="1" baseline="-25000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2 </a:t>
            </a:r>
            <a:r>
              <a:rPr lang="en-US" altLang="zh-CN" sz="1800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= </a:t>
            </a:r>
            <a:r>
              <a:rPr lang="en-US" altLang="zh-CN" sz="1800" i="1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t</a:t>
            </a:r>
            <a:r>
              <a:rPr lang="en-US" altLang="zh-CN" sz="1800" i="1" baseline="-25000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1</a:t>
            </a:r>
            <a:r>
              <a:rPr lang="en-US" altLang="zh-CN" sz="1800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 * </a:t>
            </a:r>
            <a:r>
              <a:rPr lang="en-US" altLang="zh-CN" sz="1800" i="1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pi		</a:t>
            </a:r>
            <a:r>
              <a:rPr lang="en-US" altLang="zh-CN" sz="1800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(19) </a:t>
            </a:r>
            <a:r>
              <a:rPr lang="en-US" altLang="zh-CN" sz="1800" i="1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n</a:t>
            </a:r>
            <a:r>
              <a:rPr lang="en-US" altLang="zh-CN" sz="1800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 = </a:t>
            </a:r>
            <a:r>
              <a:rPr lang="en-US" altLang="zh-CN" sz="1800" i="1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t</a:t>
            </a:r>
            <a:r>
              <a:rPr lang="en-US" altLang="zh-CN" sz="1800" i="1" baseline="-25000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9</a:t>
            </a:r>
            <a:r>
              <a:rPr lang="en-US" altLang="zh-CN" sz="1800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	</a:t>
            </a:r>
            <a:endParaRPr lang="en-US" altLang="zh-CN" sz="1800" i="1" dirty="0">
              <a:solidFill>
                <a:schemeClr val="tx1"/>
              </a:solidFill>
              <a:ea typeface="楷体_GB2312"/>
              <a:cs typeface="Times New Roman" panose="02020603050405020304" pitchFamily="18" charset="0"/>
            </a:endParaRPr>
          </a:p>
          <a:p>
            <a:pPr eaLnBrk="1" hangingPunct="1">
              <a:lnSpc>
                <a:spcPts val="2000"/>
              </a:lnSpc>
              <a:buFont typeface="Wingdings" panose="05000000000000000000" pitchFamily="2" charset="2"/>
              <a:buNone/>
              <a:defRPr/>
            </a:pPr>
            <a:r>
              <a:rPr lang="en-US" altLang="zh-CN" sz="1800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(6) </a:t>
            </a:r>
            <a:r>
              <a:rPr lang="en-US" altLang="zh-CN" sz="1800" i="1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t</a:t>
            </a:r>
            <a:r>
              <a:rPr lang="en-US" altLang="zh-CN" sz="1800" i="1" baseline="-25000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3</a:t>
            </a:r>
            <a:r>
              <a:rPr lang="en-US" altLang="zh-CN" sz="1800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 =</a:t>
            </a:r>
            <a:r>
              <a:rPr lang="en-US" altLang="zh-CN" sz="1800" i="1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 t</a:t>
            </a:r>
            <a:r>
              <a:rPr lang="en-US" altLang="zh-CN" sz="1800" i="1" baseline="-25000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2</a:t>
            </a:r>
            <a:r>
              <a:rPr lang="en-US" altLang="zh-CN" sz="1800" i="1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 </a:t>
            </a:r>
            <a:r>
              <a:rPr lang="en-US" altLang="zh-CN" sz="1800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* </a:t>
            </a:r>
            <a:r>
              <a:rPr lang="en-US" altLang="zh-CN" sz="1800" i="1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r</a:t>
            </a:r>
            <a:r>
              <a:rPr lang="en-US" altLang="zh-CN" sz="1800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 		(20) </a:t>
            </a:r>
            <a:r>
              <a:rPr lang="en-US" altLang="zh-CN" sz="1800" dirty="0" err="1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goto</a:t>
            </a:r>
            <a:r>
              <a:rPr lang="en-US" altLang="zh-CN" sz="1800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 (4)</a:t>
            </a:r>
            <a:endParaRPr lang="en-US" altLang="zh-CN" sz="1800" i="1" dirty="0">
              <a:solidFill>
                <a:schemeClr val="tx1"/>
              </a:solidFill>
              <a:ea typeface="楷体_GB2312"/>
              <a:cs typeface="Times New Roman" panose="02020603050405020304" pitchFamily="18" charset="0"/>
            </a:endParaRPr>
          </a:p>
          <a:p>
            <a:pPr eaLnBrk="1" hangingPunct="1">
              <a:lnSpc>
                <a:spcPts val="2000"/>
              </a:lnSpc>
              <a:buFont typeface="Symbol" panose="05050102010706020507" pitchFamily="18" charset="2"/>
              <a:buNone/>
              <a:defRPr/>
            </a:pPr>
            <a:r>
              <a:rPr lang="en-US" altLang="zh-CN" sz="1800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(7) </a:t>
            </a:r>
            <a:r>
              <a:rPr lang="en-US" altLang="zh-CN" sz="1800" i="1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t</a:t>
            </a:r>
            <a:r>
              <a:rPr lang="en-US" altLang="zh-CN" sz="1800" i="1" baseline="-25000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4</a:t>
            </a:r>
            <a:r>
              <a:rPr lang="en-US" altLang="zh-CN" sz="1800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 = </a:t>
            </a:r>
            <a:r>
              <a:rPr lang="en-US" altLang="zh-CN" sz="1800" i="1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t</a:t>
            </a:r>
            <a:r>
              <a:rPr lang="en-US" altLang="zh-CN" sz="1800" i="1" baseline="-25000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3</a:t>
            </a:r>
            <a:r>
              <a:rPr lang="en-US" altLang="zh-CN" sz="1800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 * </a:t>
            </a:r>
            <a:r>
              <a:rPr lang="en-US" altLang="zh-CN" sz="1800" i="1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r</a:t>
            </a:r>
            <a:r>
              <a:rPr lang="en-US" altLang="zh-CN" sz="1800" b="0" dirty="0">
                <a:solidFill>
                  <a:schemeClr val="tx2">
                    <a:lumMod val="60000"/>
                    <a:lumOff val="40000"/>
                  </a:schemeClr>
                </a:solidFill>
                <a:ea typeface="楷体_GB2312"/>
                <a:cs typeface="Times New Roman" panose="02020603050405020304" pitchFamily="18" charset="0"/>
              </a:rPr>
              <a:t>		</a:t>
            </a:r>
            <a:r>
              <a:rPr lang="en-US" altLang="zh-CN" sz="1800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(21)</a:t>
            </a:r>
          </a:p>
        </p:txBody>
      </p:sp>
      <p:sp>
        <p:nvSpPr>
          <p:cNvPr id="9" name="云形标注 8">
            <a:extLst>
              <a:ext uri="{FF2B5EF4-FFF2-40B4-BE49-F238E27FC236}">
                <a16:creationId xmlns:a16="http://schemas.microsoft.com/office/drawing/2014/main" id="{BE9CCE46-0A50-4B74-8F4A-7B6C7A720E0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99113" y="2862263"/>
            <a:ext cx="3087687" cy="1143000"/>
          </a:xfrm>
          <a:prstGeom prst="cloudCallout">
            <a:avLst>
              <a:gd name="adj1" fmla="val -54865"/>
              <a:gd name="adj2" fmla="val 94994"/>
            </a:avLst>
          </a:prstGeom>
          <a:solidFill>
            <a:schemeClr val="tx2">
              <a:lumMod val="60000"/>
              <a:lumOff val="40000"/>
            </a:schemeClr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 lIns="68580" tIns="34290" rIns="68580" bIns="34290"/>
          <a:lstStyle/>
          <a:p>
            <a:pPr eaLnBrk="1" hangingPunct="1">
              <a:defRPr/>
            </a:pPr>
            <a:r>
              <a:rPr lang="zh-CN" altLang="en-US" sz="2200" dirty="0">
                <a:solidFill>
                  <a:prstClr val="white"/>
                </a:solidFill>
                <a:latin typeface="楷体" pitchFamily="49" charset="-122"/>
                <a:ea typeface="楷体" pitchFamily="49" charset="-122"/>
                <a:cs typeface="Times New Roman" pitchFamily="18" charset="0"/>
              </a:rPr>
              <a:t>如何自动识别循环不变计算？</a:t>
            </a:r>
            <a:endParaRPr lang="en-US" altLang="zh-CN" sz="2200" dirty="0">
              <a:solidFill>
                <a:prstClr val="white"/>
              </a:solidFill>
              <a:latin typeface="楷体" pitchFamily="49" charset="-122"/>
              <a:ea typeface="楷体" pitchFamily="49" charset="-122"/>
              <a:cs typeface="Times New Roman" pitchFamily="18" charset="0"/>
            </a:endParaRPr>
          </a:p>
        </p:txBody>
      </p:sp>
      <p:grpSp>
        <p:nvGrpSpPr>
          <p:cNvPr id="2" name="组合 9">
            <a:extLst>
              <a:ext uri="{FF2B5EF4-FFF2-40B4-BE49-F238E27FC236}">
                <a16:creationId xmlns:a16="http://schemas.microsoft.com/office/drawing/2014/main" id="{6A8770A9-0404-419B-A806-37B88F5D9FA1}"/>
              </a:ext>
            </a:extLst>
          </p:cNvPr>
          <p:cNvGrpSpPr>
            <a:grpSpLocks/>
          </p:cNvGrpSpPr>
          <p:nvPr/>
        </p:nvGrpSpPr>
        <p:grpSpPr bwMode="auto">
          <a:xfrm>
            <a:off x="2174875" y="1995488"/>
            <a:ext cx="2312988" cy="849312"/>
            <a:chOff x="-32036" y="3000717"/>
            <a:chExt cx="2313245" cy="849352"/>
          </a:xfrm>
        </p:grpSpPr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1168280F-3C0D-4DE3-BF85-B53FE433C2D3}"/>
                </a:ext>
              </a:extLst>
            </p:cNvPr>
            <p:cNvSpPr/>
            <p:nvPr/>
          </p:nvSpPr>
          <p:spPr>
            <a:xfrm>
              <a:off x="668130" y="3480165"/>
              <a:ext cx="1613079" cy="369904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txBody>
            <a:bodyPr>
              <a:spAutoFit/>
            </a:bodyPr>
            <a:lstStyle/>
            <a:p>
              <a:pPr eaLnBrk="1" hangingPunct="1">
                <a:defRPr/>
              </a:pPr>
              <a:r>
                <a:rPr lang="zh-CN" altLang="en-US" dirty="0">
                  <a:solidFill>
                    <a:prstClr val="black"/>
                  </a:solidFill>
                  <a:latin typeface="楷体" pitchFamily="49" charset="-122"/>
                  <a:ea typeface="楷体" pitchFamily="49" charset="-122"/>
                  <a:cs typeface="Times New Roman" pitchFamily="18" charset="0"/>
                </a:rPr>
                <a:t>循环不变计算</a:t>
              </a:r>
              <a:endParaRPr lang="en-US" altLang="zh-CN" dirty="0">
                <a:solidFill>
                  <a:prstClr val="black"/>
                </a:solidFill>
                <a:latin typeface="楷体" pitchFamily="49" charset="-122"/>
                <a:ea typeface="楷体" pitchFamily="49" charset="-122"/>
                <a:cs typeface="Times New Roman" pitchFamily="18" charset="0"/>
              </a:endParaRPr>
            </a:p>
          </p:txBody>
        </p:sp>
        <p:cxnSp>
          <p:nvCxnSpPr>
            <p:cNvPr id="12" name="直接连接符 11">
              <a:extLst>
                <a:ext uri="{FF2B5EF4-FFF2-40B4-BE49-F238E27FC236}">
                  <a16:creationId xmlns:a16="http://schemas.microsoft.com/office/drawing/2014/main" id="{81F889C1-0C73-42B7-9FE8-D88C56157DDD}"/>
                </a:ext>
              </a:extLst>
            </p:cNvPr>
            <p:cNvCxnSpPr>
              <a:stCxn id="11" idx="1"/>
            </p:cNvCxnSpPr>
            <p:nvPr/>
          </p:nvCxnSpPr>
          <p:spPr>
            <a:xfrm flipH="1" flipV="1">
              <a:off x="-32036" y="3000717"/>
              <a:ext cx="700166" cy="665193"/>
            </a:xfrm>
            <a:prstGeom prst="line">
              <a:avLst/>
            </a:prstGeom>
            <a:ln w="2222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" name="组合 13">
            <a:extLst>
              <a:ext uri="{FF2B5EF4-FFF2-40B4-BE49-F238E27FC236}">
                <a16:creationId xmlns:a16="http://schemas.microsoft.com/office/drawing/2014/main" id="{7993B765-A6FF-4470-89F3-AA7A641A3072}"/>
              </a:ext>
            </a:extLst>
          </p:cNvPr>
          <p:cNvGrpSpPr>
            <a:grpSpLocks/>
          </p:cNvGrpSpPr>
          <p:nvPr/>
        </p:nvGrpSpPr>
        <p:grpSpPr bwMode="auto">
          <a:xfrm>
            <a:off x="755650" y="2660650"/>
            <a:ext cx="2119313" cy="2419350"/>
            <a:chOff x="755576" y="2660084"/>
            <a:chExt cx="2119312" cy="2420019"/>
          </a:xfrm>
        </p:grpSpPr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DEADD87E-DBD4-449A-92E0-069FCE7C4D5E}"/>
                </a:ext>
              </a:extLst>
            </p:cNvPr>
            <p:cNvSpPr/>
            <p:nvPr/>
          </p:nvSpPr>
          <p:spPr>
            <a:xfrm>
              <a:off x="755576" y="3852627"/>
              <a:ext cx="1655762" cy="1227476"/>
            </a:xfrm>
            <a:prstGeom prst="rect">
              <a:avLst/>
            </a:prstGeom>
            <a:noFill/>
            <a:ln w="38100"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/>
            </a:p>
          </p:txBody>
        </p:sp>
        <p:cxnSp>
          <p:nvCxnSpPr>
            <p:cNvPr id="15" name="直接连接符 14">
              <a:extLst>
                <a:ext uri="{FF2B5EF4-FFF2-40B4-BE49-F238E27FC236}">
                  <a16:creationId xmlns:a16="http://schemas.microsoft.com/office/drawing/2014/main" id="{B89CE3AD-05AF-49BC-A8BE-8D582BCE4F33}"/>
                </a:ext>
              </a:extLst>
            </p:cNvPr>
            <p:cNvCxnSpPr>
              <a:stCxn id="11" idx="1"/>
            </p:cNvCxnSpPr>
            <p:nvPr/>
          </p:nvCxnSpPr>
          <p:spPr bwMode="auto">
            <a:xfrm flipH="1">
              <a:off x="1979538" y="2660084"/>
              <a:ext cx="895350" cy="1176663"/>
            </a:xfrm>
            <a:prstGeom prst="line">
              <a:avLst/>
            </a:prstGeom>
            <a:ln w="2222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 nodeType="clickPar">
                      <p:stCondLst>
                        <p:cond delay="indefinite"/>
                      </p:stCondLst>
                      <p:childTnLst>
                        <p:par>
                          <p:cTn id="1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 nodeType="clickPar">
                      <p:stCondLst>
                        <p:cond delay="indefinite"/>
                      </p:stCondLst>
                      <p:childTnLst>
                        <p:par>
                          <p:cTn id="2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6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53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914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85914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85914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85914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53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914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85914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85914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85914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53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914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5" dur="500" fill="hold"/>
                                        <p:tgtEl>
                                          <p:spTgt spid="85914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500" fill="hold"/>
                                        <p:tgtEl>
                                          <p:spTgt spid="85914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85914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53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914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500" fill="hold"/>
                                        <p:tgtEl>
                                          <p:spTgt spid="85914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500" fill="hold"/>
                                        <p:tgtEl>
                                          <p:spTgt spid="85914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85914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53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914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85914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500" fill="hold"/>
                                        <p:tgtEl>
                                          <p:spTgt spid="85914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85914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53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914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0" dur="500" fill="hold"/>
                                        <p:tgtEl>
                                          <p:spTgt spid="85914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85914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85914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 nodeType="clickPar">
                      <p:stCondLst>
                        <p:cond delay="indefinite"/>
                      </p:stCondLst>
                      <p:childTnLst>
                        <p:par>
                          <p:cTn id="6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5" presetID="53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59140" grpId="0" build="p"/>
      <p:bldP spid="7" grpId="0" animBg="1"/>
      <p:bldP spid="9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1187" name="Rectangle 3">
            <a:extLst>
              <a:ext uri="{FF2B5EF4-FFF2-40B4-BE49-F238E27FC236}">
                <a16:creationId xmlns:a16="http://schemas.microsoft.com/office/drawing/2014/main" id="{9BF740D2-A03D-4256-A8D9-0594E5CBEDED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01650" y="1001713"/>
            <a:ext cx="8356600" cy="322580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buClrTx/>
              <a:buFont typeface="Wingdings" panose="05000000000000000000" pitchFamily="2" charset="2"/>
              <a:buChar char="Ø"/>
            </a:pPr>
            <a:r>
              <a:rPr lang="zh-CN" altLang="en-US" sz="2500" b="1" dirty="0">
                <a:solidFill>
                  <a:schemeClr val="tx1"/>
                </a:solidFill>
                <a:latin typeface="楷体" panose="02010609060101010101" pitchFamily="49" charset="-122"/>
              </a:rPr>
              <a:t>对于多重嵌套的循环，循环不变计算是相对于某个循环而言的。可能对于更加外层的循环，它就不是循环不变计算</a:t>
            </a:r>
            <a:endParaRPr lang="en-US" altLang="zh-CN" sz="2500" b="1" dirty="0">
              <a:solidFill>
                <a:schemeClr val="tx1"/>
              </a:solidFill>
              <a:latin typeface="楷体" panose="02010609060101010101" pitchFamily="49" charset="-122"/>
            </a:endParaRPr>
          </a:p>
          <a:p>
            <a:pPr lvl="1" eaLnBrk="1" hangingPunct="1">
              <a:buClrTx/>
              <a:buFont typeface="Wingdings" panose="05000000000000000000" pitchFamily="2" charset="2"/>
              <a:buChar char="Ø"/>
            </a:pPr>
            <a:r>
              <a:rPr lang="zh-CN" altLang="en-US" sz="2500" b="1" dirty="0">
                <a:solidFill>
                  <a:schemeClr val="tx1"/>
                </a:solidFill>
                <a:latin typeface="楷体" panose="02010609060101010101" pitchFamily="49" charset="-122"/>
              </a:rPr>
              <a:t>例：</a:t>
            </a:r>
          </a:p>
          <a:p>
            <a:pPr lvl="1" eaLnBrk="1" hangingPunct="1">
              <a:buFont typeface="Wingdings" panose="05000000000000000000" pitchFamily="2" charset="2"/>
              <a:buNone/>
            </a:pPr>
            <a:r>
              <a:rPr lang="en-US" altLang="zh-CN" b="1" dirty="0">
                <a:solidFill>
                  <a:srgbClr val="2D83F4"/>
                </a:solidFill>
                <a:ea typeface="楷体_GB2312" charset="0"/>
                <a:cs typeface="Times New Roman" panose="02020603050405020304" pitchFamily="18" charset="0"/>
              </a:rPr>
              <a:t>	for</a:t>
            </a:r>
            <a:r>
              <a:rPr lang="en-US" altLang="zh-CN" b="1" dirty="0">
                <a:solidFill>
                  <a:schemeClr val="tx1"/>
                </a:solidFill>
                <a:ea typeface="楷体_GB2312" charset="0"/>
                <a:cs typeface="Times New Roman" panose="02020603050405020304" pitchFamily="18" charset="0"/>
              </a:rPr>
              <a:t>( </a:t>
            </a:r>
            <a:r>
              <a:rPr lang="en-US" altLang="zh-CN" b="1" i="1" dirty="0" err="1">
                <a:solidFill>
                  <a:srgbClr val="FF0000"/>
                </a:solidFill>
                <a:ea typeface="楷体_GB2312" charset="0"/>
                <a:cs typeface="Times New Roman" panose="02020603050405020304" pitchFamily="18" charset="0"/>
              </a:rPr>
              <a:t>i</a:t>
            </a:r>
            <a:r>
              <a:rPr lang="en-US" altLang="zh-CN" b="1" dirty="0">
                <a:solidFill>
                  <a:srgbClr val="FF0000"/>
                </a:solidFill>
                <a:ea typeface="楷体_GB2312" charset="0"/>
                <a:cs typeface="Times New Roman" panose="02020603050405020304" pitchFamily="18" charset="0"/>
              </a:rPr>
              <a:t> </a:t>
            </a:r>
            <a:r>
              <a:rPr lang="en-US" altLang="zh-CN" b="1" dirty="0">
                <a:solidFill>
                  <a:schemeClr val="tx1"/>
                </a:solidFill>
                <a:ea typeface="楷体_GB2312" charset="0"/>
                <a:cs typeface="Times New Roman" panose="02020603050405020304" pitchFamily="18" charset="0"/>
              </a:rPr>
              <a:t>= 1; </a:t>
            </a:r>
            <a:r>
              <a:rPr lang="en-US" altLang="zh-CN" b="1" i="1" dirty="0" err="1">
                <a:solidFill>
                  <a:schemeClr val="tx1"/>
                </a:solidFill>
                <a:ea typeface="楷体_GB2312" charset="0"/>
                <a:cs typeface="Times New Roman" panose="02020603050405020304" pitchFamily="18" charset="0"/>
              </a:rPr>
              <a:t>i</a:t>
            </a:r>
            <a:r>
              <a:rPr lang="en-US" altLang="zh-CN" b="1" i="1" dirty="0">
                <a:solidFill>
                  <a:schemeClr val="tx1"/>
                </a:solidFill>
                <a:ea typeface="楷体_GB2312" charset="0"/>
                <a:cs typeface="Times New Roman" panose="02020603050405020304" pitchFamily="18" charset="0"/>
              </a:rPr>
              <a:t> </a:t>
            </a:r>
            <a:r>
              <a:rPr lang="en-US" altLang="zh-CN" b="1" dirty="0">
                <a:solidFill>
                  <a:schemeClr val="tx1"/>
                </a:solidFill>
                <a:ea typeface="楷体_GB2312" charset="0"/>
                <a:cs typeface="Times New Roman" panose="02020603050405020304" pitchFamily="18" charset="0"/>
              </a:rPr>
              <a:t>&lt; 10; </a:t>
            </a:r>
            <a:r>
              <a:rPr lang="en-US" altLang="zh-CN" b="1" i="1" dirty="0" err="1">
                <a:solidFill>
                  <a:schemeClr val="tx1"/>
                </a:solidFill>
                <a:ea typeface="楷体_GB2312" charset="0"/>
                <a:cs typeface="Times New Roman" panose="02020603050405020304" pitchFamily="18" charset="0"/>
              </a:rPr>
              <a:t>i</a:t>
            </a:r>
            <a:r>
              <a:rPr lang="en-US" altLang="zh-CN" b="1" dirty="0">
                <a:solidFill>
                  <a:schemeClr val="tx1"/>
                </a:solidFill>
                <a:ea typeface="楷体_GB2312" charset="0"/>
                <a:cs typeface="Times New Roman" panose="02020603050405020304" pitchFamily="18" charset="0"/>
              </a:rPr>
              <a:t>++ )</a:t>
            </a:r>
          </a:p>
          <a:p>
            <a:pPr lvl="1" eaLnBrk="1" hangingPunct="1">
              <a:buFont typeface="Wingdings" panose="05000000000000000000" pitchFamily="2" charset="2"/>
              <a:buNone/>
            </a:pPr>
            <a:r>
              <a:rPr lang="en-US" altLang="zh-CN" b="1" dirty="0">
                <a:solidFill>
                  <a:schemeClr val="tx1"/>
                </a:solidFill>
                <a:ea typeface="楷体_GB2312" charset="0"/>
                <a:cs typeface="Times New Roman" panose="02020603050405020304" pitchFamily="18" charset="0"/>
              </a:rPr>
              <a:t>		</a:t>
            </a:r>
            <a:r>
              <a:rPr lang="en-US" altLang="zh-CN" b="1" dirty="0">
                <a:solidFill>
                  <a:srgbClr val="2D83F4"/>
                </a:solidFill>
                <a:ea typeface="楷体_GB2312" charset="0"/>
                <a:cs typeface="Times New Roman" panose="02020603050405020304" pitchFamily="18" charset="0"/>
              </a:rPr>
              <a:t>for</a:t>
            </a:r>
            <a:r>
              <a:rPr lang="en-US" altLang="zh-CN" b="1" dirty="0">
                <a:solidFill>
                  <a:schemeClr val="tx1"/>
                </a:solidFill>
                <a:ea typeface="楷体_GB2312" charset="0"/>
                <a:cs typeface="Times New Roman" panose="02020603050405020304" pitchFamily="18" charset="0"/>
              </a:rPr>
              <a:t>( </a:t>
            </a:r>
            <a:r>
              <a:rPr lang="en-US" altLang="zh-CN" b="1" i="1" dirty="0">
                <a:solidFill>
                  <a:schemeClr val="tx1"/>
                </a:solidFill>
                <a:ea typeface="楷体_GB2312" charset="0"/>
                <a:cs typeface="Times New Roman" panose="02020603050405020304" pitchFamily="18" charset="0"/>
              </a:rPr>
              <a:t>n </a:t>
            </a:r>
            <a:r>
              <a:rPr lang="en-US" altLang="zh-CN" b="1" dirty="0">
                <a:solidFill>
                  <a:schemeClr val="tx1"/>
                </a:solidFill>
                <a:ea typeface="楷体_GB2312" charset="0"/>
                <a:cs typeface="Times New Roman" panose="02020603050405020304" pitchFamily="18" charset="0"/>
              </a:rPr>
              <a:t>= 1; </a:t>
            </a:r>
            <a:r>
              <a:rPr lang="en-US" altLang="zh-CN" b="1" i="1" dirty="0">
                <a:solidFill>
                  <a:schemeClr val="tx1"/>
                </a:solidFill>
                <a:ea typeface="楷体_GB2312" charset="0"/>
                <a:cs typeface="Times New Roman" panose="02020603050405020304" pitchFamily="18" charset="0"/>
              </a:rPr>
              <a:t>n </a:t>
            </a:r>
            <a:r>
              <a:rPr lang="en-US" altLang="zh-CN" b="1" dirty="0">
                <a:solidFill>
                  <a:schemeClr val="tx1"/>
                </a:solidFill>
                <a:ea typeface="楷体_GB2312" charset="0"/>
                <a:cs typeface="Times New Roman" panose="02020603050405020304" pitchFamily="18" charset="0"/>
              </a:rPr>
              <a:t>&lt; 360 / ( 5 * </a:t>
            </a:r>
            <a:r>
              <a:rPr lang="en-US" altLang="zh-CN" b="1" i="1" dirty="0" err="1">
                <a:solidFill>
                  <a:schemeClr val="tx1"/>
                </a:solidFill>
                <a:ea typeface="楷体_GB2312" charset="0"/>
                <a:cs typeface="Times New Roman" panose="02020603050405020304" pitchFamily="18" charset="0"/>
              </a:rPr>
              <a:t>i</a:t>
            </a:r>
            <a:r>
              <a:rPr lang="en-US" altLang="zh-CN" b="1" i="1" dirty="0">
                <a:solidFill>
                  <a:schemeClr val="tx1"/>
                </a:solidFill>
                <a:ea typeface="楷体_GB2312" charset="0"/>
                <a:cs typeface="Times New Roman" panose="02020603050405020304" pitchFamily="18" charset="0"/>
              </a:rPr>
              <a:t> </a:t>
            </a:r>
            <a:r>
              <a:rPr lang="en-US" altLang="zh-CN" b="1" dirty="0">
                <a:solidFill>
                  <a:schemeClr val="tx1"/>
                </a:solidFill>
                <a:ea typeface="楷体_GB2312" charset="0"/>
                <a:cs typeface="Times New Roman" panose="02020603050405020304" pitchFamily="18" charset="0"/>
              </a:rPr>
              <a:t>);  </a:t>
            </a:r>
            <a:r>
              <a:rPr lang="en-US" altLang="zh-CN" b="1" i="1" dirty="0">
                <a:solidFill>
                  <a:schemeClr val="tx1"/>
                </a:solidFill>
                <a:ea typeface="楷体_GB2312" charset="0"/>
                <a:cs typeface="Times New Roman" panose="02020603050405020304" pitchFamily="18" charset="0"/>
              </a:rPr>
              <a:t>n</a:t>
            </a:r>
            <a:r>
              <a:rPr lang="en-US" altLang="zh-CN" b="1" dirty="0">
                <a:solidFill>
                  <a:schemeClr val="tx1"/>
                </a:solidFill>
                <a:ea typeface="楷体_GB2312" charset="0"/>
                <a:cs typeface="Times New Roman" panose="02020603050405020304" pitchFamily="18" charset="0"/>
              </a:rPr>
              <a:t>++ )</a:t>
            </a:r>
          </a:p>
          <a:p>
            <a:pPr lvl="1" eaLnBrk="1" hangingPunct="1">
              <a:buFont typeface="Wingdings" panose="05000000000000000000" pitchFamily="2" charset="2"/>
              <a:buNone/>
            </a:pPr>
            <a:r>
              <a:rPr lang="en-US" altLang="zh-CN" b="1" dirty="0">
                <a:solidFill>
                  <a:schemeClr val="tx1"/>
                </a:solidFill>
                <a:ea typeface="楷体_GB2312" charset="0"/>
                <a:cs typeface="Times New Roman" panose="02020603050405020304" pitchFamily="18" charset="0"/>
              </a:rPr>
              <a:t>		{   </a:t>
            </a:r>
            <a:r>
              <a:rPr lang="en-US" altLang="zh-CN" b="1" i="1" dirty="0">
                <a:solidFill>
                  <a:schemeClr val="tx1"/>
                </a:solidFill>
                <a:ea typeface="楷体_GB2312" charset="0"/>
                <a:cs typeface="Times New Roman" panose="02020603050405020304" pitchFamily="18" charset="0"/>
              </a:rPr>
              <a:t>S </a:t>
            </a:r>
            <a:r>
              <a:rPr lang="en-US" altLang="zh-CN" b="1" dirty="0">
                <a:solidFill>
                  <a:schemeClr val="tx1"/>
                </a:solidFill>
                <a:ea typeface="楷体_GB2312" charset="0"/>
                <a:cs typeface="Times New Roman" panose="02020603050405020304" pitchFamily="18" charset="0"/>
              </a:rPr>
              <a:t>= ( 5*</a:t>
            </a:r>
            <a:r>
              <a:rPr lang="en-US" altLang="zh-CN" b="1" i="1" dirty="0" err="1">
                <a:solidFill>
                  <a:srgbClr val="FF0000"/>
                </a:solidFill>
                <a:ea typeface="楷体_GB2312" charset="0"/>
                <a:cs typeface="Times New Roman" panose="02020603050405020304" pitchFamily="18" charset="0"/>
              </a:rPr>
              <a:t>i</a:t>
            </a:r>
            <a:r>
              <a:rPr lang="en-US" altLang="zh-CN" b="1" i="1" dirty="0">
                <a:solidFill>
                  <a:srgbClr val="FF0000"/>
                </a:solidFill>
                <a:ea typeface="楷体_GB2312" charset="0"/>
                <a:cs typeface="Times New Roman" panose="02020603050405020304" pitchFamily="18" charset="0"/>
              </a:rPr>
              <a:t> </a:t>
            </a:r>
            <a:r>
              <a:rPr lang="en-US" altLang="zh-CN" b="1" dirty="0">
                <a:solidFill>
                  <a:schemeClr val="tx1"/>
                </a:solidFill>
                <a:ea typeface="楷体_GB2312" charset="0"/>
                <a:cs typeface="Times New Roman" panose="02020603050405020304" pitchFamily="18" charset="0"/>
              </a:rPr>
              <a:t>) / 360 * </a:t>
            </a:r>
            <a:r>
              <a:rPr lang="en-US" altLang="zh-CN" b="1" i="1" dirty="0">
                <a:solidFill>
                  <a:schemeClr val="tx1"/>
                </a:solidFill>
                <a:ea typeface="楷体_GB2312" charset="0"/>
                <a:cs typeface="Times New Roman" panose="02020603050405020304" pitchFamily="18" charset="0"/>
              </a:rPr>
              <a:t>pi </a:t>
            </a:r>
            <a:r>
              <a:rPr lang="en-US" altLang="zh-CN" b="1" dirty="0">
                <a:solidFill>
                  <a:schemeClr val="tx1"/>
                </a:solidFill>
                <a:ea typeface="楷体_GB2312" charset="0"/>
                <a:cs typeface="Times New Roman" panose="02020603050405020304" pitchFamily="18" charset="0"/>
              </a:rPr>
              <a:t>* </a:t>
            </a:r>
            <a:r>
              <a:rPr lang="en-US" altLang="zh-CN" b="1" i="1" dirty="0">
                <a:solidFill>
                  <a:schemeClr val="tx1"/>
                </a:solidFill>
                <a:ea typeface="楷体_GB2312" charset="0"/>
                <a:cs typeface="Times New Roman" panose="02020603050405020304" pitchFamily="18" charset="0"/>
              </a:rPr>
              <a:t>r </a:t>
            </a:r>
            <a:r>
              <a:rPr lang="en-US" altLang="zh-CN" b="1" dirty="0">
                <a:solidFill>
                  <a:schemeClr val="tx1"/>
                </a:solidFill>
                <a:ea typeface="楷体_GB2312" charset="0"/>
                <a:cs typeface="Times New Roman" panose="02020603050405020304" pitchFamily="18" charset="0"/>
              </a:rPr>
              <a:t>* </a:t>
            </a:r>
            <a:r>
              <a:rPr lang="en-US" altLang="zh-CN" b="1" i="1" dirty="0">
                <a:solidFill>
                  <a:schemeClr val="tx1"/>
                </a:solidFill>
                <a:ea typeface="楷体_GB2312" charset="0"/>
                <a:cs typeface="Times New Roman" panose="02020603050405020304" pitchFamily="18" charset="0"/>
              </a:rPr>
              <a:t>r </a:t>
            </a:r>
            <a:r>
              <a:rPr lang="en-US" altLang="zh-CN" b="1" dirty="0">
                <a:solidFill>
                  <a:schemeClr val="tx1"/>
                </a:solidFill>
                <a:ea typeface="楷体_GB2312" charset="0"/>
                <a:cs typeface="Times New Roman" panose="02020603050405020304" pitchFamily="18" charset="0"/>
              </a:rPr>
              <a:t>* </a:t>
            </a:r>
            <a:r>
              <a:rPr lang="en-US" altLang="zh-CN" b="1" i="1" dirty="0">
                <a:solidFill>
                  <a:schemeClr val="tx1"/>
                </a:solidFill>
                <a:ea typeface="楷体_GB2312" charset="0"/>
                <a:cs typeface="Times New Roman" panose="02020603050405020304" pitchFamily="18" charset="0"/>
              </a:rPr>
              <a:t>n</a:t>
            </a:r>
            <a:r>
              <a:rPr lang="en-US" altLang="zh-CN" b="1" dirty="0">
                <a:solidFill>
                  <a:schemeClr val="tx1"/>
                </a:solidFill>
                <a:ea typeface="楷体_GB2312" charset="0"/>
                <a:cs typeface="Times New Roman" panose="02020603050405020304" pitchFamily="18" charset="0"/>
              </a:rPr>
              <a:t>; ... }</a:t>
            </a:r>
          </a:p>
          <a:p>
            <a:pPr eaLnBrk="1" hangingPunct="1"/>
            <a:endParaRPr lang="zh-CN" altLang="en-US" sz="2200" b="1" dirty="0">
              <a:solidFill>
                <a:schemeClr val="tx1"/>
              </a:solidFill>
              <a:latin typeface="楷体_GB2312" charset="0"/>
              <a:ea typeface="宋体" panose="02010600030101010101" pitchFamily="2" charset="-122"/>
              <a:cs typeface="楷体_GB2312" charset="0"/>
            </a:endParaRPr>
          </a:p>
        </p:txBody>
      </p:sp>
      <p:sp>
        <p:nvSpPr>
          <p:cNvPr id="88067" name="Rectangle 2">
            <a:extLst>
              <a:ext uri="{FF2B5EF4-FFF2-40B4-BE49-F238E27FC236}">
                <a16:creationId xmlns:a16="http://schemas.microsoft.com/office/drawing/2014/main" id="{C8508C74-5791-40A8-A07F-5120C56D44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循环不变计算的相对性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8F51407B-FF0C-4A43-A06C-EE1D74282FDA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266702" y="3508375"/>
            <a:ext cx="2593330" cy="0"/>
          </a:xfrm>
          <a:prstGeom prst="line">
            <a:avLst/>
          </a:prstGeom>
          <a:noFill/>
          <a:ln w="25400">
            <a:solidFill>
              <a:srgbClr val="0000FF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E93A8EB6-4BD6-4E85-8D43-5A3365E44743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3059832" y="3660775"/>
            <a:ext cx="1800200" cy="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118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86118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86118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86118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118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86118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86118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86118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118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86118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86118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86118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118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86118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86118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86118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83AEA21-B1C2-4840-BBA8-C744AE5F0FFD}"/>
              </a:ext>
            </a:extLst>
          </p:cNvPr>
          <p:cNvSpPr>
            <a:spLocks noGrp="1"/>
          </p:cNvSpPr>
          <p:nvPr>
            <p:ph idx="1"/>
          </p:nvPr>
        </p:nvSpPr>
        <p:spPr bwMode="auto">
          <a:xfrm>
            <a:off x="501650" y="930275"/>
            <a:ext cx="8999538" cy="322580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lnSpc>
                <a:spcPts val="3000"/>
              </a:lnSpc>
              <a:buClrTx/>
              <a:buFont typeface="Wingdings" panose="05000000000000000000" pitchFamily="2" charset="2"/>
              <a:buChar char="Ø"/>
            </a:pPr>
            <a:r>
              <a:rPr lang="zh-CN" altLang="en-US" sz="3000" b="1">
                <a:solidFill>
                  <a:schemeClr val="tx1"/>
                </a:solidFill>
              </a:rPr>
              <a:t>强度削弱</a:t>
            </a:r>
            <a:endParaRPr lang="en-US" altLang="zh-CN" sz="3000" b="1" i="1">
              <a:solidFill>
                <a:schemeClr val="tx1"/>
              </a:solidFill>
            </a:endParaRPr>
          </a:p>
          <a:p>
            <a:pPr lvl="1" eaLnBrk="1" hangingPunct="1">
              <a:lnSpc>
                <a:spcPts val="3000"/>
              </a:lnSpc>
              <a:buClrTx/>
              <a:buFont typeface="Wingdings" panose="05000000000000000000" pitchFamily="2" charset="2"/>
              <a:buChar char="Ø"/>
            </a:pPr>
            <a:r>
              <a:rPr lang="zh-CN" altLang="en-US" sz="2500" b="1">
                <a:solidFill>
                  <a:schemeClr val="tx1"/>
                </a:solidFill>
              </a:rPr>
              <a:t>用较</a:t>
            </a:r>
            <a:r>
              <a:rPr lang="zh-CN" altLang="en-US" sz="2500" b="1">
                <a:solidFill>
                  <a:srgbClr val="2D83F4"/>
                </a:solidFill>
              </a:rPr>
              <a:t>快</a:t>
            </a:r>
            <a:r>
              <a:rPr lang="zh-CN" altLang="en-US" sz="2500" b="1">
                <a:solidFill>
                  <a:schemeClr val="tx1"/>
                </a:solidFill>
              </a:rPr>
              <a:t>的操作代替较</a:t>
            </a:r>
            <a:r>
              <a:rPr lang="zh-CN" altLang="en-US" sz="2500" b="1">
                <a:solidFill>
                  <a:srgbClr val="2D83F4"/>
                </a:solidFill>
              </a:rPr>
              <a:t>慢</a:t>
            </a:r>
            <a:r>
              <a:rPr lang="zh-CN" altLang="en-US" sz="2500" b="1">
                <a:solidFill>
                  <a:schemeClr val="tx1"/>
                </a:solidFill>
              </a:rPr>
              <a:t>的操作，如用</a:t>
            </a:r>
            <a:r>
              <a:rPr lang="zh-CN" altLang="en-US" sz="2500" b="1">
                <a:solidFill>
                  <a:srgbClr val="2D83F4"/>
                </a:solidFill>
              </a:rPr>
              <a:t>加</a:t>
            </a:r>
            <a:r>
              <a:rPr lang="zh-CN" altLang="en-US" sz="2500" b="1">
                <a:solidFill>
                  <a:schemeClr val="tx1"/>
                </a:solidFill>
              </a:rPr>
              <a:t>代替</a:t>
            </a:r>
            <a:r>
              <a:rPr lang="zh-CN" altLang="en-US" sz="2500" b="1">
                <a:solidFill>
                  <a:srgbClr val="2D83F4"/>
                </a:solidFill>
              </a:rPr>
              <a:t>乘</a:t>
            </a:r>
            <a:endParaRPr lang="en-US" altLang="zh-CN" sz="2500" b="1" i="1">
              <a:solidFill>
                <a:srgbClr val="2D83F4"/>
              </a:solidFill>
            </a:endParaRPr>
          </a:p>
          <a:p>
            <a:pPr lvl="1" eaLnBrk="1" hangingPunct="1">
              <a:lnSpc>
                <a:spcPts val="3000"/>
              </a:lnSpc>
              <a:buClrTx/>
              <a:buFont typeface="Wingdings" panose="05000000000000000000" pitchFamily="2" charset="2"/>
              <a:buChar char="Ø"/>
            </a:pPr>
            <a:r>
              <a:rPr lang="zh-CN" altLang="en-US" sz="2500" b="1">
                <a:solidFill>
                  <a:schemeClr val="tx1"/>
                </a:solidFill>
              </a:rPr>
              <a:t>例</a:t>
            </a:r>
            <a:endParaRPr lang="en-US" altLang="zh-CN" sz="2500" b="1">
              <a:solidFill>
                <a:schemeClr val="tx1"/>
              </a:solidFill>
            </a:endParaRPr>
          </a:p>
          <a:p>
            <a:pPr lvl="2" eaLnBrk="1" hangingPunct="1">
              <a:lnSpc>
                <a:spcPts val="3000"/>
              </a:lnSpc>
              <a:buClrTx/>
              <a:buFont typeface="Wingdings" panose="05000000000000000000" pitchFamily="2" charset="2"/>
              <a:buChar char="Ø"/>
            </a:pPr>
            <a:r>
              <a:rPr lang="en-US" altLang="zh-CN" b="1">
                <a:solidFill>
                  <a:schemeClr val="tx1"/>
                </a:solidFill>
                <a:ea typeface="楷体_GB2312" charset="0"/>
                <a:cs typeface="Times New Roman" panose="02020603050405020304" pitchFamily="18" charset="0"/>
              </a:rPr>
              <a:t>2*</a:t>
            </a:r>
            <a:r>
              <a:rPr lang="en-US" altLang="zh-CN" b="1" i="1">
                <a:solidFill>
                  <a:schemeClr val="tx1"/>
                </a:solidFill>
                <a:ea typeface="楷体_GB2312" charset="0"/>
                <a:cs typeface="Times New Roman" panose="02020603050405020304" pitchFamily="18" charset="0"/>
              </a:rPr>
              <a:t>x</a:t>
            </a:r>
            <a:r>
              <a:rPr lang="zh-CN" altLang="en-US" b="1">
                <a:solidFill>
                  <a:schemeClr val="tx1"/>
                </a:solidFill>
                <a:ea typeface="楷体_GB2312" charset="0"/>
                <a:cs typeface="Times New Roman" panose="02020603050405020304" pitchFamily="18" charset="0"/>
              </a:rPr>
              <a:t> </a:t>
            </a:r>
            <a:r>
              <a:rPr lang="zh-CN" altLang="en-US" b="1">
                <a:solidFill>
                  <a:schemeClr val="tx1"/>
                </a:solidFill>
              </a:rPr>
              <a:t>或</a:t>
            </a:r>
            <a:r>
              <a:rPr lang="en-US" altLang="zh-CN" b="1">
                <a:solidFill>
                  <a:schemeClr val="tx1"/>
                </a:solidFill>
                <a:ea typeface="宋体" panose="02010600030101010101" pitchFamily="2" charset="-122"/>
              </a:rPr>
              <a:t> 2.0*</a:t>
            </a:r>
            <a:r>
              <a:rPr lang="en-US" altLang="zh-CN" b="1" i="1">
                <a:solidFill>
                  <a:schemeClr val="tx1"/>
                </a:solidFill>
                <a:ea typeface="宋体" panose="02010600030101010101" pitchFamily="2" charset="-122"/>
              </a:rPr>
              <a:t>x</a:t>
            </a:r>
            <a:r>
              <a:rPr lang="en-US" altLang="zh-CN" b="1">
                <a:solidFill>
                  <a:schemeClr val="tx1"/>
                </a:solidFill>
                <a:ea typeface="宋体" panose="02010600030101010101" pitchFamily="2" charset="-122"/>
              </a:rPr>
              <a:t>		</a:t>
            </a:r>
            <a:r>
              <a:rPr lang="en-US" altLang="zh-CN" b="1">
                <a:solidFill>
                  <a:schemeClr val="tx1"/>
                </a:solidFill>
                <a:sym typeface="Symbol" panose="05050102010706020507" pitchFamily="18" charset="2"/>
              </a:rPr>
              <a:t> </a:t>
            </a:r>
            <a:r>
              <a:rPr lang="zh-CN" altLang="en-US" b="1">
                <a:solidFill>
                  <a:schemeClr val="tx1"/>
                </a:solidFill>
                <a:ea typeface="宋体" panose="02010600030101010101" pitchFamily="2" charset="-122"/>
              </a:rPr>
              <a:t>		</a:t>
            </a:r>
            <a:r>
              <a:rPr lang="en-US" altLang="zh-CN" b="1" i="1">
                <a:solidFill>
                  <a:schemeClr val="tx1"/>
                </a:solidFill>
                <a:ea typeface="宋体" panose="02010600030101010101" pitchFamily="2" charset="-122"/>
              </a:rPr>
              <a:t>x</a:t>
            </a:r>
            <a:r>
              <a:rPr lang="en-US" altLang="zh-CN" b="1">
                <a:solidFill>
                  <a:schemeClr val="tx1"/>
                </a:solidFill>
                <a:ea typeface="宋体" panose="02010600030101010101" pitchFamily="2" charset="-122"/>
              </a:rPr>
              <a:t>+</a:t>
            </a:r>
            <a:r>
              <a:rPr lang="en-US" altLang="zh-CN" b="1" i="1">
                <a:solidFill>
                  <a:schemeClr val="tx1"/>
                </a:solidFill>
                <a:ea typeface="宋体" panose="02010600030101010101" pitchFamily="2" charset="-122"/>
              </a:rPr>
              <a:t>x</a:t>
            </a:r>
          </a:p>
          <a:p>
            <a:pPr lvl="2" eaLnBrk="1" hangingPunct="1">
              <a:lnSpc>
                <a:spcPts val="3000"/>
              </a:lnSpc>
              <a:buClrTx/>
              <a:buFont typeface="Wingdings" panose="05000000000000000000" pitchFamily="2" charset="2"/>
              <a:buChar char="Ø"/>
            </a:pPr>
            <a:r>
              <a:rPr lang="en-US" altLang="zh-CN" b="1" i="1">
                <a:solidFill>
                  <a:schemeClr val="tx1"/>
                </a:solidFill>
                <a:ea typeface="宋体" panose="02010600030101010101" pitchFamily="2" charset="-122"/>
              </a:rPr>
              <a:t>x</a:t>
            </a:r>
            <a:r>
              <a:rPr lang="en-US" altLang="zh-CN" b="1">
                <a:solidFill>
                  <a:schemeClr val="tx1"/>
                </a:solidFill>
                <a:ea typeface="宋体" panose="02010600030101010101" pitchFamily="2" charset="-122"/>
              </a:rPr>
              <a:t>/2			</a:t>
            </a:r>
            <a:r>
              <a:rPr lang="en-US" altLang="zh-CN" b="1">
                <a:solidFill>
                  <a:schemeClr val="tx1"/>
                </a:solidFill>
                <a:sym typeface="Symbol" panose="05050102010706020507" pitchFamily="18" charset="2"/>
              </a:rPr>
              <a:t> </a:t>
            </a:r>
            <a:r>
              <a:rPr lang="zh-CN" altLang="en-US" b="1">
                <a:solidFill>
                  <a:schemeClr val="tx1"/>
                </a:solidFill>
                <a:ea typeface="宋体" panose="02010600030101010101" pitchFamily="2" charset="-122"/>
              </a:rPr>
              <a:t>		</a:t>
            </a:r>
            <a:r>
              <a:rPr lang="en-US" altLang="zh-CN" b="1" i="1">
                <a:solidFill>
                  <a:schemeClr val="tx1"/>
                </a:solidFill>
                <a:ea typeface="宋体" panose="02010600030101010101" pitchFamily="2" charset="-122"/>
              </a:rPr>
              <a:t>x</a:t>
            </a:r>
            <a:r>
              <a:rPr lang="en-US" altLang="zh-CN" b="1">
                <a:solidFill>
                  <a:schemeClr val="tx1"/>
                </a:solidFill>
                <a:ea typeface="宋体" panose="02010600030101010101" pitchFamily="2" charset="-122"/>
              </a:rPr>
              <a:t>*0.5</a:t>
            </a:r>
          </a:p>
          <a:p>
            <a:pPr lvl="2" eaLnBrk="1" hangingPunct="1">
              <a:lnSpc>
                <a:spcPts val="3000"/>
              </a:lnSpc>
              <a:buClrTx/>
              <a:buFont typeface="Wingdings" panose="05000000000000000000" pitchFamily="2" charset="2"/>
              <a:buChar char="Ø"/>
            </a:pPr>
            <a:r>
              <a:rPr lang="en-US" altLang="zh-CN" b="1" i="1">
                <a:solidFill>
                  <a:schemeClr val="tx1"/>
                </a:solidFill>
                <a:ea typeface="宋体" panose="02010600030101010101" pitchFamily="2" charset="-122"/>
              </a:rPr>
              <a:t>x</a:t>
            </a:r>
            <a:r>
              <a:rPr lang="en-US" altLang="zh-CN" b="1" baseline="30000">
                <a:solidFill>
                  <a:schemeClr val="tx1"/>
                </a:solidFill>
                <a:ea typeface="宋体" panose="02010600030101010101" pitchFamily="2" charset="-122"/>
              </a:rPr>
              <a:t>2			</a:t>
            </a:r>
            <a:r>
              <a:rPr lang="en-US" altLang="zh-CN" b="1">
                <a:solidFill>
                  <a:schemeClr val="tx1"/>
                </a:solidFill>
                <a:sym typeface="Symbol" panose="05050102010706020507" pitchFamily="18" charset="2"/>
              </a:rPr>
              <a:t> </a:t>
            </a:r>
            <a:r>
              <a:rPr lang="zh-CN" altLang="en-US" b="1">
                <a:solidFill>
                  <a:schemeClr val="tx1"/>
                </a:solidFill>
                <a:ea typeface="宋体" panose="02010600030101010101" pitchFamily="2" charset="-122"/>
              </a:rPr>
              <a:t>		</a:t>
            </a:r>
            <a:r>
              <a:rPr lang="en-US" altLang="zh-CN" b="1" i="1">
                <a:solidFill>
                  <a:schemeClr val="tx1"/>
                </a:solidFill>
                <a:ea typeface="宋体" panose="02010600030101010101" pitchFamily="2" charset="-122"/>
              </a:rPr>
              <a:t>x</a:t>
            </a:r>
            <a:r>
              <a:rPr lang="en-US" altLang="zh-CN" b="1">
                <a:solidFill>
                  <a:schemeClr val="tx1"/>
                </a:solidFill>
                <a:ea typeface="宋体" panose="02010600030101010101" pitchFamily="2" charset="-122"/>
              </a:rPr>
              <a:t>*</a:t>
            </a:r>
            <a:r>
              <a:rPr lang="en-US" altLang="zh-CN" b="1" i="1">
                <a:solidFill>
                  <a:schemeClr val="tx1"/>
                </a:solidFill>
                <a:ea typeface="宋体" panose="02010600030101010101" pitchFamily="2" charset="-122"/>
              </a:rPr>
              <a:t>x</a:t>
            </a:r>
            <a:endParaRPr lang="zh-CN" altLang="en-US" b="1" i="1">
              <a:solidFill>
                <a:schemeClr val="tx1"/>
              </a:solidFill>
              <a:ea typeface="宋体" panose="02010600030101010101" pitchFamily="2" charset="-122"/>
            </a:endParaRPr>
          </a:p>
          <a:p>
            <a:pPr lvl="2" eaLnBrk="1" hangingPunct="1">
              <a:lnSpc>
                <a:spcPts val="3000"/>
              </a:lnSpc>
              <a:buClrTx/>
              <a:buFont typeface="Wingdings" panose="05000000000000000000" pitchFamily="2" charset="2"/>
              <a:buChar char="Ø"/>
            </a:pPr>
            <a:r>
              <a:rPr lang="en-US" altLang="zh-CN" b="1" i="1">
                <a:solidFill>
                  <a:schemeClr val="tx1"/>
                </a:solidFill>
                <a:ea typeface="宋体" panose="02010600030101010101" pitchFamily="2" charset="-122"/>
              </a:rPr>
              <a:t>a</a:t>
            </a:r>
            <a:r>
              <a:rPr lang="en-US" altLang="zh-CN" b="1" i="1" baseline="-25000">
                <a:solidFill>
                  <a:schemeClr val="tx1"/>
                </a:solidFill>
                <a:ea typeface="宋体" panose="02010600030101010101" pitchFamily="2" charset="-122"/>
              </a:rPr>
              <a:t>n</a:t>
            </a:r>
            <a:r>
              <a:rPr lang="en-US" altLang="zh-CN" b="1" i="1">
                <a:solidFill>
                  <a:schemeClr val="tx1"/>
                </a:solidFill>
                <a:ea typeface="宋体" panose="02010600030101010101" pitchFamily="2" charset="-122"/>
              </a:rPr>
              <a:t>x</a:t>
            </a:r>
            <a:r>
              <a:rPr lang="en-US" altLang="zh-CN" b="1" i="1" baseline="30000">
                <a:solidFill>
                  <a:schemeClr val="tx1"/>
                </a:solidFill>
                <a:ea typeface="宋体" panose="02010600030101010101" pitchFamily="2" charset="-122"/>
              </a:rPr>
              <a:t>n</a:t>
            </a:r>
            <a:r>
              <a:rPr lang="en-US" altLang="zh-CN" b="1">
                <a:solidFill>
                  <a:schemeClr val="tx1"/>
                </a:solidFill>
                <a:ea typeface="宋体" panose="02010600030101010101" pitchFamily="2" charset="-122"/>
              </a:rPr>
              <a:t>+</a:t>
            </a:r>
            <a:r>
              <a:rPr lang="en-US" altLang="zh-CN" b="1" i="1">
                <a:solidFill>
                  <a:schemeClr val="tx1"/>
                </a:solidFill>
                <a:ea typeface="宋体" panose="02010600030101010101" pitchFamily="2" charset="-122"/>
              </a:rPr>
              <a:t>a</a:t>
            </a:r>
            <a:r>
              <a:rPr lang="en-US" altLang="zh-CN" b="1" i="1" baseline="-25000">
                <a:solidFill>
                  <a:schemeClr val="tx1"/>
                </a:solidFill>
                <a:ea typeface="宋体" panose="02010600030101010101" pitchFamily="2" charset="-122"/>
              </a:rPr>
              <a:t>n-1</a:t>
            </a:r>
            <a:r>
              <a:rPr lang="en-US" altLang="zh-CN" b="1" i="1">
                <a:solidFill>
                  <a:schemeClr val="tx1"/>
                </a:solidFill>
                <a:ea typeface="宋体" panose="02010600030101010101" pitchFamily="2" charset="-122"/>
              </a:rPr>
              <a:t>x</a:t>
            </a:r>
            <a:r>
              <a:rPr lang="en-US" altLang="zh-CN" b="1" i="1" baseline="30000">
                <a:solidFill>
                  <a:schemeClr val="tx1"/>
                </a:solidFill>
                <a:ea typeface="宋体" panose="02010600030101010101" pitchFamily="2" charset="-122"/>
              </a:rPr>
              <a:t>n-1</a:t>
            </a:r>
            <a:r>
              <a:rPr lang="en-US" altLang="zh-CN" b="1">
                <a:solidFill>
                  <a:schemeClr val="tx1"/>
                </a:solidFill>
                <a:ea typeface="宋体" panose="02010600030101010101" pitchFamily="2" charset="-122"/>
              </a:rPr>
              <a:t>+…+</a:t>
            </a:r>
            <a:r>
              <a:rPr lang="en-US" altLang="zh-CN" b="1" i="1">
                <a:solidFill>
                  <a:schemeClr val="tx1"/>
                </a:solidFill>
                <a:ea typeface="宋体" panose="02010600030101010101" pitchFamily="2" charset="-122"/>
              </a:rPr>
              <a:t>a</a:t>
            </a:r>
            <a:r>
              <a:rPr lang="en-US" altLang="zh-CN" b="1" i="1" baseline="-25000">
                <a:solidFill>
                  <a:schemeClr val="tx1"/>
                </a:solidFill>
                <a:ea typeface="宋体" panose="02010600030101010101" pitchFamily="2" charset="-122"/>
              </a:rPr>
              <a:t>1</a:t>
            </a:r>
            <a:r>
              <a:rPr lang="en-US" altLang="zh-CN" b="1" i="1">
                <a:solidFill>
                  <a:schemeClr val="tx1"/>
                </a:solidFill>
                <a:ea typeface="宋体" panose="02010600030101010101" pitchFamily="2" charset="-122"/>
              </a:rPr>
              <a:t>x+a</a:t>
            </a:r>
            <a:r>
              <a:rPr lang="en-US" altLang="zh-CN" b="1" i="1" baseline="-25000">
                <a:solidFill>
                  <a:schemeClr val="tx1"/>
                </a:solidFill>
                <a:ea typeface="宋体" panose="02010600030101010101" pitchFamily="2" charset="-122"/>
              </a:rPr>
              <a:t>0</a:t>
            </a:r>
            <a:r>
              <a:rPr lang="en-US" altLang="zh-CN" b="1" i="1">
                <a:solidFill>
                  <a:schemeClr val="tx1"/>
                </a:solidFill>
                <a:ea typeface="宋体" panose="02010600030101010101" pitchFamily="2" charset="-122"/>
              </a:rPr>
              <a:t> </a:t>
            </a:r>
            <a:r>
              <a:rPr lang="en-US" altLang="zh-CN" b="1">
                <a:solidFill>
                  <a:schemeClr val="tx1"/>
                </a:solidFill>
                <a:ea typeface="宋体" panose="02010600030101010101" pitchFamily="2" charset="-122"/>
              </a:rPr>
              <a:t>	</a:t>
            </a:r>
            <a:r>
              <a:rPr lang="en-US" altLang="zh-CN" b="1">
                <a:solidFill>
                  <a:schemeClr val="tx1"/>
                </a:solidFill>
                <a:sym typeface="Symbol" panose="05050102010706020507" pitchFamily="18" charset="2"/>
              </a:rPr>
              <a:t></a:t>
            </a:r>
            <a:r>
              <a:rPr lang="en-US" altLang="zh-CN" b="1">
                <a:solidFill>
                  <a:schemeClr val="tx1"/>
                </a:solidFill>
                <a:ea typeface="宋体" panose="02010600030101010101" pitchFamily="2" charset="-122"/>
              </a:rPr>
              <a:t>((…(</a:t>
            </a:r>
            <a:r>
              <a:rPr lang="en-US" altLang="zh-CN" b="1" i="1">
                <a:solidFill>
                  <a:schemeClr val="tx1"/>
                </a:solidFill>
                <a:ea typeface="宋体" panose="02010600030101010101" pitchFamily="2" charset="-122"/>
              </a:rPr>
              <a:t>a</a:t>
            </a:r>
            <a:r>
              <a:rPr lang="en-US" altLang="zh-CN" b="1" i="1" baseline="-25000">
                <a:solidFill>
                  <a:schemeClr val="tx1"/>
                </a:solidFill>
                <a:ea typeface="宋体" panose="02010600030101010101" pitchFamily="2" charset="-122"/>
              </a:rPr>
              <a:t>n</a:t>
            </a:r>
            <a:r>
              <a:rPr lang="en-US" altLang="zh-CN" b="1" i="1">
                <a:solidFill>
                  <a:schemeClr val="tx1"/>
                </a:solidFill>
                <a:ea typeface="宋体" panose="02010600030101010101" pitchFamily="2" charset="-122"/>
              </a:rPr>
              <a:t>x</a:t>
            </a:r>
            <a:r>
              <a:rPr lang="en-US" altLang="zh-CN" b="1">
                <a:solidFill>
                  <a:schemeClr val="tx1"/>
                </a:solidFill>
                <a:ea typeface="宋体" panose="02010600030101010101" pitchFamily="2" charset="-122"/>
              </a:rPr>
              <a:t>+</a:t>
            </a:r>
            <a:r>
              <a:rPr lang="en-US" altLang="zh-CN" b="1" i="1">
                <a:solidFill>
                  <a:schemeClr val="tx1"/>
                </a:solidFill>
                <a:ea typeface="宋体" panose="02010600030101010101" pitchFamily="2" charset="-122"/>
              </a:rPr>
              <a:t>a</a:t>
            </a:r>
            <a:r>
              <a:rPr lang="en-US" altLang="zh-CN" b="1" i="1" baseline="-25000">
                <a:solidFill>
                  <a:schemeClr val="tx1"/>
                </a:solidFill>
                <a:ea typeface="宋体" panose="02010600030101010101" pitchFamily="2" charset="-122"/>
              </a:rPr>
              <a:t>n-1</a:t>
            </a:r>
            <a:r>
              <a:rPr lang="en-US" altLang="zh-CN" b="1">
                <a:solidFill>
                  <a:schemeClr val="tx1"/>
                </a:solidFill>
                <a:ea typeface="宋体" panose="02010600030101010101" pitchFamily="2" charset="-122"/>
              </a:rPr>
              <a:t>)</a:t>
            </a:r>
            <a:r>
              <a:rPr lang="en-US" altLang="zh-CN" b="1" i="1">
                <a:solidFill>
                  <a:schemeClr val="tx1"/>
                </a:solidFill>
                <a:ea typeface="宋体" panose="02010600030101010101" pitchFamily="2" charset="-122"/>
              </a:rPr>
              <a:t>x</a:t>
            </a:r>
            <a:r>
              <a:rPr lang="en-US" altLang="zh-CN" b="1">
                <a:solidFill>
                  <a:schemeClr val="tx1"/>
                </a:solidFill>
                <a:ea typeface="宋体" panose="02010600030101010101" pitchFamily="2" charset="-122"/>
              </a:rPr>
              <a:t>+ </a:t>
            </a:r>
            <a:r>
              <a:rPr lang="en-US" altLang="zh-CN" b="1" i="1">
                <a:solidFill>
                  <a:schemeClr val="tx1"/>
                </a:solidFill>
                <a:ea typeface="宋体" panose="02010600030101010101" pitchFamily="2" charset="-122"/>
              </a:rPr>
              <a:t>a</a:t>
            </a:r>
            <a:r>
              <a:rPr lang="en-US" altLang="zh-CN" b="1" i="1" baseline="-25000">
                <a:solidFill>
                  <a:schemeClr val="tx1"/>
                </a:solidFill>
                <a:ea typeface="宋体" panose="02010600030101010101" pitchFamily="2" charset="-122"/>
              </a:rPr>
              <a:t>n-2</a:t>
            </a:r>
            <a:r>
              <a:rPr lang="en-US" altLang="zh-CN" b="1">
                <a:solidFill>
                  <a:schemeClr val="tx1"/>
                </a:solidFill>
                <a:ea typeface="宋体" panose="02010600030101010101" pitchFamily="2" charset="-122"/>
              </a:rPr>
              <a:t>)…)</a:t>
            </a:r>
            <a:r>
              <a:rPr lang="en-US" altLang="zh-CN" b="1" i="1">
                <a:solidFill>
                  <a:schemeClr val="tx1"/>
                </a:solidFill>
                <a:ea typeface="宋体" panose="02010600030101010101" pitchFamily="2" charset="-122"/>
              </a:rPr>
              <a:t>x</a:t>
            </a:r>
            <a:r>
              <a:rPr lang="en-US" altLang="zh-CN" b="1">
                <a:solidFill>
                  <a:schemeClr val="tx1"/>
                </a:solidFill>
                <a:ea typeface="宋体" panose="02010600030101010101" pitchFamily="2" charset="-122"/>
              </a:rPr>
              <a:t>+</a:t>
            </a:r>
            <a:r>
              <a:rPr lang="en-US" altLang="zh-CN" b="1" i="1">
                <a:solidFill>
                  <a:schemeClr val="tx1"/>
                </a:solidFill>
                <a:ea typeface="宋体" panose="02010600030101010101" pitchFamily="2" charset="-122"/>
              </a:rPr>
              <a:t>a</a:t>
            </a:r>
            <a:r>
              <a:rPr lang="en-US" altLang="zh-CN" b="1" i="1" baseline="-25000">
                <a:solidFill>
                  <a:schemeClr val="tx1"/>
                </a:solidFill>
                <a:ea typeface="宋体" panose="02010600030101010101" pitchFamily="2" charset="-122"/>
              </a:rPr>
              <a:t>1</a:t>
            </a:r>
            <a:r>
              <a:rPr lang="en-US" altLang="zh-CN" b="1">
                <a:solidFill>
                  <a:schemeClr val="tx1"/>
                </a:solidFill>
                <a:ea typeface="宋体" panose="02010600030101010101" pitchFamily="2" charset="-122"/>
              </a:rPr>
              <a:t>)</a:t>
            </a:r>
            <a:r>
              <a:rPr lang="en-US" altLang="zh-CN" b="1" i="1">
                <a:solidFill>
                  <a:schemeClr val="tx1"/>
                </a:solidFill>
                <a:ea typeface="宋体" panose="02010600030101010101" pitchFamily="2" charset="-122"/>
              </a:rPr>
              <a:t>x</a:t>
            </a:r>
            <a:r>
              <a:rPr lang="en-US" altLang="zh-CN" b="1">
                <a:solidFill>
                  <a:schemeClr val="tx1"/>
                </a:solidFill>
                <a:ea typeface="宋体" panose="02010600030101010101" pitchFamily="2" charset="-122"/>
              </a:rPr>
              <a:t>+</a:t>
            </a:r>
            <a:r>
              <a:rPr lang="en-US" altLang="zh-CN" b="1" i="1">
                <a:solidFill>
                  <a:schemeClr val="tx1"/>
                </a:solidFill>
                <a:ea typeface="宋体" panose="02010600030101010101" pitchFamily="2" charset="-122"/>
              </a:rPr>
              <a:t>a</a:t>
            </a:r>
            <a:r>
              <a:rPr lang="en-US" altLang="zh-CN" b="1" i="1" baseline="-25000">
                <a:solidFill>
                  <a:schemeClr val="tx1"/>
                </a:solidFill>
                <a:ea typeface="宋体" panose="02010600030101010101" pitchFamily="2" charset="-122"/>
              </a:rPr>
              <a:t>0</a:t>
            </a:r>
            <a:endParaRPr lang="zh-CN" altLang="en-US" b="1" i="1" baseline="-25000">
              <a:solidFill>
                <a:schemeClr val="tx1"/>
              </a:solidFill>
              <a:ea typeface="宋体" panose="02010600030101010101" pitchFamily="2" charset="-122"/>
            </a:endParaRPr>
          </a:p>
        </p:txBody>
      </p:sp>
      <p:sp>
        <p:nvSpPr>
          <p:cNvPr id="90115" name="标题 1">
            <a:extLst>
              <a:ext uri="{FF2B5EF4-FFF2-40B4-BE49-F238E27FC236}">
                <a16:creationId xmlns:a16="http://schemas.microsoft.com/office/drawing/2014/main" id="{1D55A3CA-0593-4BBC-A968-7EC864CA17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⑤ 强度削弱</a:t>
            </a:r>
            <a:r>
              <a:rPr lang="en-US" altLang="zh-CN" sz="2500">
                <a:solidFill>
                  <a:schemeClr val="tx1"/>
                </a:solidFill>
                <a:ea typeface="微软雅黑" panose="020B0503020204020204" pitchFamily="34" charset="-122"/>
                <a:cs typeface="Times New Roman" panose="02020603050405020304" pitchFamily="18" charset="0"/>
              </a:rPr>
              <a:t>(</a:t>
            </a:r>
            <a:r>
              <a:rPr lang="en-US" altLang="zh-CN" sz="2500" i="1">
                <a:solidFill>
                  <a:schemeClr val="tx1"/>
                </a:solidFill>
                <a:ea typeface="楷体_GB2312" charset="0"/>
                <a:cs typeface="Times New Roman" panose="02020603050405020304" pitchFamily="18" charset="0"/>
              </a:rPr>
              <a:t>Strength</a:t>
            </a:r>
            <a:r>
              <a:rPr lang="zh-CN" altLang="en-US" sz="2500" i="1">
                <a:solidFill>
                  <a:schemeClr val="tx1"/>
                </a:solidFill>
                <a:ea typeface="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2500" i="1">
                <a:solidFill>
                  <a:schemeClr val="tx1"/>
                </a:solidFill>
                <a:ea typeface="楷体_GB2312" charset="0"/>
                <a:cs typeface="Times New Roman" panose="02020603050405020304" pitchFamily="18" charset="0"/>
              </a:rPr>
              <a:t>Reduction</a:t>
            </a:r>
            <a:r>
              <a:rPr lang="en-US" altLang="zh-CN" sz="2500">
                <a:solidFill>
                  <a:schemeClr val="tx1"/>
                </a:solidFill>
              </a:rPr>
              <a:t>)</a:t>
            </a:r>
            <a:endParaRPr lang="zh-CN" altLang="en-US" sz="250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62" name="Rectangle 3">
            <a:extLst>
              <a:ext uri="{FF2B5EF4-FFF2-40B4-BE49-F238E27FC236}">
                <a16:creationId xmlns:a16="http://schemas.microsoft.com/office/drawing/2014/main" id="{1A3AF286-59ED-4279-AEAC-4B47EBC3ED64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01650" y="930275"/>
            <a:ext cx="8070850" cy="322580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lnSpc>
                <a:spcPts val="4000"/>
              </a:lnSpc>
              <a:buClrTx/>
              <a:buFont typeface="Wingdings" panose="05000000000000000000" pitchFamily="2" charset="2"/>
              <a:buChar char="Ø"/>
            </a:pPr>
            <a:r>
              <a:rPr lang="zh-CN" altLang="en-US" sz="3000" b="1" dirty="0">
                <a:solidFill>
                  <a:schemeClr val="tx1"/>
                </a:solidFill>
              </a:rPr>
              <a:t>归纳变量</a:t>
            </a:r>
            <a:endParaRPr lang="zh-CN" altLang="en-US" sz="3000" b="1" dirty="0">
              <a:solidFill>
                <a:schemeClr val="tx1"/>
              </a:solidFill>
              <a:latin typeface="楷体_GB2312" charset="0"/>
              <a:ea typeface="宋体" panose="02010600030101010101" pitchFamily="2" charset="-122"/>
              <a:cs typeface="楷体_GB2312" charset="0"/>
            </a:endParaRPr>
          </a:p>
          <a:p>
            <a:pPr lvl="1" eaLnBrk="1" hangingPunct="1">
              <a:lnSpc>
                <a:spcPts val="4000"/>
              </a:lnSpc>
              <a:buClrTx/>
              <a:buFont typeface="Wingdings" panose="05000000000000000000" pitchFamily="2" charset="2"/>
              <a:buChar char="Ø"/>
            </a:pPr>
            <a:r>
              <a:rPr lang="zh-CN" altLang="en-US" sz="2500" b="1" dirty="0">
                <a:solidFill>
                  <a:schemeClr val="tx1"/>
                </a:solidFill>
              </a:rPr>
              <a:t>对于一个变量</a:t>
            </a:r>
            <a:r>
              <a:rPr lang="en-US" altLang="zh-CN" sz="2500" b="1" i="1" dirty="0">
                <a:solidFill>
                  <a:schemeClr val="tx1"/>
                </a:solidFill>
              </a:rPr>
              <a:t>x </a:t>
            </a:r>
            <a:r>
              <a:rPr lang="zh-CN" altLang="en-US" sz="2500" b="1" dirty="0">
                <a:solidFill>
                  <a:schemeClr val="tx1"/>
                </a:solidFill>
              </a:rPr>
              <a:t>，如果存在一个正的或负的</a:t>
            </a:r>
            <a:r>
              <a:rPr lang="zh-CN" altLang="en-US" sz="2500" b="1" dirty="0">
                <a:solidFill>
                  <a:srgbClr val="0070C0"/>
                </a:solidFill>
              </a:rPr>
              <a:t>常数</a:t>
            </a:r>
            <a:r>
              <a:rPr lang="en-US" altLang="zh-CN" sz="2500" b="1" i="1" dirty="0">
                <a:solidFill>
                  <a:schemeClr val="tx1"/>
                </a:solidFill>
              </a:rPr>
              <a:t>c</a:t>
            </a:r>
            <a:r>
              <a:rPr lang="zh-CN" altLang="en-US" sz="2500" b="1" dirty="0">
                <a:solidFill>
                  <a:schemeClr val="tx1"/>
                </a:solidFill>
              </a:rPr>
              <a:t>使得</a:t>
            </a:r>
            <a:r>
              <a:rPr lang="zh-CN" altLang="en-US" sz="2500" b="1" dirty="0">
                <a:solidFill>
                  <a:srgbClr val="0070C0"/>
                </a:solidFill>
              </a:rPr>
              <a:t>每次</a:t>
            </a:r>
            <a:r>
              <a:rPr lang="en-US" altLang="zh-CN" sz="2500" b="1" i="1" dirty="0">
                <a:solidFill>
                  <a:srgbClr val="0070C0"/>
                </a:solidFill>
              </a:rPr>
              <a:t>x</a:t>
            </a:r>
            <a:r>
              <a:rPr lang="zh-CN" altLang="en-US" sz="2500" b="1" dirty="0">
                <a:solidFill>
                  <a:srgbClr val="0070C0"/>
                </a:solidFill>
              </a:rPr>
              <a:t>被赋值时</a:t>
            </a:r>
            <a:r>
              <a:rPr lang="zh-CN" altLang="en-US" sz="2500" b="1" dirty="0">
                <a:solidFill>
                  <a:schemeClr val="tx1"/>
                </a:solidFill>
              </a:rPr>
              <a:t>它的值总</a:t>
            </a:r>
            <a:r>
              <a:rPr lang="zh-CN" altLang="en-US" sz="2500" b="1" dirty="0">
                <a:solidFill>
                  <a:srgbClr val="0070C0"/>
                </a:solidFill>
              </a:rPr>
              <a:t>增加</a:t>
            </a:r>
            <a:r>
              <a:rPr lang="en-US" altLang="zh-CN" sz="2500" b="1" i="1" dirty="0">
                <a:solidFill>
                  <a:srgbClr val="0070C0"/>
                </a:solidFill>
              </a:rPr>
              <a:t>c</a:t>
            </a:r>
            <a:r>
              <a:rPr lang="en-US" altLang="zh-CN" sz="2500" b="1" i="1" dirty="0">
                <a:solidFill>
                  <a:schemeClr val="tx1"/>
                </a:solidFill>
              </a:rPr>
              <a:t> </a:t>
            </a:r>
            <a:r>
              <a:rPr lang="zh-CN" altLang="en-US" sz="2500" b="1" dirty="0">
                <a:solidFill>
                  <a:schemeClr val="tx1"/>
                </a:solidFill>
              </a:rPr>
              <a:t>，那么</a:t>
            </a:r>
            <a:r>
              <a:rPr lang="en-US" altLang="zh-CN" sz="2500" b="1" i="1" dirty="0">
                <a:solidFill>
                  <a:schemeClr val="tx1"/>
                </a:solidFill>
              </a:rPr>
              <a:t>x</a:t>
            </a:r>
            <a:r>
              <a:rPr lang="zh-CN" altLang="en-US" sz="2500" b="1" dirty="0">
                <a:solidFill>
                  <a:schemeClr val="tx1"/>
                </a:solidFill>
              </a:rPr>
              <a:t>就称为</a:t>
            </a:r>
            <a:r>
              <a:rPr lang="zh-CN" altLang="en-US" sz="2500" b="1" dirty="0">
                <a:solidFill>
                  <a:srgbClr val="FF0000"/>
                </a:solidFill>
              </a:rPr>
              <a:t>归纳变量</a:t>
            </a:r>
            <a:r>
              <a:rPr lang="en-US" altLang="zh-CN" sz="2000" b="1" dirty="0">
                <a:solidFill>
                  <a:schemeClr val="tx1"/>
                </a:solidFill>
              </a:rPr>
              <a:t>(</a:t>
            </a:r>
            <a:r>
              <a:rPr lang="en-US" altLang="zh-CN" sz="2000" b="1" i="1" dirty="0">
                <a:solidFill>
                  <a:schemeClr val="tx1"/>
                </a:solidFill>
              </a:rPr>
              <a:t>Induction Variable</a:t>
            </a:r>
            <a:r>
              <a:rPr lang="en-US" altLang="zh-CN" sz="2000" b="1" dirty="0">
                <a:solidFill>
                  <a:schemeClr val="tx1"/>
                </a:solidFill>
              </a:rPr>
              <a:t>)</a:t>
            </a:r>
            <a:endParaRPr lang="zh-CN" altLang="en-US" sz="2000" b="1" dirty="0">
              <a:solidFill>
                <a:schemeClr val="tx1"/>
              </a:solidFill>
              <a:latin typeface="楷体_GB2312" charset="0"/>
              <a:ea typeface="宋体" panose="02010600030101010101" pitchFamily="2" charset="-122"/>
            </a:endParaRPr>
          </a:p>
          <a:p>
            <a:pPr lvl="1" eaLnBrk="1" hangingPunct="1"/>
            <a:endParaRPr lang="en-US" altLang="zh-CN" sz="2500" b="1" dirty="0">
              <a:solidFill>
                <a:schemeClr val="tx1"/>
              </a:solidFill>
            </a:endParaRPr>
          </a:p>
        </p:txBody>
      </p:sp>
      <p:sp>
        <p:nvSpPr>
          <p:cNvPr id="92163" name="Rectangle 2">
            <a:extLst>
              <a:ext uri="{FF2B5EF4-FFF2-40B4-BE49-F238E27FC236}">
                <a16:creationId xmlns:a16="http://schemas.microsoft.com/office/drawing/2014/main" id="{B6639FBC-21BC-44EA-B2FC-282BEC6A00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循环中的强度削弱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1352ED3C-1735-4AD2-BE16-FF403FE616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67200" y="539750"/>
            <a:ext cx="4193230" cy="1057597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lIns="68580" tIns="34290" rIns="68580" bIns="34290">
            <a:spAutoFit/>
          </a:bodyPr>
          <a:lstStyle/>
          <a:p>
            <a:pPr eaLnBrk="1" hangingPunct="1">
              <a:lnSpc>
                <a:spcPts val="2600"/>
              </a:lnSpc>
              <a:defRPr/>
            </a:pPr>
            <a:r>
              <a:rPr lang="zh-CN" altLang="en-US" sz="2000" dirty="0">
                <a:solidFill>
                  <a:srgbClr val="0000FF"/>
                </a:solidFill>
                <a:latin typeface="华文楷体" pitchFamily="2" charset="-122"/>
                <a:ea typeface="华文楷体" pitchFamily="2" charset="-122"/>
              </a:rPr>
              <a:t>归纳变量</a:t>
            </a:r>
            <a:r>
              <a:rPr lang="zh-CN" altLang="en-US" sz="2000" dirty="0">
                <a:solidFill>
                  <a:prstClr val="black"/>
                </a:solidFill>
                <a:latin typeface="华文楷体" pitchFamily="2" charset="-122"/>
                <a:ea typeface="华文楷体" pitchFamily="2" charset="-122"/>
              </a:rPr>
              <a:t>可以通过在每次循环迭代中进行一次简单的增量运算</a:t>
            </a:r>
            <a:r>
              <a:rPr lang="en-US" altLang="zh-CN" sz="2000" dirty="0">
                <a:solidFill>
                  <a:prstClr val="black"/>
                </a:solidFill>
                <a:latin typeface="华文楷体" pitchFamily="2" charset="-122"/>
                <a:ea typeface="华文楷体" pitchFamily="2" charset="-122"/>
              </a:rPr>
              <a:t>(</a:t>
            </a:r>
            <a:r>
              <a:rPr lang="zh-CN" altLang="en-US" sz="2000" dirty="0">
                <a:solidFill>
                  <a:srgbClr val="0000FF"/>
                </a:solidFill>
                <a:latin typeface="华文楷体" pitchFamily="2" charset="-122"/>
                <a:ea typeface="华文楷体" pitchFamily="2" charset="-122"/>
              </a:rPr>
              <a:t>加法</a:t>
            </a:r>
            <a:r>
              <a:rPr lang="zh-CN" altLang="en-US" sz="2000" dirty="0">
                <a:solidFill>
                  <a:prstClr val="black"/>
                </a:solidFill>
                <a:latin typeface="华文楷体" pitchFamily="2" charset="-122"/>
                <a:ea typeface="华文楷体" pitchFamily="2" charset="-122"/>
              </a:rPr>
              <a:t>或</a:t>
            </a:r>
            <a:r>
              <a:rPr lang="zh-CN" altLang="en-US" sz="2000" dirty="0">
                <a:solidFill>
                  <a:srgbClr val="0000FF"/>
                </a:solidFill>
                <a:latin typeface="华文楷体" pitchFamily="2" charset="-122"/>
                <a:ea typeface="华文楷体" pitchFamily="2" charset="-122"/>
              </a:rPr>
              <a:t>减法</a:t>
            </a:r>
            <a:r>
              <a:rPr lang="en-US" altLang="zh-CN" sz="2000" dirty="0">
                <a:solidFill>
                  <a:prstClr val="black"/>
                </a:solidFill>
                <a:latin typeface="华文楷体" pitchFamily="2" charset="-122"/>
                <a:ea typeface="华文楷体" pitchFamily="2" charset="-122"/>
              </a:rPr>
              <a:t>)</a:t>
            </a:r>
            <a:r>
              <a:rPr lang="zh-CN" altLang="en-US" sz="2000" dirty="0">
                <a:solidFill>
                  <a:prstClr val="black"/>
                </a:solidFill>
                <a:latin typeface="华文楷体" pitchFamily="2" charset="-122"/>
                <a:ea typeface="华文楷体" pitchFamily="2" charset="-122"/>
              </a:rPr>
              <a:t>来计算，以达到计算强度削弱</a:t>
            </a:r>
            <a:endParaRPr lang="zh-CN" altLang="en-US" sz="2000" b="0" dirty="0">
              <a:solidFill>
                <a:prstClr val="black"/>
              </a:solidFill>
              <a:latin typeface="华文楷体" pitchFamily="2" charset="-122"/>
              <a:ea typeface="华文楷体" pitchFamily="2" charset="-122"/>
            </a:endParaRPr>
          </a:p>
        </p:txBody>
      </p:sp>
      <p:sp>
        <p:nvSpPr>
          <p:cNvPr id="94211" name="Rectangle 4">
            <a:extLst>
              <a:ext uri="{FF2B5EF4-FFF2-40B4-BE49-F238E27FC236}">
                <a16:creationId xmlns:a16="http://schemas.microsoft.com/office/drawing/2014/main" id="{4B4B217F-3B64-4F85-9288-B9127E426F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例</a:t>
            </a:r>
          </a:p>
        </p:txBody>
      </p:sp>
      <p:grpSp>
        <p:nvGrpSpPr>
          <p:cNvPr id="94212" name="组合 24">
            <a:extLst>
              <a:ext uri="{FF2B5EF4-FFF2-40B4-BE49-F238E27FC236}">
                <a16:creationId xmlns:a16="http://schemas.microsoft.com/office/drawing/2014/main" id="{09787D6F-C8A3-4099-A117-E3066AB6F2E0}"/>
              </a:ext>
            </a:extLst>
          </p:cNvPr>
          <p:cNvGrpSpPr>
            <a:grpSpLocks/>
          </p:cNvGrpSpPr>
          <p:nvPr/>
        </p:nvGrpSpPr>
        <p:grpSpPr bwMode="auto">
          <a:xfrm>
            <a:off x="1403350" y="531813"/>
            <a:ext cx="2863850" cy="4592637"/>
            <a:chOff x="1403648" y="531480"/>
            <a:chExt cx="2863654" cy="4592624"/>
          </a:xfrm>
        </p:grpSpPr>
        <p:sp>
          <p:nvSpPr>
            <p:cNvPr id="94213" name="Freeform 42">
              <a:extLst>
                <a:ext uri="{FF2B5EF4-FFF2-40B4-BE49-F238E27FC236}">
                  <a16:creationId xmlns:a16="http://schemas.microsoft.com/office/drawing/2014/main" id="{3C7DC128-98F0-48DF-9AC7-0B71C1CB2BDC}"/>
                </a:ext>
              </a:extLst>
            </p:cNvPr>
            <p:cNvSpPr>
              <a:spLocks/>
            </p:cNvSpPr>
            <p:nvPr/>
          </p:nvSpPr>
          <p:spPr bwMode="auto">
            <a:xfrm>
              <a:off x="1403648" y="1195041"/>
              <a:ext cx="746127" cy="3929063"/>
            </a:xfrm>
            <a:custGeom>
              <a:avLst/>
              <a:gdLst>
                <a:gd name="T0" fmla="*/ 2147483646 w 627"/>
                <a:gd name="T1" fmla="*/ 2147483646 h 3190"/>
                <a:gd name="T2" fmla="*/ 2147483646 w 627"/>
                <a:gd name="T3" fmla="*/ 2147483646 h 3190"/>
                <a:gd name="T4" fmla="*/ 2147483646 w 627"/>
                <a:gd name="T5" fmla="*/ 2147483646 h 3190"/>
                <a:gd name="T6" fmla="*/ 2147483646 w 627"/>
                <a:gd name="T7" fmla="*/ 2147483646 h 3190"/>
                <a:gd name="T8" fmla="*/ 2147483646 w 627"/>
                <a:gd name="T9" fmla="*/ 2147483646 h 319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627"/>
                <a:gd name="T16" fmla="*/ 0 h 3190"/>
                <a:gd name="T17" fmla="*/ 627 w 627"/>
                <a:gd name="T18" fmla="*/ 3190 h 319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627" h="3190">
                  <a:moveTo>
                    <a:pt x="491" y="2994"/>
                  </a:moveTo>
                  <a:cubicBezTo>
                    <a:pt x="430" y="3092"/>
                    <a:pt x="369" y="3190"/>
                    <a:pt x="309" y="3130"/>
                  </a:cubicBezTo>
                  <a:cubicBezTo>
                    <a:pt x="249" y="3070"/>
                    <a:pt x="166" y="3092"/>
                    <a:pt x="128" y="2631"/>
                  </a:cubicBezTo>
                  <a:cubicBezTo>
                    <a:pt x="90" y="2170"/>
                    <a:pt x="0" y="726"/>
                    <a:pt x="83" y="363"/>
                  </a:cubicBezTo>
                  <a:cubicBezTo>
                    <a:pt x="166" y="0"/>
                    <a:pt x="396" y="227"/>
                    <a:pt x="627" y="454"/>
                  </a:cubicBezTo>
                </a:path>
              </a:pathLst>
            </a:cu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94214" name="Freeform 40">
              <a:extLst>
                <a:ext uri="{FF2B5EF4-FFF2-40B4-BE49-F238E27FC236}">
                  <a16:creationId xmlns:a16="http://schemas.microsoft.com/office/drawing/2014/main" id="{5D0B7BFF-DC17-4A7C-994E-BBC4F36C4E3B}"/>
                </a:ext>
              </a:extLst>
            </p:cNvPr>
            <p:cNvSpPr>
              <a:spLocks/>
            </p:cNvSpPr>
            <p:nvPr/>
          </p:nvSpPr>
          <p:spPr bwMode="auto">
            <a:xfrm>
              <a:off x="1652683" y="1623666"/>
              <a:ext cx="385763" cy="1357313"/>
            </a:xfrm>
            <a:custGeom>
              <a:avLst/>
              <a:gdLst>
                <a:gd name="T0" fmla="*/ 2147483646 w 325"/>
                <a:gd name="T1" fmla="*/ 2147483646 h 983"/>
                <a:gd name="T2" fmla="*/ 2147483646 w 325"/>
                <a:gd name="T3" fmla="*/ 2147483646 h 983"/>
                <a:gd name="T4" fmla="*/ 2147483646 w 325"/>
                <a:gd name="T5" fmla="*/ 2147483646 h 983"/>
                <a:gd name="T6" fmla="*/ 2147483646 w 325"/>
                <a:gd name="T7" fmla="*/ 2147483646 h 983"/>
                <a:gd name="T8" fmla="*/ 2147483646 w 325"/>
                <a:gd name="T9" fmla="*/ 2147483646 h 98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5"/>
                <a:gd name="T16" fmla="*/ 0 h 983"/>
                <a:gd name="T17" fmla="*/ 325 w 325"/>
                <a:gd name="T18" fmla="*/ 983 h 98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5" h="983">
                  <a:moveTo>
                    <a:pt x="325" y="847"/>
                  </a:moveTo>
                  <a:cubicBezTo>
                    <a:pt x="215" y="915"/>
                    <a:pt x="106" y="983"/>
                    <a:pt x="53" y="938"/>
                  </a:cubicBezTo>
                  <a:cubicBezTo>
                    <a:pt x="0" y="893"/>
                    <a:pt x="1" y="719"/>
                    <a:pt x="8" y="575"/>
                  </a:cubicBezTo>
                  <a:cubicBezTo>
                    <a:pt x="15" y="431"/>
                    <a:pt x="53" y="152"/>
                    <a:pt x="98" y="76"/>
                  </a:cubicBezTo>
                  <a:cubicBezTo>
                    <a:pt x="143" y="0"/>
                    <a:pt x="211" y="60"/>
                    <a:pt x="280" y="121"/>
                  </a:cubicBezTo>
                </a:path>
              </a:pathLst>
            </a:cu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28" name="Rectangle 23">
              <a:extLst>
                <a:ext uri="{FF2B5EF4-FFF2-40B4-BE49-F238E27FC236}">
                  <a16:creationId xmlns:a16="http://schemas.microsoft.com/office/drawing/2014/main" id="{E2D24EFF-34FC-4FAA-AC41-80245768AFB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48124" y="539417"/>
              <a:ext cx="1693746" cy="998535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tIns="36000" bIns="0"/>
            <a:lstStyle>
              <a:lvl1pPr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just">
                <a:lnSpc>
                  <a:spcPts val="1800"/>
                </a:lnSpc>
                <a:defRPr/>
              </a:pPr>
              <a:r>
                <a:rPr lang="en-US" altLang="zh-CN" i="1">
                  <a:solidFill>
                    <a:prstClr val="black"/>
                  </a:solidFill>
                  <a:latin typeface="Times New Roman" charset="0"/>
                </a:rPr>
                <a:t>i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 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=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 m 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  <a:sym typeface="Symbol" charset="2"/>
                </a:rPr>
                <a:t>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1</a:t>
              </a:r>
            </a:p>
            <a:p>
              <a:pPr algn="just">
                <a:lnSpc>
                  <a:spcPts val="1800"/>
                </a:lnSpc>
                <a:defRPr/>
              </a:pP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j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 =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 n</a:t>
              </a:r>
            </a:p>
            <a:p>
              <a:pPr algn="just">
                <a:lnSpc>
                  <a:spcPts val="1800"/>
                </a:lnSpc>
                <a:defRPr/>
              </a:pP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t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charset="0"/>
                </a:rPr>
                <a:t>1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 = 4 *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n</a:t>
              </a:r>
            </a:p>
            <a:p>
              <a:pPr algn="just">
                <a:lnSpc>
                  <a:spcPts val="1800"/>
                </a:lnSpc>
                <a:defRPr/>
              </a:pP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v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 =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a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[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t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charset="0"/>
                </a:rPr>
                <a:t>1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]</a:t>
              </a:r>
            </a:p>
          </p:txBody>
        </p:sp>
        <p:sp>
          <p:nvSpPr>
            <p:cNvPr id="29" name="Rectangle 24">
              <a:extLst>
                <a:ext uri="{FF2B5EF4-FFF2-40B4-BE49-F238E27FC236}">
                  <a16:creationId xmlns:a16="http://schemas.microsoft.com/office/drawing/2014/main" id="{2E36DB02-7A64-414C-9200-52D7926060E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40186" y="1777663"/>
              <a:ext cx="1711208" cy="1060447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tIns="72000" bIns="0"/>
            <a:lstStyle>
              <a:lvl1pPr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just">
                <a:lnSpc>
                  <a:spcPts val="1800"/>
                </a:lnSpc>
                <a:defRPr/>
              </a:pPr>
              <a:r>
                <a:rPr lang="en-US" altLang="zh-CN" i="1">
                  <a:solidFill>
                    <a:srgbClr val="0000FF"/>
                  </a:solidFill>
                  <a:latin typeface="Times New Roman" charset="0"/>
                  <a:ea typeface="宋体" panose="02010600030101010101" pitchFamily="2" charset="-122"/>
                </a:rPr>
                <a:t>i</a:t>
              </a:r>
              <a:r>
                <a:rPr lang="en-US" altLang="zh-CN" dirty="0">
                  <a:solidFill>
                    <a:srgbClr val="0000FF"/>
                  </a:solidFill>
                  <a:latin typeface="Times New Roman" charset="0"/>
                  <a:ea typeface="宋体" panose="02010600030101010101" pitchFamily="2" charset="-122"/>
                </a:rPr>
                <a:t> =</a:t>
              </a:r>
              <a:r>
                <a:rPr lang="en-US" altLang="zh-CN" i="1" dirty="0">
                  <a:solidFill>
                    <a:srgbClr val="0000FF"/>
                  </a:solidFill>
                  <a:latin typeface="Times New Roman" charset="0"/>
                  <a:ea typeface="宋体" panose="02010600030101010101" pitchFamily="2" charset="-122"/>
                </a:rPr>
                <a:t> </a:t>
              </a:r>
              <a:r>
                <a:rPr lang="en-US" altLang="zh-CN" i="1">
                  <a:solidFill>
                    <a:srgbClr val="0000FF"/>
                  </a:solidFill>
                  <a:latin typeface="Times New Roman" charset="0"/>
                  <a:ea typeface="宋体" panose="02010600030101010101" pitchFamily="2" charset="-122"/>
                </a:rPr>
                <a:t>i</a:t>
              </a:r>
              <a:r>
                <a:rPr lang="en-US" altLang="zh-CN" i="1" dirty="0">
                  <a:solidFill>
                    <a:srgbClr val="0000FF"/>
                  </a:solidFill>
                  <a:latin typeface="Times New Roman" charset="0"/>
                  <a:ea typeface="宋体" panose="02010600030101010101" pitchFamily="2" charset="-122"/>
                </a:rPr>
                <a:t> </a:t>
              </a:r>
              <a:r>
                <a:rPr lang="en-US" altLang="zh-CN" dirty="0">
                  <a:solidFill>
                    <a:srgbClr val="0000FF"/>
                  </a:solidFill>
                  <a:latin typeface="Times New Roman" charset="0"/>
                  <a:ea typeface="宋体" panose="02010600030101010101" pitchFamily="2" charset="-122"/>
                </a:rPr>
                <a:t>+ 1</a:t>
              </a:r>
            </a:p>
            <a:p>
              <a:pPr algn="just">
                <a:lnSpc>
                  <a:spcPts val="1800"/>
                </a:lnSpc>
                <a:defRPr/>
              </a:pPr>
              <a:r>
                <a:rPr lang="en-US" altLang="zh-CN" i="1" dirty="0">
                  <a:solidFill>
                    <a:srgbClr val="0000FF"/>
                  </a:solidFill>
                  <a:latin typeface="Times New Roman" charset="0"/>
                  <a:ea typeface="宋体" panose="02010600030101010101" pitchFamily="2" charset="-122"/>
                </a:rPr>
                <a:t>t</a:t>
              </a:r>
              <a:r>
                <a:rPr lang="en-US" altLang="zh-CN" i="1" baseline="-25000" dirty="0">
                  <a:solidFill>
                    <a:srgbClr val="0000FF"/>
                  </a:solidFill>
                  <a:latin typeface="Times New Roman" charset="0"/>
                  <a:ea typeface="宋体" panose="02010600030101010101" pitchFamily="2" charset="-122"/>
                </a:rPr>
                <a:t>2</a:t>
              </a:r>
              <a:r>
                <a:rPr lang="en-US" altLang="zh-CN" dirty="0">
                  <a:solidFill>
                    <a:srgbClr val="0000FF"/>
                  </a:solidFill>
                  <a:latin typeface="Times New Roman" charset="0"/>
                  <a:ea typeface="宋体" panose="02010600030101010101" pitchFamily="2" charset="-122"/>
                </a:rPr>
                <a:t> = 4 * </a:t>
              </a:r>
              <a:r>
                <a:rPr lang="en-US" altLang="zh-CN" i="1">
                  <a:solidFill>
                    <a:srgbClr val="0000FF"/>
                  </a:solidFill>
                  <a:latin typeface="Times New Roman" charset="0"/>
                  <a:ea typeface="宋体" panose="02010600030101010101" pitchFamily="2" charset="-122"/>
                </a:rPr>
                <a:t>i</a:t>
              </a:r>
              <a:endParaRPr lang="en-US" altLang="zh-CN" i="1" dirty="0">
                <a:solidFill>
                  <a:srgbClr val="0000FF"/>
                </a:solidFill>
                <a:latin typeface="Times New Roman" charset="0"/>
                <a:ea typeface="宋体" panose="02010600030101010101" pitchFamily="2" charset="-122"/>
              </a:endParaRPr>
            </a:p>
            <a:p>
              <a:pPr algn="just">
                <a:lnSpc>
                  <a:spcPts val="1800"/>
                </a:lnSpc>
                <a:defRPr/>
              </a:pP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t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charset="0"/>
                </a:rPr>
                <a:t>3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 =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a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[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t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charset="0"/>
                </a:rPr>
                <a:t>2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]</a:t>
              </a:r>
            </a:p>
            <a:p>
              <a:pPr algn="just">
                <a:lnSpc>
                  <a:spcPts val="1800"/>
                </a:lnSpc>
                <a:defRPr/>
              </a:pP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if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t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charset="0"/>
                </a:rPr>
                <a:t>3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 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&lt;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v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 </a:t>
              </a:r>
              <a:r>
                <a:rPr lang="en-US" altLang="zh-CN" dirty="0" err="1">
                  <a:solidFill>
                    <a:prstClr val="black"/>
                  </a:solidFill>
                  <a:latin typeface="Times New Roman" charset="0"/>
                </a:rPr>
                <a:t>goto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B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charset="0"/>
                </a:rPr>
                <a:t>2</a:t>
              </a:r>
            </a:p>
          </p:txBody>
        </p:sp>
        <p:sp>
          <p:nvSpPr>
            <p:cNvPr id="94217" name="Rectangle 25">
              <a:extLst>
                <a:ext uri="{FF2B5EF4-FFF2-40B4-BE49-F238E27FC236}">
                  <a16:creationId xmlns:a16="http://schemas.microsoft.com/office/drawing/2014/main" id="{783129C0-86BA-4C02-B3D7-87BE4420876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75611" y="531480"/>
              <a:ext cx="392774" cy="2203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0" rIns="0" bIns="0"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sz="1500" i="1">
                  <a:solidFill>
                    <a:srgbClr val="000000"/>
                  </a:solidFill>
                  <a:latin typeface="Times New Roman" panose="02020603050405020304" pitchFamily="18" charset="0"/>
                </a:rPr>
                <a:t>B</a:t>
              </a:r>
              <a:r>
                <a:rPr lang="en-US" altLang="zh-CN" sz="1500" baseline="-25000">
                  <a:solidFill>
                    <a:srgbClr val="000000"/>
                  </a:solidFill>
                  <a:latin typeface="Times New Roman" panose="02020603050405020304" pitchFamily="18" charset="0"/>
                </a:rPr>
                <a:t>1</a:t>
              </a:r>
              <a:endParaRPr lang="en-US" altLang="zh-CN" sz="1500">
                <a:solidFill>
                  <a:srgbClr val="000000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94218" name="Rectangle 26">
              <a:extLst>
                <a:ext uri="{FF2B5EF4-FFF2-40B4-BE49-F238E27FC236}">
                  <a16:creationId xmlns:a16="http://schemas.microsoft.com/office/drawing/2014/main" id="{7426CB5B-085B-46B7-9E2F-B2D25EE5358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09108" y="1722006"/>
              <a:ext cx="626058" cy="32631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sz="1500" i="1">
                  <a:solidFill>
                    <a:srgbClr val="000000"/>
                  </a:solidFill>
                  <a:latin typeface="Times New Roman" panose="02020603050405020304" pitchFamily="18" charset="0"/>
                </a:rPr>
                <a:t>B</a:t>
              </a:r>
              <a:r>
                <a:rPr lang="en-US" altLang="zh-CN" sz="1500" baseline="-25000">
                  <a:solidFill>
                    <a:srgbClr val="000000"/>
                  </a:solidFill>
                  <a:latin typeface="Times New Roman" panose="02020603050405020304" pitchFamily="18" charset="0"/>
                </a:rPr>
                <a:t>2</a:t>
              </a:r>
              <a:endParaRPr lang="en-US" altLang="zh-CN" sz="1500">
                <a:solidFill>
                  <a:srgbClr val="000000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32" name="Rectangle 27">
              <a:extLst>
                <a:ext uri="{FF2B5EF4-FFF2-40B4-BE49-F238E27FC236}">
                  <a16:creationId xmlns:a16="http://schemas.microsoft.com/office/drawing/2014/main" id="{DFF17BF5-BD0E-4A38-B79E-709FDB07865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57648" y="3123860"/>
              <a:ext cx="1711208" cy="1000122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tIns="72000" bIns="0" anchor="ctr"/>
            <a:lstStyle>
              <a:lvl1pPr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just">
                <a:lnSpc>
                  <a:spcPts val="1800"/>
                </a:lnSpc>
                <a:defRPr/>
              </a:pPr>
              <a:r>
                <a:rPr lang="en-US" altLang="zh-CN" i="1" dirty="0">
                  <a:solidFill>
                    <a:srgbClr val="0000FF"/>
                  </a:solidFill>
                  <a:latin typeface="Times New Roman" charset="0"/>
                  <a:ea typeface="宋体" panose="02010600030101010101" pitchFamily="2" charset="-122"/>
                </a:rPr>
                <a:t>j </a:t>
              </a:r>
              <a:r>
                <a:rPr lang="en-US" altLang="zh-CN" dirty="0">
                  <a:solidFill>
                    <a:srgbClr val="0000FF"/>
                  </a:solidFill>
                  <a:latin typeface="Times New Roman" charset="0"/>
                  <a:ea typeface="宋体" panose="02010600030101010101" pitchFamily="2" charset="-122"/>
                </a:rPr>
                <a:t>= </a:t>
              </a:r>
              <a:r>
                <a:rPr lang="en-US" altLang="zh-CN" i="1" dirty="0">
                  <a:solidFill>
                    <a:srgbClr val="0000FF"/>
                  </a:solidFill>
                  <a:latin typeface="Times New Roman" charset="0"/>
                  <a:ea typeface="宋体" panose="02010600030101010101" pitchFamily="2" charset="-122"/>
                </a:rPr>
                <a:t>j </a:t>
              </a:r>
              <a:r>
                <a:rPr lang="en-US" altLang="zh-CN" dirty="0">
                  <a:solidFill>
                    <a:srgbClr val="0000FF"/>
                  </a:solidFill>
                  <a:latin typeface="Times New Roman" charset="0"/>
                  <a:ea typeface="宋体" panose="02010600030101010101" pitchFamily="2" charset="-122"/>
                  <a:sym typeface="Symbol" charset="2"/>
                </a:rPr>
                <a:t></a:t>
              </a:r>
              <a:r>
                <a:rPr lang="en-US" altLang="zh-CN" dirty="0">
                  <a:solidFill>
                    <a:srgbClr val="0000FF"/>
                  </a:solidFill>
                  <a:latin typeface="Times New Roman" charset="0"/>
                  <a:ea typeface="宋体" panose="02010600030101010101" pitchFamily="2" charset="-122"/>
                </a:rPr>
                <a:t>1</a:t>
              </a:r>
            </a:p>
            <a:p>
              <a:pPr algn="just">
                <a:lnSpc>
                  <a:spcPts val="1800"/>
                </a:lnSpc>
                <a:defRPr/>
              </a:pPr>
              <a:r>
                <a:rPr lang="en-US" altLang="zh-CN" i="1" dirty="0">
                  <a:solidFill>
                    <a:srgbClr val="0000FF"/>
                  </a:solidFill>
                  <a:latin typeface="Times New Roman" charset="0"/>
                  <a:ea typeface="宋体" panose="02010600030101010101" pitchFamily="2" charset="-122"/>
                </a:rPr>
                <a:t>t</a:t>
              </a:r>
              <a:r>
                <a:rPr lang="en-US" altLang="zh-CN" i="1" baseline="-25000" dirty="0">
                  <a:solidFill>
                    <a:srgbClr val="0000FF"/>
                  </a:solidFill>
                  <a:latin typeface="Times New Roman" charset="0"/>
                  <a:ea typeface="宋体" panose="02010600030101010101" pitchFamily="2" charset="-122"/>
                </a:rPr>
                <a:t>4</a:t>
              </a:r>
              <a:r>
                <a:rPr lang="en-US" altLang="zh-CN" i="1" dirty="0">
                  <a:solidFill>
                    <a:srgbClr val="0000FF"/>
                  </a:solidFill>
                  <a:latin typeface="Times New Roman" charset="0"/>
                  <a:ea typeface="宋体" panose="02010600030101010101" pitchFamily="2" charset="-122"/>
                </a:rPr>
                <a:t> </a:t>
              </a:r>
              <a:r>
                <a:rPr lang="en-US" altLang="zh-CN" dirty="0">
                  <a:solidFill>
                    <a:srgbClr val="0000FF"/>
                  </a:solidFill>
                  <a:latin typeface="Times New Roman" charset="0"/>
                  <a:ea typeface="宋体" panose="02010600030101010101" pitchFamily="2" charset="-122"/>
                </a:rPr>
                <a:t>= 4 *</a:t>
              </a:r>
              <a:r>
                <a:rPr lang="en-US" altLang="zh-CN" i="1" dirty="0">
                  <a:solidFill>
                    <a:srgbClr val="0000FF"/>
                  </a:solidFill>
                  <a:latin typeface="Times New Roman" charset="0"/>
                  <a:ea typeface="宋体" panose="02010600030101010101" pitchFamily="2" charset="-122"/>
                </a:rPr>
                <a:t> j</a:t>
              </a:r>
            </a:p>
            <a:p>
              <a:pPr algn="just">
                <a:lnSpc>
                  <a:spcPts val="1800"/>
                </a:lnSpc>
                <a:defRPr/>
              </a:pP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t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charset="0"/>
                </a:rPr>
                <a:t>5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 =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a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[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t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charset="0"/>
                </a:rPr>
                <a:t>4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]</a:t>
              </a:r>
            </a:p>
            <a:p>
              <a:pPr algn="just">
                <a:lnSpc>
                  <a:spcPts val="1800"/>
                </a:lnSpc>
                <a:defRPr/>
              </a:pP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if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t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charset="0"/>
                </a:rPr>
                <a:t>5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 &gt;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v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 </a:t>
              </a:r>
              <a:r>
                <a:rPr lang="en-US" altLang="zh-CN" dirty="0" err="1">
                  <a:solidFill>
                    <a:prstClr val="black"/>
                  </a:solidFill>
                  <a:latin typeface="Times New Roman" charset="0"/>
                </a:rPr>
                <a:t>goto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B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charset="0"/>
                </a:rPr>
                <a:t>3</a:t>
              </a:r>
            </a:p>
          </p:txBody>
        </p:sp>
        <p:sp>
          <p:nvSpPr>
            <p:cNvPr id="33" name="Rectangle 30">
              <a:extLst>
                <a:ext uri="{FF2B5EF4-FFF2-40B4-BE49-F238E27FC236}">
                  <a16:creationId xmlns:a16="http://schemas.microsoft.com/office/drawing/2014/main" id="{D2B9B302-992A-402B-9838-C1E648B2B28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57648" y="4254156"/>
              <a:ext cx="1727082" cy="27622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90000" tIns="0" rIns="0" bIns="0"/>
            <a:lstStyle>
              <a:lvl1pPr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just">
                <a:lnSpc>
                  <a:spcPct val="96000"/>
                </a:lnSpc>
                <a:defRPr/>
              </a:pPr>
              <a:r>
                <a:rPr lang="en-US" altLang="zh-CN" dirty="0">
                  <a:solidFill>
                    <a:srgbClr val="000000"/>
                  </a:solidFill>
                  <a:latin typeface="Times New Roman" charset="0"/>
                </a:rPr>
                <a:t>if </a:t>
              </a:r>
              <a:r>
                <a:rPr lang="en-US" altLang="zh-CN" i="1">
                  <a:solidFill>
                    <a:prstClr val="black"/>
                  </a:solidFill>
                  <a:latin typeface="Times New Roman" charset="0"/>
                </a:rPr>
                <a:t>i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 &gt;=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j </a:t>
              </a:r>
              <a:r>
                <a:rPr lang="en-US" altLang="zh-CN" dirty="0" err="1">
                  <a:solidFill>
                    <a:srgbClr val="000000"/>
                  </a:solidFill>
                  <a:latin typeface="Times New Roman" charset="0"/>
                </a:rPr>
                <a:t>goto</a:t>
              </a:r>
              <a:r>
                <a:rPr lang="en-US" altLang="zh-CN" dirty="0">
                  <a:solidFill>
                    <a:srgbClr val="000000"/>
                  </a:solidFill>
                  <a:latin typeface="Times New Roman" charset="0"/>
                </a:rPr>
                <a:t> </a:t>
              </a:r>
              <a:r>
                <a:rPr lang="en-US" altLang="zh-CN" i="1" dirty="0">
                  <a:solidFill>
                    <a:srgbClr val="000000"/>
                  </a:solidFill>
                  <a:latin typeface="Times New Roman" charset="0"/>
                </a:rPr>
                <a:t>B</a:t>
              </a:r>
              <a:r>
                <a:rPr lang="en-US" altLang="zh-CN" i="1" baseline="-25000" dirty="0">
                  <a:solidFill>
                    <a:srgbClr val="000000"/>
                  </a:solidFill>
                  <a:latin typeface="Times New Roman" charset="0"/>
                </a:rPr>
                <a:t>6</a:t>
              </a:r>
            </a:p>
          </p:txBody>
        </p:sp>
        <p:sp>
          <p:nvSpPr>
            <p:cNvPr id="34" name="Rectangle 32">
              <a:extLst>
                <a:ext uri="{FF2B5EF4-FFF2-40B4-BE49-F238E27FC236}">
                  <a16:creationId xmlns:a16="http://schemas.microsoft.com/office/drawing/2014/main" id="{57DE2FD8-A222-4C5D-A293-6AF160C029D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2250" y="4727230"/>
              <a:ext cx="784171" cy="23177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tIns="0" bIns="0"/>
            <a:lstStyle>
              <a:lvl1pPr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just">
                <a:lnSpc>
                  <a:spcPct val="96000"/>
                </a:lnSpc>
                <a:defRPr/>
              </a:pPr>
              <a:endParaRPr lang="en-US" altLang="zh-CN" sz="700" b="0" baseline="-25000">
                <a:solidFill>
                  <a:prstClr val="black"/>
                </a:solidFill>
                <a:latin typeface="Times New Roman" charset="0"/>
              </a:endParaRPr>
            </a:p>
          </p:txBody>
        </p:sp>
        <p:sp>
          <p:nvSpPr>
            <p:cNvPr id="94222" name="Rectangle 33">
              <a:extLst>
                <a:ext uri="{FF2B5EF4-FFF2-40B4-BE49-F238E27FC236}">
                  <a16:creationId xmlns:a16="http://schemas.microsoft.com/office/drawing/2014/main" id="{96A9F80F-A8AD-4ED1-8A2F-3A6B9C71672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25423" y="4206320"/>
              <a:ext cx="626058" cy="32392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sz="1500" i="1">
                  <a:solidFill>
                    <a:srgbClr val="000000"/>
                  </a:solidFill>
                  <a:latin typeface="Times New Roman" panose="02020603050405020304" pitchFamily="18" charset="0"/>
                </a:rPr>
                <a:t>B</a:t>
              </a:r>
              <a:r>
                <a:rPr lang="en-US" altLang="zh-CN" sz="1500" baseline="-25000">
                  <a:solidFill>
                    <a:srgbClr val="000000"/>
                  </a:solidFill>
                  <a:latin typeface="Times New Roman" panose="02020603050405020304" pitchFamily="18" charset="0"/>
                </a:rPr>
                <a:t>4</a:t>
              </a:r>
              <a:endParaRPr lang="en-US" altLang="zh-CN" sz="1500">
                <a:solidFill>
                  <a:srgbClr val="000000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94223" name="Rectangle 34">
              <a:extLst>
                <a:ext uri="{FF2B5EF4-FFF2-40B4-BE49-F238E27FC236}">
                  <a16:creationId xmlns:a16="http://schemas.microsoft.com/office/drawing/2014/main" id="{9503E9B4-C17B-4FAA-A742-BB4A82124D9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38864" y="3052416"/>
              <a:ext cx="628438" cy="3275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sz="1500" i="1">
                  <a:solidFill>
                    <a:srgbClr val="000000"/>
                  </a:solidFill>
                  <a:latin typeface="Times New Roman" panose="02020603050405020304" pitchFamily="18" charset="0"/>
                </a:rPr>
                <a:t>B</a:t>
              </a:r>
              <a:r>
                <a:rPr lang="en-US" altLang="zh-CN" sz="1500" baseline="-25000">
                  <a:solidFill>
                    <a:srgbClr val="000000"/>
                  </a:solidFill>
                  <a:latin typeface="Times New Roman" panose="02020603050405020304" pitchFamily="18" charset="0"/>
                </a:rPr>
                <a:t>3</a:t>
              </a:r>
              <a:endParaRPr lang="en-US" altLang="zh-CN" sz="1500">
                <a:solidFill>
                  <a:srgbClr val="000000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D909D5C8-8CA1-4C0A-A932-C921E71220B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49762" y="4727230"/>
              <a:ext cx="809570" cy="23177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tIns="0" bIns="0"/>
            <a:lstStyle>
              <a:lvl1pPr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just">
                <a:lnSpc>
                  <a:spcPct val="96000"/>
                </a:lnSpc>
                <a:defRPr/>
              </a:pPr>
              <a:endParaRPr lang="en-US" altLang="zh-CN" sz="700" b="0" baseline="-25000">
                <a:solidFill>
                  <a:prstClr val="black"/>
                </a:solidFill>
                <a:latin typeface="Times New Roman" charset="0"/>
              </a:endParaRPr>
            </a:p>
          </p:txBody>
        </p:sp>
        <p:sp>
          <p:nvSpPr>
            <p:cNvPr id="94225" name="Rectangle 39">
              <a:extLst>
                <a:ext uri="{FF2B5EF4-FFF2-40B4-BE49-F238E27FC236}">
                  <a16:creationId xmlns:a16="http://schemas.microsoft.com/office/drawing/2014/main" id="{DEDDA6C7-144C-4CF0-9B4F-B5FC9244A92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24234" y="4673123"/>
              <a:ext cx="627248" cy="3275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sz="1500" i="1">
                  <a:solidFill>
                    <a:srgbClr val="000000"/>
                  </a:solidFill>
                  <a:latin typeface="Times New Roman" panose="02020603050405020304" pitchFamily="18" charset="0"/>
                </a:rPr>
                <a:t>B</a:t>
              </a:r>
              <a:r>
                <a:rPr lang="en-US" altLang="zh-CN" sz="1500" baseline="-25000">
                  <a:solidFill>
                    <a:srgbClr val="000000"/>
                  </a:solidFill>
                  <a:latin typeface="Times New Roman" panose="02020603050405020304" pitchFamily="18" charset="0"/>
                </a:rPr>
                <a:t>6</a:t>
              </a:r>
              <a:endParaRPr lang="en-US" altLang="zh-CN" sz="1500">
                <a:solidFill>
                  <a:srgbClr val="000000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94226" name="Line 28">
              <a:extLst>
                <a:ext uri="{FF2B5EF4-FFF2-40B4-BE49-F238E27FC236}">
                  <a16:creationId xmlns:a16="http://schemas.microsoft.com/office/drawing/2014/main" id="{14C59CC0-B683-4DC0-B0DE-65F42D183BA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732186" y="1539535"/>
              <a:ext cx="0" cy="239711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94227" name="Line 29">
              <a:extLst>
                <a:ext uri="{FF2B5EF4-FFF2-40B4-BE49-F238E27FC236}">
                  <a16:creationId xmlns:a16="http://schemas.microsoft.com/office/drawing/2014/main" id="{BC72AD95-8F46-40D2-863F-32FA2107A2B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725848" y="2852393"/>
              <a:ext cx="0" cy="27146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94228" name="Line 31">
              <a:extLst>
                <a:ext uri="{FF2B5EF4-FFF2-40B4-BE49-F238E27FC236}">
                  <a16:creationId xmlns:a16="http://schemas.microsoft.com/office/drawing/2014/main" id="{B5B1334C-51F0-4A06-81AA-52510870291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794098" y="4115916"/>
              <a:ext cx="0" cy="169861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94229" name="Line 37">
              <a:extLst>
                <a:ext uri="{FF2B5EF4-FFF2-40B4-BE49-F238E27FC236}">
                  <a16:creationId xmlns:a16="http://schemas.microsoft.com/office/drawing/2014/main" id="{AE956425-3E62-4F9A-96B2-AF33DED29FA4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236884" y="4543818"/>
              <a:ext cx="368301" cy="182561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94230" name="Line 38">
              <a:extLst>
                <a:ext uri="{FF2B5EF4-FFF2-40B4-BE49-F238E27FC236}">
                  <a16:creationId xmlns:a16="http://schemas.microsoft.com/office/drawing/2014/main" id="{9E93231A-D856-4C60-BDEA-C1451E2DBB0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92537" y="4543818"/>
              <a:ext cx="323851" cy="182561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94231" name="Freeform 41">
              <a:extLst>
                <a:ext uri="{FF2B5EF4-FFF2-40B4-BE49-F238E27FC236}">
                  <a16:creationId xmlns:a16="http://schemas.microsoft.com/office/drawing/2014/main" id="{3C7E5ECC-178F-4A65-A275-4BE146ABF973}"/>
                </a:ext>
              </a:extLst>
            </p:cNvPr>
            <p:cNvSpPr>
              <a:spLocks/>
            </p:cNvSpPr>
            <p:nvPr/>
          </p:nvSpPr>
          <p:spPr bwMode="auto">
            <a:xfrm>
              <a:off x="1725713" y="2909541"/>
              <a:ext cx="271464" cy="1357313"/>
            </a:xfrm>
            <a:custGeom>
              <a:avLst/>
              <a:gdLst>
                <a:gd name="T0" fmla="*/ 2147483646 w 227"/>
                <a:gd name="T1" fmla="*/ 2147483646 h 983"/>
                <a:gd name="T2" fmla="*/ 2147483646 w 227"/>
                <a:gd name="T3" fmla="*/ 2147483646 h 983"/>
                <a:gd name="T4" fmla="*/ 0 w 227"/>
                <a:gd name="T5" fmla="*/ 2147483646 h 983"/>
                <a:gd name="T6" fmla="*/ 2147483646 w 227"/>
                <a:gd name="T7" fmla="*/ 2147483646 h 983"/>
                <a:gd name="T8" fmla="*/ 2147483646 w 227"/>
                <a:gd name="T9" fmla="*/ 2147483646 h 98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27"/>
                <a:gd name="T16" fmla="*/ 0 h 983"/>
                <a:gd name="T17" fmla="*/ 227 w 227"/>
                <a:gd name="T18" fmla="*/ 983 h 98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27" h="983">
                  <a:moveTo>
                    <a:pt x="182" y="885"/>
                  </a:moveTo>
                  <a:cubicBezTo>
                    <a:pt x="129" y="934"/>
                    <a:pt x="76" y="983"/>
                    <a:pt x="46" y="930"/>
                  </a:cubicBezTo>
                  <a:cubicBezTo>
                    <a:pt x="16" y="877"/>
                    <a:pt x="0" y="711"/>
                    <a:pt x="0" y="567"/>
                  </a:cubicBezTo>
                  <a:cubicBezTo>
                    <a:pt x="0" y="423"/>
                    <a:pt x="8" y="136"/>
                    <a:pt x="46" y="68"/>
                  </a:cubicBezTo>
                  <a:cubicBezTo>
                    <a:pt x="84" y="0"/>
                    <a:pt x="155" y="79"/>
                    <a:pt x="227" y="159"/>
                  </a:cubicBezTo>
                </a:path>
              </a:pathLst>
            </a:cu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94232" name="Rectangle 16">
              <a:extLst>
                <a:ext uri="{FF2B5EF4-FFF2-40B4-BE49-F238E27FC236}">
                  <a16:creationId xmlns:a16="http://schemas.microsoft.com/office/drawing/2014/main" id="{183B95F0-AFCB-4ED3-82DD-6907E1BF00F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82837" y="4673124"/>
              <a:ext cx="514351" cy="3254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sz="1500" i="1">
                  <a:solidFill>
                    <a:srgbClr val="000000"/>
                  </a:solidFill>
                  <a:latin typeface="Times New Roman" panose="02020603050405020304" pitchFamily="18" charset="0"/>
                </a:rPr>
                <a:t>B</a:t>
              </a:r>
              <a:r>
                <a:rPr lang="en-US" altLang="zh-CN" sz="1500" i="1" baseline="-25000">
                  <a:solidFill>
                    <a:srgbClr val="000000"/>
                  </a:solidFill>
                  <a:latin typeface="Times New Roman" panose="02020603050405020304" pitchFamily="18" charset="0"/>
                </a:rPr>
                <a:t>5</a:t>
              </a:r>
              <a:endParaRPr lang="en-US" altLang="zh-CN" sz="1500" i="1">
                <a:solidFill>
                  <a:srgbClr val="000000"/>
                </a:solidFill>
                <a:latin typeface="Times New Roman" panose="02020603050405020304" pitchFamily="18" charset="0"/>
              </a:endParaRPr>
            </a:p>
          </p:txBody>
        </p:sp>
      </p:grpSp>
      <p:grpSp>
        <p:nvGrpSpPr>
          <p:cNvPr id="26" name="组合 28">
            <a:extLst>
              <a:ext uri="{FF2B5EF4-FFF2-40B4-BE49-F238E27FC236}">
                <a16:creationId xmlns:a16="http://schemas.microsoft.com/office/drawing/2014/main" id="{2BBAF272-224C-4880-9C4F-1FC5DD050DF3}"/>
              </a:ext>
            </a:extLst>
          </p:cNvPr>
          <p:cNvGrpSpPr>
            <a:grpSpLocks/>
          </p:cNvGrpSpPr>
          <p:nvPr/>
        </p:nvGrpSpPr>
        <p:grpSpPr bwMode="auto">
          <a:xfrm>
            <a:off x="2793897" y="1939410"/>
            <a:ext cx="2322524" cy="475262"/>
            <a:chOff x="-1475160" y="3413120"/>
            <a:chExt cx="2323385" cy="475198"/>
          </a:xfrm>
        </p:grpSpPr>
        <p:sp>
          <p:nvSpPr>
            <p:cNvPr id="27" name="矩形 26">
              <a:extLst>
                <a:ext uri="{FF2B5EF4-FFF2-40B4-BE49-F238E27FC236}">
                  <a16:creationId xmlns:a16="http://schemas.microsoft.com/office/drawing/2014/main" id="{445D4F05-622A-460C-91FD-14EF64AA7272}"/>
                </a:ext>
              </a:extLst>
            </p:cNvPr>
            <p:cNvSpPr/>
            <p:nvPr/>
          </p:nvSpPr>
          <p:spPr>
            <a:xfrm>
              <a:off x="-458845" y="3519036"/>
              <a:ext cx="1307070" cy="369282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 eaLnBrk="1" hangingPunct="1">
                <a:defRPr/>
              </a:pPr>
              <a:r>
                <a:rPr lang="zh-CN" altLang="en-US" dirty="0">
                  <a:solidFill>
                    <a:prstClr val="black"/>
                  </a:solidFill>
                  <a:latin typeface="楷体" pitchFamily="49" charset="-122"/>
                  <a:ea typeface="楷体" pitchFamily="49" charset="-122"/>
                  <a:cs typeface="Times New Roman" pitchFamily="18" charset="0"/>
                </a:rPr>
                <a:t>归纳变量</a:t>
              </a:r>
              <a:endParaRPr lang="en-US" altLang="zh-CN" dirty="0">
                <a:solidFill>
                  <a:prstClr val="black"/>
                </a:solidFill>
                <a:latin typeface="楷体" pitchFamily="49" charset="-122"/>
                <a:ea typeface="楷体" pitchFamily="49" charset="-122"/>
                <a:cs typeface="Times New Roman" pitchFamily="18" charset="0"/>
              </a:endParaRPr>
            </a:p>
          </p:txBody>
        </p:sp>
        <p:cxnSp>
          <p:nvCxnSpPr>
            <p:cNvPr id="30" name="直接连接符 29">
              <a:extLst>
                <a:ext uri="{FF2B5EF4-FFF2-40B4-BE49-F238E27FC236}">
                  <a16:creationId xmlns:a16="http://schemas.microsoft.com/office/drawing/2014/main" id="{1B8DDB2F-207B-477C-A3BB-E9430E779F91}"/>
                </a:ext>
              </a:extLst>
            </p:cNvPr>
            <p:cNvCxnSpPr>
              <a:cxnSpLocks/>
              <a:stCxn id="27" idx="1"/>
            </p:cNvCxnSpPr>
            <p:nvPr/>
          </p:nvCxnSpPr>
          <p:spPr>
            <a:xfrm flipH="1" flipV="1">
              <a:off x="-1475160" y="3413120"/>
              <a:ext cx="1016315" cy="290557"/>
            </a:xfrm>
            <a:prstGeom prst="line">
              <a:avLst/>
            </a:prstGeom>
            <a:ln w="2222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1" name="直接连接符 30">
            <a:extLst>
              <a:ext uri="{FF2B5EF4-FFF2-40B4-BE49-F238E27FC236}">
                <a16:creationId xmlns:a16="http://schemas.microsoft.com/office/drawing/2014/main" id="{6E9DE47D-D0B1-4F7A-8604-75FBEE7EC4F3}"/>
              </a:ext>
            </a:extLst>
          </p:cNvPr>
          <p:cNvCxnSpPr>
            <a:cxnSpLocks/>
            <a:stCxn id="27" idx="1"/>
          </p:cNvCxnSpPr>
          <p:nvPr/>
        </p:nvCxnSpPr>
        <p:spPr bwMode="auto">
          <a:xfrm flipH="1">
            <a:off x="2849563" y="2230006"/>
            <a:ext cx="960272" cy="0"/>
          </a:xfrm>
          <a:prstGeom prst="line">
            <a:avLst/>
          </a:prstGeom>
          <a:ln w="2222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5" name="组合 28">
            <a:extLst>
              <a:ext uri="{FF2B5EF4-FFF2-40B4-BE49-F238E27FC236}">
                <a16:creationId xmlns:a16="http://schemas.microsoft.com/office/drawing/2014/main" id="{EBD69848-8D01-4748-8A4B-D451AB057BCD}"/>
              </a:ext>
            </a:extLst>
          </p:cNvPr>
          <p:cNvGrpSpPr>
            <a:grpSpLocks/>
          </p:cNvGrpSpPr>
          <p:nvPr/>
        </p:nvGrpSpPr>
        <p:grpSpPr bwMode="auto">
          <a:xfrm>
            <a:off x="2934885" y="3290343"/>
            <a:ext cx="2322524" cy="475262"/>
            <a:chOff x="-1475160" y="3413120"/>
            <a:chExt cx="2323385" cy="475198"/>
          </a:xfrm>
        </p:grpSpPr>
        <p:sp>
          <p:nvSpPr>
            <p:cNvPr id="36" name="矩形 35">
              <a:extLst>
                <a:ext uri="{FF2B5EF4-FFF2-40B4-BE49-F238E27FC236}">
                  <a16:creationId xmlns:a16="http://schemas.microsoft.com/office/drawing/2014/main" id="{1F721BF1-BE80-4770-A3BC-C5F5BD5BF6DB}"/>
                </a:ext>
              </a:extLst>
            </p:cNvPr>
            <p:cNvSpPr/>
            <p:nvPr/>
          </p:nvSpPr>
          <p:spPr>
            <a:xfrm>
              <a:off x="-458845" y="3519036"/>
              <a:ext cx="1307070" cy="369282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 eaLnBrk="1" hangingPunct="1">
                <a:defRPr/>
              </a:pPr>
              <a:r>
                <a:rPr lang="zh-CN" altLang="en-US" dirty="0">
                  <a:solidFill>
                    <a:prstClr val="black"/>
                  </a:solidFill>
                  <a:latin typeface="楷体" pitchFamily="49" charset="-122"/>
                  <a:ea typeface="楷体" pitchFamily="49" charset="-122"/>
                  <a:cs typeface="Times New Roman" pitchFamily="18" charset="0"/>
                </a:rPr>
                <a:t>归纳变量</a:t>
              </a:r>
              <a:endParaRPr lang="en-US" altLang="zh-CN" dirty="0">
                <a:solidFill>
                  <a:prstClr val="black"/>
                </a:solidFill>
                <a:latin typeface="楷体" pitchFamily="49" charset="-122"/>
                <a:ea typeface="楷体" pitchFamily="49" charset="-122"/>
                <a:cs typeface="Times New Roman" pitchFamily="18" charset="0"/>
              </a:endParaRPr>
            </a:p>
          </p:txBody>
        </p:sp>
        <p:cxnSp>
          <p:nvCxnSpPr>
            <p:cNvPr id="38" name="直接连接符 37">
              <a:extLst>
                <a:ext uri="{FF2B5EF4-FFF2-40B4-BE49-F238E27FC236}">
                  <a16:creationId xmlns:a16="http://schemas.microsoft.com/office/drawing/2014/main" id="{C73BB6F9-7771-48E2-8AC8-040BAACCA81C}"/>
                </a:ext>
              </a:extLst>
            </p:cNvPr>
            <p:cNvCxnSpPr>
              <a:cxnSpLocks/>
              <a:stCxn id="36" idx="1"/>
            </p:cNvCxnSpPr>
            <p:nvPr/>
          </p:nvCxnSpPr>
          <p:spPr>
            <a:xfrm flipH="1" flipV="1">
              <a:off x="-1475160" y="3413120"/>
              <a:ext cx="1016315" cy="290557"/>
            </a:xfrm>
            <a:prstGeom prst="line">
              <a:avLst/>
            </a:prstGeom>
            <a:ln w="2222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0AA76457-66DF-4C0F-BFD5-27CB0252DEA3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2849563" y="3580939"/>
            <a:ext cx="1101260" cy="7600"/>
          </a:xfrm>
          <a:prstGeom prst="line">
            <a:avLst/>
          </a:prstGeom>
          <a:ln w="2222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思想气泡: 云 7">
            <a:extLst>
              <a:ext uri="{FF2B5EF4-FFF2-40B4-BE49-F238E27FC236}">
                <a16:creationId xmlns:a16="http://schemas.microsoft.com/office/drawing/2014/main" id="{EC7BAB80-AF3A-4475-BB3D-E70D530ED062}"/>
              </a:ext>
            </a:extLst>
          </p:cNvPr>
          <p:cNvSpPr/>
          <p:nvPr/>
        </p:nvSpPr>
        <p:spPr>
          <a:xfrm>
            <a:off x="5436096" y="1778000"/>
            <a:ext cx="3250698" cy="1802939"/>
          </a:xfrm>
          <a:prstGeom prst="cloudCallout">
            <a:avLst>
              <a:gd name="adj1" fmla="val -71395"/>
              <a:gd name="adj2" fmla="val 35536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000" dirty="0"/>
              <a:t>问题：如何识别归纳变量？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4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8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114" name="Rectangle 23">
            <a:extLst>
              <a:ext uri="{FF2B5EF4-FFF2-40B4-BE49-F238E27FC236}">
                <a16:creationId xmlns:a16="http://schemas.microsoft.com/office/drawing/2014/main" id="{1E7DB476-FE11-4853-A8CA-B93462A340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13388" y="142875"/>
            <a:ext cx="1693862" cy="141446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tIns="36000" bIns="0"/>
          <a:lstStyle>
            <a:lvl1pPr>
              <a:defRPr b="1">
                <a:solidFill>
                  <a:schemeClr val="tx1"/>
                </a:solidFill>
                <a:latin typeface="Tahoma" charset="0"/>
                <a:ea typeface="宋体" charset="0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charset="0"/>
                <a:ea typeface="宋体" charset="0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charset="0"/>
                <a:ea typeface="宋体" charset="0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charset="0"/>
                <a:ea typeface="宋体" charset="0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charset="0"/>
                <a:ea typeface="宋体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charset="0"/>
                <a:ea typeface="宋体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charset="0"/>
                <a:ea typeface="宋体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charset="0"/>
                <a:ea typeface="宋体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charset="0"/>
                <a:ea typeface="宋体" charset="0"/>
              </a:defRPr>
            </a:lvl9pPr>
          </a:lstStyle>
          <a:p>
            <a:pPr algn="just">
              <a:lnSpc>
                <a:spcPts val="1800"/>
              </a:lnSpc>
              <a:defRPr/>
            </a:pPr>
            <a:r>
              <a:rPr lang="en-US" altLang="zh-CN" i="1">
                <a:solidFill>
                  <a:prstClr val="black"/>
                </a:solidFill>
                <a:latin typeface="Times New Roman" charset="0"/>
              </a:rPr>
              <a:t>i</a:t>
            </a:r>
            <a:r>
              <a:rPr lang="en-US" altLang="zh-CN" i="1" dirty="0">
                <a:solidFill>
                  <a:prstClr val="black"/>
                </a:solidFill>
                <a:latin typeface="Times New Roman" charset="0"/>
              </a:rPr>
              <a:t> </a:t>
            </a:r>
            <a:r>
              <a:rPr lang="en-US" altLang="zh-CN" dirty="0">
                <a:solidFill>
                  <a:prstClr val="black"/>
                </a:solidFill>
                <a:latin typeface="Times New Roman" charset="0"/>
              </a:rPr>
              <a:t>=</a:t>
            </a:r>
            <a:r>
              <a:rPr lang="en-US" altLang="zh-CN" i="1" dirty="0">
                <a:solidFill>
                  <a:prstClr val="black"/>
                </a:solidFill>
                <a:latin typeface="Times New Roman" charset="0"/>
              </a:rPr>
              <a:t> m </a:t>
            </a:r>
            <a:r>
              <a:rPr lang="en-US" altLang="zh-CN" dirty="0">
                <a:solidFill>
                  <a:prstClr val="black"/>
                </a:solidFill>
                <a:latin typeface="Times New Roman" charset="0"/>
                <a:sym typeface="Symbol" charset="2"/>
              </a:rPr>
              <a:t></a:t>
            </a:r>
            <a:r>
              <a:rPr lang="en-US" altLang="zh-CN" dirty="0">
                <a:solidFill>
                  <a:prstClr val="black"/>
                </a:solidFill>
                <a:latin typeface="Times New Roman" charset="0"/>
              </a:rPr>
              <a:t>1</a:t>
            </a:r>
          </a:p>
          <a:p>
            <a:pPr algn="just">
              <a:lnSpc>
                <a:spcPts val="1800"/>
              </a:lnSpc>
              <a:defRPr/>
            </a:pPr>
            <a:r>
              <a:rPr lang="en-US" altLang="zh-CN" i="1" dirty="0">
                <a:solidFill>
                  <a:prstClr val="black"/>
                </a:solidFill>
                <a:latin typeface="Times New Roman" charset="0"/>
              </a:rPr>
              <a:t>j</a:t>
            </a:r>
            <a:r>
              <a:rPr lang="en-US" altLang="zh-CN" dirty="0">
                <a:solidFill>
                  <a:prstClr val="black"/>
                </a:solidFill>
                <a:latin typeface="Times New Roman" charset="0"/>
              </a:rPr>
              <a:t> =</a:t>
            </a:r>
            <a:r>
              <a:rPr lang="en-US" altLang="zh-CN" i="1" dirty="0">
                <a:solidFill>
                  <a:prstClr val="black"/>
                </a:solidFill>
                <a:latin typeface="Times New Roman" charset="0"/>
              </a:rPr>
              <a:t> n</a:t>
            </a:r>
          </a:p>
          <a:p>
            <a:pPr algn="just">
              <a:lnSpc>
                <a:spcPts val="1800"/>
              </a:lnSpc>
              <a:defRPr/>
            </a:pPr>
            <a:r>
              <a:rPr lang="en-US" altLang="zh-CN" i="1" dirty="0">
                <a:solidFill>
                  <a:prstClr val="black"/>
                </a:solidFill>
                <a:latin typeface="Times New Roman" charset="0"/>
              </a:rPr>
              <a:t>t</a:t>
            </a:r>
            <a:r>
              <a:rPr lang="en-US" altLang="zh-CN" i="1" baseline="-25000" dirty="0">
                <a:solidFill>
                  <a:prstClr val="black"/>
                </a:solidFill>
                <a:latin typeface="Times New Roman" charset="0"/>
              </a:rPr>
              <a:t>1</a:t>
            </a:r>
            <a:r>
              <a:rPr lang="en-US" altLang="zh-CN" dirty="0">
                <a:solidFill>
                  <a:prstClr val="black"/>
                </a:solidFill>
                <a:latin typeface="Times New Roman" charset="0"/>
              </a:rPr>
              <a:t> = 4 * </a:t>
            </a:r>
            <a:r>
              <a:rPr lang="en-US" altLang="zh-CN" i="1" dirty="0">
                <a:solidFill>
                  <a:prstClr val="black"/>
                </a:solidFill>
                <a:latin typeface="Times New Roman" charset="0"/>
              </a:rPr>
              <a:t>n</a:t>
            </a:r>
          </a:p>
          <a:p>
            <a:pPr algn="just">
              <a:lnSpc>
                <a:spcPts val="1800"/>
              </a:lnSpc>
              <a:defRPr/>
            </a:pPr>
            <a:r>
              <a:rPr lang="en-US" altLang="zh-CN" i="1" dirty="0">
                <a:solidFill>
                  <a:prstClr val="black"/>
                </a:solidFill>
                <a:latin typeface="Times New Roman" charset="0"/>
              </a:rPr>
              <a:t>v</a:t>
            </a:r>
            <a:r>
              <a:rPr lang="en-US" altLang="zh-CN" dirty="0">
                <a:solidFill>
                  <a:prstClr val="black"/>
                </a:solidFill>
                <a:latin typeface="Times New Roman" charset="0"/>
              </a:rPr>
              <a:t> = </a:t>
            </a:r>
            <a:r>
              <a:rPr lang="en-US" altLang="zh-CN" i="1" dirty="0">
                <a:solidFill>
                  <a:prstClr val="black"/>
                </a:solidFill>
                <a:latin typeface="Times New Roman" charset="0"/>
              </a:rPr>
              <a:t>a</a:t>
            </a:r>
            <a:r>
              <a:rPr lang="en-US" altLang="zh-CN" dirty="0">
                <a:solidFill>
                  <a:prstClr val="black"/>
                </a:solidFill>
                <a:latin typeface="Times New Roman" charset="0"/>
              </a:rPr>
              <a:t>[</a:t>
            </a:r>
            <a:r>
              <a:rPr lang="en-US" altLang="zh-CN" i="1" dirty="0">
                <a:solidFill>
                  <a:prstClr val="black"/>
                </a:solidFill>
                <a:latin typeface="Times New Roman" charset="0"/>
              </a:rPr>
              <a:t>t</a:t>
            </a:r>
            <a:r>
              <a:rPr lang="en-US" altLang="zh-CN" i="1" baseline="-25000" dirty="0">
                <a:solidFill>
                  <a:prstClr val="black"/>
                </a:solidFill>
                <a:latin typeface="Times New Roman" charset="0"/>
              </a:rPr>
              <a:t>1</a:t>
            </a:r>
            <a:r>
              <a:rPr lang="en-US" altLang="zh-CN" dirty="0">
                <a:solidFill>
                  <a:prstClr val="black"/>
                </a:solidFill>
                <a:latin typeface="Times New Roman" charset="0"/>
              </a:rPr>
              <a:t>]</a:t>
            </a:r>
          </a:p>
          <a:p>
            <a:pPr algn="just">
              <a:lnSpc>
                <a:spcPts val="1800"/>
              </a:lnSpc>
              <a:defRPr/>
            </a:pPr>
            <a:r>
              <a:rPr lang="en-US" altLang="zh-CN" i="1" dirty="0">
                <a:solidFill>
                  <a:srgbClr val="FF0000"/>
                </a:solidFill>
                <a:latin typeface="Times New Roman" charset="0"/>
              </a:rPr>
              <a:t>t</a:t>
            </a:r>
            <a:r>
              <a:rPr lang="en-US" altLang="zh-CN" i="1" baseline="-25000" dirty="0">
                <a:solidFill>
                  <a:srgbClr val="FF0000"/>
                </a:solidFill>
                <a:latin typeface="Times New Roman" charset="0"/>
              </a:rPr>
              <a:t>2</a:t>
            </a:r>
            <a:r>
              <a:rPr lang="en-US" altLang="zh-CN" dirty="0">
                <a:solidFill>
                  <a:srgbClr val="FF0000"/>
                </a:solidFill>
                <a:latin typeface="Times New Roman" charset="0"/>
              </a:rPr>
              <a:t> = 4 * </a:t>
            </a:r>
            <a:r>
              <a:rPr lang="en-US" altLang="zh-CN" i="1">
                <a:solidFill>
                  <a:srgbClr val="FF0000"/>
                </a:solidFill>
                <a:latin typeface="Times New Roman" charset="0"/>
              </a:rPr>
              <a:t>i</a:t>
            </a:r>
            <a:endParaRPr lang="en-US" altLang="zh-CN" i="1" dirty="0">
              <a:solidFill>
                <a:srgbClr val="FF0000"/>
              </a:solidFill>
              <a:latin typeface="Times New Roman" charset="0"/>
            </a:endParaRPr>
          </a:p>
          <a:p>
            <a:pPr algn="just">
              <a:lnSpc>
                <a:spcPts val="1800"/>
              </a:lnSpc>
              <a:defRPr/>
            </a:pPr>
            <a:r>
              <a:rPr lang="en-US" altLang="zh-CN" i="1" dirty="0">
                <a:solidFill>
                  <a:srgbClr val="FF0000"/>
                </a:solidFill>
                <a:latin typeface="Times New Roman" charset="0"/>
              </a:rPr>
              <a:t>t</a:t>
            </a:r>
            <a:r>
              <a:rPr lang="en-US" altLang="zh-CN" i="1" baseline="-25000" dirty="0">
                <a:solidFill>
                  <a:srgbClr val="FF0000"/>
                </a:solidFill>
                <a:latin typeface="Times New Roman" charset="0"/>
              </a:rPr>
              <a:t>4</a:t>
            </a:r>
            <a:r>
              <a:rPr lang="en-US" altLang="zh-CN" i="1" dirty="0">
                <a:solidFill>
                  <a:srgbClr val="FF0000"/>
                </a:solidFill>
                <a:latin typeface="Times New Roman" charset="0"/>
              </a:rPr>
              <a:t> </a:t>
            </a:r>
            <a:r>
              <a:rPr lang="en-US" altLang="zh-CN" dirty="0">
                <a:solidFill>
                  <a:srgbClr val="FF0000"/>
                </a:solidFill>
                <a:latin typeface="Times New Roman" charset="0"/>
              </a:rPr>
              <a:t>= 4 *</a:t>
            </a:r>
            <a:r>
              <a:rPr lang="en-US" altLang="zh-CN" i="1" dirty="0">
                <a:solidFill>
                  <a:srgbClr val="FF0000"/>
                </a:solidFill>
                <a:latin typeface="Times New Roman" charset="0"/>
              </a:rPr>
              <a:t> j</a:t>
            </a:r>
          </a:p>
        </p:txBody>
      </p:sp>
      <p:grpSp>
        <p:nvGrpSpPr>
          <p:cNvPr id="2" name="组合 1">
            <a:extLst>
              <a:ext uri="{FF2B5EF4-FFF2-40B4-BE49-F238E27FC236}">
                <a16:creationId xmlns:a16="http://schemas.microsoft.com/office/drawing/2014/main" id="{49D9DD50-9EF4-4B35-A222-43CFE33FC9CC}"/>
              </a:ext>
            </a:extLst>
          </p:cNvPr>
          <p:cNvGrpSpPr>
            <a:grpSpLocks/>
          </p:cNvGrpSpPr>
          <p:nvPr/>
        </p:nvGrpSpPr>
        <p:grpSpPr bwMode="auto">
          <a:xfrm>
            <a:off x="4140200" y="550863"/>
            <a:ext cx="3692525" cy="4592637"/>
            <a:chOff x="4140200" y="550877"/>
            <a:chExt cx="3692525" cy="4592623"/>
          </a:xfrm>
        </p:grpSpPr>
        <p:sp>
          <p:nvSpPr>
            <p:cNvPr id="96282" name="Freeform 42">
              <a:extLst>
                <a:ext uri="{FF2B5EF4-FFF2-40B4-BE49-F238E27FC236}">
                  <a16:creationId xmlns:a16="http://schemas.microsoft.com/office/drawing/2014/main" id="{70C3E9F2-E59E-4AFC-BE61-66DB45F1D347}"/>
                </a:ext>
              </a:extLst>
            </p:cNvPr>
            <p:cNvSpPr>
              <a:spLocks/>
            </p:cNvSpPr>
            <p:nvPr/>
          </p:nvSpPr>
          <p:spPr bwMode="auto">
            <a:xfrm>
              <a:off x="4969111" y="1214438"/>
              <a:ext cx="746116" cy="3929062"/>
            </a:xfrm>
            <a:custGeom>
              <a:avLst/>
              <a:gdLst>
                <a:gd name="T0" fmla="*/ 2147483646 w 627"/>
                <a:gd name="T1" fmla="*/ 2147483646 h 3190"/>
                <a:gd name="T2" fmla="*/ 2147483646 w 627"/>
                <a:gd name="T3" fmla="*/ 2147483646 h 3190"/>
                <a:gd name="T4" fmla="*/ 2147483646 w 627"/>
                <a:gd name="T5" fmla="*/ 2147483646 h 3190"/>
                <a:gd name="T6" fmla="*/ 2147483646 w 627"/>
                <a:gd name="T7" fmla="*/ 2147483646 h 3190"/>
                <a:gd name="T8" fmla="*/ 2147483646 w 627"/>
                <a:gd name="T9" fmla="*/ 2147483646 h 319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627"/>
                <a:gd name="T16" fmla="*/ 0 h 3190"/>
                <a:gd name="T17" fmla="*/ 627 w 627"/>
                <a:gd name="T18" fmla="*/ 3190 h 319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627" h="3190">
                  <a:moveTo>
                    <a:pt x="491" y="2994"/>
                  </a:moveTo>
                  <a:cubicBezTo>
                    <a:pt x="430" y="3092"/>
                    <a:pt x="369" y="3190"/>
                    <a:pt x="309" y="3130"/>
                  </a:cubicBezTo>
                  <a:cubicBezTo>
                    <a:pt x="249" y="3070"/>
                    <a:pt x="166" y="3092"/>
                    <a:pt x="128" y="2631"/>
                  </a:cubicBezTo>
                  <a:cubicBezTo>
                    <a:pt x="90" y="2170"/>
                    <a:pt x="0" y="726"/>
                    <a:pt x="83" y="363"/>
                  </a:cubicBezTo>
                  <a:cubicBezTo>
                    <a:pt x="166" y="0"/>
                    <a:pt x="396" y="227"/>
                    <a:pt x="627" y="454"/>
                  </a:cubicBezTo>
                </a:path>
              </a:pathLst>
            </a:cu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61" name="AutoShape 8">
              <a:extLst>
                <a:ext uri="{FF2B5EF4-FFF2-40B4-BE49-F238E27FC236}">
                  <a16:creationId xmlns:a16="http://schemas.microsoft.com/office/drawing/2014/main" id="{8DE24F6F-372D-45AD-8558-016F7FADBF2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200" y="2232034"/>
              <a:ext cx="593725" cy="268287"/>
            </a:xfrm>
            <a:prstGeom prst="rightArrow">
              <a:avLst>
                <a:gd name="adj1" fmla="val 50000"/>
                <a:gd name="adj2" fmla="val 55326"/>
              </a:avLst>
            </a:prstGeom>
            <a:solidFill>
              <a:schemeClr val="tx2">
                <a:lumMod val="60000"/>
                <a:lumOff val="40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lIns="68580" tIns="34290" rIns="68580" bIns="34290" anchor="ctr"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>
                <a:defRPr/>
              </a:pPr>
              <a:endParaRPr lang="zh-CN" altLang="en-US">
                <a:solidFill>
                  <a:srgbClr val="000000"/>
                </a:solidFill>
                <a:cs typeface="楷体_GB2312" charset="0"/>
              </a:endParaRPr>
            </a:p>
          </p:txBody>
        </p:sp>
        <p:sp>
          <p:nvSpPr>
            <p:cNvPr id="96284" name="Freeform 40">
              <a:extLst>
                <a:ext uri="{FF2B5EF4-FFF2-40B4-BE49-F238E27FC236}">
                  <a16:creationId xmlns:a16="http://schemas.microsoft.com/office/drawing/2014/main" id="{EEE1D754-FC2E-4C56-8AED-97AB4B526867}"/>
                </a:ext>
              </a:extLst>
            </p:cNvPr>
            <p:cNvSpPr>
              <a:spLocks/>
            </p:cNvSpPr>
            <p:nvPr/>
          </p:nvSpPr>
          <p:spPr bwMode="auto">
            <a:xfrm>
              <a:off x="5218143" y="1643063"/>
              <a:ext cx="385758" cy="1357313"/>
            </a:xfrm>
            <a:custGeom>
              <a:avLst/>
              <a:gdLst>
                <a:gd name="T0" fmla="*/ 2147483646 w 325"/>
                <a:gd name="T1" fmla="*/ 2147483646 h 983"/>
                <a:gd name="T2" fmla="*/ 2147483646 w 325"/>
                <a:gd name="T3" fmla="*/ 2147483646 h 983"/>
                <a:gd name="T4" fmla="*/ 2147483646 w 325"/>
                <a:gd name="T5" fmla="*/ 2147483646 h 983"/>
                <a:gd name="T6" fmla="*/ 2147483646 w 325"/>
                <a:gd name="T7" fmla="*/ 2147483646 h 983"/>
                <a:gd name="T8" fmla="*/ 2147483646 w 325"/>
                <a:gd name="T9" fmla="*/ 2147483646 h 98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5"/>
                <a:gd name="T16" fmla="*/ 0 h 983"/>
                <a:gd name="T17" fmla="*/ 325 w 325"/>
                <a:gd name="T18" fmla="*/ 983 h 98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5" h="983">
                  <a:moveTo>
                    <a:pt x="325" y="847"/>
                  </a:moveTo>
                  <a:cubicBezTo>
                    <a:pt x="215" y="915"/>
                    <a:pt x="106" y="983"/>
                    <a:pt x="53" y="938"/>
                  </a:cubicBezTo>
                  <a:cubicBezTo>
                    <a:pt x="0" y="893"/>
                    <a:pt x="1" y="719"/>
                    <a:pt x="8" y="575"/>
                  </a:cubicBezTo>
                  <a:cubicBezTo>
                    <a:pt x="15" y="431"/>
                    <a:pt x="53" y="152"/>
                    <a:pt x="98" y="76"/>
                  </a:cubicBezTo>
                  <a:cubicBezTo>
                    <a:pt x="143" y="0"/>
                    <a:pt x="211" y="60"/>
                    <a:pt x="280" y="121"/>
                  </a:cubicBezTo>
                </a:path>
              </a:pathLst>
            </a:cu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46115" name="Rectangle 24">
              <a:extLst>
                <a:ext uri="{FF2B5EF4-FFF2-40B4-BE49-F238E27FC236}">
                  <a16:creationId xmlns:a16="http://schemas.microsoft.com/office/drawing/2014/main" id="{86A950A7-12E5-4BB9-86B3-EE9FD2FB49C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05450" y="1797060"/>
              <a:ext cx="1711325" cy="1060447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tIns="72000" bIns="0"/>
            <a:lstStyle>
              <a:lvl1pPr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just">
                <a:lnSpc>
                  <a:spcPts val="1800"/>
                </a:lnSpc>
                <a:defRPr/>
              </a:pPr>
              <a:r>
                <a:rPr lang="en-US" altLang="zh-CN" i="1">
                  <a:solidFill>
                    <a:srgbClr val="000000"/>
                  </a:solidFill>
                  <a:latin typeface="Times New Roman" charset="0"/>
                </a:rPr>
                <a:t>i</a:t>
              </a:r>
              <a:r>
                <a:rPr lang="en-US" altLang="zh-CN" dirty="0">
                  <a:solidFill>
                    <a:srgbClr val="000000"/>
                  </a:solidFill>
                  <a:latin typeface="Times New Roman" charset="0"/>
                </a:rPr>
                <a:t> =</a:t>
              </a:r>
              <a:r>
                <a:rPr lang="en-US" altLang="zh-CN" i="1" dirty="0">
                  <a:solidFill>
                    <a:srgbClr val="000000"/>
                  </a:solidFill>
                  <a:latin typeface="Times New Roman" charset="0"/>
                </a:rPr>
                <a:t> </a:t>
              </a:r>
              <a:r>
                <a:rPr lang="en-US" altLang="zh-CN" i="1">
                  <a:solidFill>
                    <a:srgbClr val="000000"/>
                  </a:solidFill>
                  <a:latin typeface="Times New Roman" charset="0"/>
                </a:rPr>
                <a:t>i</a:t>
              </a:r>
              <a:r>
                <a:rPr lang="en-US" altLang="zh-CN" i="1" dirty="0">
                  <a:solidFill>
                    <a:srgbClr val="000000"/>
                  </a:solidFill>
                  <a:latin typeface="Times New Roman" charset="0"/>
                </a:rPr>
                <a:t> </a:t>
              </a:r>
              <a:r>
                <a:rPr lang="en-US" altLang="zh-CN" dirty="0">
                  <a:solidFill>
                    <a:srgbClr val="000000"/>
                  </a:solidFill>
                  <a:latin typeface="Times New Roman" charset="0"/>
                </a:rPr>
                <a:t>+ 1</a:t>
              </a:r>
              <a:endParaRPr lang="en-US" altLang="zh-CN" dirty="0">
                <a:solidFill>
                  <a:srgbClr val="0000FF"/>
                </a:solidFill>
                <a:latin typeface="Times New Roman" charset="0"/>
              </a:endParaRPr>
            </a:p>
            <a:p>
              <a:pPr algn="just">
                <a:lnSpc>
                  <a:spcPts val="1800"/>
                </a:lnSpc>
                <a:defRPr/>
              </a:pP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t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charset="0"/>
                </a:rPr>
                <a:t>2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 = </a:t>
              </a:r>
              <a:r>
                <a:rPr lang="en-US" altLang="zh-CN" i="1" dirty="0">
                  <a:solidFill>
                    <a:srgbClr val="FF0000"/>
                  </a:solidFill>
                  <a:latin typeface="Times New Roman" charset="0"/>
                </a:rPr>
                <a:t>t</a:t>
              </a:r>
              <a:r>
                <a:rPr lang="en-US" altLang="zh-CN" i="1" baseline="-25000" dirty="0">
                  <a:solidFill>
                    <a:srgbClr val="FF0000"/>
                  </a:solidFill>
                  <a:latin typeface="Times New Roman" charset="0"/>
                </a:rPr>
                <a:t>2</a:t>
              </a:r>
              <a:r>
                <a:rPr lang="en-US" altLang="zh-CN" dirty="0">
                  <a:solidFill>
                    <a:srgbClr val="FF0000"/>
                  </a:solidFill>
                  <a:latin typeface="Times New Roman" charset="0"/>
                </a:rPr>
                <a:t> </a:t>
              </a:r>
              <a:r>
                <a:rPr lang="en-US" altLang="zh-CN" dirty="0">
                  <a:solidFill>
                    <a:srgbClr val="FF0000"/>
                  </a:solidFill>
                  <a:latin typeface="宋体" charset="0"/>
                </a:rPr>
                <a:t>+</a:t>
              </a:r>
              <a:r>
                <a:rPr lang="en-US" altLang="zh-CN" dirty="0">
                  <a:solidFill>
                    <a:srgbClr val="FF0000"/>
                  </a:solidFill>
                  <a:latin typeface="Times New Roman" charset="0"/>
                </a:rPr>
                <a:t> 4</a:t>
              </a:r>
              <a:endParaRPr lang="en-US" altLang="zh-CN" i="1" dirty="0">
                <a:solidFill>
                  <a:srgbClr val="FF0000"/>
                </a:solidFill>
                <a:latin typeface="Times New Roman" charset="0"/>
              </a:endParaRPr>
            </a:p>
            <a:p>
              <a:pPr algn="just">
                <a:lnSpc>
                  <a:spcPts val="1800"/>
                </a:lnSpc>
                <a:defRPr/>
              </a:pP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t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charset="0"/>
                </a:rPr>
                <a:t>3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 =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a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[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t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charset="0"/>
                </a:rPr>
                <a:t>2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]</a:t>
              </a:r>
            </a:p>
            <a:p>
              <a:pPr algn="just">
                <a:lnSpc>
                  <a:spcPts val="1800"/>
                </a:lnSpc>
                <a:defRPr/>
              </a:pP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if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t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charset="0"/>
                </a:rPr>
                <a:t>3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 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&lt;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v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 </a:t>
              </a:r>
              <a:r>
                <a:rPr lang="en-US" altLang="zh-CN" dirty="0" err="1">
                  <a:solidFill>
                    <a:prstClr val="black"/>
                  </a:solidFill>
                  <a:latin typeface="Times New Roman" charset="0"/>
                </a:rPr>
                <a:t>goto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B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charset="0"/>
                </a:rPr>
                <a:t>2</a:t>
              </a:r>
            </a:p>
          </p:txBody>
        </p:sp>
        <p:sp>
          <p:nvSpPr>
            <p:cNvPr id="96286" name="Rectangle 25">
              <a:extLst>
                <a:ext uri="{FF2B5EF4-FFF2-40B4-BE49-F238E27FC236}">
                  <a16:creationId xmlns:a16="http://schemas.microsoft.com/office/drawing/2014/main" id="{4D9E4FA2-6922-4779-AC57-1F3A37D048E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241042" y="550877"/>
              <a:ext cx="392768" cy="2203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0" rIns="0" bIns="0"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sz="1500" i="1">
                  <a:solidFill>
                    <a:srgbClr val="000000"/>
                  </a:solidFill>
                  <a:latin typeface="Times New Roman" panose="02020603050405020304" pitchFamily="18" charset="0"/>
                </a:rPr>
                <a:t>B</a:t>
              </a:r>
              <a:r>
                <a:rPr lang="en-US" altLang="zh-CN" sz="1500" baseline="-25000">
                  <a:solidFill>
                    <a:srgbClr val="000000"/>
                  </a:solidFill>
                  <a:latin typeface="Times New Roman" panose="02020603050405020304" pitchFamily="18" charset="0"/>
                </a:rPr>
                <a:t>1</a:t>
              </a:r>
              <a:endParaRPr lang="en-US" altLang="zh-CN" sz="1500">
                <a:solidFill>
                  <a:srgbClr val="000000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96287" name="Rectangle 26">
              <a:extLst>
                <a:ext uri="{FF2B5EF4-FFF2-40B4-BE49-F238E27FC236}">
                  <a16:creationId xmlns:a16="http://schemas.microsoft.com/office/drawing/2014/main" id="{6A2442CC-D53E-4CE8-9042-2B3CE55D88D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74540" y="1741403"/>
              <a:ext cx="626049" cy="32631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sz="1500" i="1">
                  <a:solidFill>
                    <a:srgbClr val="000000"/>
                  </a:solidFill>
                  <a:latin typeface="Times New Roman" panose="02020603050405020304" pitchFamily="18" charset="0"/>
                </a:rPr>
                <a:t>B</a:t>
              </a:r>
              <a:r>
                <a:rPr lang="en-US" altLang="zh-CN" sz="1500" baseline="-25000">
                  <a:solidFill>
                    <a:srgbClr val="000000"/>
                  </a:solidFill>
                  <a:latin typeface="Times New Roman" panose="02020603050405020304" pitchFamily="18" charset="0"/>
                </a:rPr>
                <a:t>2</a:t>
              </a:r>
              <a:endParaRPr lang="en-US" altLang="zh-CN" sz="1500">
                <a:solidFill>
                  <a:srgbClr val="000000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46118" name="Rectangle 27">
              <a:extLst>
                <a:ext uri="{FF2B5EF4-FFF2-40B4-BE49-F238E27FC236}">
                  <a16:creationId xmlns:a16="http://schemas.microsoft.com/office/drawing/2014/main" id="{8E6E2DB6-D63C-4302-BF2C-6F37DDBF286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22913" y="3143256"/>
              <a:ext cx="1711325" cy="1000122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tIns="72000" bIns="0" anchor="ctr"/>
            <a:lstStyle>
              <a:lvl1pPr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just">
                <a:lnSpc>
                  <a:spcPts val="1800"/>
                </a:lnSpc>
                <a:defRPr/>
              </a:pP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j 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=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j 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  <a:sym typeface="Symbol" charset="2"/>
                </a:rPr>
                <a:t>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1</a:t>
              </a:r>
            </a:p>
            <a:p>
              <a:pPr algn="just">
                <a:lnSpc>
                  <a:spcPts val="1800"/>
                </a:lnSpc>
                <a:defRPr/>
              </a:pP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t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charset="0"/>
                </a:rPr>
                <a:t>4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 = </a:t>
              </a:r>
              <a:r>
                <a:rPr lang="en-US" altLang="zh-CN" i="1" dirty="0">
                  <a:solidFill>
                    <a:srgbClr val="FF0000"/>
                  </a:solidFill>
                  <a:latin typeface="Times New Roman" charset="0"/>
                </a:rPr>
                <a:t>t</a:t>
              </a:r>
              <a:r>
                <a:rPr lang="en-US" altLang="zh-CN" i="1" baseline="-25000" dirty="0">
                  <a:solidFill>
                    <a:srgbClr val="FF0000"/>
                  </a:solidFill>
                  <a:latin typeface="Times New Roman" charset="0"/>
                </a:rPr>
                <a:t>4 </a:t>
              </a:r>
              <a:r>
                <a:rPr lang="en-US" altLang="zh-CN" dirty="0">
                  <a:solidFill>
                    <a:srgbClr val="FF0000"/>
                  </a:solidFill>
                  <a:latin typeface="宋体" charset="0"/>
                </a:rPr>
                <a:t>- 4</a:t>
              </a:r>
              <a:endParaRPr lang="en-US" altLang="zh-CN" i="1" dirty="0">
                <a:solidFill>
                  <a:srgbClr val="FF0000"/>
                </a:solidFill>
                <a:latin typeface="Times New Roman" charset="0"/>
              </a:endParaRPr>
            </a:p>
            <a:p>
              <a:pPr algn="just">
                <a:lnSpc>
                  <a:spcPts val="1800"/>
                </a:lnSpc>
                <a:defRPr/>
              </a:pP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t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charset="0"/>
                </a:rPr>
                <a:t>5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 =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a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[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t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charset="0"/>
                </a:rPr>
                <a:t>4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]</a:t>
              </a:r>
            </a:p>
            <a:p>
              <a:pPr algn="just">
                <a:lnSpc>
                  <a:spcPts val="1800"/>
                </a:lnSpc>
                <a:defRPr/>
              </a:pP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if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t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charset="0"/>
                </a:rPr>
                <a:t>5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 &gt;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v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 </a:t>
              </a:r>
              <a:r>
                <a:rPr lang="en-US" altLang="zh-CN" dirty="0" err="1">
                  <a:solidFill>
                    <a:prstClr val="black"/>
                  </a:solidFill>
                  <a:latin typeface="Times New Roman" charset="0"/>
                </a:rPr>
                <a:t>goto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B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charset="0"/>
                </a:rPr>
                <a:t>3</a:t>
              </a:r>
            </a:p>
          </p:txBody>
        </p:sp>
        <p:sp>
          <p:nvSpPr>
            <p:cNvPr id="46119" name="Rectangle 30">
              <a:extLst>
                <a:ext uri="{FF2B5EF4-FFF2-40B4-BE49-F238E27FC236}">
                  <a16:creationId xmlns:a16="http://schemas.microsoft.com/office/drawing/2014/main" id="{FF4603FD-1672-44EA-A94E-967C80B787D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22913" y="4273553"/>
              <a:ext cx="1727200" cy="27622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90000" tIns="0" rIns="0" bIns="0"/>
            <a:lstStyle>
              <a:lvl1pPr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just">
                <a:lnSpc>
                  <a:spcPct val="96000"/>
                </a:lnSpc>
                <a:defRPr/>
              </a:pPr>
              <a:r>
                <a:rPr lang="en-US" altLang="zh-CN" dirty="0">
                  <a:solidFill>
                    <a:srgbClr val="000000"/>
                  </a:solidFill>
                  <a:latin typeface="Times New Roman" charset="0"/>
                </a:rPr>
                <a:t>if </a:t>
              </a:r>
              <a:r>
                <a:rPr lang="en-US" altLang="zh-CN" i="1">
                  <a:solidFill>
                    <a:prstClr val="black"/>
                  </a:solidFill>
                  <a:latin typeface="Times New Roman" charset="0"/>
                </a:rPr>
                <a:t>i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 &gt;=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j </a:t>
              </a:r>
              <a:r>
                <a:rPr lang="en-US" altLang="zh-CN" dirty="0" err="1">
                  <a:solidFill>
                    <a:srgbClr val="000000"/>
                  </a:solidFill>
                  <a:latin typeface="Times New Roman" charset="0"/>
                </a:rPr>
                <a:t>goto</a:t>
              </a:r>
              <a:r>
                <a:rPr lang="en-US" altLang="zh-CN" dirty="0">
                  <a:solidFill>
                    <a:srgbClr val="000000"/>
                  </a:solidFill>
                  <a:latin typeface="Times New Roman" charset="0"/>
                </a:rPr>
                <a:t> </a:t>
              </a:r>
              <a:r>
                <a:rPr lang="en-US" altLang="zh-CN" i="1" dirty="0">
                  <a:solidFill>
                    <a:srgbClr val="000000"/>
                  </a:solidFill>
                  <a:latin typeface="Times New Roman" charset="0"/>
                </a:rPr>
                <a:t>B</a:t>
              </a:r>
              <a:r>
                <a:rPr lang="en-US" altLang="zh-CN" i="1" baseline="-25000" dirty="0">
                  <a:solidFill>
                    <a:srgbClr val="000000"/>
                  </a:solidFill>
                  <a:latin typeface="Times New Roman" charset="0"/>
                </a:rPr>
                <a:t>6</a:t>
              </a:r>
            </a:p>
          </p:txBody>
        </p:sp>
        <p:sp>
          <p:nvSpPr>
            <p:cNvPr id="46120" name="Rectangle 32">
              <a:extLst>
                <a:ext uri="{FF2B5EF4-FFF2-40B4-BE49-F238E27FC236}">
                  <a16:creationId xmlns:a16="http://schemas.microsoft.com/office/drawing/2014/main" id="{C757BDC6-2ECF-414C-9128-EC30FF8B816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97513" y="4746626"/>
              <a:ext cx="784225" cy="23177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tIns="0" bIns="0"/>
            <a:lstStyle>
              <a:lvl1pPr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just">
                <a:lnSpc>
                  <a:spcPct val="96000"/>
                </a:lnSpc>
                <a:defRPr/>
              </a:pPr>
              <a:endParaRPr lang="en-US" altLang="zh-CN" sz="700" b="0" baseline="-25000">
                <a:solidFill>
                  <a:prstClr val="black"/>
                </a:solidFill>
                <a:latin typeface="Times New Roman" charset="0"/>
              </a:endParaRPr>
            </a:p>
          </p:txBody>
        </p:sp>
        <p:sp>
          <p:nvSpPr>
            <p:cNvPr id="96291" name="Rectangle 33">
              <a:extLst>
                <a:ext uri="{FF2B5EF4-FFF2-40B4-BE49-F238E27FC236}">
                  <a16:creationId xmlns:a16="http://schemas.microsoft.com/office/drawing/2014/main" id="{41CFD1E4-E258-469F-9D7B-54F196397BF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90855" y="4225716"/>
              <a:ext cx="626049" cy="32392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sz="1500" i="1">
                  <a:solidFill>
                    <a:srgbClr val="000000"/>
                  </a:solidFill>
                  <a:latin typeface="Times New Roman" panose="02020603050405020304" pitchFamily="18" charset="0"/>
                </a:rPr>
                <a:t>B</a:t>
              </a:r>
              <a:r>
                <a:rPr lang="en-US" altLang="zh-CN" sz="1500" baseline="-25000">
                  <a:solidFill>
                    <a:srgbClr val="000000"/>
                  </a:solidFill>
                  <a:latin typeface="Times New Roman" panose="02020603050405020304" pitchFamily="18" charset="0"/>
                </a:rPr>
                <a:t>4</a:t>
              </a:r>
              <a:endParaRPr lang="en-US" altLang="zh-CN" sz="1500">
                <a:solidFill>
                  <a:srgbClr val="000000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96292" name="Rectangle 34">
              <a:extLst>
                <a:ext uri="{FF2B5EF4-FFF2-40B4-BE49-F238E27FC236}">
                  <a16:creationId xmlns:a16="http://schemas.microsoft.com/office/drawing/2014/main" id="{AE3047D7-B828-424F-AC01-639419A3B21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204296" y="3071812"/>
              <a:ext cx="628429" cy="3275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sz="1500" i="1">
                  <a:solidFill>
                    <a:srgbClr val="000000"/>
                  </a:solidFill>
                  <a:latin typeface="Times New Roman" panose="02020603050405020304" pitchFamily="18" charset="0"/>
                </a:rPr>
                <a:t>B</a:t>
              </a:r>
              <a:r>
                <a:rPr lang="en-US" altLang="zh-CN" sz="1500" baseline="-25000">
                  <a:solidFill>
                    <a:srgbClr val="000000"/>
                  </a:solidFill>
                  <a:latin typeface="Times New Roman" panose="02020603050405020304" pitchFamily="18" charset="0"/>
                </a:rPr>
                <a:t>3</a:t>
              </a:r>
              <a:endParaRPr lang="en-US" altLang="zh-CN" sz="1500">
                <a:solidFill>
                  <a:srgbClr val="000000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46123" name="Rectangle 36">
              <a:extLst>
                <a:ext uri="{FF2B5EF4-FFF2-40B4-BE49-F238E27FC236}">
                  <a16:creationId xmlns:a16="http://schemas.microsoft.com/office/drawing/2014/main" id="{97213ABE-1BEE-4AF8-A68D-5ED32A9BD6F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415088" y="4746626"/>
              <a:ext cx="809625" cy="23177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tIns="0" bIns="0"/>
            <a:lstStyle>
              <a:lvl1pPr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just">
                <a:lnSpc>
                  <a:spcPct val="96000"/>
                </a:lnSpc>
                <a:defRPr/>
              </a:pPr>
              <a:endParaRPr lang="en-US" altLang="zh-CN" sz="700" b="0" baseline="-25000">
                <a:solidFill>
                  <a:prstClr val="black"/>
                </a:solidFill>
                <a:latin typeface="Times New Roman" charset="0"/>
              </a:endParaRPr>
            </a:p>
          </p:txBody>
        </p:sp>
        <p:sp>
          <p:nvSpPr>
            <p:cNvPr id="96294" name="Rectangle 39">
              <a:extLst>
                <a:ext uri="{FF2B5EF4-FFF2-40B4-BE49-F238E27FC236}">
                  <a16:creationId xmlns:a16="http://schemas.microsoft.com/office/drawing/2014/main" id="{68D81F47-2952-4ECE-9BBB-7B5BE970CBD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89666" y="4692519"/>
              <a:ext cx="627239" cy="3275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sz="1500" i="1">
                  <a:solidFill>
                    <a:srgbClr val="000000"/>
                  </a:solidFill>
                  <a:latin typeface="Times New Roman" panose="02020603050405020304" pitchFamily="18" charset="0"/>
                </a:rPr>
                <a:t>B</a:t>
              </a:r>
              <a:r>
                <a:rPr lang="en-US" altLang="zh-CN" sz="1500" baseline="-25000">
                  <a:solidFill>
                    <a:srgbClr val="000000"/>
                  </a:solidFill>
                  <a:latin typeface="Times New Roman" panose="02020603050405020304" pitchFamily="18" charset="0"/>
                </a:rPr>
                <a:t>6</a:t>
              </a:r>
              <a:endParaRPr lang="en-US" altLang="zh-CN" sz="1500">
                <a:solidFill>
                  <a:srgbClr val="000000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96295" name="Line 28">
              <a:extLst>
                <a:ext uri="{FF2B5EF4-FFF2-40B4-BE49-F238E27FC236}">
                  <a16:creationId xmlns:a16="http://schemas.microsoft.com/office/drawing/2014/main" id="{0E0E9C1A-C639-47B1-89B2-80175CFFCE2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297631" y="1558932"/>
              <a:ext cx="0" cy="239711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96296" name="Line 29">
              <a:extLst>
                <a:ext uri="{FF2B5EF4-FFF2-40B4-BE49-F238E27FC236}">
                  <a16:creationId xmlns:a16="http://schemas.microsoft.com/office/drawing/2014/main" id="{FD9F7BE9-3540-4330-A1CE-95766F5B32E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291293" y="2871789"/>
              <a:ext cx="0" cy="27146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96297" name="Line 31">
              <a:extLst>
                <a:ext uri="{FF2B5EF4-FFF2-40B4-BE49-F238E27FC236}">
                  <a16:creationId xmlns:a16="http://schemas.microsoft.com/office/drawing/2014/main" id="{1A0D2704-464A-448C-8DC9-AC86C37D207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359542" y="4135312"/>
              <a:ext cx="0" cy="169861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96298" name="Line 37">
              <a:extLst>
                <a:ext uri="{FF2B5EF4-FFF2-40B4-BE49-F238E27FC236}">
                  <a16:creationId xmlns:a16="http://schemas.microsoft.com/office/drawing/2014/main" id="{2D4B08D2-26BF-4F43-902E-A10DC6F56BE4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5802336" y="4563214"/>
              <a:ext cx="368296" cy="182561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96299" name="Line 38">
              <a:extLst>
                <a:ext uri="{FF2B5EF4-FFF2-40B4-BE49-F238E27FC236}">
                  <a16:creationId xmlns:a16="http://schemas.microsoft.com/office/drawing/2014/main" id="{0BAB3F28-CB58-43A1-90AF-07C3490F4BF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557978" y="4563214"/>
              <a:ext cx="323846" cy="182561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96300" name="Freeform 41">
              <a:extLst>
                <a:ext uri="{FF2B5EF4-FFF2-40B4-BE49-F238E27FC236}">
                  <a16:creationId xmlns:a16="http://schemas.microsoft.com/office/drawing/2014/main" id="{23512F8D-68E6-44AE-AB3E-3093FC49E8BF}"/>
                </a:ext>
              </a:extLst>
            </p:cNvPr>
            <p:cNvSpPr>
              <a:spLocks/>
            </p:cNvSpPr>
            <p:nvPr/>
          </p:nvSpPr>
          <p:spPr bwMode="auto">
            <a:xfrm>
              <a:off x="5291172" y="2928937"/>
              <a:ext cx="271460" cy="1357313"/>
            </a:xfrm>
            <a:custGeom>
              <a:avLst/>
              <a:gdLst>
                <a:gd name="T0" fmla="*/ 2147483646 w 227"/>
                <a:gd name="T1" fmla="*/ 2147483646 h 983"/>
                <a:gd name="T2" fmla="*/ 2147483646 w 227"/>
                <a:gd name="T3" fmla="*/ 2147483646 h 983"/>
                <a:gd name="T4" fmla="*/ 0 w 227"/>
                <a:gd name="T5" fmla="*/ 2147483646 h 983"/>
                <a:gd name="T6" fmla="*/ 2147483646 w 227"/>
                <a:gd name="T7" fmla="*/ 2147483646 h 983"/>
                <a:gd name="T8" fmla="*/ 2147483646 w 227"/>
                <a:gd name="T9" fmla="*/ 2147483646 h 98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27"/>
                <a:gd name="T16" fmla="*/ 0 h 983"/>
                <a:gd name="T17" fmla="*/ 227 w 227"/>
                <a:gd name="T18" fmla="*/ 983 h 98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27" h="983">
                  <a:moveTo>
                    <a:pt x="182" y="885"/>
                  </a:moveTo>
                  <a:cubicBezTo>
                    <a:pt x="129" y="934"/>
                    <a:pt x="76" y="983"/>
                    <a:pt x="46" y="930"/>
                  </a:cubicBezTo>
                  <a:cubicBezTo>
                    <a:pt x="16" y="877"/>
                    <a:pt x="0" y="711"/>
                    <a:pt x="0" y="567"/>
                  </a:cubicBezTo>
                  <a:cubicBezTo>
                    <a:pt x="0" y="423"/>
                    <a:pt x="8" y="136"/>
                    <a:pt x="46" y="68"/>
                  </a:cubicBezTo>
                  <a:cubicBezTo>
                    <a:pt x="84" y="0"/>
                    <a:pt x="155" y="79"/>
                    <a:pt x="227" y="159"/>
                  </a:cubicBezTo>
                </a:path>
              </a:pathLst>
            </a:cu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96301" name="Rectangle 16">
              <a:extLst>
                <a:ext uri="{FF2B5EF4-FFF2-40B4-BE49-F238E27FC236}">
                  <a16:creationId xmlns:a16="http://schemas.microsoft.com/office/drawing/2014/main" id="{1ADCD7E9-CAB8-4FC6-BA70-57AAD2CEEC5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48298" y="4692520"/>
              <a:ext cx="514344" cy="3254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sz="1500" i="1">
                  <a:solidFill>
                    <a:srgbClr val="000000"/>
                  </a:solidFill>
                  <a:latin typeface="Times New Roman" panose="02020603050405020304" pitchFamily="18" charset="0"/>
                </a:rPr>
                <a:t>B</a:t>
              </a:r>
              <a:r>
                <a:rPr lang="en-US" altLang="zh-CN" sz="1500" i="1" baseline="-25000">
                  <a:solidFill>
                    <a:srgbClr val="000000"/>
                  </a:solidFill>
                  <a:latin typeface="Times New Roman" panose="02020603050405020304" pitchFamily="18" charset="0"/>
                </a:rPr>
                <a:t>5</a:t>
              </a:r>
              <a:endParaRPr lang="en-US" altLang="zh-CN" sz="1500" i="1">
                <a:solidFill>
                  <a:srgbClr val="000000"/>
                </a:solidFill>
                <a:latin typeface="Times New Roman" panose="02020603050405020304" pitchFamily="18" charset="0"/>
              </a:endParaRPr>
            </a:p>
          </p:txBody>
        </p:sp>
      </p:grpSp>
      <p:sp>
        <p:nvSpPr>
          <p:cNvPr id="96260" name="Rectangle 4">
            <a:extLst>
              <a:ext uri="{FF2B5EF4-FFF2-40B4-BE49-F238E27FC236}">
                <a16:creationId xmlns:a16="http://schemas.microsoft.com/office/drawing/2014/main" id="{B4A313E2-532C-4F5E-93EF-1FAA323C6E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例</a:t>
            </a:r>
          </a:p>
        </p:txBody>
      </p:sp>
      <p:grpSp>
        <p:nvGrpSpPr>
          <p:cNvPr id="96261" name="组合 2">
            <a:extLst>
              <a:ext uri="{FF2B5EF4-FFF2-40B4-BE49-F238E27FC236}">
                <a16:creationId xmlns:a16="http://schemas.microsoft.com/office/drawing/2014/main" id="{0BABE739-50D4-4FB6-9B04-15326BCCFA52}"/>
              </a:ext>
            </a:extLst>
          </p:cNvPr>
          <p:cNvGrpSpPr>
            <a:grpSpLocks/>
          </p:cNvGrpSpPr>
          <p:nvPr/>
        </p:nvGrpSpPr>
        <p:grpSpPr bwMode="auto">
          <a:xfrm>
            <a:off x="1403350" y="531813"/>
            <a:ext cx="2863850" cy="4592637"/>
            <a:chOff x="1403648" y="531480"/>
            <a:chExt cx="2863654" cy="4592624"/>
          </a:xfrm>
        </p:grpSpPr>
        <p:sp>
          <p:nvSpPr>
            <p:cNvPr id="96262" name="Freeform 42">
              <a:extLst>
                <a:ext uri="{FF2B5EF4-FFF2-40B4-BE49-F238E27FC236}">
                  <a16:creationId xmlns:a16="http://schemas.microsoft.com/office/drawing/2014/main" id="{8A01C66E-D344-46C0-97AA-78272224E4E0}"/>
                </a:ext>
              </a:extLst>
            </p:cNvPr>
            <p:cNvSpPr>
              <a:spLocks/>
            </p:cNvSpPr>
            <p:nvPr/>
          </p:nvSpPr>
          <p:spPr bwMode="auto">
            <a:xfrm>
              <a:off x="1403648" y="1195041"/>
              <a:ext cx="746127" cy="3929063"/>
            </a:xfrm>
            <a:custGeom>
              <a:avLst/>
              <a:gdLst>
                <a:gd name="T0" fmla="*/ 2147483646 w 627"/>
                <a:gd name="T1" fmla="*/ 2147483646 h 3190"/>
                <a:gd name="T2" fmla="*/ 2147483646 w 627"/>
                <a:gd name="T3" fmla="*/ 2147483646 h 3190"/>
                <a:gd name="T4" fmla="*/ 2147483646 w 627"/>
                <a:gd name="T5" fmla="*/ 2147483646 h 3190"/>
                <a:gd name="T6" fmla="*/ 2147483646 w 627"/>
                <a:gd name="T7" fmla="*/ 2147483646 h 3190"/>
                <a:gd name="T8" fmla="*/ 2147483646 w 627"/>
                <a:gd name="T9" fmla="*/ 2147483646 h 319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627"/>
                <a:gd name="T16" fmla="*/ 0 h 3190"/>
                <a:gd name="T17" fmla="*/ 627 w 627"/>
                <a:gd name="T18" fmla="*/ 3190 h 319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627" h="3190">
                  <a:moveTo>
                    <a:pt x="491" y="2994"/>
                  </a:moveTo>
                  <a:cubicBezTo>
                    <a:pt x="430" y="3092"/>
                    <a:pt x="369" y="3190"/>
                    <a:pt x="309" y="3130"/>
                  </a:cubicBezTo>
                  <a:cubicBezTo>
                    <a:pt x="249" y="3070"/>
                    <a:pt x="166" y="3092"/>
                    <a:pt x="128" y="2631"/>
                  </a:cubicBezTo>
                  <a:cubicBezTo>
                    <a:pt x="90" y="2170"/>
                    <a:pt x="0" y="726"/>
                    <a:pt x="83" y="363"/>
                  </a:cubicBezTo>
                  <a:cubicBezTo>
                    <a:pt x="166" y="0"/>
                    <a:pt x="396" y="227"/>
                    <a:pt x="627" y="454"/>
                  </a:cubicBezTo>
                </a:path>
              </a:pathLst>
            </a:cu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96263" name="Freeform 40">
              <a:extLst>
                <a:ext uri="{FF2B5EF4-FFF2-40B4-BE49-F238E27FC236}">
                  <a16:creationId xmlns:a16="http://schemas.microsoft.com/office/drawing/2014/main" id="{60E45B86-87B3-47D0-A80D-42FC8E6D604A}"/>
                </a:ext>
              </a:extLst>
            </p:cNvPr>
            <p:cNvSpPr>
              <a:spLocks/>
            </p:cNvSpPr>
            <p:nvPr/>
          </p:nvSpPr>
          <p:spPr bwMode="auto">
            <a:xfrm>
              <a:off x="1652683" y="1623666"/>
              <a:ext cx="385763" cy="1357313"/>
            </a:xfrm>
            <a:custGeom>
              <a:avLst/>
              <a:gdLst>
                <a:gd name="T0" fmla="*/ 2147483646 w 325"/>
                <a:gd name="T1" fmla="*/ 2147483646 h 983"/>
                <a:gd name="T2" fmla="*/ 2147483646 w 325"/>
                <a:gd name="T3" fmla="*/ 2147483646 h 983"/>
                <a:gd name="T4" fmla="*/ 2147483646 w 325"/>
                <a:gd name="T5" fmla="*/ 2147483646 h 983"/>
                <a:gd name="T6" fmla="*/ 2147483646 w 325"/>
                <a:gd name="T7" fmla="*/ 2147483646 h 983"/>
                <a:gd name="T8" fmla="*/ 2147483646 w 325"/>
                <a:gd name="T9" fmla="*/ 2147483646 h 98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5"/>
                <a:gd name="T16" fmla="*/ 0 h 983"/>
                <a:gd name="T17" fmla="*/ 325 w 325"/>
                <a:gd name="T18" fmla="*/ 983 h 98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5" h="983">
                  <a:moveTo>
                    <a:pt x="325" y="847"/>
                  </a:moveTo>
                  <a:cubicBezTo>
                    <a:pt x="215" y="915"/>
                    <a:pt x="106" y="983"/>
                    <a:pt x="53" y="938"/>
                  </a:cubicBezTo>
                  <a:cubicBezTo>
                    <a:pt x="0" y="893"/>
                    <a:pt x="1" y="719"/>
                    <a:pt x="8" y="575"/>
                  </a:cubicBezTo>
                  <a:cubicBezTo>
                    <a:pt x="15" y="431"/>
                    <a:pt x="53" y="152"/>
                    <a:pt x="98" y="76"/>
                  </a:cubicBezTo>
                  <a:cubicBezTo>
                    <a:pt x="143" y="0"/>
                    <a:pt x="211" y="60"/>
                    <a:pt x="280" y="121"/>
                  </a:cubicBezTo>
                </a:path>
              </a:pathLst>
            </a:cu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77" name="Rectangle 23">
              <a:extLst>
                <a:ext uri="{FF2B5EF4-FFF2-40B4-BE49-F238E27FC236}">
                  <a16:creationId xmlns:a16="http://schemas.microsoft.com/office/drawing/2014/main" id="{B34D78C4-2FA4-4034-B642-336CA559716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48124" y="539417"/>
              <a:ext cx="1693746" cy="998535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tIns="36000" bIns="0"/>
            <a:lstStyle>
              <a:lvl1pPr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just">
                <a:lnSpc>
                  <a:spcPts val="1800"/>
                </a:lnSpc>
                <a:defRPr/>
              </a:pPr>
              <a:r>
                <a:rPr lang="en-US" altLang="zh-CN" i="1">
                  <a:solidFill>
                    <a:prstClr val="black"/>
                  </a:solidFill>
                  <a:latin typeface="Times New Roman" charset="0"/>
                </a:rPr>
                <a:t>i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 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=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 m 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  <a:sym typeface="Symbol" charset="2"/>
                </a:rPr>
                <a:t>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1</a:t>
              </a:r>
            </a:p>
            <a:p>
              <a:pPr algn="just">
                <a:lnSpc>
                  <a:spcPts val="1800"/>
                </a:lnSpc>
                <a:defRPr/>
              </a:pP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j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 =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 n</a:t>
              </a:r>
            </a:p>
            <a:p>
              <a:pPr algn="just">
                <a:lnSpc>
                  <a:spcPts val="1800"/>
                </a:lnSpc>
                <a:defRPr/>
              </a:pP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t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charset="0"/>
                </a:rPr>
                <a:t>1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 = 4 *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n</a:t>
              </a:r>
            </a:p>
            <a:p>
              <a:pPr algn="just">
                <a:lnSpc>
                  <a:spcPts val="1800"/>
                </a:lnSpc>
                <a:defRPr/>
              </a:pP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v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 =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a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[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t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charset="0"/>
                </a:rPr>
                <a:t>1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]</a:t>
              </a:r>
            </a:p>
          </p:txBody>
        </p:sp>
        <p:sp>
          <p:nvSpPr>
            <p:cNvPr id="78" name="Rectangle 24">
              <a:extLst>
                <a:ext uri="{FF2B5EF4-FFF2-40B4-BE49-F238E27FC236}">
                  <a16:creationId xmlns:a16="http://schemas.microsoft.com/office/drawing/2014/main" id="{77A0E850-A790-4C9F-B8EA-2781ED3D360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40186" y="1777663"/>
              <a:ext cx="1711208" cy="1060447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tIns="72000" bIns="0"/>
            <a:lstStyle>
              <a:lvl1pPr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just">
                <a:lnSpc>
                  <a:spcPts val="1800"/>
                </a:lnSpc>
                <a:defRPr/>
              </a:pPr>
              <a:r>
                <a:rPr lang="en-US" altLang="zh-CN" i="1">
                  <a:solidFill>
                    <a:srgbClr val="0000FF"/>
                  </a:solidFill>
                  <a:latin typeface="Times New Roman" charset="0"/>
                  <a:ea typeface="宋体" panose="02010600030101010101" pitchFamily="2" charset="-122"/>
                </a:rPr>
                <a:t>i</a:t>
              </a:r>
              <a:r>
                <a:rPr lang="en-US" altLang="zh-CN" dirty="0">
                  <a:solidFill>
                    <a:srgbClr val="0000FF"/>
                  </a:solidFill>
                  <a:latin typeface="Times New Roman" charset="0"/>
                  <a:ea typeface="宋体" panose="02010600030101010101" pitchFamily="2" charset="-122"/>
                </a:rPr>
                <a:t> =</a:t>
              </a:r>
              <a:r>
                <a:rPr lang="en-US" altLang="zh-CN" i="1" dirty="0">
                  <a:solidFill>
                    <a:srgbClr val="0000FF"/>
                  </a:solidFill>
                  <a:latin typeface="Times New Roman" charset="0"/>
                  <a:ea typeface="宋体" panose="02010600030101010101" pitchFamily="2" charset="-122"/>
                </a:rPr>
                <a:t> </a:t>
              </a:r>
              <a:r>
                <a:rPr lang="en-US" altLang="zh-CN" i="1">
                  <a:solidFill>
                    <a:srgbClr val="0000FF"/>
                  </a:solidFill>
                  <a:latin typeface="Times New Roman" charset="0"/>
                  <a:ea typeface="宋体" panose="02010600030101010101" pitchFamily="2" charset="-122"/>
                </a:rPr>
                <a:t>i</a:t>
              </a:r>
              <a:r>
                <a:rPr lang="en-US" altLang="zh-CN" i="1" dirty="0">
                  <a:solidFill>
                    <a:srgbClr val="0000FF"/>
                  </a:solidFill>
                  <a:latin typeface="Times New Roman" charset="0"/>
                  <a:ea typeface="宋体" panose="02010600030101010101" pitchFamily="2" charset="-122"/>
                </a:rPr>
                <a:t> </a:t>
              </a:r>
              <a:r>
                <a:rPr lang="en-US" altLang="zh-CN" dirty="0">
                  <a:solidFill>
                    <a:srgbClr val="0000FF"/>
                  </a:solidFill>
                  <a:latin typeface="Times New Roman" charset="0"/>
                  <a:ea typeface="宋体" panose="02010600030101010101" pitchFamily="2" charset="-122"/>
                </a:rPr>
                <a:t>+ 1</a:t>
              </a:r>
            </a:p>
            <a:p>
              <a:pPr algn="just">
                <a:lnSpc>
                  <a:spcPts val="1800"/>
                </a:lnSpc>
                <a:defRPr/>
              </a:pPr>
              <a:r>
                <a:rPr lang="en-US" altLang="zh-CN" i="1" dirty="0">
                  <a:solidFill>
                    <a:srgbClr val="0000FF"/>
                  </a:solidFill>
                  <a:latin typeface="Times New Roman" charset="0"/>
                  <a:ea typeface="宋体" panose="02010600030101010101" pitchFamily="2" charset="-122"/>
                </a:rPr>
                <a:t>t</a:t>
              </a:r>
              <a:r>
                <a:rPr lang="en-US" altLang="zh-CN" i="1" baseline="-25000" dirty="0">
                  <a:solidFill>
                    <a:srgbClr val="0000FF"/>
                  </a:solidFill>
                  <a:latin typeface="Times New Roman" charset="0"/>
                  <a:ea typeface="宋体" panose="02010600030101010101" pitchFamily="2" charset="-122"/>
                </a:rPr>
                <a:t>2</a:t>
              </a:r>
              <a:r>
                <a:rPr lang="en-US" altLang="zh-CN" dirty="0">
                  <a:solidFill>
                    <a:srgbClr val="0000FF"/>
                  </a:solidFill>
                  <a:latin typeface="Times New Roman" charset="0"/>
                  <a:ea typeface="宋体" panose="02010600030101010101" pitchFamily="2" charset="-122"/>
                </a:rPr>
                <a:t> = 4 * </a:t>
              </a:r>
              <a:r>
                <a:rPr lang="en-US" altLang="zh-CN" i="1">
                  <a:solidFill>
                    <a:srgbClr val="0000FF"/>
                  </a:solidFill>
                  <a:latin typeface="Times New Roman" charset="0"/>
                  <a:ea typeface="宋体" panose="02010600030101010101" pitchFamily="2" charset="-122"/>
                </a:rPr>
                <a:t>i</a:t>
              </a:r>
              <a:endParaRPr lang="en-US" altLang="zh-CN" i="1" dirty="0">
                <a:solidFill>
                  <a:srgbClr val="0000FF"/>
                </a:solidFill>
                <a:latin typeface="Times New Roman" charset="0"/>
                <a:ea typeface="宋体" panose="02010600030101010101" pitchFamily="2" charset="-122"/>
              </a:endParaRPr>
            </a:p>
            <a:p>
              <a:pPr algn="just">
                <a:lnSpc>
                  <a:spcPts val="1800"/>
                </a:lnSpc>
                <a:defRPr/>
              </a:pP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t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charset="0"/>
                </a:rPr>
                <a:t>3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 =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a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[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t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charset="0"/>
                </a:rPr>
                <a:t>2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]</a:t>
              </a:r>
            </a:p>
            <a:p>
              <a:pPr algn="just">
                <a:lnSpc>
                  <a:spcPts val="1800"/>
                </a:lnSpc>
                <a:defRPr/>
              </a:pP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if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t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charset="0"/>
                </a:rPr>
                <a:t>3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 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&lt;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v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 </a:t>
              </a:r>
              <a:r>
                <a:rPr lang="en-US" altLang="zh-CN" dirty="0" err="1">
                  <a:solidFill>
                    <a:prstClr val="black"/>
                  </a:solidFill>
                  <a:latin typeface="Times New Roman" charset="0"/>
                </a:rPr>
                <a:t>goto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B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charset="0"/>
                </a:rPr>
                <a:t>2</a:t>
              </a:r>
            </a:p>
          </p:txBody>
        </p:sp>
        <p:sp>
          <p:nvSpPr>
            <p:cNvPr id="96266" name="Rectangle 25">
              <a:extLst>
                <a:ext uri="{FF2B5EF4-FFF2-40B4-BE49-F238E27FC236}">
                  <a16:creationId xmlns:a16="http://schemas.microsoft.com/office/drawing/2014/main" id="{B28EEFC0-65A9-420D-8F8D-CD784570B47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75611" y="531480"/>
              <a:ext cx="392774" cy="2203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0" rIns="0" bIns="0"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sz="1500" i="1">
                  <a:solidFill>
                    <a:srgbClr val="000000"/>
                  </a:solidFill>
                  <a:latin typeface="Times New Roman" panose="02020603050405020304" pitchFamily="18" charset="0"/>
                </a:rPr>
                <a:t>B</a:t>
              </a:r>
              <a:r>
                <a:rPr lang="en-US" altLang="zh-CN" sz="1500" baseline="-25000">
                  <a:solidFill>
                    <a:srgbClr val="000000"/>
                  </a:solidFill>
                  <a:latin typeface="Times New Roman" panose="02020603050405020304" pitchFamily="18" charset="0"/>
                </a:rPr>
                <a:t>1</a:t>
              </a:r>
              <a:endParaRPr lang="en-US" altLang="zh-CN" sz="1500">
                <a:solidFill>
                  <a:srgbClr val="000000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96267" name="Rectangle 26">
              <a:extLst>
                <a:ext uri="{FF2B5EF4-FFF2-40B4-BE49-F238E27FC236}">
                  <a16:creationId xmlns:a16="http://schemas.microsoft.com/office/drawing/2014/main" id="{5F1759AD-D931-4228-A963-36C241B2A64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09108" y="1722006"/>
              <a:ext cx="626058" cy="32631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sz="1500" i="1">
                  <a:solidFill>
                    <a:srgbClr val="000000"/>
                  </a:solidFill>
                  <a:latin typeface="Times New Roman" panose="02020603050405020304" pitchFamily="18" charset="0"/>
                </a:rPr>
                <a:t>B</a:t>
              </a:r>
              <a:r>
                <a:rPr lang="en-US" altLang="zh-CN" sz="1500" baseline="-25000">
                  <a:solidFill>
                    <a:srgbClr val="000000"/>
                  </a:solidFill>
                  <a:latin typeface="Times New Roman" panose="02020603050405020304" pitchFamily="18" charset="0"/>
                </a:rPr>
                <a:t>2</a:t>
              </a:r>
              <a:endParaRPr lang="en-US" altLang="zh-CN" sz="1500">
                <a:solidFill>
                  <a:srgbClr val="000000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81" name="Rectangle 27">
              <a:extLst>
                <a:ext uri="{FF2B5EF4-FFF2-40B4-BE49-F238E27FC236}">
                  <a16:creationId xmlns:a16="http://schemas.microsoft.com/office/drawing/2014/main" id="{EF81933A-92CC-4B6E-8B07-46250938519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57648" y="3123860"/>
              <a:ext cx="1711208" cy="1000122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tIns="72000" bIns="0" anchor="ctr"/>
            <a:lstStyle>
              <a:lvl1pPr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just">
                <a:lnSpc>
                  <a:spcPts val="1800"/>
                </a:lnSpc>
                <a:defRPr/>
              </a:pPr>
              <a:r>
                <a:rPr lang="en-US" altLang="zh-CN" i="1" dirty="0">
                  <a:solidFill>
                    <a:srgbClr val="0000FF"/>
                  </a:solidFill>
                  <a:latin typeface="Times New Roman" charset="0"/>
                  <a:ea typeface="宋体" panose="02010600030101010101" pitchFamily="2" charset="-122"/>
                </a:rPr>
                <a:t>j </a:t>
              </a:r>
              <a:r>
                <a:rPr lang="en-US" altLang="zh-CN" dirty="0">
                  <a:solidFill>
                    <a:srgbClr val="0000FF"/>
                  </a:solidFill>
                  <a:latin typeface="Times New Roman" charset="0"/>
                  <a:ea typeface="宋体" panose="02010600030101010101" pitchFamily="2" charset="-122"/>
                </a:rPr>
                <a:t>= </a:t>
              </a:r>
              <a:r>
                <a:rPr lang="en-US" altLang="zh-CN" i="1" dirty="0">
                  <a:solidFill>
                    <a:srgbClr val="0000FF"/>
                  </a:solidFill>
                  <a:latin typeface="Times New Roman" charset="0"/>
                  <a:ea typeface="宋体" panose="02010600030101010101" pitchFamily="2" charset="-122"/>
                </a:rPr>
                <a:t>j </a:t>
              </a:r>
              <a:r>
                <a:rPr lang="en-US" altLang="zh-CN" dirty="0">
                  <a:solidFill>
                    <a:srgbClr val="0000FF"/>
                  </a:solidFill>
                  <a:latin typeface="Times New Roman" charset="0"/>
                  <a:ea typeface="宋体" panose="02010600030101010101" pitchFamily="2" charset="-122"/>
                  <a:sym typeface="Symbol" charset="2"/>
                </a:rPr>
                <a:t></a:t>
              </a:r>
              <a:r>
                <a:rPr lang="en-US" altLang="zh-CN" dirty="0">
                  <a:solidFill>
                    <a:srgbClr val="0000FF"/>
                  </a:solidFill>
                  <a:latin typeface="Times New Roman" charset="0"/>
                  <a:ea typeface="宋体" panose="02010600030101010101" pitchFamily="2" charset="-122"/>
                </a:rPr>
                <a:t>1</a:t>
              </a:r>
            </a:p>
            <a:p>
              <a:pPr algn="just">
                <a:lnSpc>
                  <a:spcPts val="1800"/>
                </a:lnSpc>
                <a:defRPr/>
              </a:pPr>
              <a:r>
                <a:rPr lang="en-US" altLang="zh-CN" i="1" dirty="0">
                  <a:solidFill>
                    <a:srgbClr val="0000FF"/>
                  </a:solidFill>
                  <a:latin typeface="Times New Roman" charset="0"/>
                  <a:ea typeface="宋体" panose="02010600030101010101" pitchFamily="2" charset="-122"/>
                </a:rPr>
                <a:t>t</a:t>
              </a:r>
              <a:r>
                <a:rPr lang="en-US" altLang="zh-CN" i="1" baseline="-25000" dirty="0">
                  <a:solidFill>
                    <a:srgbClr val="0000FF"/>
                  </a:solidFill>
                  <a:latin typeface="Times New Roman" charset="0"/>
                  <a:ea typeface="宋体" panose="02010600030101010101" pitchFamily="2" charset="-122"/>
                </a:rPr>
                <a:t>4</a:t>
              </a:r>
              <a:r>
                <a:rPr lang="en-US" altLang="zh-CN" i="1" dirty="0">
                  <a:solidFill>
                    <a:srgbClr val="0000FF"/>
                  </a:solidFill>
                  <a:latin typeface="Times New Roman" charset="0"/>
                  <a:ea typeface="宋体" panose="02010600030101010101" pitchFamily="2" charset="-122"/>
                </a:rPr>
                <a:t> </a:t>
              </a:r>
              <a:r>
                <a:rPr lang="en-US" altLang="zh-CN" dirty="0">
                  <a:solidFill>
                    <a:srgbClr val="0000FF"/>
                  </a:solidFill>
                  <a:latin typeface="Times New Roman" charset="0"/>
                  <a:ea typeface="宋体" panose="02010600030101010101" pitchFamily="2" charset="-122"/>
                </a:rPr>
                <a:t>= 4 *</a:t>
              </a:r>
              <a:r>
                <a:rPr lang="en-US" altLang="zh-CN" i="1" dirty="0">
                  <a:solidFill>
                    <a:srgbClr val="0000FF"/>
                  </a:solidFill>
                  <a:latin typeface="Times New Roman" charset="0"/>
                  <a:ea typeface="宋体" panose="02010600030101010101" pitchFamily="2" charset="-122"/>
                </a:rPr>
                <a:t> j</a:t>
              </a:r>
            </a:p>
            <a:p>
              <a:pPr algn="just">
                <a:lnSpc>
                  <a:spcPts val="1800"/>
                </a:lnSpc>
                <a:defRPr/>
              </a:pP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t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charset="0"/>
                </a:rPr>
                <a:t>5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 =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a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[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t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charset="0"/>
                </a:rPr>
                <a:t>4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]</a:t>
              </a:r>
            </a:p>
            <a:p>
              <a:pPr algn="just">
                <a:lnSpc>
                  <a:spcPts val="1800"/>
                </a:lnSpc>
                <a:defRPr/>
              </a:pP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if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t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charset="0"/>
                </a:rPr>
                <a:t>5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 &gt;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v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 </a:t>
              </a:r>
              <a:r>
                <a:rPr lang="en-US" altLang="zh-CN" dirty="0" err="1">
                  <a:solidFill>
                    <a:prstClr val="black"/>
                  </a:solidFill>
                  <a:latin typeface="Times New Roman" charset="0"/>
                </a:rPr>
                <a:t>goto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B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charset="0"/>
                </a:rPr>
                <a:t>3</a:t>
              </a:r>
            </a:p>
          </p:txBody>
        </p:sp>
        <p:sp>
          <p:nvSpPr>
            <p:cNvPr id="82" name="Rectangle 30">
              <a:extLst>
                <a:ext uri="{FF2B5EF4-FFF2-40B4-BE49-F238E27FC236}">
                  <a16:creationId xmlns:a16="http://schemas.microsoft.com/office/drawing/2014/main" id="{A58AFC35-CADA-426E-A8F1-A16E29ABBB9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57648" y="4254156"/>
              <a:ext cx="1727082" cy="27622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90000" tIns="0" rIns="0" bIns="0"/>
            <a:lstStyle>
              <a:lvl1pPr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just">
                <a:lnSpc>
                  <a:spcPct val="96000"/>
                </a:lnSpc>
                <a:defRPr/>
              </a:pPr>
              <a:r>
                <a:rPr lang="en-US" altLang="zh-CN" dirty="0">
                  <a:solidFill>
                    <a:srgbClr val="000000"/>
                  </a:solidFill>
                  <a:latin typeface="Times New Roman" charset="0"/>
                </a:rPr>
                <a:t>if </a:t>
              </a:r>
              <a:r>
                <a:rPr lang="en-US" altLang="zh-CN" i="1">
                  <a:solidFill>
                    <a:prstClr val="black"/>
                  </a:solidFill>
                  <a:latin typeface="Times New Roman" charset="0"/>
                </a:rPr>
                <a:t>i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 &gt;=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j </a:t>
              </a:r>
              <a:r>
                <a:rPr lang="en-US" altLang="zh-CN" dirty="0" err="1">
                  <a:solidFill>
                    <a:srgbClr val="000000"/>
                  </a:solidFill>
                  <a:latin typeface="Times New Roman" charset="0"/>
                </a:rPr>
                <a:t>goto</a:t>
              </a:r>
              <a:r>
                <a:rPr lang="en-US" altLang="zh-CN" dirty="0">
                  <a:solidFill>
                    <a:srgbClr val="000000"/>
                  </a:solidFill>
                  <a:latin typeface="Times New Roman" charset="0"/>
                </a:rPr>
                <a:t> </a:t>
              </a:r>
              <a:r>
                <a:rPr lang="en-US" altLang="zh-CN" i="1" dirty="0">
                  <a:solidFill>
                    <a:srgbClr val="000000"/>
                  </a:solidFill>
                  <a:latin typeface="Times New Roman" charset="0"/>
                </a:rPr>
                <a:t>B</a:t>
              </a:r>
              <a:r>
                <a:rPr lang="en-US" altLang="zh-CN" i="1" baseline="-25000" dirty="0">
                  <a:solidFill>
                    <a:srgbClr val="000000"/>
                  </a:solidFill>
                  <a:latin typeface="Times New Roman" charset="0"/>
                </a:rPr>
                <a:t>6</a:t>
              </a:r>
            </a:p>
          </p:txBody>
        </p:sp>
        <p:sp>
          <p:nvSpPr>
            <p:cNvPr id="83" name="Rectangle 32">
              <a:extLst>
                <a:ext uri="{FF2B5EF4-FFF2-40B4-BE49-F238E27FC236}">
                  <a16:creationId xmlns:a16="http://schemas.microsoft.com/office/drawing/2014/main" id="{507E0549-8584-4D54-97ED-4FFA630AD7A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2250" y="4727230"/>
              <a:ext cx="784171" cy="23177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tIns="0" bIns="0"/>
            <a:lstStyle>
              <a:lvl1pPr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just">
                <a:lnSpc>
                  <a:spcPct val="96000"/>
                </a:lnSpc>
                <a:defRPr/>
              </a:pPr>
              <a:endParaRPr lang="en-US" altLang="zh-CN" sz="700" b="0" baseline="-25000">
                <a:solidFill>
                  <a:prstClr val="black"/>
                </a:solidFill>
                <a:latin typeface="Times New Roman" charset="0"/>
              </a:endParaRPr>
            </a:p>
          </p:txBody>
        </p:sp>
        <p:sp>
          <p:nvSpPr>
            <p:cNvPr id="96271" name="Rectangle 33">
              <a:extLst>
                <a:ext uri="{FF2B5EF4-FFF2-40B4-BE49-F238E27FC236}">
                  <a16:creationId xmlns:a16="http://schemas.microsoft.com/office/drawing/2014/main" id="{8F6AFC18-9960-4F09-A248-1308F9BBE08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25423" y="4206320"/>
              <a:ext cx="626058" cy="32392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sz="1500" i="1">
                  <a:solidFill>
                    <a:srgbClr val="000000"/>
                  </a:solidFill>
                  <a:latin typeface="Times New Roman" panose="02020603050405020304" pitchFamily="18" charset="0"/>
                </a:rPr>
                <a:t>B</a:t>
              </a:r>
              <a:r>
                <a:rPr lang="en-US" altLang="zh-CN" sz="1500" baseline="-25000">
                  <a:solidFill>
                    <a:srgbClr val="000000"/>
                  </a:solidFill>
                  <a:latin typeface="Times New Roman" panose="02020603050405020304" pitchFamily="18" charset="0"/>
                </a:rPr>
                <a:t>4</a:t>
              </a:r>
              <a:endParaRPr lang="en-US" altLang="zh-CN" sz="1500">
                <a:solidFill>
                  <a:srgbClr val="000000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96272" name="Rectangle 34">
              <a:extLst>
                <a:ext uri="{FF2B5EF4-FFF2-40B4-BE49-F238E27FC236}">
                  <a16:creationId xmlns:a16="http://schemas.microsoft.com/office/drawing/2014/main" id="{2FE29D24-90BC-4A27-97E6-941CFBEEFEE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38864" y="3052416"/>
              <a:ext cx="628438" cy="3275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sz="1500" i="1">
                  <a:solidFill>
                    <a:srgbClr val="000000"/>
                  </a:solidFill>
                  <a:latin typeface="Times New Roman" panose="02020603050405020304" pitchFamily="18" charset="0"/>
                </a:rPr>
                <a:t>B</a:t>
              </a:r>
              <a:r>
                <a:rPr lang="en-US" altLang="zh-CN" sz="1500" baseline="-25000">
                  <a:solidFill>
                    <a:srgbClr val="000000"/>
                  </a:solidFill>
                  <a:latin typeface="Times New Roman" panose="02020603050405020304" pitchFamily="18" charset="0"/>
                </a:rPr>
                <a:t>3</a:t>
              </a:r>
              <a:endParaRPr lang="en-US" altLang="zh-CN" sz="1500">
                <a:solidFill>
                  <a:srgbClr val="000000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86" name="Rectangle 36">
              <a:extLst>
                <a:ext uri="{FF2B5EF4-FFF2-40B4-BE49-F238E27FC236}">
                  <a16:creationId xmlns:a16="http://schemas.microsoft.com/office/drawing/2014/main" id="{F6300EDB-AD51-4BE3-9E3B-6D51363F1E4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49762" y="4727230"/>
              <a:ext cx="809570" cy="23177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tIns="0" bIns="0"/>
            <a:lstStyle>
              <a:lvl1pPr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just">
                <a:lnSpc>
                  <a:spcPct val="96000"/>
                </a:lnSpc>
                <a:defRPr/>
              </a:pPr>
              <a:endParaRPr lang="en-US" altLang="zh-CN" sz="700" b="0" baseline="-25000">
                <a:solidFill>
                  <a:prstClr val="black"/>
                </a:solidFill>
                <a:latin typeface="Times New Roman" charset="0"/>
              </a:endParaRPr>
            </a:p>
          </p:txBody>
        </p:sp>
        <p:sp>
          <p:nvSpPr>
            <p:cNvPr id="96274" name="Rectangle 39">
              <a:extLst>
                <a:ext uri="{FF2B5EF4-FFF2-40B4-BE49-F238E27FC236}">
                  <a16:creationId xmlns:a16="http://schemas.microsoft.com/office/drawing/2014/main" id="{A3595DD5-19AA-4ECD-99A7-53E940545FF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24234" y="4673123"/>
              <a:ext cx="627248" cy="3275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sz="1500" i="1">
                  <a:solidFill>
                    <a:srgbClr val="000000"/>
                  </a:solidFill>
                  <a:latin typeface="Times New Roman" panose="02020603050405020304" pitchFamily="18" charset="0"/>
                </a:rPr>
                <a:t>B</a:t>
              </a:r>
              <a:r>
                <a:rPr lang="en-US" altLang="zh-CN" sz="1500" baseline="-25000">
                  <a:solidFill>
                    <a:srgbClr val="000000"/>
                  </a:solidFill>
                  <a:latin typeface="Times New Roman" panose="02020603050405020304" pitchFamily="18" charset="0"/>
                </a:rPr>
                <a:t>6</a:t>
              </a:r>
              <a:endParaRPr lang="en-US" altLang="zh-CN" sz="1500">
                <a:solidFill>
                  <a:srgbClr val="000000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96275" name="Line 28">
              <a:extLst>
                <a:ext uri="{FF2B5EF4-FFF2-40B4-BE49-F238E27FC236}">
                  <a16:creationId xmlns:a16="http://schemas.microsoft.com/office/drawing/2014/main" id="{BB186860-A3D1-41C2-BD82-7AAFE7F1483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732186" y="1539535"/>
              <a:ext cx="0" cy="239711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96276" name="Line 29">
              <a:extLst>
                <a:ext uri="{FF2B5EF4-FFF2-40B4-BE49-F238E27FC236}">
                  <a16:creationId xmlns:a16="http://schemas.microsoft.com/office/drawing/2014/main" id="{C4A3B311-E19F-4F6D-8B2F-72D22E2D961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725848" y="2852393"/>
              <a:ext cx="0" cy="27146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96277" name="Line 31">
              <a:extLst>
                <a:ext uri="{FF2B5EF4-FFF2-40B4-BE49-F238E27FC236}">
                  <a16:creationId xmlns:a16="http://schemas.microsoft.com/office/drawing/2014/main" id="{397BAF15-5201-4CE9-AF09-37DB25F3E6B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794098" y="4115916"/>
              <a:ext cx="0" cy="169861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96278" name="Line 37">
              <a:extLst>
                <a:ext uri="{FF2B5EF4-FFF2-40B4-BE49-F238E27FC236}">
                  <a16:creationId xmlns:a16="http://schemas.microsoft.com/office/drawing/2014/main" id="{FA89F4AA-1499-45AB-AB6E-36E03D388352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236884" y="4543818"/>
              <a:ext cx="368301" cy="182561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96279" name="Line 38">
              <a:extLst>
                <a:ext uri="{FF2B5EF4-FFF2-40B4-BE49-F238E27FC236}">
                  <a16:creationId xmlns:a16="http://schemas.microsoft.com/office/drawing/2014/main" id="{BB1CE34B-1262-4E8F-A5D5-3837A7DB149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92537" y="4543818"/>
              <a:ext cx="323851" cy="182561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96280" name="Freeform 41">
              <a:extLst>
                <a:ext uri="{FF2B5EF4-FFF2-40B4-BE49-F238E27FC236}">
                  <a16:creationId xmlns:a16="http://schemas.microsoft.com/office/drawing/2014/main" id="{FD2B70E4-4515-423B-B0AA-209D8BC74618}"/>
                </a:ext>
              </a:extLst>
            </p:cNvPr>
            <p:cNvSpPr>
              <a:spLocks/>
            </p:cNvSpPr>
            <p:nvPr/>
          </p:nvSpPr>
          <p:spPr bwMode="auto">
            <a:xfrm>
              <a:off x="1725713" y="2909541"/>
              <a:ext cx="271464" cy="1357313"/>
            </a:xfrm>
            <a:custGeom>
              <a:avLst/>
              <a:gdLst>
                <a:gd name="T0" fmla="*/ 2147483646 w 227"/>
                <a:gd name="T1" fmla="*/ 2147483646 h 983"/>
                <a:gd name="T2" fmla="*/ 2147483646 w 227"/>
                <a:gd name="T3" fmla="*/ 2147483646 h 983"/>
                <a:gd name="T4" fmla="*/ 0 w 227"/>
                <a:gd name="T5" fmla="*/ 2147483646 h 983"/>
                <a:gd name="T6" fmla="*/ 2147483646 w 227"/>
                <a:gd name="T7" fmla="*/ 2147483646 h 983"/>
                <a:gd name="T8" fmla="*/ 2147483646 w 227"/>
                <a:gd name="T9" fmla="*/ 2147483646 h 98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27"/>
                <a:gd name="T16" fmla="*/ 0 h 983"/>
                <a:gd name="T17" fmla="*/ 227 w 227"/>
                <a:gd name="T18" fmla="*/ 983 h 98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27" h="983">
                  <a:moveTo>
                    <a:pt x="182" y="885"/>
                  </a:moveTo>
                  <a:cubicBezTo>
                    <a:pt x="129" y="934"/>
                    <a:pt x="76" y="983"/>
                    <a:pt x="46" y="930"/>
                  </a:cubicBezTo>
                  <a:cubicBezTo>
                    <a:pt x="16" y="877"/>
                    <a:pt x="0" y="711"/>
                    <a:pt x="0" y="567"/>
                  </a:cubicBezTo>
                  <a:cubicBezTo>
                    <a:pt x="0" y="423"/>
                    <a:pt x="8" y="136"/>
                    <a:pt x="46" y="68"/>
                  </a:cubicBezTo>
                  <a:cubicBezTo>
                    <a:pt x="84" y="0"/>
                    <a:pt x="155" y="79"/>
                    <a:pt x="227" y="159"/>
                  </a:cubicBezTo>
                </a:path>
              </a:pathLst>
            </a:cu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96281" name="Rectangle 16">
              <a:extLst>
                <a:ext uri="{FF2B5EF4-FFF2-40B4-BE49-F238E27FC236}">
                  <a16:creationId xmlns:a16="http://schemas.microsoft.com/office/drawing/2014/main" id="{FF96CDC3-0E96-4113-9E4E-094A04A558B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82837" y="4673124"/>
              <a:ext cx="514351" cy="3254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sz="1500" i="1">
                  <a:solidFill>
                    <a:srgbClr val="000000"/>
                  </a:solidFill>
                  <a:latin typeface="Times New Roman" panose="02020603050405020304" pitchFamily="18" charset="0"/>
                </a:rPr>
                <a:t>B</a:t>
              </a:r>
              <a:r>
                <a:rPr lang="en-US" altLang="zh-CN" sz="1500" i="1" baseline="-25000">
                  <a:solidFill>
                    <a:srgbClr val="000000"/>
                  </a:solidFill>
                  <a:latin typeface="Times New Roman" panose="02020603050405020304" pitchFamily="18" charset="0"/>
                </a:rPr>
                <a:t>5</a:t>
              </a:r>
              <a:endParaRPr lang="en-US" altLang="zh-CN" sz="1500" i="1">
                <a:solidFill>
                  <a:srgbClr val="000000"/>
                </a:solidFill>
                <a:latin typeface="Times New Roman" panose="02020603050405020304" pitchFamily="18" charset="0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14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46114">
                                            <p:bg/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46114">
                                            <p:bg/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46114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461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461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61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461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461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61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461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461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461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461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461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461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461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461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461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 nodeType="clickPar">
                      <p:stCondLst>
                        <p:cond delay="indefinite"/>
                      </p:stCondLst>
                      <p:childTnLst>
                        <p:par>
                          <p:cTn id="4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500" fill="hold"/>
                                        <p:tgtEl>
                                          <p:spTgt spid="461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461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461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6114" grpId="0" build="allAtOnce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6231DF32-9229-4158-8B02-4CFAE0EE9B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77047" y="724100"/>
            <a:ext cx="4209747" cy="1057597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lIns="68580" tIns="34290" rIns="68580" bIns="34290">
            <a:spAutoFit/>
          </a:bodyPr>
          <a:lstStyle/>
          <a:p>
            <a:pPr eaLnBrk="1" hangingPunct="1">
              <a:lnSpc>
                <a:spcPts val="2600"/>
              </a:lnSpc>
              <a:defRPr/>
            </a:pPr>
            <a:r>
              <a:rPr lang="zh-CN" altLang="en-US" sz="2000" dirty="0">
                <a:solidFill>
                  <a:prstClr val="black"/>
                </a:solidFill>
                <a:latin typeface="华文楷体" pitchFamily="2" charset="-122"/>
                <a:ea typeface="华文楷体" pitchFamily="2" charset="-122"/>
              </a:rPr>
              <a:t>在沿着循环运行时，如果有</a:t>
            </a:r>
            <a:r>
              <a:rPr lang="zh-CN" altLang="en-US" sz="2000" dirty="0">
                <a:solidFill>
                  <a:srgbClr val="0000FF"/>
                </a:solidFill>
                <a:latin typeface="华文楷体" pitchFamily="2" charset="-122"/>
                <a:ea typeface="华文楷体" pitchFamily="2" charset="-122"/>
              </a:rPr>
              <a:t>一组归纳变量</a:t>
            </a:r>
            <a:r>
              <a:rPr lang="zh-CN" altLang="en-US" sz="2000" dirty="0">
                <a:solidFill>
                  <a:prstClr val="black"/>
                </a:solidFill>
                <a:latin typeface="华文楷体" pitchFamily="2" charset="-122"/>
                <a:ea typeface="华文楷体" pitchFamily="2" charset="-122"/>
              </a:rPr>
              <a:t>的值的变化保持</a:t>
            </a:r>
            <a:r>
              <a:rPr lang="zh-CN" altLang="en-US" sz="2000" dirty="0">
                <a:solidFill>
                  <a:srgbClr val="0000FF"/>
                </a:solidFill>
                <a:latin typeface="华文楷体" pitchFamily="2" charset="-122"/>
                <a:ea typeface="华文楷体" pitchFamily="2" charset="-122"/>
              </a:rPr>
              <a:t>步调一致</a:t>
            </a:r>
            <a:r>
              <a:rPr lang="zh-CN" altLang="en-US" sz="2000" dirty="0">
                <a:solidFill>
                  <a:prstClr val="black"/>
                </a:solidFill>
                <a:latin typeface="华文楷体" pitchFamily="2" charset="-122"/>
                <a:ea typeface="华文楷体" pitchFamily="2" charset="-122"/>
              </a:rPr>
              <a:t>，常常可以将这组变量删除为只剩一个</a:t>
            </a:r>
            <a:endParaRPr lang="zh-CN" altLang="en-US" sz="2000" dirty="0">
              <a:solidFill>
                <a:prstClr val="black"/>
              </a:solidFill>
              <a:latin typeface="华文楷体" pitchFamily="2" charset="-122"/>
              <a:ea typeface="华文楷体" pitchFamily="2" charset="-122"/>
              <a:cs typeface="楷体_GB2312"/>
            </a:endParaRPr>
          </a:p>
        </p:txBody>
      </p:sp>
      <p:sp>
        <p:nvSpPr>
          <p:cNvPr id="98307" name="标题 1">
            <a:extLst>
              <a:ext uri="{FF2B5EF4-FFF2-40B4-BE49-F238E27FC236}">
                <a16:creationId xmlns:a16="http://schemas.microsoft.com/office/drawing/2014/main" id="{49E8738C-62E7-41E9-81A0-0BBDDF18E8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⑥ 删除归纳变量</a:t>
            </a:r>
          </a:p>
        </p:txBody>
      </p:sp>
      <p:grpSp>
        <p:nvGrpSpPr>
          <p:cNvPr id="2" name="组合 24">
            <a:extLst>
              <a:ext uri="{FF2B5EF4-FFF2-40B4-BE49-F238E27FC236}">
                <a16:creationId xmlns:a16="http://schemas.microsoft.com/office/drawing/2014/main" id="{30407EA4-A665-4DB3-A5C7-AFD56419D8AB}"/>
              </a:ext>
            </a:extLst>
          </p:cNvPr>
          <p:cNvGrpSpPr>
            <a:grpSpLocks/>
          </p:cNvGrpSpPr>
          <p:nvPr/>
        </p:nvGrpSpPr>
        <p:grpSpPr bwMode="auto">
          <a:xfrm>
            <a:off x="1611313" y="690563"/>
            <a:ext cx="2957512" cy="4452937"/>
            <a:chOff x="1611297" y="690935"/>
            <a:chExt cx="2957132" cy="4452583"/>
          </a:xfrm>
        </p:grpSpPr>
        <p:sp>
          <p:nvSpPr>
            <p:cNvPr id="98309" name="Line 28">
              <a:extLst>
                <a:ext uri="{FF2B5EF4-FFF2-40B4-BE49-F238E27FC236}">
                  <a16:creationId xmlns:a16="http://schemas.microsoft.com/office/drawing/2014/main" id="{401369C6-B805-4322-B694-8634A0C87BA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00364" y="2000246"/>
              <a:ext cx="0" cy="239713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98310" name="Line 29">
              <a:extLst>
                <a:ext uri="{FF2B5EF4-FFF2-40B4-BE49-F238E27FC236}">
                  <a16:creationId xmlns:a16="http://schemas.microsoft.com/office/drawing/2014/main" id="{171C5A60-34FC-4350-9309-55943A40224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13075" y="3071816"/>
              <a:ext cx="0" cy="271462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47118" name="Rectangle 23">
              <a:extLst>
                <a:ext uri="{FF2B5EF4-FFF2-40B4-BE49-F238E27FC236}">
                  <a16:creationId xmlns:a16="http://schemas.microsoft.com/office/drawing/2014/main" id="{C5D040E0-2651-45E6-825D-2555FE3117C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214469" y="714745"/>
              <a:ext cx="1693644" cy="1285773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tIns="36000" bIns="0"/>
            <a:lstStyle>
              <a:lvl1pPr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just">
                <a:lnSpc>
                  <a:spcPts val="1600"/>
                </a:lnSpc>
                <a:defRPr/>
              </a:pPr>
              <a:r>
                <a:rPr lang="en-US" altLang="zh-CN" sz="1600" i="1">
                  <a:solidFill>
                    <a:prstClr val="black"/>
                  </a:solidFill>
                  <a:latin typeface="Times New Roman" charset="0"/>
                </a:rPr>
                <a:t>i</a:t>
              </a:r>
              <a:r>
                <a:rPr lang="en-US" altLang="zh-CN" sz="1600" i="1" dirty="0">
                  <a:solidFill>
                    <a:prstClr val="black"/>
                  </a:solidFill>
                  <a:latin typeface="Times New Roman" charset="0"/>
                </a:rPr>
                <a:t> </a:t>
              </a:r>
              <a:r>
                <a:rPr lang="en-US" altLang="zh-CN" sz="1600" dirty="0">
                  <a:solidFill>
                    <a:prstClr val="black"/>
                  </a:solidFill>
                  <a:latin typeface="Times New Roman" charset="0"/>
                </a:rPr>
                <a:t>=</a:t>
              </a:r>
              <a:r>
                <a:rPr lang="en-US" altLang="zh-CN" sz="1600" i="1" dirty="0">
                  <a:solidFill>
                    <a:prstClr val="black"/>
                  </a:solidFill>
                  <a:latin typeface="Times New Roman" charset="0"/>
                </a:rPr>
                <a:t> m </a:t>
              </a:r>
              <a:r>
                <a:rPr lang="en-US" altLang="zh-CN" sz="1600" dirty="0">
                  <a:solidFill>
                    <a:prstClr val="black"/>
                  </a:solidFill>
                  <a:latin typeface="Times New Roman" charset="0"/>
                  <a:sym typeface="Symbol" charset="2"/>
                </a:rPr>
                <a:t></a:t>
              </a:r>
              <a:r>
                <a:rPr lang="en-US" altLang="zh-CN" sz="1600" dirty="0">
                  <a:solidFill>
                    <a:prstClr val="black"/>
                  </a:solidFill>
                  <a:latin typeface="Times New Roman" charset="0"/>
                </a:rPr>
                <a:t>1</a:t>
              </a:r>
            </a:p>
            <a:p>
              <a:pPr algn="just">
                <a:lnSpc>
                  <a:spcPts val="1600"/>
                </a:lnSpc>
                <a:defRPr/>
              </a:pPr>
              <a:r>
                <a:rPr lang="en-US" altLang="zh-CN" sz="1600" i="1" dirty="0">
                  <a:solidFill>
                    <a:prstClr val="black"/>
                  </a:solidFill>
                  <a:latin typeface="Times New Roman" charset="0"/>
                </a:rPr>
                <a:t>j</a:t>
              </a:r>
              <a:r>
                <a:rPr lang="en-US" altLang="zh-CN" sz="1600" dirty="0">
                  <a:solidFill>
                    <a:prstClr val="black"/>
                  </a:solidFill>
                  <a:latin typeface="Times New Roman" charset="0"/>
                </a:rPr>
                <a:t> =</a:t>
              </a:r>
              <a:r>
                <a:rPr lang="en-US" altLang="zh-CN" sz="1600" i="1" dirty="0">
                  <a:solidFill>
                    <a:prstClr val="black"/>
                  </a:solidFill>
                  <a:latin typeface="Times New Roman" charset="0"/>
                </a:rPr>
                <a:t> n</a:t>
              </a:r>
            </a:p>
            <a:p>
              <a:pPr algn="just">
                <a:lnSpc>
                  <a:spcPts val="1600"/>
                </a:lnSpc>
                <a:defRPr/>
              </a:pPr>
              <a:r>
                <a:rPr lang="en-US" altLang="zh-CN" sz="1600" i="1" dirty="0">
                  <a:solidFill>
                    <a:prstClr val="black"/>
                  </a:solidFill>
                  <a:latin typeface="Times New Roman" charset="0"/>
                </a:rPr>
                <a:t>t</a:t>
              </a:r>
              <a:r>
                <a:rPr lang="en-US" altLang="zh-CN" sz="1600" i="1" baseline="-25000" dirty="0">
                  <a:solidFill>
                    <a:prstClr val="black"/>
                  </a:solidFill>
                  <a:latin typeface="Times New Roman" charset="0"/>
                </a:rPr>
                <a:t>1</a:t>
              </a:r>
              <a:r>
                <a:rPr lang="en-US" altLang="zh-CN" sz="1600" dirty="0">
                  <a:solidFill>
                    <a:prstClr val="black"/>
                  </a:solidFill>
                  <a:latin typeface="Times New Roman" charset="0"/>
                </a:rPr>
                <a:t> = 4 * </a:t>
              </a:r>
              <a:r>
                <a:rPr lang="en-US" altLang="zh-CN" sz="1600" i="1" dirty="0">
                  <a:solidFill>
                    <a:prstClr val="black"/>
                  </a:solidFill>
                  <a:latin typeface="Times New Roman" charset="0"/>
                </a:rPr>
                <a:t>n</a:t>
              </a:r>
            </a:p>
            <a:p>
              <a:pPr algn="just">
                <a:lnSpc>
                  <a:spcPts val="1600"/>
                </a:lnSpc>
                <a:defRPr/>
              </a:pPr>
              <a:r>
                <a:rPr lang="en-US" altLang="zh-CN" sz="1600" i="1" dirty="0">
                  <a:solidFill>
                    <a:prstClr val="black"/>
                  </a:solidFill>
                  <a:latin typeface="Times New Roman" charset="0"/>
                </a:rPr>
                <a:t>v</a:t>
              </a:r>
              <a:r>
                <a:rPr lang="en-US" altLang="zh-CN" sz="1600" dirty="0">
                  <a:solidFill>
                    <a:prstClr val="black"/>
                  </a:solidFill>
                  <a:latin typeface="Times New Roman" charset="0"/>
                </a:rPr>
                <a:t> = </a:t>
              </a:r>
              <a:r>
                <a:rPr lang="en-US" altLang="zh-CN" sz="1600" i="1" dirty="0">
                  <a:solidFill>
                    <a:prstClr val="black"/>
                  </a:solidFill>
                  <a:latin typeface="Times New Roman" charset="0"/>
                </a:rPr>
                <a:t>a</a:t>
              </a:r>
              <a:r>
                <a:rPr lang="en-US" altLang="zh-CN" sz="1600" dirty="0">
                  <a:solidFill>
                    <a:prstClr val="black"/>
                  </a:solidFill>
                  <a:latin typeface="Times New Roman" charset="0"/>
                </a:rPr>
                <a:t>[</a:t>
              </a:r>
              <a:r>
                <a:rPr lang="en-US" altLang="zh-CN" sz="1600" i="1" dirty="0">
                  <a:solidFill>
                    <a:prstClr val="black"/>
                  </a:solidFill>
                  <a:latin typeface="Times New Roman" charset="0"/>
                </a:rPr>
                <a:t>t</a:t>
              </a:r>
              <a:r>
                <a:rPr lang="en-US" altLang="zh-CN" sz="1600" i="1" baseline="-25000" dirty="0">
                  <a:solidFill>
                    <a:prstClr val="black"/>
                  </a:solidFill>
                  <a:latin typeface="Times New Roman" charset="0"/>
                </a:rPr>
                <a:t>1</a:t>
              </a:r>
              <a:r>
                <a:rPr lang="en-US" altLang="zh-CN" sz="1600" dirty="0">
                  <a:solidFill>
                    <a:prstClr val="black"/>
                  </a:solidFill>
                  <a:latin typeface="Times New Roman" charset="0"/>
                </a:rPr>
                <a:t>]</a:t>
              </a:r>
            </a:p>
            <a:p>
              <a:pPr algn="just">
                <a:lnSpc>
                  <a:spcPts val="1600"/>
                </a:lnSpc>
                <a:defRPr/>
              </a:pPr>
              <a:r>
                <a:rPr lang="en-US" altLang="zh-CN" sz="1600" i="1" dirty="0">
                  <a:solidFill>
                    <a:prstClr val="black"/>
                  </a:solidFill>
                  <a:latin typeface="Times New Roman" charset="0"/>
                </a:rPr>
                <a:t>t</a:t>
              </a:r>
              <a:r>
                <a:rPr lang="en-US" altLang="zh-CN" sz="1600" i="1" baseline="-25000" dirty="0">
                  <a:solidFill>
                    <a:prstClr val="black"/>
                  </a:solidFill>
                  <a:latin typeface="Times New Roman" charset="0"/>
                </a:rPr>
                <a:t>2</a:t>
              </a:r>
              <a:r>
                <a:rPr lang="en-US" altLang="zh-CN" sz="1600" dirty="0">
                  <a:solidFill>
                    <a:prstClr val="black"/>
                  </a:solidFill>
                  <a:latin typeface="Times New Roman" charset="0"/>
                </a:rPr>
                <a:t> = 4 * </a:t>
              </a:r>
              <a:r>
                <a:rPr lang="en-US" altLang="zh-CN" sz="1600" i="1">
                  <a:solidFill>
                    <a:prstClr val="black"/>
                  </a:solidFill>
                  <a:latin typeface="Times New Roman" charset="0"/>
                </a:rPr>
                <a:t>i</a:t>
              </a:r>
              <a:endParaRPr lang="en-US" altLang="zh-CN" sz="1600" i="1" dirty="0">
                <a:solidFill>
                  <a:prstClr val="black"/>
                </a:solidFill>
                <a:latin typeface="Times New Roman" charset="0"/>
              </a:endParaRPr>
            </a:p>
            <a:p>
              <a:pPr algn="just">
                <a:lnSpc>
                  <a:spcPts val="1600"/>
                </a:lnSpc>
                <a:defRPr/>
              </a:pPr>
              <a:r>
                <a:rPr lang="en-US" altLang="zh-CN" sz="1600" i="1" dirty="0">
                  <a:solidFill>
                    <a:prstClr val="black"/>
                  </a:solidFill>
                  <a:latin typeface="Times New Roman" charset="0"/>
                </a:rPr>
                <a:t>t</a:t>
              </a:r>
              <a:r>
                <a:rPr lang="en-US" altLang="zh-CN" sz="1600" i="1" baseline="-25000" dirty="0">
                  <a:solidFill>
                    <a:prstClr val="black"/>
                  </a:solidFill>
                  <a:latin typeface="Times New Roman" charset="0"/>
                </a:rPr>
                <a:t>4</a:t>
              </a:r>
              <a:r>
                <a:rPr lang="en-US" altLang="zh-CN" sz="1600" i="1" dirty="0">
                  <a:solidFill>
                    <a:prstClr val="black"/>
                  </a:solidFill>
                  <a:latin typeface="Times New Roman" charset="0"/>
                </a:rPr>
                <a:t> </a:t>
              </a:r>
              <a:r>
                <a:rPr lang="en-US" altLang="zh-CN" sz="1600" dirty="0">
                  <a:solidFill>
                    <a:prstClr val="black"/>
                  </a:solidFill>
                  <a:latin typeface="Times New Roman" charset="0"/>
                </a:rPr>
                <a:t>= 4 *</a:t>
              </a:r>
              <a:r>
                <a:rPr lang="en-US" altLang="zh-CN" sz="1600" i="1" dirty="0">
                  <a:solidFill>
                    <a:prstClr val="black"/>
                  </a:solidFill>
                  <a:latin typeface="Times New Roman" charset="0"/>
                </a:rPr>
                <a:t> j</a:t>
              </a:r>
            </a:p>
          </p:txBody>
        </p:sp>
        <p:sp>
          <p:nvSpPr>
            <p:cNvPr id="47119" name="Rectangle 24">
              <a:extLst>
                <a:ext uri="{FF2B5EF4-FFF2-40B4-BE49-F238E27FC236}">
                  <a16:creationId xmlns:a16="http://schemas.microsoft.com/office/drawing/2014/main" id="{68D842C5-EEED-4AB3-9593-AF9B5CB7172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93834" y="2214814"/>
              <a:ext cx="1712693" cy="928613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tIns="72000" bIns="0"/>
            <a:lstStyle>
              <a:lvl1pPr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just">
                <a:lnSpc>
                  <a:spcPts val="1600"/>
                </a:lnSpc>
                <a:defRPr/>
              </a:pPr>
              <a:r>
                <a:rPr lang="en-US" altLang="zh-CN" sz="1600" i="1">
                  <a:solidFill>
                    <a:srgbClr val="0000FF"/>
                  </a:solidFill>
                  <a:latin typeface="Times New Roman" charset="0"/>
                </a:rPr>
                <a:t>i</a:t>
              </a:r>
              <a:r>
                <a:rPr lang="en-US" altLang="zh-CN" sz="1600" dirty="0">
                  <a:solidFill>
                    <a:srgbClr val="0000FF"/>
                  </a:solidFill>
                  <a:latin typeface="Times New Roman" charset="0"/>
                </a:rPr>
                <a:t> =</a:t>
              </a:r>
              <a:r>
                <a:rPr lang="en-US" altLang="zh-CN" sz="1600" i="1" dirty="0">
                  <a:solidFill>
                    <a:srgbClr val="0000FF"/>
                  </a:solidFill>
                  <a:latin typeface="Times New Roman" charset="0"/>
                </a:rPr>
                <a:t> </a:t>
              </a:r>
              <a:r>
                <a:rPr lang="en-US" altLang="zh-CN" sz="1600" i="1">
                  <a:solidFill>
                    <a:srgbClr val="0000FF"/>
                  </a:solidFill>
                  <a:latin typeface="Times New Roman" charset="0"/>
                </a:rPr>
                <a:t>i</a:t>
              </a:r>
              <a:r>
                <a:rPr lang="en-US" altLang="zh-CN" sz="1600" i="1" dirty="0">
                  <a:solidFill>
                    <a:srgbClr val="0000FF"/>
                  </a:solidFill>
                  <a:latin typeface="Times New Roman" charset="0"/>
                </a:rPr>
                <a:t> </a:t>
              </a:r>
              <a:r>
                <a:rPr lang="en-US" altLang="zh-CN" sz="1600" dirty="0">
                  <a:solidFill>
                    <a:srgbClr val="0000FF"/>
                  </a:solidFill>
                  <a:latin typeface="Times New Roman" charset="0"/>
                </a:rPr>
                <a:t>+ 1</a:t>
              </a:r>
            </a:p>
            <a:p>
              <a:pPr algn="just">
                <a:lnSpc>
                  <a:spcPts val="1600"/>
                </a:lnSpc>
                <a:defRPr/>
              </a:pPr>
              <a:r>
                <a:rPr lang="en-US" altLang="zh-CN" sz="1600" i="1" dirty="0">
                  <a:solidFill>
                    <a:srgbClr val="0000FF"/>
                  </a:solidFill>
                  <a:latin typeface="Times New Roman" charset="0"/>
                </a:rPr>
                <a:t>t</a:t>
              </a:r>
              <a:r>
                <a:rPr lang="en-US" altLang="zh-CN" sz="1600" i="1" baseline="-25000" dirty="0">
                  <a:solidFill>
                    <a:srgbClr val="0000FF"/>
                  </a:solidFill>
                  <a:latin typeface="Times New Roman" charset="0"/>
                </a:rPr>
                <a:t>2</a:t>
              </a:r>
              <a:r>
                <a:rPr lang="en-US" altLang="zh-CN" sz="1600" dirty="0">
                  <a:solidFill>
                    <a:srgbClr val="0000FF"/>
                  </a:solidFill>
                  <a:latin typeface="Times New Roman" charset="0"/>
                </a:rPr>
                <a:t> = </a:t>
              </a:r>
              <a:r>
                <a:rPr lang="en-US" altLang="zh-CN" sz="1600" i="1" dirty="0">
                  <a:solidFill>
                    <a:srgbClr val="0000FF"/>
                  </a:solidFill>
                  <a:latin typeface="Times New Roman" charset="0"/>
                </a:rPr>
                <a:t>t</a:t>
              </a:r>
              <a:r>
                <a:rPr lang="en-US" altLang="zh-CN" sz="1600" i="1" baseline="-25000" dirty="0">
                  <a:solidFill>
                    <a:srgbClr val="0000FF"/>
                  </a:solidFill>
                  <a:latin typeface="Times New Roman" charset="0"/>
                </a:rPr>
                <a:t>2</a:t>
              </a:r>
              <a:r>
                <a:rPr lang="en-US" altLang="zh-CN" sz="1600" dirty="0">
                  <a:solidFill>
                    <a:srgbClr val="0000FF"/>
                  </a:solidFill>
                  <a:latin typeface="Times New Roman" charset="0"/>
                </a:rPr>
                <a:t> </a:t>
              </a:r>
              <a:r>
                <a:rPr lang="en-US" altLang="zh-CN" sz="1600" dirty="0">
                  <a:solidFill>
                    <a:srgbClr val="0000FF"/>
                  </a:solidFill>
                  <a:latin typeface="宋体" charset="0"/>
                </a:rPr>
                <a:t>+</a:t>
              </a:r>
              <a:r>
                <a:rPr lang="en-US" altLang="zh-CN" sz="1600" dirty="0">
                  <a:solidFill>
                    <a:srgbClr val="0000FF"/>
                  </a:solidFill>
                  <a:latin typeface="Times New Roman" charset="0"/>
                </a:rPr>
                <a:t> 4</a:t>
              </a:r>
              <a:endParaRPr lang="en-US" altLang="zh-CN" sz="1600" i="1" dirty="0">
                <a:solidFill>
                  <a:srgbClr val="0000FF"/>
                </a:solidFill>
                <a:latin typeface="Times New Roman" charset="0"/>
              </a:endParaRPr>
            </a:p>
            <a:p>
              <a:pPr algn="just">
                <a:lnSpc>
                  <a:spcPts val="1600"/>
                </a:lnSpc>
                <a:defRPr/>
              </a:pPr>
              <a:r>
                <a:rPr lang="en-US" altLang="zh-CN" sz="1600" i="1" dirty="0">
                  <a:solidFill>
                    <a:prstClr val="black"/>
                  </a:solidFill>
                  <a:latin typeface="Times New Roman" charset="0"/>
                </a:rPr>
                <a:t>t</a:t>
              </a:r>
              <a:r>
                <a:rPr lang="en-US" altLang="zh-CN" sz="1600" i="1" baseline="-25000" dirty="0">
                  <a:solidFill>
                    <a:prstClr val="black"/>
                  </a:solidFill>
                  <a:latin typeface="Times New Roman" charset="0"/>
                </a:rPr>
                <a:t>3</a:t>
              </a:r>
              <a:r>
                <a:rPr lang="en-US" altLang="zh-CN" sz="1600" dirty="0">
                  <a:solidFill>
                    <a:prstClr val="black"/>
                  </a:solidFill>
                  <a:latin typeface="Times New Roman" charset="0"/>
                </a:rPr>
                <a:t> = </a:t>
              </a:r>
              <a:r>
                <a:rPr lang="en-US" altLang="zh-CN" sz="1600" i="1" dirty="0">
                  <a:solidFill>
                    <a:prstClr val="black"/>
                  </a:solidFill>
                  <a:latin typeface="Times New Roman" charset="0"/>
                </a:rPr>
                <a:t>a</a:t>
              </a:r>
              <a:r>
                <a:rPr lang="en-US" altLang="zh-CN" sz="1600" dirty="0">
                  <a:solidFill>
                    <a:prstClr val="black"/>
                  </a:solidFill>
                  <a:latin typeface="Times New Roman" charset="0"/>
                </a:rPr>
                <a:t>[</a:t>
              </a:r>
              <a:r>
                <a:rPr lang="en-US" altLang="zh-CN" sz="1600" i="1" dirty="0">
                  <a:solidFill>
                    <a:prstClr val="black"/>
                  </a:solidFill>
                  <a:latin typeface="Times New Roman" charset="0"/>
                </a:rPr>
                <a:t>t</a:t>
              </a:r>
              <a:r>
                <a:rPr lang="en-US" altLang="zh-CN" sz="1600" i="1" baseline="-25000" dirty="0">
                  <a:solidFill>
                    <a:prstClr val="black"/>
                  </a:solidFill>
                  <a:latin typeface="Times New Roman" charset="0"/>
                </a:rPr>
                <a:t>2</a:t>
              </a:r>
              <a:r>
                <a:rPr lang="en-US" altLang="zh-CN" sz="1600" dirty="0">
                  <a:solidFill>
                    <a:prstClr val="black"/>
                  </a:solidFill>
                  <a:latin typeface="Times New Roman" charset="0"/>
                </a:rPr>
                <a:t>]</a:t>
              </a:r>
            </a:p>
            <a:p>
              <a:pPr algn="just">
                <a:lnSpc>
                  <a:spcPts val="1600"/>
                </a:lnSpc>
                <a:defRPr/>
              </a:pPr>
              <a:r>
                <a:rPr lang="en-US" altLang="zh-CN" sz="1600" dirty="0">
                  <a:solidFill>
                    <a:prstClr val="black"/>
                  </a:solidFill>
                  <a:latin typeface="Times New Roman" charset="0"/>
                </a:rPr>
                <a:t>if </a:t>
              </a:r>
              <a:r>
                <a:rPr lang="en-US" altLang="zh-CN" sz="1600" i="1" dirty="0">
                  <a:solidFill>
                    <a:prstClr val="black"/>
                  </a:solidFill>
                  <a:latin typeface="Times New Roman" charset="0"/>
                </a:rPr>
                <a:t>t</a:t>
              </a:r>
              <a:r>
                <a:rPr lang="en-US" altLang="zh-CN" sz="1600" i="1" baseline="-25000" dirty="0">
                  <a:solidFill>
                    <a:prstClr val="black"/>
                  </a:solidFill>
                  <a:latin typeface="Times New Roman" charset="0"/>
                </a:rPr>
                <a:t>3</a:t>
              </a:r>
              <a:r>
                <a:rPr lang="en-US" altLang="zh-CN" sz="1600" i="1" dirty="0">
                  <a:solidFill>
                    <a:prstClr val="black"/>
                  </a:solidFill>
                  <a:latin typeface="Times New Roman" charset="0"/>
                </a:rPr>
                <a:t> </a:t>
              </a:r>
              <a:r>
                <a:rPr lang="en-US" altLang="zh-CN" sz="1600" dirty="0">
                  <a:solidFill>
                    <a:prstClr val="black"/>
                  </a:solidFill>
                  <a:latin typeface="Times New Roman" charset="0"/>
                </a:rPr>
                <a:t>&lt; </a:t>
              </a:r>
              <a:r>
                <a:rPr lang="en-US" altLang="zh-CN" sz="1600" i="1" dirty="0">
                  <a:solidFill>
                    <a:prstClr val="black"/>
                  </a:solidFill>
                  <a:latin typeface="Times New Roman" charset="0"/>
                </a:rPr>
                <a:t>v</a:t>
              </a:r>
              <a:r>
                <a:rPr lang="en-US" altLang="zh-CN" sz="1600" dirty="0">
                  <a:solidFill>
                    <a:prstClr val="black"/>
                  </a:solidFill>
                  <a:latin typeface="Times New Roman" charset="0"/>
                </a:rPr>
                <a:t> </a:t>
              </a:r>
              <a:r>
                <a:rPr lang="en-US" altLang="zh-CN" sz="1600" dirty="0" err="1">
                  <a:solidFill>
                    <a:prstClr val="black"/>
                  </a:solidFill>
                  <a:latin typeface="Times New Roman" charset="0"/>
                </a:rPr>
                <a:t>goto</a:t>
              </a:r>
              <a:r>
                <a:rPr lang="en-US" altLang="zh-CN" sz="1600" dirty="0">
                  <a:solidFill>
                    <a:prstClr val="black"/>
                  </a:solidFill>
                  <a:latin typeface="Times New Roman" charset="0"/>
                </a:rPr>
                <a:t> </a:t>
              </a:r>
              <a:r>
                <a:rPr lang="en-US" altLang="zh-CN" sz="1600" i="1" dirty="0">
                  <a:solidFill>
                    <a:prstClr val="black"/>
                  </a:solidFill>
                  <a:latin typeface="Times New Roman" charset="0"/>
                </a:rPr>
                <a:t>B</a:t>
              </a:r>
              <a:r>
                <a:rPr lang="en-US" altLang="zh-CN" sz="1600" i="1" baseline="-25000" dirty="0">
                  <a:solidFill>
                    <a:prstClr val="black"/>
                  </a:solidFill>
                  <a:latin typeface="Times New Roman" charset="0"/>
                </a:rPr>
                <a:t>2</a:t>
              </a:r>
            </a:p>
          </p:txBody>
        </p:sp>
        <p:sp>
          <p:nvSpPr>
            <p:cNvPr id="98313" name="Rectangle 25">
              <a:extLst>
                <a:ext uri="{FF2B5EF4-FFF2-40B4-BE49-F238E27FC236}">
                  <a16:creationId xmlns:a16="http://schemas.microsoft.com/office/drawing/2014/main" id="{22A20451-B2EC-4E3F-AE25-7D588ADDD2D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95936" y="690935"/>
              <a:ext cx="392906" cy="22029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0" rIns="0" bIns="0"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sz="1500" i="1">
                  <a:solidFill>
                    <a:srgbClr val="000000"/>
                  </a:solidFill>
                  <a:latin typeface="Times New Roman" panose="02020603050405020304" pitchFamily="18" charset="0"/>
                </a:rPr>
                <a:t>B</a:t>
              </a:r>
              <a:r>
                <a:rPr lang="en-US" altLang="zh-CN" sz="1500" baseline="-25000">
                  <a:solidFill>
                    <a:srgbClr val="000000"/>
                  </a:solidFill>
                  <a:latin typeface="Times New Roman" panose="02020603050405020304" pitchFamily="18" charset="0"/>
                </a:rPr>
                <a:t>1</a:t>
              </a:r>
              <a:endParaRPr lang="en-US" altLang="zh-CN" sz="1500">
                <a:solidFill>
                  <a:srgbClr val="000000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98314" name="Rectangle 26">
              <a:extLst>
                <a:ext uri="{FF2B5EF4-FFF2-40B4-BE49-F238E27FC236}">
                  <a16:creationId xmlns:a16="http://schemas.microsoft.com/office/drawing/2014/main" id="{10EA6E72-E96D-4792-A8C3-306A249B901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63578" y="2143122"/>
              <a:ext cx="626269" cy="3262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sz="1500" i="1">
                  <a:solidFill>
                    <a:srgbClr val="000000"/>
                  </a:solidFill>
                  <a:latin typeface="Times New Roman" panose="02020603050405020304" pitchFamily="18" charset="0"/>
                </a:rPr>
                <a:t>B</a:t>
              </a:r>
              <a:r>
                <a:rPr lang="en-US" altLang="zh-CN" sz="1500" baseline="-25000">
                  <a:solidFill>
                    <a:srgbClr val="000000"/>
                  </a:solidFill>
                  <a:latin typeface="Times New Roman" panose="02020603050405020304" pitchFamily="18" charset="0"/>
                </a:rPr>
                <a:t>2</a:t>
              </a:r>
              <a:endParaRPr lang="en-US" altLang="zh-CN" sz="1500">
                <a:solidFill>
                  <a:srgbClr val="000000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47122" name="Rectangle 27">
              <a:extLst>
                <a:ext uri="{FF2B5EF4-FFF2-40B4-BE49-F238E27FC236}">
                  <a16:creationId xmlns:a16="http://schemas.microsoft.com/office/drawing/2014/main" id="{4B612D43-4BDC-4400-B37A-7A2EC1F6885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212882" y="3357723"/>
              <a:ext cx="1709518" cy="928613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tIns="72000" bIns="0"/>
            <a:lstStyle>
              <a:lvl1pPr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just">
                <a:lnSpc>
                  <a:spcPts val="1600"/>
                </a:lnSpc>
                <a:defRPr/>
              </a:pPr>
              <a:r>
                <a:rPr lang="en-US" altLang="zh-CN" sz="1600" i="1" dirty="0">
                  <a:solidFill>
                    <a:srgbClr val="0000FF"/>
                  </a:solidFill>
                  <a:latin typeface="Times New Roman" charset="0"/>
                </a:rPr>
                <a:t>j </a:t>
              </a:r>
              <a:r>
                <a:rPr lang="en-US" altLang="zh-CN" sz="1600" dirty="0">
                  <a:solidFill>
                    <a:srgbClr val="0000FF"/>
                  </a:solidFill>
                  <a:latin typeface="Times New Roman" charset="0"/>
                </a:rPr>
                <a:t>= </a:t>
              </a:r>
              <a:r>
                <a:rPr lang="en-US" altLang="zh-CN" sz="1600" i="1" dirty="0">
                  <a:solidFill>
                    <a:srgbClr val="0000FF"/>
                  </a:solidFill>
                  <a:latin typeface="Times New Roman" charset="0"/>
                </a:rPr>
                <a:t>j </a:t>
              </a:r>
              <a:r>
                <a:rPr lang="en-US" altLang="zh-CN" sz="1600" dirty="0">
                  <a:solidFill>
                    <a:srgbClr val="0000FF"/>
                  </a:solidFill>
                  <a:latin typeface="Times New Roman" charset="0"/>
                  <a:sym typeface="Symbol" charset="2"/>
                </a:rPr>
                <a:t></a:t>
              </a:r>
              <a:r>
                <a:rPr lang="en-US" altLang="zh-CN" sz="1600" dirty="0">
                  <a:solidFill>
                    <a:srgbClr val="0000FF"/>
                  </a:solidFill>
                  <a:latin typeface="Times New Roman" charset="0"/>
                </a:rPr>
                <a:t>1</a:t>
              </a:r>
            </a:p>
            <a:p>
              <a:pPr algn="just">
                <a:lnSpc>
                  <a:spcPts val="1600"/>
                </a:lnSpc>
                <a:defRPr/>
              </a:pPr>
              <a:r>
                <a:rPr lang="en-US" altLang="zh-CN" sz="1600" i="1" dirty="0">
                  <a:solidFill>
                    <a:srgbClr val="0000FF"/>
                  </a:solidFill>
                  <a:latin typeface="Times New Roman" charset="0"/>
                </a:rPr>
                <a:t>t</a:t>
              </a:r>
              <a:r>
                <a:rPr lang="en-US" altLang="zh-CN" sz="1600" i="1" baseline="-25000" dirty="0">
                  <a:solidFill>
                    <a:srgbClr val="0000FF"/>
                  </a:solidFill>
                  <a:latin typeface="Times New Roman" charset="0"/>
                </a:rPr>
                <a:t>4</a:t>
              </a:r>
              <a:r>
                <a:rPr lang="en-US" altLang="zh-CN" sz="1600" dirty="0">
                  <a:solidFill>
                    <a:srgbClr val="0000FF"/>
                  </a:solidFill>
                  <a:latin typeface="Times New Roman" charset="0"/>
                </a:rPr>
                <a:t> = </a:t>
              </a:r>
              <a:r>
                <a:rPr lang="en-US" altLang="zh-CN" sz="1600" i="1" dirty="0">
                  <a:solidFill>
                    <a:srgbClr val="0000FF"/>
                  </a:solidFill>
                  <a:latin typeface="Times New Roman" charset="0"/>
                </a:rPr>
                <a:t>t</a:t>
              </a:r>
              <a:r>
                <a:rPr lang="en-US" altLang="zh-CN" sz="1600" i="1" baseline="-25000" dirty="0">
                  <a:solidFill>
                    <a:srgbClr val="0000FF"/>
                  </a:solidFill>
                  <a:latin typeface="Times New Roman" charset="0"/>
                </a:rPr>
                <a:t>4 </a:t>
              </a:r>
              <a:r>
                <a:rPr lang="en-US" altLang="zh-CN" sz="1600" dirty="0">
                  <a:solidFill>
                    <a:srgbClr val="0000FF"/>
                  </a:solidFill>
                  <a:latin typeface="宋体" charset="0"/>
                </a:rPr>
                <a:t>- 4</a:t>
              </a:r>
              <a:endParaRPr lang="en-US" altLang="zh-CN" sz="1600" i="1" dirty="0">
                <a:solidFill>
                  <a:srgbClr val="0000FF"/>
                </a:solidFill>
                <a:latin typeface="Times New Roman" charset="0"/>
              </a:endParaRPr>
            </a:p>
            <a:p>
              <a:pPr algn="just">
                <a:lnSpc>
                  <a:spcPts val="1600"/>
                </a:lnSpc>
                <a:defRPr/>
              </a:pPr>
              <a:r>
                <a:rPr lang="en-US" altLang="zh-CN" sz="1600" i="1" dirty="0">
                  <a:solidFill>
                    <a:prstClr val="black"/>
                  </a:solidFill>
                  <a:latin typeface="Times New Roman" charset="0"/>
                </a:rPr>
                <a:t>t</a:t>
              </a:r>
              <a:r>
                <a:rPr lang="en-US" altLang="zh-CN" sz="1600" i="1" baseline="-25000" dirty="0">
                  <a:solidFill>
                    <a:prstClr val="black"/>
                  </a:solidFill>
                  <a:latin typeface="Times New Roman" charset="0"/>
                </a:rPr>
                <a:t>5</a:t>
              </a:r>
              <a:r>
                <a:rPr lang="en-US" altLang="zh-CN" sz="1600" dirty="0">
                  <a:solidFill>
                    <a:prstClr val="black"/>
                  </a:solidFill>
                  <a:latin typeface="Times New Roman" charset="0"/>
                </a:rPr>
                <a:t> = </a:t>
              </a:r>
              <a:r>
                <a:rPr lang="en-US" altLang="zh-CN" sz="1600" i="1" dirty="0">
                  <a:solidFill>
                    <a:prstClr val="black"/>
                  </a:solidFill>
                  <a:latin typeface="Times New Roman" charset="0"/>
                </a:rPr>
                <a:t>a</a:t>
              </a:r>
              <a:r>
                <a:rPr lang="en-US" altLang="zh-CN" sz="1600" dirty="0">
                  <a:solidFill>
                    <a:prstClr val="black"/>
                  </a:solidFill>
                  <a:latin typeface="Times New Roman" charset="0"/>
                </a:rPr>
                <a:t>[</a:t>
              </a:r>
              <a:r>
                <a:rPr lang="en-US" altLang="zh-CN" sz="1600" i="1" dirty="0">
                  <a:solidFill>
                    <a:prstClr val="black"/>
                  </a:solidFill>
                  <a:latin typeface="Times New Roman" charset="0"/>
                </a:rPr>
                <a:t>t</a:t>
              </a:r>
              <a:r>
                <a:rPr lang="en-US" altLang="zh-CN" sz="1600" i="1" baseline="-25000" dirty="0">
                  <a:solidFill>
                    <a:prstClr val="black"/>
                  </a:solidFill>
                  <a:latin typeface="Times New Roman" charset="0"/>
                </a:rPr>
                <a:t>4</a:t>
              </a:r>
              <a:r>
                <a:rPr lang="en-US" altLang="zh-CN" sz="1600" dirty="0">
                  <a:solidFill>
                    <a:prstClr val="black"/>
                  </a:solidFill>
                  <a:latin typeface="Times New Roman" charset="0"/>
                </a:rPr>
                <a:t>]</a:t>
              </a:r>
            </a:p>
            <a:p>
              <a:pPr algn="just">
                <a:lnSpc>
                  <a:spcPts val="1600"/>
                </a:lnSpc>
                <a:defRPr/>
              </a:pPr>
              <a:r>
                <a:rPr lang="en-US" altLang="zh-CN" sz="1600" dirty="0">
                  <a:solidFill>
                    <a:prstClr val="black"/>
                  </a:solidFill>
                  <a:latin typeface="Times New Roman" charset="0"/>
                </a:rPr>
                <a:t>if </a:t>
              </a:r>
              <a:r>
                <a:rPr lang="en-US" altLang="zh-CN" sz="1600" i="1" dirty="0">
                  <a:solidFill>
                    <a:prstClr val="black"/>
                  </a:solidFill>
                  <a:latin typeface="Times New Roman" charset="0"/>
                </a:rPr>
                <a:t>t</a:t>
              </a:r>
              <a:r>
                <a:rPr lang="en-US" altLang="zh-CN" sz="1600" i="1" baseline="-25000" dirty="0">
                  <a:solidFill>
                    <a:prstClr val="black"/>
                  </a:solidFill>
                  <a:latin typeface="Times New Roman" charset="0"/>
                </a:rPr>
                <a:t>5</a:t>
              </a:r>
              <a:r>
                <a:rPr lang="en-US" altLang="zh-CN" sz="1600" dirty="0">
                  <a:solidFill>
                    <a:prstClr val="black"/>
                  </a:solidFill>
                  <a:latin typeface="Times New Roman" charset="0"/>
                </a:rPr>
                <a:t> &gt; </a:t>
              </a:r>
              <a:r>
                <a:rPr lang="en-US" altLang="zh-CN" sz="1600" i="1" dirty="0">
                  <a:solidFill>
                    <a:prstClr val="black"/>
                  </a:solidFill>
                  <a:latin typeface="Times New Roman" charset="0"/>
                </a:rPr>
                <a:t>v</a:t>
              </a:r>
              <a:r>
                <a:rPr lang="en-US" altLang="zh-CN" sz="1600" dirty="0">
                  <a:solidFill>
                    <a:prstClr val="black"/>
                  </a:solidFill>
                  <a:latin typeface="Times New Roman" charset="0"/>
                </a:rPr>
                <a:t> </a:t>
              </a:r>
              <a:r>
                <a:rPr lang="en-US" altLang="zh-CN" sz="1600" dirty="0" err="1">
                  <a:solidFill>
                    <a:prstClr val="black"/>
                  </a:solidFill>
                  <a:latin typeface="Times New Roman" charset="0"/>
                </a:rPr>
                <a:t>goto</a:t>
              </a:r>
              <a:r>
                <a:rPr lang="en-US" altLang="zh-CN" sz="1600" dirty="0">
                  <a:solidFill>
                    <a:prstClr val="black"/>
                  </a:solidFill>
                  <a:latin typeface="Times New Roman" charset="0"/>
                </a:rPr>
                <a:t> </a:t>
              </a:r>
              <a:r>
                <a:rPr lang="en-US" altLang="zh-CN" sz="1600" i="1" dirty="0">
                  <a:solidFill>
                    <a:prstClr val="black"/>
                  </a:solidFill>
                  <a:latin typeface="Times New Roman" charset="0"/>
                </a:rPr>
                <a:t>B</a:t>
              </a:r>
              <a:r>
                <a:rPr lang="en-US" altLang="zh-CN" sz="1600" i="1" baseline="-25000" dirty="0">
                  <a:solidFill>
                    <a:prstClr val="black"/>
                  </a:solidFill>
                  <a:latin typeface="Times New Roman" charset="0"/>
                </a:rPr>
                <a:t>3</a:t>
              </a:r>
            </a:p>
          </p:txBody>
        </p:sp>
        <p:sp>
          <p:nvSpPr>
            <p:cNvPr id="47124" name="Rectangle 32">
              <a:extLst>
                <a:ext uri="{FF2B5EF4-FFF2-40B4-BE49-F238E27FC236}">
                  <a16:creationId xmlns:a16="http://schemas.microsoft.com/office/drawing/2014/main" id="{0F00BA91-384C-45FD-9210-257D93EB555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85898" y="4940334"/>
              <a:ext cx="784124" cy="107941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tIns="0" bIns="0"/>
            <a:lstStyle>
              <a:lvl1pPr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just">
                <a:lnSpc>
                  <a:spcPct val="96000"/>
                </a:lnSpc>
                <a:defRPr/>
              </a:pPr>
              <a:endParaRPr lang="en-US" altLang="zh-CN" sz="700" b="0" baseline="-25000">
                <a:solidFill>
                  <a:prstClr val="black"/>
                </a:solidFill>
                <a:latin typeface="Times New Roman" charset="0"/>
              </a:endParaRPr>
            </a:p>
          </p:txBody>
        </p:sp>
        <p:sp>
          <p:nvSpPr>
            <p:cNvPr id="98317" name="Rectangle 33">
              <a:extLst>
                <a:ext uri="{FF2B5EF4-FFF2-40B4-BE49-F238E27FC236}">
                  <a16:creationId xmlns:a16="http://schemas.microsoft.com/office/drawing/2014/main" id="{27A940DD-111D-4A69-AFF5-C540B82AF3B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42160" y="4421953"/>
              <a:ext cx="626269" cy="32389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sz="1500" i="1">
                  <a:solidFill>
                    <a:srgbClr val="000000"/>
                  </a:solidFill>
                  <a:latin typeface="Times New Roman" panose="02020603050405020304" pitchFamily="18" charset="0"/>
                </a:rPr>
                <a:t>B</a:t>
              </a:r>
              <a:r>
                <a:rPr lang="en-US" altLang="zh-CN" sz="1500" baseline="-25000">
                  <a:solidFill>
                    <a:srgbClr val="000000"/>
                  </a:solidFill>
                  <a:latin typeface="Times New Roman" panose="02020603050405020304" pitchFamily="18" charset="0"/>
                </a:rPr>
                <a:t>4</a:t>
              </a:r>
              <a:endParaRPr lang="en-US" altLang="zh-CN" sz="1500">
                <a:solidFill>
                  <a:srgbClr val="000000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98318" name="Rectangle 34">
              <a:extLst>
                <a:ext uri="{FF2B5EF4-FFF2-40B4-BE49-F238E27FC236}">
                  <a16:creationId xmlns:a16="http://schemas.microsoft.com/office/drawing/2014/main" id="{63C048EA-1C68-4F14-A29E-F9CA63C0E32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93344" y="3286130"/>
              <a:ext cx="628650" cy="32746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sz="1500" i="1">
                  <a:solidFill>
                    <a:srgbClr val="000000"/>
                  </a:solidFill>
                  <a:latin typeface="Times New Roman" panose="02020603050405020304" pitchFamily="18" charset="0"/>
                </a:rPr>
                <a:t>B</a:t>
              </a:r>
              <a:r>
                <a:rPr lang="en-US" altLang="zh-CN" sz="1500" baseline="-25000">
                  <a:solidFill>
                    <a:srgbClr val="000000"/>
                  </a:solidFill>
                  <a:latin typeface="Times New Roman" panose="02020603050405020304" pitchFamily="18" charset="0"/>
                </a:rPr>
                <a:t>3</a:t>
              </a:r>
              <a:endParaRPr lang="en-US" altLang="zh-CN" sz="1500">
                <a:solidFill>
                  <a:srgbClr val="000000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47127" name="Rectangle 36">
              <a:extLst>
                <a:ext uri="{FF2B5EF4-FFF2-40B4-BE49-F238E27FC236}">
                  <a16:creationId xmlns:a16="http://schemas.microsoft.com/office/drawing/2014/main" id="{570EA1F9-9047-4EEE-B044-FEEF963DAA8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103355" y="4940334"/>
              <a:ext cx="809521" cy="107941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tIns="0" bIns="0"/>
            <a:lstStyle>
              <a:lvl1pPr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just">
                <a:lnSpc>
                  <a:spcPct val="96000"/>
                </a:lnSpc>
                <a:defRPr/>
              </a:pPr>
              <a:endParaRPr lang="en-US" altLang="zh-CN" sz="700" b="0" baseline="-25000">
                <a:solidFill>
                  <a:prstClr val="black"/>
                </a:solidFill>
                <a:latin typeface="Times New Roman" charset="0"/>
              </a:endParaRPr>
            </a:p>
          </p:txBody>
        </p:sp>
        <p:sp>
          <p:nvSpPr>
            <p:cNvPr id="98320" name="Rectangle 39">
              <a:extLst>
                <a:ext uri="{FF2B5EF4-FFF2-40B4-BE49-F238E27FC236}">
                  <a16:creationId xmlns:a16="http://schemas.microsoft.com/office/drawing/2014/main" id="{1E2FE631-186A-45AA-95AF-AA8F3D4A506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29058" y="4814468"/>
              <a:ext cx="627460" cy="32746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sz="1500" i="1">
                  <a:solidFill>
                    <a:srgbClr val="000000"/>
                  </a:solidFill>
                  <a:latin typeface="Times New Roman" panose="02020603050405020304" pitchFamily="18" charset="0"/>
                </a:rPr>
                <a:t>B</a:t>
              </a:r>
              <a:r>
                <a:rPr lang="en-US" altLang="zh-CN" sz="1500" baseline="-25000">
                  <a:solidFill>
                    <a:srgbClr val="000000"/>
                  </a:solidFill>
                  <a:latin typeface="Times New Roman" panose="02020603050405020304" pitchFamily="18" charset="0"/>
                </a:rPr>
                <a:t>6</a:t>
              </a:r>
              <a:endParaRPr lang="en-US" altLang="zh-CN" sz="1500">
                <a:solidFill>
                  <a:srgbClr val="000000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98321" name="Line 31">
              <a:extLst>
                <a:ext uri="{FF2B5EF4-FFF2-40B4-BE49-F238E27FC236}">
                  <a16:creationId xmlns:a16="http://schemas.microsoft.com/office/drawing/2014/main" id="{09B41242-3B30-4874-BAF2-10BE21299B4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13075" y="4286262"/>
              <a:ext cx="0" cy="169862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98322" name="Line 37">
              <a:extLst>
                <a:ext uri="{FF2B5EF4-FFF2-40B4-BE49-F238E27FC236}">
                  <a16:creationId xmlns:a16="http://schemas.microsoft.com/office/drawing/2014/main" id="{78F2FB49-309A-49A3-A2E4-6424BB4E0CDC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455863" y="4714890"/>
              <a:ext cx="369887" cy="182562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98323" name="Line 38">
              <a:extLst>
                <a:ext uri="{FF2B5EF4-FFF2-40B4-BE49-F238E27FC236}">
                  <a16:creationId xmlns:a16="http://schemas.microsoft.com/office/drawing/2014/main" id="{4564F690-2FC1-44EA-8362-6FF051E4140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11513" y="4714890"/>
              <a:ext cx="323850" cy="182562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98324" name="Freeform 40">
              <a:extLst>
                <a:ext uri="{FF2B5EF4-FFF2-40B4-BE49-F238E27FC236}">
                  <a16:creationId xmlns:a16="http://schemas.microsoft.com/office/drawing/2014/main" id="{34303B62-0F9C-46A8-9CE3-064E6991E8D9}"/>
                </a:ext>
              </a:extLst>
            </p:cNvPr>
            <p:cNvSpPr>
              <a:spLocks/>
            </p:cNvSpPr>
            <p:nvPr/>
          </p:nvSpPr>
          <p:spPr bwMode="auto">
            <a:xfrm rot="250047">
              <a:off x="1866074" y="2072425"/>
              <a:ext cx="387350" cy="1213906"/>
            </a:xfrm>
            <a:custGeom>
              <a:avLst/>
              <a:gdLst>
                <a:gd name="T0" fmla="*/ 2147483646 w 325"/>
                <a:gd name="T1" fmla="*/ 2147483646 h 983"/>
                <a:gd name="T2" fmla="*/ 2147483646 w 325"/>
                <a:gd name="T3" fmla="*/ 2147483646 h 983"/>
                <a:gd name="T4" fmla="*/ 2147483646 w 325"/>
                <a:gd name="T5" fmla="*/ 2147483646 h 983"/>
                <a:gd name="T6" fmla="*/ 2147483646 w 325"/>
                <a:gd name="T7" fmla="*/ 2147483646 h 983"/>
                <a:gd name="T8" fmla="*/ 2147483646 w 325"/>
                <a:gd name="T9" fmla="*/ 2147483646 h 98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5"/>
                <a:gd name="T16" fmla="*/ 0 h 983"/>
                <a:gd name="T17" fmla="*/ 325 w 325"/>
                <a:gd name="T18" fmla="*/ 983 h 98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5" h="983">
                  <a:moveTo>
                    <a:pt x="325" y="847"/>
                  </a:moveTo>
                  <a:cubicBezTo>
                    <a:pt x="215" y="915"/>
                    <a:pt x="106" y="983"/>
                    <a:pt x="53" y="938"/>
                  </a:cubicBezTo>
                  <a:cubicBezTo>
                    <a:pt x="0" y="893"/>
                    <a:pt x="1" y="719"/>
                    <a:pt x="8" y="575"/>
                  </a:cubicBezTo>
                  <a:cubicBezTo>
                    <a:pt x="15" y="431"/>
                    <a:pt x="53" y="152"/>
                    <a:pt x="98" y="76"/>
                  </a:cubicBezTo>
                  <a:cubicBezTo>
                    <a:pt x="143" y="0"/>
                    <a:pt x="211" y="60"/>
                    <a:pt x="280" y="121"/>
                  </a:cubicBezTo>
                </a:path>
              </a:pathLst>
            </a:cu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98325" name="Freeform 41">
              <a:extLst>
                <a:ext uri="{FF2B5EF4-FFF2-40B4-BE49-F238E27FC236}">
                  <a16:creationId xmlns:a16="http://schemas.microsoft.com/office/drawing/2014/main" id="{02559F7C-64EB-4BBE-A888-FB925B55DF64}"/>
                </a:ext>
              </a:extLst>
            </p:cNvPr>
            <p:cNvSpPr>
              <a:spLocks/>
            </p:cNvSpPr>
            <p:nvPr/>
          </p:nvSpPr>
          <p:spPr bwMode="auto">
            <a:xfrm rot="-156154">
              <a:off x="1989159" y="3212925"/>
              <a:ext cx="269875" cy="1193151"/>
            </a:xfrm>
            <a:custGeom>
              <a:avLst/>
              <a:gdLst>
                <a:gd name="T0" fmla="*/ 2147483646 w 227"/>
                <a:gd name="T1" fmla="*/ 2147483646 h 983"/>
                <a:gd name="T2" fmla="*/ 2147483646 w 227"/>
                <a:gd name="T3" fmla="*/ 2147483646 h 983"/>
                <a:gd name="T4" fmla="*/ 0 w 227"/>
                <a:gd name="T5" fmla="*/ 2147483646 h 983"/>
                <a:gd name="T6" fmla="*/ 2147483646 w 227"/>
                <a:gd name="T7" fmla="*/ 2147483646 h 983"/>
                <a:gd name="T8" fmla="*/ 2147483646 w 227"/>
                <a:gd name="T9" fmla="*/ 2147483646 h 98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27"/>
                <a:gd name="T16" fmla="*/ 0 h 983"/>
                <a:gd name="T17" fmla="*/ 227 w 227"/>
                <a:gd name="T18" fmla="*/ 983 h 98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27" h="983">
                  <a:moveTo>
                    <a:pt x="182" y="885"/>
                  </a:moveTo>
                  <a:cubicBezTo>
                    <a:pt x="129" y="934"/>
                    <a:pt x="76" y="983"/>
                    <a:pt x="46" y="930"/>
                  </a:cubicBezTo>
                  <a:cubicBezTo>
                    <a:pt x="16" y="877"/>
                    <a:pt x="0" y="711"/>
                    <a:pt x="0" y="567"/>
                  </a:cubicBezTo>
                  <a:cubicBezTo>
                    <a:pt x="0" y="423"/>
                    <a:pt x="8" y="136"/>
                    <a:pt x="46" y="68"/>
                  </a:cubicBezTo>
                  <a:cubicBezTo>
                    <a:pt x="84" y="0"/>
                    <a:pt x="155" y="79"/>
                    <a:pt x="227" y="159"/>
                  </a:cubicBezTo>
                </a:path>
              </a:pathLst>
            </a:cu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98326" name="Freeform 42">
              <a:extLst>
                <a:ext uri="{FF2B5EF4-FFF2-40B4-BE49-F238E27FC236}">
                  <a16:creationId xmlns:a16="http://schemas.microsoft.com/office/drawing/2014/main" id="{05B1A9F1-E830-4270-8F17-AC697D99D645}"/>
                </a:ext>
              </a:extLst>
            </p:cNvPr>
            <p:cNvSpPr>
              <a:spLocks/>
            </p:cNvSpPr>
            <p:nvPr/>
          </p:nvSpPr>
          <p:spPr bwMode="auto">
            <a:xfrm>
              <a:off x="1611297" y="1714494"/>
              <a:ext cx="746125" cy="3429024"/>
            </a:xfrm>
            <a:custGeom>
              <a:avLst/>
              <a:gdLst>
                <a:gd name="T0" fmla="*/ 2147483646 w 627"/>
                <a:gd name="T1" fmla="*/ 2147483646 h 3190"/>
                <a:gd name="T2" fmla="*/ 2147483646 w 627"/>
                <a:gd name="T3" fmla="*/ 2147483646 h 3190"/>
                <a:gd name="T4" fmla="*/ 2147483646 w 627"/>
                <a:gd name="T5" fmla="*/ 2147483646 h 3190"/>
                <a:gd name="T6" fmla="*/ 2147483646 w 627"/>
                <a:gd name="T7" fmla="*/ 2147483646 h 3190"/>
                <a:gd name="T8" fmla="*/ 2147483646 w 627"/>
                <a:gd name="T9" fmla="*/ 2147483646 h 319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627"/>
                <a:gd name="T16" fmla="*/ 0 h 3190"/>
                <a:gd name="T17" fmla="*/ 627 w 627"/>
                <a:gd name="T18" fmla="*/ 3190 h 319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627" h="3190">
                  <a:moveTo>
                    <a:pt x="491" y="2994"/>
                  </a:moveTo>
                  <a:cubicBezTo>
                    <a:pt x="430" y="3092"/>
                    <a:pt x="369" y="3190"/>
                    <a:pt x="309" y="3130"/>
                  </a:cubicBezTo>
                  <a:cubicBezTo>
                    <a:pt x="249" y="3070"/>
                    <a:pt x="166" y="3092"/>
                    <a:pt x="128" y="2631"/>
                  </a:cubicBezTo>
                  <a:cubicBezTo>
                    <a:pt x="90" y="2170"/>
                    <a:pt x="0" y="726"/>
                    <a:pt x="83" y="363"/>
                  </a:cubicBezTo>
                  <a:cubicBezTo>
                    <a:pt x="166" y="0"/>
                    <a:pt x="396" y="227"/>
                    <a:pt x="627" y="454"/>
                  </a:cubicBezTo>
                </a:path>
              </a:pathLst>
            </a:cu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98327" name="Rectangle 16">
              <a:extLst>
                <a:ext uri="{FF2B5EF4-FFF2-40B4-BE49-F238E27FC236}">
                  <a16:creationId xmlns:a16="http://schemas.microsoft.com/office/drawing/2014/main" id="{8F51B395-0A41-44B1-8535-3A04AF066A5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57356" y="4746643"/>
              <a:ext cx="514350" cy="3254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sz="1500" i="1">
                  <a:solidFill>
                    <a:srgbClr val="000000"/>
                  </a:solidFill>
                  <a:latin typeface="Times New Roman" panose="02020603050405020304" pitchFamily="18" charset="0"/>
                </a:rPr>
                <a:t>B</a:t>
              </a:r>
              <a:r>
                <a:rPr lang="en-US" altLang="zh-CN" sz="1500" i="1" baseline="-25000">
                  <a:solidFill>
                    <a:srgbClr val="000000"/>
                  </a:solidFill>
                  <a:latin typeface="Times New Roman" panose="02020603050405020304" pitchFamily="18" charset="0"/>
                </a:rPr>
                <a:t>5</a:t>
              </a:r>
              <a:endParaRPr lang="en-US" altLang="zh-CN" sz="1500" i="1">
                <a:solidFill>
                  <a:srgbClr val="000000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47123" name="Rectangle 30">
              <a:extLst>
                <a:ext uri="{FF2B5EF4-FFF2-40B4-BE49-F238E27FC236}">
                  <a16:creationId xmlns:a16="http://schemas.microsoft.com/office/drawing/2014/main" id="{3100554C-2A68-468C-9B5E-7071A861247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212882" y="4429200"/>
              <a:ext cx="1725391" cy="285727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90000" tIns="0" rIns="0" bIns="0"/>
            <a:lstStyle>
              <a:lvl1pPr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just">
                <a:lnSpc>
                  <a:spcPct val="96000"/>
                </a:lnSpc>
                <a:defRPr/>
              </a:pPr>
              <a:r>
                <a:rPr lang="en-US" altLang="zh-CN" sz="1600" dirty="0">
                  <a:solidFill>
                    <a:srgbClr val="000000"/>
                  </a:solidFill>
                  <a:latin typeface="Times New Roman" charset="0"/>
                </a:rPr>
                <a:t>if </a:t>
              </a:r>
              <a:r>
                <a:rPr lang="en-US" altLang="zh-CN" sz="1600" i="1">
                  <a:solidFill>
                    <a:srgbClr val="0000FF"/>
                  </a:solidFill>
                  <a:latin typeface="Times New Roman" charset="0"/>
                </a:rPr>
                <a:t>i</a:t>
              </a:r>
              <a:r>
                <a:rPr lang="en-US" altLang="zh-CN" sz="1600" dirty="0">
                  <a:solidFill>
                    <a:srgbClr val="0000FF"/>
                  </a:solidFill>
                  <a:latin typeface="Times New Roman" charset="0"/>
                </a:rPr>
                <a:t> &gt;= </a:t>
              </a:r>
              <a:r>
                <a:rPr lang="en-US" altLang="zh-CN" sz="1600" i="1" dirty="0">
                  <a:solidFill>
                    <a:srgbClr val="0000FF"/>
                  </a:solidFill>
                  <a:latin typeface="Times New Roman" charset="0"/>
                </a:rPr>
                <a:t>j </a:t>
              </a:r>
              <a:r>
                <a:rPr lang="en-US" altLang="zh-CN" sz="1600" dirty="0" err="1">
                  <a:solidFill>
                    <a:srgbClr val="000000"/>
                  </a:solidFill>
                  <a:latin typeface="Times New Roman" charset="0"/>
                </a:rPr>
                <a:t>goto</a:t>
              </a:r>
              <a:r>
                <a:rPr lang="en-US" altLang="zh-CN" sz="1600" dirty="0">
                  <a:solidFill>
                    <a:srgbClr val="000000"/>
                  </a:solidFill>
                  <a:latin typeface="Times New Roman" charset="0"/>
                </a:rPr>
                <a:t> </a:t>
              </a:r>
              <a:r>
                <a:rPr lang="en-US" altLang="zh-CN" sz="1600" i="1" dirty="0">
                  <a:solidFill>
                    <a:srgbClr val="000000"/>
                  </a:solidFill>
                  <a:latin typeface="Times New Roman" charset="0"/>
                </a:rPr>
                <a:t>B</a:t>
              </a:r>
              <a:r>
                <a:rPr lang="en-US" altLang="zh-CN" sz="1600" i="1" baseline="-25000" dirty="0">
                  <a:solidFill>
                    <a:srgbClr val="000000"/>
                  </a:solidFill>
                  <a:latin typeface="Times New Roman" charset="0"/>
                </a:rPr>
                <a:t>6</a:t>
              </a:r>
            </a:p>
          </p:txBody>
        </p:sp>
      </p:grpSp>
      <p:sp>
        <p:nvSpPr>
          <p:cNvPr id="25" name="思想气泡: 云 24">
            <a:extLst>
              <a:ext uri="{FF2B5EF4-FFF2-40B4-BE49-F238E27FC236}">
                <a16:creationId xmlns:a16="http://schemas.microsoft.com/office/drawing/2014/main" id="{26536644-A8C2-4969-BAF7-7F2463C42D2F}"/>
              </a:ext>
            </a:extLst>
          </p:cNvPr>
          <p:cNvSpPr/>
          <p:nvPr/>
        </p:nvSpPr>
        <p:spPr>
          <a:xfrm>
            <a:off x="4956571" y="2119844"/>
            <a:ext cx="3250698" cy="1802939"/>
          </a:xfrm>
          <a:prstGeom prst="cloudCallout">
            <a:avLst>
              <a:gd name="adj1" fmla="val -62850"/>
              <a:gd name="adj2" fmla="val 45165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000" dirty="0"/>
              <a:t>问题：如何删除归纳变量？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 nodeType="clickPar">
                      <p:stCondLst>
                        <p:cond delay="indefinite"/>
                      </p:stCondLst>
                      <p:childTnLst>
                        <p:par>
                          <p:cTn id="1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53" presetClass="exit" presetSubtype="32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20" dur="5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5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2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8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  <p:bldP spid="25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354" name="标题 1">
            <a:extLst>
              <a:ext uri="{FF2B5EF4-FFF2-40B4-BE49-F238E27FC236}">
                <a16:creationId xmlns:a16="http://schemas.microsoft.com/office/drawing/2014/main" id="{1125B647-414D-42AF-BE0D-C50A980B96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⑥ 删除归纳变量</a:t>
            </a:r>
          </a:p>
        </p:txBody>
      </p:sp>
      <p:grpSp>
        <p:nvGrpSpPr>
          <p:cNvPr id="2" name="组合 101">
            <a:extLst>
              <a:ext uri="{FF2B5EF4-FFF2-40B4-BE49-F238E27FC236}">
                <a16:creationId xmlns:a16="http://schemas.microsoft.com/office/drawing/2014/main" id="{174BBC59-2882-4E35-904E-5B136009DE54}"/>
              </a:ext>
            </a:extLst>
          </p:cNvPr>
          <p:cNvGrpSpPr>
            <a:grpSpLocks/>
          </p:cNvGrpSpPr>
          <p:nvPr/>
        </p:nvGrpSpPr>
        <p:grpSpPr bwMode="auto">
          <a:xfrm>
            <a:off x="4371975" y="714375"/>
            <a:ext cx="3575050" cy="4429125"/>
            <a:chOff x="4371975" y="714362"/>
            <a:chExt cx="3575050" cy="4429157"/>
          </a:xfrm>
        </p:grpSpPr>
        <p:sp>
          <p:nvSpPr>
            <p:cNvPr id="100377" name="Freeform 40">
              <a:extLst>
                <a:ext uri="{FF2B5EF4-FFF2-40B4-BE49-F238E27FC236}">
                  <a16:creationId xmlns:a16="http://schemas.microsoft.com/office/drawing/2014/main" id="{FB6B46CA-436E-4E3E-8C89-0EAB80B21767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788" y="2152655"/>
              <a:ext cx="385762" cy="1133475"/>
            </a:xfrm>
            <a:custGeom>
              <a:avLst/>
              <a:gdLst>
                <a:gd name="T0" fmla="*/ 2147483646 w 325"/>
                <a:gd name="T1" fmla="*/ 2147483646 h 983"/>
                <a:gd name="T2" fmla="*/ 2147483646 w 325"/>
                <a:gd name="T3" fmla="*/ 2147483646 h 983"/>
                <a:gd name="T4" fmla="*/ 2147483646 w 325"/>
                <a:gd name="T5" fmla="*/ 2147483646 h 983"/>
                <a:gd name="T6" fmla="*/ 2147483646 w 325"/>
                <a:gd name="T7" fmla="*/ 2147483646 h 983"/>
                <a:gd name="T8" fmla="*/ 2147483646 w 325"/>
                <a:gd name="T9" fmla="*/ 2147483646 h 98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5"/>
                <a:gd name="T16" fmla="*/ 0 h 983"/>
                <a:gd name="T17" fmla="*/ 325 w 325"/>
                <a:gd name="T18" fmla="*/ 983 h 98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5" h="983">
                  <a:moveTo>
                    <a:pt x="325" y="847"/>
                  </a:moveTo>
                  <a:cubicBezTo>
                    <a:pt x="215" y="915"/>
                    <a:pt x="106" y="983"/>
                    <a:pt x="53" y="938"/>
                  </a:cubicBezTo>
                  <a:cubicBezTo>
                    <a:pt x="0" y="893"/>
                    <a:pt x="1" y="719"/>
                    <a:pt x="8" y="575"/>
                  </a:cubicBezTo>
                  <a:cubicBezTo>
                    <a:pt x="15" y="431"/>
                    <a:pt x="53" y="152"/>
                    <a:pt x="98" y="76"/>
                  </a:cubicBezTo>
                  <a:cubicBezTo>
                    <a:pt x="143" y="0"/>
                    <a:pt x="211" y="60"/>
                    <a:pt x="280" y="121"/>
                  </a:cubicBezTo>
                </a:path>
              </a:pathLst>
            </a:cu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100378" name="Line 29">
              <a:extLst>
                <a:ext uri="{FF2B5EF4-FFF2-40B4-BE49-F238E27FC236}">
                  <a16:creationId xmlns:a16="http://schemas.microsoft.com/office/drawing/2014/main" id="{639E27CE-91A4-4159-BB3A-89C117430F8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426200" y="3143254"/>
              <a:ext cx="0" cy="271463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48152" name="Rectangle 23">
              <a:extLst>
                <a:ext uri="{FF2B5EF4-FFF2-40B4-BE49-F238E27FC236}">
                  <a16:creationId xmlns:a16="http://schemas.microsoft.com/office/drawing/2014/main" id="{C7CE399D-EF15-481D-B05D-87ADB4A8055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80063" y="714362"/>
              <a:ext cx="1693862" cy="128588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tIns="36000" bIns="0"/>
            <a:lstStyle>
              <a:lvl1pPr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just">
                <a:lnSpc>
                  <a:spcPts val="1600"/>
                </a:lnSpc>
                <a:defRPr/>
              </a:pPr>
              <a:r>
                <a:rPr lang="en-US" altLang="zh-CN" sz="1600" i="1">
                  <a:solidFill>
                    <a:prstClr val="black"/>
                  </a:solidFill>
                  <a:latin typeface="Times New Roman" charset="0"/>
                </a:rPr>
                <a:t>i</a:t>
              </a:r>
              <a:r>
                <a:rPr lang="en-US" altLang="zh-CN" sz="1600" i="1" dirty="0">
                  <a:solidFill>
                    <a:prstClr val="black"/>
                  </a:solidFill>
                  <a:latin typeface="Times New Roman" charset="0"/>
                </a:rPr>
                <a:t> </a:t>
              </a:r>
              <a:r>
                <a:rPr lang="en-US" altLang="zh-CN" sz="1600" dirty="0">
                  <a:solidFill>
                    <a:prstClr val="black"/>
                  </a:solidFill>
                  <a:latin typeface="Times New Roman" charset="0"/>
                </a:rPr>
                <a:t>=</a:t>
              </a:r>
              <a:r>
                <a:rPr lang="en-US" altLang="zh-CN" sz="1600" i="1" dirty="0">
                  <a:solidFill>
                    <a:prstClr val="black"/>
                  </a:solidFill>
                  <a:latin typeface="Times New Roman" charset="0"/>
                </a:rPr>
                <a:t> m </a:t>
              </a:r>
              <a:r>
                <a:rPr lang="en-US" altLang="zh-CN" sz="1600" dirty="0">
                  <a:solidFill>
                    <a:prstClr val="black"/>
                  </a:solidFill>
                  <a:latin typeface="Times New Roman" charset="0"/>
                  <a:sym typeface="Symbol" charset="2"/>
                </a:rPr>
                <a:t></a:t>
              </a:r>
              <a:r>
                <a:rPr lang="en-US" altLang="zh-CN" sz="1600" dirty="0">
                  <a:solidFill>
                    <a:prstClr val="black"/>
                  </a:solidFill>
                  <a:latin typeface="Times New Roman" charset="0"/>
                </a:rPr>
                <a:t>1</a:t>
              </a:r>
            </a:p>
            <a:p>
              <a:pPr algn="just">
                <a:lnSpc>
                  <a:spcPts val="1600"/>
                </a:lnSpc>
                <a:defRPr/>
              </a:pPr>
              <a:r>
                <a:rPr lang="en-US" altLang="zh-CN" sz="1600" i="1" dirty="0">
                  <a:solidFill>
                    <a:prstClr val="black"/>
                  </a:solidFill>
                  <a:latin typeface="Times New Roman" charset="0"/>
                </a:rPr>
                <a:t>j</a:t>
              </a:r>
              <a:r>
                <a:rPr lang="en-US" altLang="zh-CN" sz="1600" dirty="0">
                  <a:solidFill>
                    <a:prstClr val="black"/>
                  </a:solidFill>
                  <a:latin typeface="Times New Roman" charset="0"/>
                </a:rPr>
                <a:t> =</a:t>
              </a:r>
              <a:r>
                <a:rPr lang="en-US" altLang="zh-CN" sz="1600" i="1" dirty="0">
                  <a:solidFill>
                    <a:prstClr val="black"/>
                  </a:solidFill>
                  <a:latin typeface="Times New Roman" charset="0"/>
                </a:rPr>
                <a:t> n</a:t>
              </a:r>
            </a:p>
            <a:p>
              <a:pPr algn="just">
                <a:lnSpc>
                  <a:spcPts val="1600"/>
                </a:lnSpc>
                <a:defRPr/>
              </a:pPr>
              <a:r>
                <a:rPr lang="en-US" altLang="zh-CN" sz="1600" i="1" dirty="0">
                  <a:solidFill>
                    <a:prstClr val="black"/>
                  </a:solidFill>
                  <a:latin typeface="Times New Roman" charset="0"/>
                </a:rPr>
                <a:t>t</a:t>
              </a:r>
              <a:r>
                <a:rPr lang="en-US" altLang="zh-CN" sz="1600" i="1" baseline="-25000" dirty="0">
                  <a:solidFill>
                    <a:prstClr val="black"/>
                  </a:solidFill>
                  <a:latin typeface="Times New Roman" charset="0"/>
                </a:rPr>
                <a:t>1</a:t>
              </a:r>
              <a:r>
                <a:rPr lang="en-US" altLang="zh-CN" sz="1600" dirty="0">
                  <a:solidFill>
                    <a:prstClr val="black"/>
                  </a:solidFill>
                  <a:latin typeface="Times New Roman" charset="0"/>
                </a:rPr>
                <a:t> = 4 * </a:t>
              </a:r>
              <a:r>
                <a:rPr lang="en-US" altLang="zh-CN" sz="1600" i="1" dirty="0">
                  <a:solidFill>
                    <a:prstClr val="black"/>
                  </a:solidFill>
                  <a:latin typeface="Times New Roman" charset="0"/>
                </a:rPr>
                <a:t>n</a:t>
              </a:r>
            </a:p>
            <a:p>
              <a:pPr algn="just">
                <a:lnSpc>
                  <a:spcPts val="1600"/>
                </a:lnSpc>
                <a:defRPr/>
              </a:pPr>
              <a:r>
                <a:rPr lang="en-US" altLang="zh-CN" sz="1600" i="1" dirty="0">
                  <a:solidFill>
                    <a:prstClr val="black"/>
                  </a:solidFill>
                  <a:latin typeface="Times New Roman" charset="0"/>
                </a:rPr>
                <a:t>v</a:t>
              </a:r>
              <a:r>
                <a:rPr lang="en-US" altLang="zh-CN" sz="1600" dirty="0">
                  <a:solidFill>
                    <a:prstClr val="black"/>
                  </a:solidFill>
                  <a:latin typeface="Times New Roman" charset="0"/>
                </a:rPr>
                <a:t> = </a:t>
              </a:r>
              <a:r>
                <a:rPr lang="en-US" altLang="zh-CN" sz="1600" i="1" dirty="0">
                  <a:solidFill>
                    <a:prstClr val="black"/>
                  </a:solidFill>
                  <a:latin typeface="Times New Roman" charset="0"/>
                </a:rPr>
                <a:t>a</a:t>
              </a:r>
              <a:r>
                <a:rPr lang="en-US" altLang="zh-CN" sz="1600" dirty="0">
                  <a:solidFill>
                    <a:prstClr val="black"/>
                  </a:solidFill>
                  <a:latin typeface="Times New Roman" charset="0"/>
                </a:rPr>
                <a:t>[</a:t>
              </a:r>
              <a:r>
                <a:rPr lang="en-US" altLang="zh-CN" sz="1600" i="1" dirty="0">
                  <a:solidFill>
                    <a:prstClr val="black"/>
                  </a:solidFill>
                  <a:latin typeface="Times New Roman" charset="0"/>
                </a:rPr>
                <a:t>t</a:t>
              </a:r>
              <a:r>
                <a:rPr lang="en-US" altLang="zh-CN" sz="1600" i="1" baseline="-25000" dirty="0">
                  <a:solidFill>
                    <a:prstClr val="black"/>
                  </a:solidFill>
                  <a:latin typeface="Times New Roman" charset="0"/>
                </a:rPr>
                <a:t>1</a:t>
              </a:r>
              <a:r>
                <a:rPr lang="en-US" altLang="zh-CN" sz="1600" dirty="0">
                  <a:solidFill>
                    <a:prstClr val="black"/>
                  </a:solidFill>
                  <a:latin typeface="Times New Roman" charset="0"/>
                </a:rPr>
                <a:t>]</a:t>
              </a:r>
            </a:p>
            <a:p>
              <a:pPr algn="just">
                <a:lnSpc>
                  <a:spcPts val="1600"/>
                </a:lnSpc>
                <a:defRPr/>
              </a:pPr>
              <a:r>
                <a:rPr lang="en-US" altLang="zh-CN" sz="1600" i="1" dirty="0">
                  <a:solidFill>
                    <a:prstClr val="black"/>
                  </a:solidFill>
                  <a:latin typeface="Times New Roman" charset="0"/>
                </a:rPr>
                <a:t>t</a:t>
              </a:r>
              <a:r>
                <a:rPr lang="en-US" altLang="zh-CN" sz="1600" i="1" baseline="-25000" dirty="0">
                  <a:solidFill>
                    <a:prstClr val="black"/>
                  </a:solidFill>
                  <a:latin typeface="Times New Roman" charset="0"/>
                </a:rPr>
                <a:t>2</a:t>
              </a:r>
              <a:r>
                <a:rPr lang="en-US" altLang="zh-CN" sz="1600" dirty="0">
                  <a:solidFill>
                    <a:prstClr val="black"/>
                  </a:solidFill>
                  <a:latin typeface="Times New Roman" charset="0"/>
                </a:rPr>
                <a:t> = 4 * </a:t>
              </a:r>
              <a:r>
                <a:rPr lang="en-US" altLang="zh-CN" sz="1600" i="1">
                  <a:solidFill>
                    <a:prstClr val="black"/>
                  </a:solidFill>
                  <a:latin typeface="Times New Roman" charset="0"/>
                </a:rPr>
                <a:t>i</a:t>
              </a:r>
              <a:endParaRPr lang="en-US" altLang="zh-CN" sz="1600" i="1" dirty="0">
                <a:solidFill>
                  <a:prstClr val="black"/>
                </a:solidFill>
                <a:latin typeface="Times New Roman" charset="0"/>
              </a:endParaRPr>
            </a:p>
            <a:p>
              <a:pPr algn="just">
                <a:lnSpc>
                  <a:spcPts val="1600"/>
                </a:lnSpc>
                <a:defRPr/>
              </a:pPr>
              <a:r>
                <a:rPr lang="en-US" altLang="zh-CN" sz="1600" i="1" dirty="0">
                  <a:solidFill>
                    <a:prstClr val="black"/>
                  </a:solidFill>
                  <a:latin typeface="Times New Roman" charset="0"/>
                </a:rPr>
                <a:t>t</a:t>
              </a:r>
              <a:r>
                <a:rPr lang="en-US" altLang="zh-CN" sz="1600" i="1" baseline="-25000" dirty="0">
                  <a:solidFill>
                    <a:prstClr val="black"/>
                  </a:solidFill>
                  <a:latin typeface="Times New Roman" charset="0"/>
                </a:rPr>
                <a:t>4</a:t>
              </a:r>
              <a:r>
                <a:rPr lang="en-US" altLang="zh-CN" sz="1600" i="1" dirty="0">
                  <a:solidFill>
                    <a:prstClr val="black"/>
                  </a:solidFill>
                  <a:latin typeface="Times New Roman" charset="0"/>
                </a:rPr>
                <a:t> </a:t>
              </a:r>
              <a:r>
                <a:rPr lang="en-US" altLang="zh-CN" sz="1600" dirty="0">
                  <a:solidFill>
                    <a:prstClr val="black"/>
                  </a:solidFill>
                  <a:latin typeface="Times New Roman" charset="0"/>
                </a:rPr>
                <a:t>= 4 *</a:t>
              </a:r>
              <a:r>
                <a:rPr lang="en-US" altLang="zh-CN" sz="1600" i="1" dirty="0">
                  <a:solidFill>
                    <a:prstClr val="black"/>
                  </a:solidFill>
                  <a:latin typeface="Times New Roman" charset="0"/>
                </a:rPr>
                <a:t> j</a:t>
              </a:r>
            </a:p>
          </p:txBody>
        </p:sp>
        <p:sp>
          <p:nvSpPr>
            <p:cNvPr id="48153" name="Rectangle 24">
              <a:extLst>
                <a:ext uri="{FF2B5EF4-FFF2-40B4-BE49-F238E27FC236}">
                  <a16:creationId xmlns:a16="http://schemas.microsoft.com/office/drawing/2014/main" id="{E034C92D-3051-4D1A-B0A0-B4819A05F97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72125" y="2285998"/>
              <a:ext cx="1712913" cy="91282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tIns="72000" bIns="0"/>
            <a:lstStyle>
              <a:lvl1pPr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just">
                <a:lnSpc>
                  <a:spcPts val="1600"/>
                </a:lnSpc>
                <a:defRPr/>
              </a:pPr>
              <a:endParaRPr lang="en-US" altLang="zh-CN" sz="1600" dirty="0">
                <a:solidFill>
                  <a:srgbClr val="0000FF"/>
                </a:solidFill>
                <a:latin typeface="Times New Roman" charset="0"/>
              </a:endParaRPr>
            </a:p>
            <a:p>
              <a:pPr algn="just">
                <a:lnSpc>
                  <a:spcPts val="1600"/>
                </a:lnSpc>
                <a:defRPr/>
              </a:pPr>
              <a:r>
                <a:rPr lang="en-US" altLang="zh-CN" sz="1600" i="1" dirty="0">
                  <a:solidFill>
                    <a:prstClr val="black"/>
                  </a:solidFill>
                  <a:latin typeface="Times New Roman" charset="0"/>
                </a:rPr>
                <a:t>t</a:t>
              </a:r>
              <a:r>
                <a:rPr lang="en-US" altLang="zh-CN" sz="1600" i="1" baseline="-25000" dirty="0">
                  <a:solidFill>
                    <a:prstClr val="black"/>
                  </a:solidFill>
                  <a:latin typeface="Times New Roman" charset="0"/>
                </a:rPr>
                <a:t>2</a:t>
              </a:r>
              <a:r>
                <a:rPr lang="en-US" altLang="zh-CN" sz="1600" dirty="0">
                  <a:solidFill>
                    <a:prstClr val="black"/>
                  </a:solidFill>
                  <a:latin typeface="Times New Roman" charset="0"/>
                </a:rPr>
                <a:t> = </a:t>
              </a:r>
              <a:r>
                <a:rPr lang="en-US" altLang="zh-CN" sz="1600" i="1" dirty="0">
                  <a:solidFill>
                    <a:prstClr val="black"/>
                  </a:solidFill>
                  <a:latin typeface="Times New Roman" charset="0"/>
                </a:rPr>
                <a:t>t</a:t>
              </a:r>
              <a:r>
                <a:rPr lang="en-US" altLang="zh-CN" sz="1600" i="1" baseline="-25000" dirty="0">
                  <a:solidFill>
                    <a:prstClr val="black"/>
                  </a:solidFill>
                  <a:latin typeface="Times New Roman" charset="0"/>
                </a:rPr>
                <a:t>2</a:t>
              </a:r>
              <a:r>
                <a:rPr lang="en-US" altLang="zh-CN" sz="1600" dirty="0">
                  <a:solidFill>
                    <a:prstClr val="black"/>
                  </a:solidFill>
                  <a:latin typeface="Times New Roman" charset="0"/>
                </a:rPr>
                <a:t> </a:t>
              </a:r>
              <a:r>
                <a:rPr lang="en-US" altLang="zh-CN" sz="1600" dirty="0">
                  <a:solidFill>
                    <a:prstClr val="black"/>
                  </a:solidFill>
                  <a:latin typeface="宋体" charset="0"/>
                </a:rPr>
                <a:t>+</a:t>
              </a:r>
              <a:r>
                <a:rPr lang="en-US" altLang="zh-CN" sz="1600" dirty="0">
                  <a:solidFill>
                    <a:prstClr val="black"/>
                  </a:solidFill>
                  <a:latin typeface="Times New Roman" charset="0"/>
                </a:rPr>
                <a:t> 4</a:t>
              </a:r>
              <a:endParaRPr lang="en-US" altLang="zh-CN" sz="1600" i="1" dirty="0">
                <a:solidFill>
                  <a:prstClr val="black"/>
                </a:solidFill>
                <a:latin typeface="Times New Roman" charset="0"/>
              </a:endParaRPr>
            </a:p>
            <a:p>
              <a:pPr algn="just">
                <a:lnSpc>
                  <a:spcPts val="1600"/>
                </a:lnSpc>
                <a:defRPr/>
              </a:pPr>
              <a:r>
                <a:rPr lang="en-US" altLang="zh-CN" sz="1600" i="1" dirty="0">
                  <a:solidFill>
                    <a:prstClr val="black"/>
                  </a:solidFill>
                  <a:latin typeface="Times New Roman" charset="0"/>
                </a:rPr>
                <a:t>t</a:t>
              </a:r>
              <a:r>
                <a:rPr lang="en-US" altLang="zh-CN" sz="1600" i="1" baseline="-25000" dirty="0">
                  <a:solidFill>
                    <a:prstClr val="black"/>
                  </a:solidFill>
                  <a:latin typeface="Times New Roman" charset="0"/>
                </a:rPr>
                <a:t>3</a:t>
              </a:r>
              <a:r>
                <a:rPr lang="en-US" altLang="zh-CN" sz="1600" dirty="0">
                  <a:solidFill>
                    <a:prstClr val="black"/>
                  </a:solidFill>
                  <a:latin typeface="Times New Roman" charset="0"/>
                </a:rPr>
                <a:t> = </a:t>
              </a:r>
              <a:r>
                <a:rPr lang="en-US" altLang="zh-CN" sz="1600" i="1" dirty="0">
                  <a:solidFill>
                    <a:prstClr val="black"/>
                  </a:solidFill>
                  <a:latin typeface="Times New Roman" charset="0"/>
                </a:rPr>
                <a:t>a</a:t>
              </a:r>
              <a:r>
                <a:rPr lang="en-US" altLang="zh-CN" sz="1600" dirty="0">
                  <a:solidFill>
                    <a:prstClr val="black"/>
                  </a:solidFill>
                  <a:latin typeface="Times New Roman" charset="0"/>
                </a:rPr>
                <a:t>[</a:t>
              </a:r>
              <a:r>
                <a:rPr lang="en-US" altLang="zh-CN" sz="1600" i="1" dirty="0">
                  <a:solidFill>
                    <a:prstClr val="black"/>
                  </a:solidFill>
                  <a:latin typeface="Times New Roman" charset="0"/>
                </a:rPr>
                <a:t>t</a:t>
              </a:r>
              <a:r>
                <a:rPr lang="en-US" altLang="zh-CN" sz="1600" i="1" baseline="-25000" dirty="0">
                  <a:solidFill>
                    <a:prstClr val="black"/>
                  </a:solidFill>
                  <a:latin typeface="Times New Roman" charset="0"/>
                </a:rPr>
                <a:t>2</a:t>
              </a:r>
              <a:r>
                <a:rPr lang="en-US" altLang="zh-CN" sz="1600" dirty="0">
                  <a:solidFill>
                    <a:prstClr val="black"/>
                  </a:solidFill>
                  <a:latin typeface="Times New Roman" charset="0"/>
                </a:rPr>
                <a:t>]</a:t>
              </a:r>
            </a:p>
            <a:p>
              <a:pPr algn="just">
                <a:lnSpc>
                  <a:spcPts val="1600"/>
                </a:lnSpc>
                <a:defRPr/>
              </a:pPr>
              <a:r>
                <a:rPr lang="en-US" altLang="zh-CN" sz="1600" dirty="0">
                  <a:solidFill>
                    <a:prstClr val="black"/>
                  </a:solidFill>
                  <a:latin typeface="Times New Roman" charset="0"/>
                </a:rPr>
                <a:t>if </a:t>
              </a:r>
              <a:r>
                <a:rPr lang="en-US" altLang="zh-CN" sz="1600" i="1" dirty="0">
                  <a:solidFill>
                    <a:prstClr val="black"/>
                  </a:solidFill>
                  <a:latin typeface="Times New Roman" charset="0"/>
                </a:rPr>
                <a:t>t</a:t>
              </a:r>
              <a:r>
                <a:rPr lang="en-US" altLang="zh-CN" sz="1600" i="1" baseline="-25000" dirty="0">
                  <a:solidFill>
                    <a:prstClr val="black"/>
                  </a:solidFill>
                  <a:latin typeface="Times New Roman" charset="0"/>
                </a:rPr>
                <a:t>3</a:t>
              </a:r>
              <a:r>
                <a:rPr lang="en-US" altLang="zh-CN" sz="1600" i="1" dirty="0">
                  <a:solidFill>
                    <a:prstClr val="black"/>
                  </a:solidFill>
                  <a:latin typeface="Times New Roman" charset="0"/>
                </a:rPr>
                <a:t> </a:t>
              </a:r>
              <a:r>
                <a:rPr lang="en-US" altLang="zh-CN" sz="1600" dirty="0">
                  <a:solidFill>
                    <a:prstClr val="black"/>
                  </a:solidFill>
                  <a:latin typeface="Times New Roman" charset="0"/>
                </a:rPr>
                <a:t>&lt; </a:t>
              </a:r>
              <a:r>
                <a:rPr lang="en-US" altLang="zh-CN" sz="1600" i="1" dirty="0">
                  <a:solidFill>
                    <a:prstClr val="black"/>
                  </a:solidFill>
                  <a:latin typeface="Times New Roman" charset="0"/>
                </a:rPr>
                <a:t>v</a:t>
              </a:r>
              <a:r>
                <a:rPr lang="en-US" altLang="zh-CN" sz="1600" dirty="0">
                  <a:solidFill>
                    <a:prstClr val="black"/>
                  </a:solidFill>
                  <a:latin typeface="Times New Roman" charset="0"/>
                </a:rPr>
                <a:t> </a:t>
              </a:r>
              <a:r>
                <a:rPr lang="en-US" altLang="zh-CN" sz="1600" dirty="0" err="1">
                  <a:solidFill>
                    <a:prstClr val="black"/>
                  </a:solidFill>
                  <a:latin typeface="Times New Roman" charset="0"/>
                </a:rPr>
                <a:t>goto</a:t>
              </a:r>
              <a:r>
                <a:rPr lang="en-US" altLang="zh-CN" sz="1600" dirty="0">
                  <a:solidFill>
                    <a:prstClr val="black"/>
                  </a:solidFill>
                  <a:latin typeface="Times New Roman" charset="0"/>
                </a:rPr>
                <a:t> </a:t>
              </a:r>
              <a:r>
                <a:rPr lang="en-US" altLang="zh-CN" sz="1600" i="1" dirty="0">
                  <a:solidFill>
                    <a:prstClr val="black"/>
                  </a:solidFill>
                  <a:latin typeface="Times New Roman" charset="0"/>
                </a:rPr>
                <a:t>B</a:t>
              </a:r>
              <a:r>
                <a:rPr lang="en-US" altLang="zh-CN" sz="1600" i="1" baseline="-25000" dirty="0">
                  <a:solidFill>
                    <a:prstClr val="black"/>
                  </a:solidFill>
                  <a:latin typeface="Times New Roman" charset="0"/>
                </a:rPr>
                <a:t>2</a:t>
              </a:r>
            </a:p>
          </p:txBody>
        </p:sp>
        <p:sp>
          <p:nvSpPr>
            <p:cNvPr id="100381" name="Rectangle 25">
              <a:extLst>
                <a:ext uri="{FF2B5EF4-FFF2-40B4-BE49-F238E27FC236}">
                  <a16:creationId xmlns:a16="http://schemas.microsoft.com/office/drawing/2014/main" id="{E332F189-2388-43D9-880C-7024D9F5CCD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347743" y="714362"/>
              <a:ext cx="392972" cy="22034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0" rIns="0" bIns="0"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sz="1500" i="1">
                  <a:solidFill>
                    <a:srgbClr val="000000"/>
                  </a:solidFill>
                  <a:latin typeface="Times New Roman" panose="02020603050405020304" pitchFamily="18" charset="0"/>
                </a:rPr>
                <a:t>B</a:t>
              </a:r>
              <a:r>
                <a:rPr lang="en-US" altLang="zh-CN" sz="1500" baseline="-25000">
                  <a:solidFill>
                    <a:srgbClr val="000000"/>
                  </a:solidFill>
                  <a:latin typeface="Times New Roman" panose="02020603050405020304" pitchFamily="18" charset="0"/>
                </a:rPr>
                <a:t>1</a:t>
              </a:r>
              <a:endParaRPr lang="en-US" altLang="zh-CN" sz="1500">
                <a:solidFill>
                  <a:srgbClr val="000000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00382" name="Rectangle 26">
              <a:extLst>
                <a:ext uri="{FF2B5EF4-FFF2-40B4-BE49-F238E27FC236}">
                  <a16:creationId xmlns:a16="http://schemas.microsoft.com/office/drawing/2014/main" id="{4206B144-3BBF-4A55-93E7-E4E3E3A95B4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242058" y="2214560"/>
              <a:ext cx="626373" cy="32634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sz="1500" i="1">
                  <a:solidFill>
                    <a:srgbClr val="000000"/>
                  </a:solidFill>
                  <a:latin typeface="Times New Roman" panose="02020603050405020304" pitchFamily="18" charset="0"/>
                </a:rPr>
                <a:t>B</a:t>
              </a:r>
              <a:r>
                <a:rPr lang="en-US" altLang="zh-CN" sz="1500" baseline="-25000">
                  <a:solidFill>
                    <a:srgbClr val="000000"/>
                  </a:solidFill>
                  <a:latin typeface="Times New Roman" panose="02020603050405020304" pitchFamily="18" charset="0"/>
                </a:rPr>
                <a:t>2</a:t>
              </a:r>
              <a:endParaRPr lang="en-US" altLang="zh-CN" sz="1500">
                <a:solidFill>
                  <a:srgbClr val="000000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48156" name="Rectangle 27">
              <a:extLst>
                <a:ext uri="{FF2B5EF4-FFF2-40B4-BE49-F238E27FC236}">
                  <a16:creationId xmlns:a16="http://schemas.microsoft.com/office/drawing/2014/main" id="{938B9A1E-6C74-41EA-B794-90D34C70F64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91175" y="3429007"/>
              <a:ext cx="1709738" cy="885831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tIns="72000" bIns="0"/>
            <a:lstStyle>
              <a:lvl1pPr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just">
                <a:lnSpc>
                  <a:spcPct val="70000"/>
                </a:lnSpc>
                <a:defRPr/>
              </a:pPr>
              <a:endParaRPr lang="en-US" altLang="zh-CN" sz="1600" dirty="0">
                <a:solidFill>
                  <a:srgbClr val="0000FF"/>
                </a:solidFill>
                <a:latin typeface="Times New Roman" charset="0"/>
              </a:endParaRPr>
            </a:p>
            <a:p>
              <a:pPr algn="just">
                <a:lnSpc>
                  <a:spcPts val="1600"/>
                </a:lnSpc>
                <a:defRPr/>
              </a:pPr>
              <a:r>
                <a:rPr lang="en-US" altLang="zh-CN" sz="1600" i="1" dirty="0">
                  <a:solidFill>
                    <a:prstClr val="black"/>
                  </a:solidFill>
                  <a:latin typeface="Times New Roman" charset="0"/>
                </a:rPr>
                <a:t>t</a:t>
              </a:r>
              <a:r>
                <a:rPr lang="en-US" altLang="zh-CN" sz="1600" i="1" baseline="-25000" dirty="0">
                  <a:solidFill>
                    <a:prstClr val="black"/>
                  </a:solidFill>
                  <a:latin typeface="Times New Roman" charset="0"/>
                </a:rPr>
                <a:t>4</a:t>
              </a:r>
              <a:r>
                <a:rPr lang="en-US" altLang="zh-CN" sz="1600" dirty="0">
                  <a:solidFill>
                    <a:prstClr val="black"/>
                  </a:solidFill>
                  <a:latin typeface="Times New Roman" charset="0"/>
                </a:rPr>
                <a:t> = </a:t>
              </a:r>
              <a:r>
                <a:rPr lang="en-US" altLang="zh-CN" sz="1600" i="1" dirty="0">
                  <a:solidFill>
                    <a:prstClr val="black"/>
                  </a:solidFill>
                  <a:latin typeface="Times New Roman" charset="0"/>
                </a:rPr>
                <a:t>t</a:t>
              </a:r>
              <a:r>
                <a:rPr lang="en-US" altLang="zh-CN" sz="1600" i="1" baseline="-25000" dirty="0">
                  <a:solidFill>
                    <a:prstClr val="black"/>
                  </a:solidFill>
                  <a:latin typeface="Times New Roman" charset="0"/>
                </a:rPr>
                <a:t>4 </a:t>
              </a:r>
              <a:r>
                <a:rPr lang="en-US" altLang="zh-CN" sz="1600" dirty="0">
                  <a:solidFill>
                    <a:prstClr val="black"/>
                  </a:solidFill>
                  <a:latin typeface="宋体" charset="0"/>
                </a:rPr>
                <a:t>- 4</a:t>
              </a:r>
              <a:endParaRPr lang="en-US" altLang="zh-CN" sz="1600" i="1" dirty="0">
                <a:solidFill>
                  <a:prstClr val="black"/>
                </a:solidFill>
                <a:latin typeface="Times New Roman" charset="0"/>
              </a:endParaRPr>
            </a:p>
            <a:p>
              <a:pPr algn="just">
                <a:lnSpc>
                  <a:spcPts val="1600"/>
                </a:lnSpc>
                <a:defRPr/>
              </a:pPr>
              <a:r>
                <a:rPr lang="en-US" altLang="zh-CN" sz="1600" i="1" dirty="0">
                  <a:solidFill>
                    <a:prstClr val="black"/>
                  </a:solidFill>
                  <a:latin typeface="Times New Roman" charset="0"/>
                </a:rPr>
                <a:t>t</a:t>
              </a:r>
              <a:r>
                <a:rPr lang="en-US" altLang="zh-CN" sz="1600" i="1" baseline="-25000" dirty="0">
                  <a:solidFill>
                    <a:prstClr val="black"/>
                  </a:solidFill>
                  <a:latin typeface="Times New Roman" charset="0"/>
                </a:rPr>
                <a:t>5</a:t>
              </a:r>
              <a:r>
                <a:rPr lang="en-US" altLang="zh-CN" sz="1600" dirty="0">
                  <a:solidFill>
                    <a:prstClr val="black"/>
                  </a:solidFill>
                  <a:latin typeface="Times New Roman" charset="0"/>
                </a:rPr>
                <a:t> = </a:t>
              </a:r>
              <a:r>
                <a:rPr lang="en-US" altLang="zh-CN" sz="1600" i="1" dirty="0">
                  <a:solidFill>
                    <a:prstClr val="black"/>
                  </a:solidFill>
                  <a:latin typeface="Times New Roman" charset="0"/>
                </a:rPr>
                <a:t>a</a:t>
              </a:r>
              <a:r>
                <a:rPr lang="en-US" altLang="zh-CN" sz="1600" dirty="0">
                  <a:solidFill>
                    <a:prstClr val="black"/>
                  </a:solidFill>
                  <a:latin typeface="Times New Roman" charset="0"/>
                </a:rPr>
                <a:t>[</a:t>
              </a:r>
              <a:r>
                <a:rPr lang="en-US" altLang="zh-CN" sz="1600" i="1" dirty="0">
                  <a:solidFill>
                    <a:prstClr val="black"/>
                  </a:solidFill>
                  <a:latin typeface="Times New Roman" charset="0"/>
                </a:rPr>
                <a:t>t</a:t>
              </a:r>
              <a:r>
                <a:rPr lang="en-US" altLang="zh-CN" sz="1600" i="1" baseline="-25000" dirty="0">
                  <a:solidFill>
                    <a:prstClr val="black"/>
                  </a:solidFill>
                  <a:latin typeface="Times New Roman" charset="0"/>
                </a:rPr>
                <a:t>4</a:t>
              </a:r>
              <a:r>
                <a:rPr lang="en-US" altLang="zh-CN" sz="1600" dirty="0">
                  <a:solidFill>
                    <a:prstClr val="black"/>
                  </a:solidFill>
                  <a:latin typeface="Times New Roman" charset="0"/>
                </a:rPr>
                <a:t>]</a:t>
              </a:r>
            </a:p>
            <a:p>
              <a:pPr algn="just">
                <a:lnSpc>
                  <a:spcPts val="1600"/>
                </a:lnSpc>
                <a:defRPr/>
              </a:pPr>
              <a:r>
                <a:rPr lang="en-US" altLang="zh-CN" sz="1600" dirty="0">
                  <a:solidFill>
                    <a:prstClr val="black"/>
                  </a:solidFill>
                  <a:latin typeface="Times New Roman" charset="0"/>
                </a:rPr>
                <a:t>if </a:t>
              </a:r>
              <a:r>
                <a:rPr lang="en-US" altLang="zh-CN" sz="1600" i="1" dirty="0">
                  <a:solidFill>
                    <a:prstClr val="black"/>
                  </a:solidFill>
                  <a:latin typeface="Times New Roman" charset="0"/>
                </a:rPr>
                <a:t>t</a:t>
              </a:r>
              <a:r>
                <a:rPr lang="en-US" altLang="zh-CN" sz="1600" i="1" baseline="-25000" dirty="0">
                  <a:solidFill>
                    <a:prstClr val="black"/>
                  </a:solidFill>
                  <a:latin typeface="Times New Roman" charset="0"/>
                </a:rPr>
                <a:t>5</a:t>
              </a:r>
              <a:r>
                <a:rPr lang="en-US" altLang="zh-CN" sz="1600" dirty="0">
                  <a:solidFill>
                    <a:prstClr val="black"/>
                  </a:solidFill>
                  <a:latin typeface="Times New Roman" charset="0"/>
                </a:rPr>
                <a:t> &gt; </a:t>
              </a:r>
              <a:r>
                <a:rPr lang="en-US" altLang="zh-CN" sz="1600" i="1" dirty="0">
                  <a:solidFill>
                    <a:prstClr val="black"/>
                  </a:solidFill>
                  <a:latin typeface="Times New Roman" charset="0"/>
                </a:rPr>
                <a:t>v</a:t>
              </a:r>
              <a:r>
                <a:rPr lang="en-US" altLang="zh-CN" sz="1600" dirty="0">
                  <a:solidFill>
                    <a:prstClr val="black"/>
                  </a:solidFill>
                  <a:latin typeface="Times New Roman" charset="0"/>
                </a:rPr>
                <a:t> </a:t>
              </a:r>
              <a:r>
                <a:rPr lang="en-US" altLang="zh-CN" sz="1600" dirty="0" err="1">
                  <a:solidFill>
                    <a:prstClr val="black"/>
                  </a:solidFill>
                  <a:latin typeface="Times New Roman" charset="0"/>
                </a:rPr>
                <a:t>goto</a:t>
              </a:r>
              <a:r>
                <a:rPr lang="en-US" altLang="zh-CN" sz="1600" dirty="0">
                  <a:solidFill>
                    <a:prstClr val="black"/>
                  </a:solidFill>
                  <a:latin typeface="Times New Roman" charset="0"/>
                </a:rPr>
                <a:t> </a:t>
              </a:r>
              <a:r>
                <a:rPr lang="en-US" altLang="zh-CN" sz="1600" i="1" dirty="0">
                  <a:solidFill>
                    <a:prstClr val="black"/>
                  </a:solidFill>
                  <a:latin typeface="Times New Roman" charset="0"/>
                </a:rPr>
                <a:t>B</a:t>
              </a:r>
              <a:r>
                <a:rPr lang="en-US" altLang="zh-CN" sz="1600" i="1" baseline="-25000" dirty="0">
                  <a:solidFill>
                    <a:prstClr val="black"/>
                  </a:solidFill>
                  <a:latin typeface="Times New Roman" charset="0"/>
                </a:rPr>
                <a:t>3</a:t>
              </a:r>
            </a:p>
          </p:txBody>
        </p:sp>
        <p:sp>
          <p:nvSpPr>
            <p:cNvPr id="48157" name="Rectangle 30">
              <a:extLst>
                <a:ext uri="{FF2B5EF4-FFF2-40B4-BE49-F238E27FC236}">
                  <a16:creationId xmlns:a16="http://schemas.microsoft.com/office/drawing/2014/main" id="{3E5299C4-E31B-4A0E-832E-A4CED53F385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91175" y="4510102"/>
              <a:ext cx="1725613" cy="238127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90000" tIns="0" rIns="0" bIns="0"/>
            <a:lstStyle>
              <a:lvl1pPr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just">
                <a:lnSpc>
                  <a:spcPct val="96000"/>
                </a:lnSpc>
                <a:defRPr/>
              </a:pPr>
              <a:r>
                <a:rPr lang="en-US" altLang="zh-CN" sz="1600" dirty="0">
                  <a:solidFill>
                    <a:srgbClr val="000000"/>
                  </a:solidFill>
                  <a:latin typeface="Times New Roman" charset="0"/>
                </a:rPr>
                <a:t>if</a:t>
              </a:r>
              <a:r>
                <a:rPr lang="en-US" altLang="zh-CN" sz="1600" dirty="0">
                  <a:solidFill>
                    <a:srgbClr val="FF0000"/>
                  </a:solidFill>
                  <a:latin typeface="Times New Roman" charset="0"/>
                </a:rPr>
                <a:t> </a:t>
              </a:r>
              <a:r>
                <a:rPr lang="en-US" altLang="zh-CN" sz="1600" i="1" dirty="0">
                  <a:solidFill>
                    <a:srgbClr val="FF0000"/>
                  </a:solidFill>
                  <a:latin typeface="Times New Roman" charset="0"/>
                </a:rPr>
                <a:t>t</a:t>
              </a:r>
              <a:r>
                <a:rPr lang="en-US" altLang="zh-CN" sz="1600" i="1" baseline="-25000" dirty="0">
                  <a:solidFill>
                    <a:srgbClr val="FF0000"/>
                  </a:solidFill>
                  <a:latin typeface="Times New Roman" charset="0"/>
                </a:rPr>
                <a:t>2</a:t>
              </a:r>
              <a:r>
                <a:rPr lang="en-US" altLang="zh-CN" sz="1600" dirty="0">
                  <a:solidFill>
                    <a:srgbClr val="FF0000"/>
                  </a:solidFill>
                  <a:latin typeface="Times New Roman" charset="0"/>
                </a:rPr>
                <a:t> &gt;= </a:t>
              </a:r>
              <a:r>
                <a:rPr lang="en-US" altLang="zh-CN" sz="1600" i="1" dirty="0">
                  <a:solidFill>
                    <a:srgbClr val="FF0000"/>
                  </a:solidFill>
                  <a:latin typeface="Times New Roman" charset="0"/>
                </a:rPr>
                <a:t>t</a:t>
              </a:r>
              <a:r>
                <a:rPr lang="en-US" altLang="zh-CN" sz="1600" i="1" baseline="-25000" dirty="0">
                  <a:solidFill>
                    <a:srgbClr val="FF0000"/>
                  </a:solidFill>
                  <a:latin typeface="Times New Roman" charset="0"/>
                </a:rPr>
                <a:t>4</a:t>
              </a:r>
              <a:r>
                <a:rPr lang="en-US" altLang="zh-CN" sz="1600" dirty="0">
                  <a:solidFill>
                    <a:srgbClr val="FF0000"/>
                  </a:solidFill>
                  <a:latin typeface="Times New Roman" charset="0"/>
                </a:rPr>
                <a:t> </a:t>
              </a:r>
              <a:r>
                <a:rPr lang="en-US" altLang="zh-CN" sz="1600" dirty="0" err="1">
                  <a:solidFill>
                    <a:srgbClr val="000000"/>
                  </a:solidFill>
                  <a:latin typeface="Times New Roman" charset="0"/>
                </a:rPr>
                <a:t>goto</a:t>
              </a:r>
              <a:r>
                <a:rPr lang="en-US" altLang="zh-CN" sz="1600" dirty="0">
                  <a:solidFill>
                    <a:srgbClr val="000000"/>
                  </a:solidFill>
                  <a:latin typeface="Times New Roman" charset="0"/>
                </a:rPr>
                <a:t> </a:t>
              </a:r>
              <a:r>
                <a:rPr lang="en-US" altLang="zh-CN" sz="1600" i="1" dirty="0">
                  <a:solidFill>
                    <a:srgbClr val="000000"/>
                  </a:solidFill>
                  <a:latin typeface="Times New Roman" charset="0"/>
                </a:rPr>
                <a:t>B</a:t>
              </a:r>
              <a:r>
                <a:rPr lang="en-US" altLang="zh-CN" sz="1600" i="1" baseline="-25000" dirty="0">
                  <a:solidFill>
                    <a:srgbClr val="000000"/>
                  </a:solidFill>
                  <a:latin typeface="Times New Roman" charset="0"/>
                </a:rPr>
                <a:t>6</a:t>
              </a:r>
            </a:p>
          </p:txBody>
        </p:sp>
        <p:sp>
          <p:nvSpPr>
            <p:cNvPr id="48158" name="Rectangle 32">
              <a:extLst>
                <a:ext uri="{FF2B5EF4-FFF2-40B4-BE49-F238E27FC236}">
                  <a16:creationId xmlns:a16="http://schemas.microsoft.com/office/drawing/2014/main" id="{1CE8CB4D-2DA8-4D11-88E8-C869352E9DF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64188" y="4938731"/>
              <a:ext cx="784225" cy="109538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tIns="0" bIns="0"/>
            <a:lstStyle>
              <a:lvl1pPr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just">
                <a:lnSpc>
                  <a:spcPct val="96000"/>
                </a:lnSpc>
                <a:defRPr/>
              </a:pPr>
              <a:endParaRPr lang="en-US" altLang="zh-CN" sz="700" b="0" baseline="-25000">
                <a:solidFill>
                  <a:prstClr val="black"/>
                </a:solidFill>
                <a:latin typeface="Times New Roman" charset="0"/>
              </a:endParaRPr>
            </a:p>
          </p:txBody>
        </p:sp>
        <p:sp>
          <p:nvSpPr>
            <p:cNvPr id="100386" name="Rectangle 33">
              <a:extLst>
                <a:ext uri="{FF2B5EF4-FFF2-40B4-BE49-F238E27FC236}">
                  <a16:creationId xmlns:a16="http://schemas.microsoft.com/office/drawing/2014/main" id="{CE955C47-7072-4203-B4E7-9E82E686633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320652" y="4429138"/>
              <a:ext cx="626373" cy="32395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sz="1500" i="1">
                  <a:solidFill>
                    <a:srgbClr val="000000"/>
                  </a:solidFill>
                  <a:latin typeface="Times New Roman" panose="02020603050405020304" pitchFamily="18" charset="0"/>
                </a:rPr>
                <a:t>B</a:t>
              </a:r>
              <a:r>
                <a:rPr lang="en-US" altLang="zh-CN" sz="1500" baseline="-25000">
                  <a:solidFill>
                    <a:srgbClr val="000000"/>
                  </a:solidFill>
                  <a:latin typeface="Times New Roman" panose="02020603050405020304" pitchFamily="18" charset="0"/>
                </a:rPr>
                <a:t>4</a:t>
              </a:r>
              <a:endParaRPr lang="en-US" altLang="zh-CN" sz="1500">
                <a:solidFill>
                  <a:srgbClr val="000000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00387" name="Rectangle 34">
              <a:extLst>
                <a:ext uri="{FF2B5EF4-FFF2-40B4-BE49-F238E27FC236}">
                  <a16:creationId xmlns:a16="http://schemas.microsoft.com/office/drawing/2014/main" id="{CF72429C-E8B9-482E-9BFC-992F3C33093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271829" y="3357568"/>
              <a:ext cx="628755" cy="32753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sz="1500" i="1">
                  <a:solidFill>
                    <a:srgbClr val="000000"/>
                  </a:solidFill>
                  <a:latin typeface="Times New Roman" panose="02020603050405020304" pitchFamily="18" charset="0"/>
                </a:rPr>
                <a:t>B</a:t>
              </a:r>
              <a:r>
                <a:rPr lang="en-US" altLang="zh-CN" sz="1500" baseline="-25000">
                  <a:solidFill>
                    <a:srgbClr val="000000"/>
                  </a:solidFill>
                  <a:latin typeface="Times New Roman" panose="02020603050405020304" pitchFamily="18" charset="0"/>
                </a:rPr>
                <a:t>3</a:t>
              </a:r>
              <a:endParaRPr lang="en-US" altLang="zh-CN" sz="1500">
                <a:solidFill>
                  <a:srgbClr val="000000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48161" name="Rectangle 36">
              <a:extLst>
                <a:ext uri="{FF2B5EF4-FFF2-40B4-BE49-F238E27FC236}">
                  <a16:creationId xmlns:a16="http://schemas.microsoft.com/office/drawing/2014/main" id="{4708D7DA-0779-4052-BA03-5BEB4514BE8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481763" y="4938731"/>
              <a:ext cx="809625" cy="109538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tIns="0" bIns="0"/>
            <a:lstStyle>
              <a:lvl1pPr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just">
                <a:lnSpc>
                  <a:spcPct val="96000"/>
                </a:lnSpc>
                <a:defRPr/>
              </a:pPr>
              <a:endParaRPr lang="en-US" altLang="zh-CN" sz="700" b="0" baseline="-25000">
                <a:solidFill>
                  <a:prstClr val="black"/>
                </a:solidFill>
                <a:latin typeface="Times New Roman" charset="0"/>
              </a:endParaRPr>
            </a:p>
          </p:txBody>
        </p:sp>
        <p:sp>
          <p:nvSpPr>
            <p:cNvPr id="100389" name="Rectangle 39">
              <a:extLst>
                <a:ext uri="{FF2B5EF4-FFF2-40B4-BE49-F238E27FC236}">
                  <a16:creationId xmlns:a16="http://schemas.microsoft.com/office/drawing/2014/main" id="{86AD4A63-E011-486B-B7BF-21600153C47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302022" y="4781060"/>
              <a:ext cx="627564" cy="32753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sz="1500" i="1">
                  <a:solidFill>
                    <a:srgbClr val="000000"/>
                  </a:solidFill>
                  <a:latin typeface="Times New Roman" panose="02020603050405020304" pitchFamily="18" charset="0"/>
                </a:rPr>
                <a:t>B</a:t>
              </a:r>
              <a:r>
                <a:rPr lang="en-US" altLang="zh-CN" sz="1500" baseline="-25000">
                  <a:solidFill>
                    <a:srgbClr val="000000"/>
                  </a:solidFill>
                  <a:latin typeface="Times New Roman" panose="02020603050405020304" pitchFamily="18" charset="0"/>
                </a:rPr>
                <a:t>6</a:t>
              </a:r>
              <a:endParaRPr lang="en-US" altLang="zh-CN" sz="1500">
                <a:solidFill>
                  <a:srgbClr val="000000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43" name="AutoShape 8">
              <a:extLst>
                <a:ext uri="{FF2B5EF4-FFF2-40B4-BE49-F238E27FC236}">
                  <a16:creationId xmlns:a16="http://schemas.microsoft.com/office/drawing/2014/main" id="{718546E9-41A8-4254-833F-EC6EBEC2DE6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71975" y="2571750"/>
              <a:ext cx="593725" cy="268290"/>
            </a:xfrm>
            <a:prstGeom prst="rightArrow">
              <a:avLst>
                <a:gd name="adj1" fmla="val 50000"/>
                <a:gd name="adj2" fmla="val 55326"/>
              </a:avLst>
            </a:prstGeom>
            <a:solidFill>
              <a:schemeClr val="tx2">
                <a:lumMod val="60000"/>
                <a:lumOff val="40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lIns="68580" tIns="34290" rIns="68580" bIns="34290" anchor="ctr"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>
                <a:defRPr/>
              </a:pPr>
              <a:endParaRPr lang="zh-CN" altLang="en-US">
                <a:solidFill>
                  <a:srgbClr val="000000"/>
                </a:solidFill>
                <a:cs typeface="楷体_GB2312" charset="0"/>
              </a:endParaRPr>
            </a:p>
          </p:txBody>
        </p:sp>
        <p:sp>
          <p:nvSpPr>
            <p:cNvPr id="100391" name="Line 28">
              <a:extLst>
                <a:ext uri="{FF2B5EF4-FFF2-40B4-BE49-F238E27FC236}">
                  <a16:creationId xmlns:a16="http://schemas.microsoft.com/office/drawing/2014/main" id="{95710973-8DD1-4258-83E0-8F47909EFDF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429388" y="2000246"/>
              <a:ext cx="0" cy="239712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100392" name="Line 31">
              <a:extLst>
                <a:ext uri="{FF2B5EF4-FFF2-40B4-BE49-F238E27FC236}">
                  <a16:creationId xmlns:a16="http://schemas.microsoft.com/office/drawing/2014/main" id="{869D2CC2-3B81-4A24-9CF8-120808AFDA3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426200" y="4330713"/>
              <a:ext cx="0" cy="169863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100393" name="Line 37">
              <a:extLst>
                <a:ext uri="{FF2B5EF4-FFF2-40B4-BE49-F238E27FC236}">
                  <a16:creationId xmlns:a16="http://schemas.microsoft.com/office/drawing/2014/main" id="{7C5ED8BE-266F-4A3D-846C-B88F185BC052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5868988" y="4756168"/>
              <a:ext cx="368300" cy="182563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100394" name="Line 38">
              <a:extLst>
                <a:ext uri="{FF2B5EF4-FFF2-40B4-BE49-F238E27FC236}">
                  <a16:creationId xmlns:a16="http://schemas.microsoft.com/office/drawing/2014/main" id="{648BD235-FCC1-4421-BABF-62F96716912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624638" y="4756168"/>
              <a:ext cx="323850" cy="182563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100395" name="Freeform 41">
              <a:extLst>
                <a:ext uri="{FF2B5EF4-FFF2-40B4-BE49-F238E27FC236}">
                  <a16:creationId xmlns:a16="http://schemas.microsoft.com/office/drawing/2014/main" id="{9D8C0786-07D4-4807-954E-8AC221EA9676}"/>
                </a:ext>
              </a:extLst>
            </p:cNvPr>
            <p:cNvSpPr>
              <a:spLocks/>
            </p:cNvSpPr>
            <p:nvPr/>
          </p:nvSpPr>
          <p:spPr bwMode="auto">
            <a:xfrm>
              <a:off x="5357818" y="3243274"/>
              <a:ext cx="271463" cy="1185864"/>
            </a:xfrm>
            <a:custGeom>
              <a:avLst/>
              <a:gdLst>
                <a:gd name="T0" fmla="*/ 2147483646 w 227"/>
                <a:gd name="T1" fmla="*/ 2147483646 h 983"/>
                <a:gd name="T2" fmla="*/ 2147483646 w 227"/>
                <a:gd name="T3" fmla="*/ 2147483646 h 983"/>
                <a:gd name="T4" fmla="*/ 0 w 227"/>
                <a:gd name="T5" fmla="*/ 2147483646 h 983"/>
                <a:gd name="T6" fmla="*/ 2147483646 w 227"/>
                <a:gd name="T7" fmla="*/ 2147483646 h 983"/>
                <a:gd name="T8" fmla="*/ 2147483646 w 227"/>
                <a:gd name="T9" fmla="*/ 2147483646 h 98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27"/>
                <a:gd name="T16" fmla="*/ 0 h 983"/>
                <a:gd name="T17" fmla="*/ 227 w 227"/>
                <a:gd name="T18" fmla="*/ 983 h 98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27" h="983">
                  <a:moveTo>
                    <a:pt x="182" y="885"/>
                  </a:moveTo>
                  <a:cubicBezTo>
                    <a:pt x="129" y="934"/>
                    <a:pt x="76" y="983"/>
                    <a:pt x="46" y="930"/>
                  </a:cubicBezTo>
                  <a:cubicBezTo>
                    <a:pt x="16" y="877"/>
                    <a:pt x="0" y="711"/>
                    <a:pt x="0" y="567"/>
                  </a:cubicBezTo>
                  <a:cubicBezTo>
                    <a:pt x="0" y="423"/>
                    <a:pt x="8" y="136"/>
                    <a:pt x="46" y="68"/>
                  </a:cubicBezTo>
                  <a:cubicBezTo>
                    <a:pt x="84" y="0"/>
                    <a:pt x="155" y="79"/>
                    <a:pt x="227" y="159"/>
                  </a:cubicBezTo>
                </a:path>
              </a:pathLst>
            </a:cu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100396" name="Freeform 42">
              <a:extLst>
                <a:ext uri="{FF2B5EF4-FFF2-40B4-BE49-F238E27FC236}">
                  <a16:creationId xmlns:a16="http://schemas.microsoft.com/office/drawing/2014/main" id="{12ADB3E0-30F5-4A79-9CEE-E55D3D73C682}"/>
                </a:ext>
              </a:extLst>
            </p:cNvPr>
            <p:cNvSpPr>
              <a:spLocks/>
            </p:cNvSpPr>
            <p:nvPr/>
          </p:nvSpPr>
          <p:spPr bwMode="auto">
            <a:xfrm>
              <a:off x="4968883" y="1785933"/>
              <a:ext cx="746125" cy="3357586"/>
            </a:xfrm>
            <a:custGeom>
              <a:avLst/>
              <a:gdLst>
                <a:gd name="T0" fmla="*/ 2147483646 w 627"/>
                <a:gd name="T1" fmla="*/ 2147483646 h 3190"/>
                <a:gd name="T2" fmla="*/ 2147483646 w 627"/>
                <a:gd name="T3" fmla="*/ 2147483646 h 3190"/>
                <a:gd name="T4" fmla="*/ 2147483646 w 627"/>
                <a:gd name="T5" fmla="*/ 2147483646 h 3190"/>
                <a:gd name="T6" fmla="*/ 2147483646 w 627"/>
                <a:gd name="T7" fmla="*/ 2147483646 h 3190"/>
                <a:gd name="T8" fmla="*/ 2147483646 w 627"/>
                <a:gd name="T9" fmla="*/ 2147483646 h 319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627"/>
                <a:gd name="T16" fmla="*/ 0 h 3190"/>
                <a:gd name="T17" fmla="*/ 627 w 627"/>
                <a:gd name="T18" fmla="*/ 3190 h 319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627" h="3190">
                  <a:moveTo>
                    <a:pt x="491" y="2994"/>
                  </a:moveTo>
                  <a:cubicBezTo>
                    <a:pt x="430" y="3092"/>
                    <a:pt x="369" y="3190"/>
                    <a:pt x="309" y="3130"/>
                  </a:cubicBezTo>
                  <a:cubicBezTo>
                    <a:pt x="249" y="3070"/>
                    <a:pt x="166" y="3092"/>
                    <a:pt x="128" y="2631"/>
                  </a:cubicBezTo>
                  <a:cubicBezTo>
                    <a:pt x="90" y="2170"/>
                    <a:pt x="0" y="726"/>
                    <a:pt x="83" y="363"/>
                  </a:cubicBezTo>
                  <a:cubicBezTo>
                    <a:pt x="166" y="0"/>
                    <a:pt x="396" y="227"/>
                    <a:pt x="627" y="454"/>
                  </a:cubicBezTo>
                </a:path>
              </a:pathLst>
            </a:cu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100397" name="Rectangle 16">
              <a:extLst>
                <a:ext uri="{FF2B5EF4-FFF2-40B4-BE49-F238E27FC236}">
                  <a16:creationId xmlns:a16="http://schemas.microsoft.com/office/drawing/2014/main" id="{F42995B9-9030-4E7C-9EFC-9C3014F4FEC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14942" y="4746643"/>
              <a:ext cx="514350" cy="3254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sz="1500" i="1">
                  <a:solidFill>
                    <a:srgbClr val="000000"/>
                  </a:solidFill>
                  <a:latin typeface="Times New Roman" panose="02020603050405020304" pitchFamily="18" charset="0"/>
                </a:rPr>
                <a:t>B</a:t>
              </a:r>
              <a:r>
                <a:rPr lang="en-US" altLang="zh-CN" sz="1500" i="1" baseline="-25000">
                  <a:solidFill>
                    <a:srgbClr val="000000"/>
                  </a:solidFill>
                  <a:latin typeface="Times New Roman" panose="02020603050405020304" pitchFamily="18" charset="0"/>
                </a:rPr>
                <a:t>5</a:t>
              </a:r>
              <a:endParaRPr lang="en-US" altLang="zh-CN" sz="1500" i="1">
                <a:solidFill>
                  <a:srgbClr val="000000"/>
                </a:solidFill>
                <a:latin typeface="Times New Roman" panose="02020603050405020304" pitchFamily="18" charset="0"/>
              </a:endParaRPr>
            </a:p>
          </p:txBody>
        </p:sp>
      </p:grpSp>
      <p:grpSp>
        <p:nvGrpSpPr>
          <p:cNvPr id="100356" name="组合 80">
            <a:extLst>
              <a:ext uri="{FF2B5EF4-FFF2-40B4-BE49-F238E27FC236}">
                <a16:creationId xmlns:a16="http://schemas.microsoft.com/office/drawing/2014/main" id="{ACA41F13-4E14-4E57-833C-83B1F45FCEA4}"/>
              </a:ext>
            </a:extLst>
          </p:cNvPr>
          <p:cNvGrpSpPr>
            <a:grpSpLocks/>
          </p:cNvGrpSpPr>
          <p:nvPr/>
        </p:nvGrpSpPr>
        <p:grpSpPr bwMode="auto">
          <a:xfrm>
            <a:off x="1611313" y="690563"/>
            <a:ext cx="2957512" cy="4452937"/>
            <a:chOff x="1611297" y="690935"/>
            <a:chExt cx="2957132" cy="4452583"/>
          </a:xfrm>
        </p:grpSpPr>
        <p:sp>
          <p:nvSpPr>
            <p:cNvPr id="100357" name="Line 28">
              <a:extLst>
                <a:ext uri="{FF2B5EF4-FFF2-40B4-BE49-F238E27FC236}">
                  <a16:creationId xmlns:a16="http://schemas.microsoft.com/office/drawing/2014/main" id="{9C00742C-698F-4C09-9FF1-5827BF86E9C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00364" y="2000246"/>
              <a:ext cx="0" cy="239713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100358" name="Line 29">
              <a:extLst>
                <a:ext uri="{FF2B5EF4-FFF2-40B4-BE49-F238E27FC236}">
                  <a16:creationId xmlns:a16="http://schemas.microsoft.com/office/drawing/2014/main" id="{2825432A-499E-4E90-9D85-687A9E088E4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13075" y="3071816"/>
              <a:ext cx="0" cy="271462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84" name="Rectangle 23">
              <a:extLst>
                <a:ext uri="{FF2B5EF4-FFF2-40B4-BE49-F238E27FC236}">
                  <a16:creationId xmlns:a16="http://schemas.microsoft.com/office/drawing/2014/main" id="{086EEA88-98AD-4CB3-BA60-05DF3A2EA7C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214469" y="714745"/>
              <a:ext cx="1693644" cy="1285773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tIns="36000" bIns="0"/>
            <a:lstStyle>
              <a:lvl1pPr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just">
                <a:lnSpc>
                  <a:spcPts val="1600"/>
                </a:lnSpc>
                <a:defRPr/>
              </a:pPr>
              <a:r>
                <a:rPr lang="en-US" altLang="zh-CN" sz="1600" i="1">
                  <a:solidFill>
                    <a:prstClr val="black"/>
                  </a:solidFill>
                  <a:latin typeface="Times New Roman" charset="0"/>
                </a:rPr>
                <a:t>i</a:t>
              </a:r>
              <a:r>
                <a:rPr lang="en-US" altLang="zh-CN" sz="1600" i="1" dirty="0">
                  <a:solidFill>
                    <a:prstClr val="black"/>
                  </a:solidFill>
                  <a:latin typeface="Times New Roman" charset="0"/>
                </a:rPr>
                <a:t> </a:t>
              </a:r>
              <a:r>
                <a:rPr lang="en-US" altLang="zh-CN" sz="1600" dirty="0">
                  <a:solidFill>
                    <a:prstClr val="black"/>
                  </a:solidFill>
                  <a:latin typeface="Times New Roman" charset="0"/>
                </a:rPr>
                <a:t>=</a:t>
              </a:r>
              <a:r>
                <a:rPr lang="en-US" altLang="zh-CN" sz="1600" i="1" dirty="0">
                  <a:solidFill>
                    <a:prstClr val="black"/>
                  </a:solidFill>
                  <a:latin typeface="Times New Roman" charset="0"/>
                </a:rPr>
                <a:t> m </a:t>
              </a:r>
              <a:r>
                <a:rPr lang="en-US" altLang="zh-CN" sz="1600" dirty="0">
                  <a:solidFill>
                    <a:prstClr val="black"/>
                  </a:solidFill>
                  <a:latin typeface="Times New Roman" charset="0"/>
                  <a:sym typeface="Symbol" charset="2"/>
                </a:rPr>
                <a:t></a:t>
              </a:r>
              <a:r>
                <a:rPr lang="en-US" altLang="zh-CN" sz="1600" dirty="0">
                  <a:solidFill>
                    <a:prstClr val="black"/>
                  </a:solidFill>
                  <a:latin typeface="Times New Roman" charset="0"/>
                </a:rPr>
                <a:t>1</a:t>
              </a:r>
            </a:p>
            <a:p>
              <a:pPr algn="just">
                <a:lnSpc>
                  <a:spcPts val="1600"/>
                </a:lnSpc>
                <a:defRPr/>
              </a:pPr>
              <a:r>
                <a:rPr lang="en-US" altLang="zh-CN" sz="1600" i="1" dirty="0">
                  <a:solidFill>
                    <a:prstClr val="black"/>
                  </a:solidFill>
                  <a:latin typeface="Times New Roman" charset="0"/>
                </a:rPr>
                <a:t>j</a:t>
              </a:r>
              <a:r>
                <a:rPr lang="en-US" altLang="zh-CN" sz="1600" dirty="0">
                  <a:solidFill>
                    <a:prstClr val="black"/>
                  </a:solidFill>
                  <a:latin typeface="Times New Roman" charset="0"/>
                </a:rPr>
                <a:t> =</a:t>
              </a:r>
              <a:r>
                <a:rPr lang="en-US" altLang="zh-CN" sz="1600" i="1" dirty="0">
                  <a:solidFill>
                    <a:prstClr val="black"/>
                  </a:solidFill>
                  <a:latin typeface="Times New Roman" charset="0"/>
                </a:rPr>
                <a:t> n</a:t>
              </a:r>
            </a:p>
            <a:p>
              <a:pPr algn="just">
                <a:lnSpc>
                  <a:spcPts val="1600"/>
                </a:lnSpc>
                <a:defRPr/>
              </a:pPr>
              <a:r>
                <a:rPr lang="en-US" altLang="zh-CN" sz="1600" i="1" dirty="0">
                  <a:solidFill>
                    <a:prstClr val="black"/>
                  </a:solidFill>
                  <a:latin typeface="Times New Roman" charset="0"/>
                </a:rPr>
                <a:t>t</a:t>
              </a:r>
              <a:r>
                <a:rPr lang="en-US" altLang="zh-CN" sz="1600" i="1" baseline="-25000" dirty="0">
                  <a:solidFill>
                    <a:prstClr val="black"/>
                  </a:solidFill>
                  <a:latin typeface="Times New Roman" charset="0"/>
                </a:rPr>
                <a:t>1</a:t>
              </a:r>
              <a:r>
                <a:rPr lang="en-US" altLang="zh-CN" sz="1600" dirty="0">
                  <a:solidFill>
                    <a:prstClr val="black"/>
                  </a:solidFill>
                  <a:latin typeface="Times New Roman" charset="0"/>
                </a:rPr>
                <a:t> = 4 * </a:t>
              </a:r>
              <a:r>
                <a:rPr lang="en-US" altLang="zh-CN" sz="1600" i="1" dirty="0">
                  <a:solidFill>
                    <a:prstClr val="black"/>
                  </a:solidFill>
                  <a:latin typeface="Times New Roman" charset="0"/>
                </a:rPr>
                <a:t>n</a:t>
              </a:r>
            </a:p>
            <a:p>
              <a:pPr algn="just">
                <a:lnSpc>
                  <a:spcPts val="1600"/>
                </a:lnSpc>
                <a:defRPr/>
              </a:pPr>
              <a:r>
                <a:rPr lang="en-US" altLang="zh-CN" sz="1600" i="1" dirty="0">
                  <a:solidFill>
                    <a:prstClr val="black"/>
                  </a:solidFill>
                  <a:latin typeface="Times New Roman" charset="0"/>
                </a:rPr>
                <a:t>v</a:t>
              </a:r>
              <a:r>
                <a:rPr lang="en-US" altLang="zh-CN" sz="1600" dirty="0">
                  <a:solidFill>
                    <a:prstClr val="black"/>
                  </a:solidFill>
                  <a:latin typeface="Times New Roman" charset="0"/>
                </a:rPr>
                <a:t> = </a:t>
              </a:r>
              <a:r>
                <a:rPr lang="en-US" altLang="zh-CN" sz="1600" i="1" dirty="0">
                  <a:solidFill>
                    <a:prstClr val="black"/>
                  </a:solidFill>
                  <a:latin typeface="Times New Roman" charset="0"/>
                </a:rPr>
                <a:t>a</a:t>
              </a:r>
              <a:r>
                <a:rPr lang="en-US" altLang="zh-CN" sz="1600" dirty="0">
                  <a:solidFill>
                    <a:prstClr val="black"/>
                  </a:solidFill>
                  <a:latin typeface="Times New Roman" charset="0"/>
                </a:rPr>
                <a:t>[</a:t>
              </a:r>
              <a:r>
                <a:rPr lang="en-US" altLang="zh-CN" sz="1600" i="1" dirty="0">
                  <a:solidFill>
                    <a:prstClr val="black"/>
                  </a:solidFill>
                  <a:latin typeface="Times New Roman" charset="0"/>
                </a:rPr>
                <a:t>t</a:t>
              </a:r>
              <a:r>
                <a:rPr lang="en-US" altLang="zh-CN" sz="1600" i="1" baseline="-25000" dirty="0">
                  <a:solidFill>
                    <a:prstClr val="black"/>
                  </a:solidFill>
                  <a:latin typeface="Times New Roman" charset="0"/>
                </a:rPr>
                <a:t>1</a:t>
              </a:r>
              <a:r>
                <a:rPr lang="en-US" altLang="zh-CN" sz="1600" dirty="0">
                  <a:solidFill>
                    <a:prstClr val="black"/>
                  </a:solidFill>
                  <a:latin typeface="Times New Roman" charset="0"/>
                </a:rPr>
                <a:t>]</a:t>
              </a:r>
            </a:p>
            <a:p>
              <a:pPr algn="just">
                <a:lnSpc>
                  <a:spcPts val="1600"/>
                </a:lnSpc>
                <a:defRPr/>
              </a:pPr>
              <a:r>
                <a:rPr lang="en-US" altLang="zh-CN" sz="1600" i="1" dirty="0">
                  <a:solidFill>
                    <a:prstClr val="black"/>
                  </a:solidFill>
                  <a:latin typeface="Times New Roman" charset="0"/>
                </a:rPr>
                <a:t>t</a:t>
              </a:r>
              <a:r>
                <a:rPr lang="en-US" altLang="zh-CN" sz="1600" i="1" baseline="-25000" dirty="0">
                  <a:solidFill>
                    <a:prstClr val="black"/>
                  </a:solidFill>
                  <a:latin typeface="Times New Roman" charset="0"/>
                </a:rPr>
                <a:t>2</a:t>
              </a:r>
              <a:r>
                <a:rPr lang="en-US" altLang="zh-CN" sz="1600" dirty="0">
                  <a:solidFill>
                    <a:prstClr val="black"/>
                  </a:solidFill>
                  <a:latin typeface="Times New Roman" charset="0"/>
                </a:rPr>
                <a:t> = 4 * </a:t>
              </a:r>
              <a:r>
                <a:rPr lang="en-US" altLang="zh-CN" sz="1600" i="1">
                  <a:solidFill>
                    <a:prstClr val="black"/>
                  </a:solidFill>
                  <a:latin typeface="Times New Roman" charset="0"/>
                </a:rPr>
                <a:t>i</a:t>
              </a:r>
              <a:endParaRPr lang="en-US" altLang="zh-CN" sz="1600" i="1" dirty="0">
                <a:solidFill>
                  <a:prstClr val="black"/>
                </a:solidFill>
                <a:latin typeface="Times New Roman" charset="0"/>
              </a:endParaRPr>
            </a:p>
            <a:p>
              <a:pPr algn="just">
                <a:lnSpc>
                  <a:spcPts val="1600"/>
                </a:lnSpc>
                <a:defRPr/>
              </a:pPr>
              <a:r>
                <a:rPr lang="en-US" altLang="zh-CN" sz="1600" i="1" dirty="0">
                  <a:solidFill>
                    <a:prstClr val="black"/>
                  </a:solidFill>
                  <a:latin typeface="Times New Roman" charset="0"/>
                </a:rPr>
                <a:t>t</a:t>
              </a:r>
              <a:r>
                <a:rPr lang="en-US" altLang="zh-CN" sz="1600" i="1" baseline="-25000" dirty="0">
                  <a:solidFill>
                    <a:prstClr val="black"/>
                  </a:solidFill>
                  <a:latin typeface="Times New Roman" charset="0"/>
                </a:rPr>
                <a:t>4</a:t>
              </a:r>
              <a:r>
                <a:rPr lang="en-US" altLang="zh-CN" sz="1600" i="1" dirty="0">
                  <a:solidFill>
                    <a:prstClr val="black"/>
                  </a:solidFill>
                  <a:latin typeface="Times New Roman" charset="0"/>
                </a:rPr>
                <a:t> </a:t>
              </a:r>
              <a:r>
                <a:rPr lang="en-US" altLang="zh-CN" sz="1600" dirty="0">
                  <a:solidFill>
                    <a:prstClr val="black"/>
                  </a:solidFill>
                  <a:latin typeface="Times New Roman" charset="0"/>
                </a:rPr>
                <a:t>= 4 *</a:t>
              </a:r>
              <a:r>
                <a:rPr lang="en-US" altLang="zh-CN" sz="1600" i="1" dirty="0">
                  <a:solidFill>
                    <a:prstClr val="black"/>
                  </a:solidFill>
                  <a:latin typeface="Times New Roman" charset="0"/>
                </a:rPr>
                <a:t> j</a:t>
              </a:r>
            </a:p>
          </p:txBody>
        </p:sp>
        <p:sp>
          <p:nvSpPr>
            <p:cNvPr id="85" name="Rectangle 24">
              <a:extLst>
                <a:ext uri="{FF2B5EF4-FFF2-40B4-BE49-F238E27FC236}">
                  <a16:creationId xmlns:a16="http://schemas.microsoft.com/office/drawing/2014/main" id="{CED0B97C-C746-432C-B384-55E6C29D054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93834" y="2214814"/>
              <a:ext cx="1712693" cy="928613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tIns="72000" bIns="0"/>
            <a:lstStyle>
              <a:lvl1pPr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just">
                <a:lnSpc>
                  <a:spcPts val="1600"/>
                </a:lnSpc>
                <a:defRPr/>
              </a:pPr>
              <a:r>
                <a:rPr lang="en-US" altLang="zh-CN" sz="1600" i="1">
                  <a:solidFill>
                    <a:srgbClr val="0000FF"/>
                  </a:solidFill>
                  <a:latin typeface="Times New Roman" charset="0"/>
                </a:rPr>
                <a:t>i</a:t>
              </a:r>
              <a:r>
                <a:rPr lang="en-US" altLang="zh-CN" sz="1600" dirty="0">
                  <a:solidFill>
                    <a:srgbClr val="0000FF"/>
                  </a:solidFill>
                  <a:latin typeface="Times New Roman" charset="0"/>
                </a:rPr>
                <a:t> =</a:t>
              </a:r>
              <a:r>
                <a:rPr lang="en-US" altLang="zh-CN" sz="1600" i="1" dirty="0">
                  <a:solidFill>
                    <a:srgbClr val="0000FF"/>
                  </a:solidFill>
                  <a:latin typeface="Times New Roman" charset="0"/>
                </a:rPr>
                <a:t> </a:t>
              </a:r>
              <a:r>
                <a:rPr lang="en-US" altLang="zh-CN" sz="1600" i="1">
                  <a:solidFill>
                    <a:srgbClr val="0000FF"/>
                  </a:solidFill>
                  <a:latin typeface="Times New Roman" charset="0"/>
                </a:rPr>
                <a:t>i</a:t>
              </a:r>
              <a:r>
                <a:rPr lang="en-US" altLang="zh-CN" sz="1600" i="1" dirty="0">
                  <a:solidFill>
                    <a:srgbClr val="0000FF"/>
                  </a:solidFill>
                  <a:latin typeface="Times New Roman" charset="0"/>
                </a:rPr>
                <a:t> </a:t>
              </a:r>
              <a:r>
                <a:rPr lang="en-US" altLang="zh-CN" sz="1600" dirty="0">
                  <a:solidFill>
                    <a:srgbClr val="0000FF"/>
                  </a:solidFill>
                  <a:latin typeface="Times New Roman" charset="0"/>
                </a:rPr>
                <a:t>+ 1</a:t>
              </a:r>
            </a:p>
            <a:p>
              <a:pPr algn="just">
                <a:lnSpc>
                  <a:spcPts val="1600"/>
                </a:lnSpc>
                <a:defRPr/>
              </a:pPr>
              <a:r>
                <a:rPr lang="en-US" altLang="zh-CN" sz="1600" i="1" dirty="0">
                  <a:solidFill>
                    <a:srgbClr val="0000FF"/>
                  </a:solidFill>
                  <a:latin typeface="Times New Roman" charset="0"/>
                </a:rPr>
                <a:t>t</a:t>
              </a:r>
              <a:r>
                <a:rPr lang="en-US" altLang="zh-CN" sz="1600" i="1" baseline="-25000" dirty="0">
                  <a:solidFill>
                    <a:srgbClr val="0000FF"/>
                  </a:solidFill>
                  <a:latin typeface="Times New Roman" charset="0"/>
                </a:rPr>
                <a:t>2</a:t>
              </a:r>
              <a:r>
                <a:rPr lang="en-US" altLang="zh-CN" sz="1600" dirty="0">
                  <a:solidFill>
                    <a:srgbClr val="0000FF"/>
                  </a:solidFill>
                  <a:latin typeface="Times New Roman" charset="0"/>
                </a:rPr>
                <a:t> = </a:t>
              </a:r>
              <a:r>
                <a:rPr lang="en-US" altLang="zh-CN" sz="1600" i="1" dirty="0">
                  <a:solidFill>
                    <a:srgbClr val="0000FF"/>
                  </a:solidFill>
                  <a:latin typeface="Times New Roman" charset="0"/>
                </a:rPr>
                <a:t>t</a:t>
              </a:r>
              <a:r>
                <a:rPr lang="en-US" altLang="zh-CN" sz="1600" i="1" baseline="-25000" dirty="0">
                  <a:solidFill>
                    <a:srgbClr val="0000FF"/>
                  </a:solidFill>
                  <a:latin typeface="Times New Roman" charset="0"/>
                </a:rPr>
                <a:t>2</a:t>
              </a:r>
              <a:r>
                <a:rPr lang="en-US" altLang="zh-CN" sz="1600" dirty="0">
                  <a:solidFill>
                    <a:srgbClr val="0000FF"/>
                  </a:solidFill>
                  <a:latin typeface="Times New Roman" charset="0"/>
                </a:rPr>
                <a:t> </a:t>
              </a:r>
              <a:r>
                <a:rPr lang="en-US" altLang="zh-CN" sz="1600" dirty="0">
                  <a:solidFill>
                    <a:srgbClr val="0000FF"/>
                  </a:solidFill>
                  <a:latin typeface="宋体" charset="0"/>
                </a:rPr>
                <a:t>+</a:t>
              </a:r>
              <a:r>
                <a:rPr lang="en-US" altLang="zh-CN" sz="1600" dirty="0">
                  <a:solidFill>
                    <a:srgbClr val="0000FF"/>
                  </a:solidFill>
                  <a:latin typeface="Times New Roman" charset="0"/>
                </a:rPr>
                <a:t> 4</a:t>
              </a:r>
              <a:endParaRPr lang="en-US" altLang="zh-CN" sz="1600" i="1" dirty="0">
                <a:solidFill>
                  <a:srgbClr val="0000FF"/>
                </a:solidFill>
                <a:latin typeface="Times New Roman" charset="0"/>
              </a:endParaRPr>
            </a:p>
            <a:p>
              <a:pPr algn="just">
                <a:lnSpc>
                  <a:spcPts val="1600"/>
                </a:lnSpc>
                <a:defRPr/>
              </a:pPr>
              <a:r>
                <a:rPr lang="en-US" altLang="zh-CN" sz="1600" i="1" dirty="0">
                  <a:solidFill>
                    <a:prstClr val="black"/>
                  </a:solidFill>
                  <a:latin typeface="Times New Roman" charset="0"/>
                </a:rPr>
                <a:t>t</a:t>
              </a:r>
              <a:r>
                <a:rPr lang="en-US" altLang="zh-CN" sz="1600" i="1" baseline="-25000" dirty="0">
                  <a:solidFill>
                    <a:prstClr val="black"/>
                  </a:solidFill>
                  <a:latin typeface="Times New Roman" charset="0"/>
                </a:rPr>
                <a:t>3</a:t>
              </a:r>
              <a:r>
                <a:rPr lang="en-US" altLang="zh-CN" sz="1600" dirty="0">
                  <a:solidFill>
                    <a:prstClr val="black"/>
                  </a:solidFill>
                  <a:latin typeface="Times New Roman" charset="0"/>
                </a:rPr>
                <a:t> = </a:t>
              </a:r>
              <a:r>
                <a:rPr lang="en-US" altLang="zh-CN" sz="1600" i="1" dirty="0">
                  <a:solidFill>
                    <a:prstClr val="black"/>
                  </a:solidFill>
                  <a:latin typeface="Times New Roman" charset="0"/>
                </a:rPr>
                <a:t>a</a:t>
              </a:r>
              <a:r>
                <a:rPr lang="en-US" altLang="zh-CN" sz="1600" dirty="0">
                  <a:solidFill>
                    <a:prstClr val="black"/>
                  </a:solidFill>
                  <a:latin typeface="Times New Roman" charset="0"/>
                </a:rPr>
                <a:t>[</a:t>
              </a:r>
              <a:r>
                <a:rPr lang="en-US" altLang="zh-CN" sz="1600" i="1" dirty="0">
                  <a:solidFill>
                    <a:prstClr val="black"/>
                  </a:solidFill>
                  <a:latin typeface="Times New Roman" charset="0"/>
                </a:rPr>
                <a:t>t</a:t>
              </a:r>
              <a:r>
                <a:rPr lang="en-US" altLang="zh-CN" sz="1600" i="1" baseline="-25000" dirty="0">
                  <a:solidFill>
                    <a:prstClr val="black"/>
                  </a:solidFill>
                  <a:latin typeface="Times New Roman" charset="0"/>
                </a:rPr>
                <a:t>2</a:t>
              </a:r>
              <a:r>
                <a:rPr lang="en-US" altLang="zh-CN" sz="1600" dirty="0">
                  <a:solidFill>
                    <a:prstClr val="black"/>
                  </a:solidFill>
                  <a:latin typeface="Times New Roman" charset="0"/>
                </a:rPr>
                <a:t>]</a:t>
              </a:r>
            </a:p>
            <a:p>
              <a:pPr algn="just">
                <a:lnSpc>
                  <a:spcPts val="1600"/>
                </a:lnSpc>
                <a:defRPr/>
              </a:pPr>
              <a:r>
                <a:rPr lang="en-US" altLang="zh-CN" sz="1600" dirty="0">
                  <a:solidFill>
                    <a:prstClr val="black"/>
                  </a:solidFill>
                  <a:latin typeface="Times New Roman" charset="0"/>
                </a:rPr>
                <a:t>if </a:t>
              </a:r>
              <a:r>
                <a:rPr lang="en-US" altLang="zh-CN" sz="1600" i="1" dirty="0">
                  <a:solidFill>
                    <a:prstClr val="black"/>
                  </a:solidFill>
                  <a:latin typeface="Times New Roman" charset="0"/>
                </a:rPr>
                <a:t>t</a:t>
              </a:r>
              <a:r>
                <a:rPr lang="en-US" altLang="zh-CN" sz="1600" i="1" baseline="-25000" dirty="0">
                  <a:solidFill>
                    <a:prstClr val="black"/>
                  </a:solidFill>
                  <a:latin typeface="Times New Roman" charset="0"/>
                </a:rPr>
                <a:t>3</a:t>
              </a:r>
              <a:r>
                <a:rPr lang="en-US" altLang="zh-CN" sz="1600" i="1" dirty="0">
                  <a:solidFill>
                    <a:prstClr val="black"/>
                  </a:solidFill>
                  <a:latin typeface="Times New Roman" charset="0"/>
                </a:rPr>
                <a:t> </a:t>
              </a:r>
              <a:r>
                <a:rPr lang="en-US" altLang="zh-CN" sz="1600" dirty="0">
                  <a:solidFill>
                    <a:prstClr val="black"/>
                  </a:solidFill>
                  <a:latin typeface="Times New Roman" charset="0"/>
                </a:rPr>
                <a:t>&lt; </a:t>
              </a:r>
              <a:r>
                <a:rPr lang="en-US" altLang="zh-CN" sz="1600" i="1" dirty="0">
                  <a:solidFill>
                    <a:prstClr val="black"/>
                  </a:solidFill>
                  <a:latin typeface="Times New Roman" charset="0"/>
                </a:rPr>
                <a:t>v</a:t>
              </a:r>
              <a:r>
                <a:rPr lang="en-US" altLang="zh-CN" sz="1600" dirty="0">
                  <a:solidFill>
                    <a:prstClr val="black"/>
                  </a:solidFill>
                  <a:latin typeface="Times New Roman" charset="0"/>
                </a:rPr>
                <a:t> </a:t>
              </a:r>
              <a:r>
                <a:rPr lang="en-US" altLang="zh-CN" sz="1600" dirty="0" err="1">
                  <a:solidFill>
                    <a:prstClr val="black"/>
                  </a:solidFill>
                  <a:latin typeface="Times New Roman" charset="0"/>
                </a:rPr>
                <a:t>goto</a:t>
              </a:r>
              <a:r>
                <a:rPr lang="en-US" altLang="zh-CN" sz="1600" dirty="0">
                  <a:solidFill>
                    <a:prstClr val="black"/>
                  </a:solidFill>
                  <a:latin typeface="Times New Roman" charset="0"/>
                </a:rPr>
                <a:t> </a:t>
              </a:r>
              <a:r>
                <a:rPr lang="en-US" altLang="zh-CN" sz="1600" i="1" dirty="0">
                  <a:solidFill>
                    <a:prstClr val="black"/>
                  </a:solidFill>
                  <a:latin typeface="Times New Roman" charset="0"/>
                </a:rPr>
                <a:t>B</a:t>
              </a:r>
              <a:r>
                <a:rPr lang="en-US" altLang="zh-CN" sz="1600" i="1" baseline="-25000" dirty="0">
                  <a:solidFill>
                    <a:prstClr val="black"/>
                  </a:solidFill>
                  <a:latin typeface="Times New Roman" charset="0"/>
                </a:rPr>
                <a:t>2</a:t>
              </a:r>
            </a:p>
          </p:txBody>
        </p:sp>
        <p:sp>
          <p:nvSpPr>
            <p:cNvPr id="100361" name="Rectangle 25">
              <a:extLst>
                <a:ext uri="{FF2B5EF4-FFF2-40B4-BE49-F238E27FC236}">
                  <a16:creationId xmlns:a16="http://schemas.microsoft.com/office/drawing/2014/main" id="{617A8174-2371-4F34-BEC5-3134C4D2E57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95936" y="690935"/>
              <a:ext cx="392906" cy="22029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0" rIns="0" bIns="0"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sz="1500" i="1">
                  <a:solidFill>
                    <a:srgbClr val="000000"/>
                  </a:solidFill>
                  <a:latin typeface="Times New Roman" panose="02020603050405020304" pitchFamily="18" charset="0"/>
                </a:rPr>
                <a:t>B</a:t>
              </a:r>
              <a:r>
                <a:rPr lang="en-US" altLang="zh-CN" sz="1500" baseline="-25000">
                  <a:solidFill>
                    <a:srgbClr val="000000"/>
                  </a:solidFill>
                  <a:latin typeface="Times New Roman" panose="02020603050405020304" pitchFamily="18" charset="0"/>
                </a:rPr>
                <a:t>1</a:t>
              </a:r>
              <a:endParaRPr lang="en-US" altLang="zh-CN" sz="1500">
                <a:solidFill>
                  <a:srgbClr val="000000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00362" name="Rectangle 26">
              <a:extLst>
                <a:ext uri="{FF2B5EF4-FFF2-40B4-BE49-F238E27FC236}">
                  <a16:creationId xmlns:a16="http://schemas.microsoft.com/office/drawing/2014/main" id="{6799FFE0-57A1-46BF-BBD9-260878BDDCA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63578" y="2143122"/>
              <a:ext cx="626269" cy="3262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sz="1500" i="1">
                  <a:solidFill>
                    <a:srgbClr val="000000"/>
                  </a:solidFill>
                  <a:latin typeface="Times New Roman" panose="02020603050405020304" pitchFamily="18" charset="0"/>
                </a:rPr>
                <a:t>B</a:t>
              </a:r>
              <a:r>
                <a:rPr lang="en-US" altLang="zh-CN" sz="1500" baseline="-25000">
                  <a:solidFill>
                    <a:srgbClr val="000000"/>
                  </a:solidFill>
                  <a:latin typeface="Times New Roman" panose="02020603050405020304" pitchFamily="18" charset="0"/>
                </a:rPr>
                <a:t>2</a:t>
              </a:r>
              <a:endParaRPr lang="en-US" altLang="zh-CN" sz="1500">
                <a:solidFill>
                  <a:srgbClr val="000000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88" name="Rectangle 27">
              <a:extLst>
                <a:ext uri="{FF2B5EF4-FFF2-40B4-BE49-F238E27FC236}">
                  <a16:creationId xmlns:a16="http://schemas.microsoft.com/office/drawing/2014/main" id="{47E8B1DA-42FE-46A5-B3EE-E50CA4DF4FA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212882" y="3357723"/>
              <a:ext cx="1709518" cy="928613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tIns="72000" bIns="0"/>
            <a:lstStyle>
              <a:lvl1pPr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just">
                <a:lnSpc>
                  <a:spcPts val="1600"/>
                </a:lnSpc>
                <a:defRPr/>
              </a:pPr>
              <a:r>
                <a:rPr lang="en-US" altLang="zh-CN" sz="1600" i="1" dirty="0">
                  <a:solidFill>
                    <a:srgbClr val="0000FF"/>
                  </a:solidFill>
                  <a:latin typeface="Times New Roman" charset="0"/>
                </a:rPr>
                <a:t>j </a:t>
              </a:r>
              <a:r>
                <a:rPr lang="en-US" altLang="zh-CN" sz="1600" dirty="0">
                  <a:solidFill>
                    <a:srgbClr val="0000FF"/>
                  </a:solidFill>
                  <a:latin typeface="Times New Roman" charset="0"/>
                </a:rPr>
                <a:t>= </a:t>
              </a:r>
              <a:r>
                <a:rPr lang="en-US" altLang="zh-CN" sz="1600" i="1" dirty="0">
                  <a:solidFill>
                    <a:srgbClr val="0000FF"/>
                  </a:solidFill>
                  <a:latin typeface="Times New Roman" charset="0"/>
                </a:rPr>
                <a:t>j </a:t>
              </a:r>
              <a:r>
                <a:rPr lang="en-US" altLang="zh-CN" sz="1600" dirty="0">
                  <a:solidFill>
                    <a:srgbClr val="0000FF"/>
                  </a:solidFill>
                  <a:latin typeface="Times New Roman" charset="0"/>
                  <a:sym typeface="Symbol" charset="2"/>
                </a:rPr>
                <a:t></a:t>
              </a:r>
              <a:r>
                <a:rPr lang="en-US" altLang="zh-CN" sz="1600" dirty="0">
                  <a:solidFill>
                    <a:srgbClr val="0000FF"/>
                  </a:solidFill>
                  <a:latin typeface="Times New Roman" charset="0"/>
                </a:rPr>
                <a:t>1</a:t>
              </a:r>
            </a:p>
            <a:p>
              <a:pPr algn="just">
                <a:lnSpc>
                  <a:spcPts val="1600"/>
                </a:lnSpc>
                <a:defRPr/>
              </a:pPr>
              <a:r>
                <a:rPr lang="en-US" altLang="zh-CN" sz="1600" i="1" dirty="0">
                  <a:solidFill>
                    <a:srgbClr val="0000FF"/>
                  </a:solidFill>
                  <a:latin typeface="Times New Roman" charset="0"/>
                </a:rPr>
                <a:t>t</a:t>
              </a:r>
              <a:r>
                <a:rPr lang="en-US" altLang="zh-CN" sz="1600" i="1" baseline="-25000" dirty="0">
                  <a:solidFill>
                    <a:srgbClr val="0000FF"/>
                  </a:solidFill>
                  <a:latin typeface="Times New Roman" charset="0"/>
                </a:rPr>
                <a:t>4</a:t>
              </a:r>
              <a:r>
                <a:rPr lang="en-US" altLang="zh-CN" sz="1600" dirty="0">
                  <a:solidFill>
                    <a:srgbClr val="0000FF"/>
                  </a:solidFill>
                  <a:latin typeface="Times New Roman" charset="0"/>
                </a:rPr>
                <a:t> = </a:t>
              </a:r>
              <a:r>
                <a:rPr lang="en-US" altLang="zh-CN" sz="1600" i="1" dirty="0">
                  <a:solidFill>
                    <a:srgbClr val="0000FF"/>
                  </a:solidFill>
                  <a:latin typeface="Times New Roman" charset="0"/>
                </a:rPr>
                <a:t>t</a:t>
              </a:r>
              <a:r>
                <a:rPr lang="en-US" altLang="zh-CN" sz="1600" i="1" baseline="-25000" dirty="0">
                  <a:solidFill>
                    <a:srgbClr val="0000FF"/>
                  </a:solidFill>
                  <a:latin typeface="Times New Roman" charset="0"/>
                </a:rPr>
                <a:t>4 </a:t>
              </a:r>
              <a:r>
                <a:rPr lang="en-US" altLang="zh-CN" sz="1600" dirty="0">
                  <a:solidFill>
                    <a:srgbClr val="0000FF"/>
                  </a:solidFill>
                  <a:latin typeface="宋体" charset="0"/>
                </a:rPr>
                <a:t>- 4</a:t>
              </a:r>
              <a:endParaRPr lang="en-US" altLang="zh-CN" sz="1600" i="1" dirty="0">
                <a:solidFill>
                  <a:srgbClr val="0000FF"/>
                </a:solidFill>
                <a:latin typeface="Times New Roman" charset="0"/>
              </a:endParaRPr>
            </a:p>
            <a:p>
              <a:pPr algn="just">
                <a:lnSpc>
                  <a:spcPts val="1600"/>
                </a:lnSpc>
                <a:defRPr/>
              </a:pPr>
              <a:r>
                <a:rPr lang="en-US" altLang="zh-CN" sz="1600" i="1" dirty="0">
                  <a:solidFill>
                    <a:prstClr val="black"/>
                  </a:solidFill>
                  <a:latin typeface="Times New Roman" charset="0"/>
                </a:rPr>
                <a:t>t</a:t>
              </a:r>
              <a:r>
                <a:rPr lang="en-US" altLang="zh-CN" sz="1600" i="1" baseline="-25000" dirty="0">
                  <a:solidFill>
                    <a:prstClr val="black"/>
                  </a:solidFill>
                  <a:latin typeface="Times New Roman" charset="0"/>
                </a:rPr>
                <a:t>5</a:t>
              </a:r>
              <a:r>
                <a:rPr lang="en-US" altLang="zh-CN" sz="1600" dirty="0">
                  <a:solidFill>
                    <a:prstClr val="black"/>
                  </a:solidFill>
                  <a:latin typeface="Times New Roman" charset="0"/>
                </a:rPr>
                <a:t> = </a:t>
              </a:r>
              <a:r>
                <a:rPr lang="en-US" altLang="zh-CN" sz="1600" i="1" dirty="0">
                  <a:solidFill>
                    <a:prstClr val="black"/>
                  </a:solidFill>
                  <a:latin typeface="Times New Roman" charset="0"/>
                </a:rPr>
                <a:t>a</a:t>
              </a:r>
              <a:r>
                <a:rPr lang="en-US" altLang="zh-CN" sz="1600" dirty="0">
                  <a:solidFill>
                    <a:prstClr val="black"/>
                  </a:solidFill>
                  <a:latin typeface="Times New Roman" charset="0"/>
                </a:rPr>
                <a:t>[</a:t>
              </a:r>
              <a:r>
                <a:rPr lang="en-US" altLang="zh-CN" sz="1600" i="1" dirty="0">
                  <a:solidFill>
                    <a:prstClr val="black"/>
                  </a:solidFill>
                  <a:latin typeface="Times New Roman" charset="0"/>
                </a:rPr>
                <a:t>t</a:t>
              </a:r>
              <a:r>
                <a:rPr lang="en-US" altLang="zh-CN" sz="1600" i="1" baseline="-25000" dirty="0">
                  <a:solidFill>
                    <a:prstClr val="black"/>
                  </a:solidFill>
                  <a:latin typeface="Times New Roman" charset="0"/>
                </a:rPr>
                <a:t>4</a:t>
              </a:r>
              <a:r>
                <a:rPr lang="en-US" altLang="zh-CN" sz="1600" dirty="0">
                  <a:solidFill>
                    <a:prstClr val="black"/>
                  </a:solidFill>
                  <a:latin typeface="Times New Roman" charset="0"/>
                </a:rPr>
                <a:t>]</a:t>
              </a:r>
            </a:p>
            <a:p>
              <a:pPr algn="just">
                <a:lnSpc>
                  <a:spcPts val="1600"/>
                </a:lnSpc>
                <a:defRPr/>
              </a:pPr>
              <a:r>
                <a:rPr lang="en-US" altLang="zh-CN" sz="1600" dirty="0">
                  <a:solidFill>
                    <a:prstClr val="black"/>
                  </a:solidFill>
                  <a:latin typeface="Times New Roman" charset="0"/>
                </a:rPr>
                <a:t>if </a:t>
              </a:r>
              <a:r>
                <a:rPr lang="en-US" altLang="zh-CN" sz="1600" i="1" dirty="0">
                  <a:solidFill>
                    <a:prstClr val="black"/>
                  </a:solidFill>
                  <a:latin typeface="Times New Roman" charset="0"/>
                </a:rPr>
                <a:t>t</a:t>
              </a:r>
              <a:r>
                <a:rPr lang="en-US" altLang="zh-CN" sz="1600" i="1" baseline="-25000" dirty="0">
                  <a:solidFill>
                    <a:prstClr val="black"/>
                  </a:solidFill>
                  <a:latin typeface="Times New Roman" charset="0"/>
                </a:rPr>
                <a:t>5</a:t>
              </a:r>
              <a:r>
                <a:rPr lang="en-US" altLang="zh-CN" sz="1600" dirty="0">
                  <a:solidFill>
                    <a:prstClr val="black"/>
                  </a:solidFill>
                  <a:latin typeface="Times New Roman" charset="0"/>
                </a:rPr>
                <a:t> &gt; </a:t>
              </a:r>
              <a:r>
                <a:rPr lang="en-US" altLang="zh-CN" sz="1600" i="1" dirty="0">
                  <a:solidFill>
                    <a:prstClr val="black"/>
                  </a:solidFill>
                  <a:latin typeface="Times New Roman" charset="0"/>
                </a:rPr>
                <a:t>v</a:t>
              </a:r>
              <a:r>
                <a:rPr lang="en-US" altLang="zh-CN" sz="1600" dirty="0">
                  <a:solidFill>
                    <a:prstClr val="black"/>
                  </a:solidFill>
                  <a:latin typeface="Times New Roman" charset="0"/>
                </a:rPr>
                <a:t> </a:t>
              </a:r>
              <a:r>
                <a:rPr lang="en-US" altLang="zh-CN" sz="1600" dirty="0" err="1">
                  <a:solidFill>
                    <a:prstClr val="black"/>
                  </a:solidFill>
                  <a:latin typeface="Times New Roman" charset="0"/>
                </a:rPr>
                <a:t>goto</a:t>
              </a:r>
              <a:r>
                <a:rPr lang="en-US" altLang="zh-CN" sz="1600" dirty="0">
                  <a:solidFill>
                    <a:prstClr val="black"/>
                  </a:solidFill>
                  <a:latin typeface="Times New Roman" charset="0"/>
                </a:rPr>
                <a:t> </a:t>
              </a:r>
              <a:r>
                <a:rPr lang="en-US" altLang="zh-CN" sz="1600" i="1" dirty="0">
                  <a:solidFill>
                    <a:prstClr val="black"/>
                  </a:solidFill>
                  <a:latin typeface="Times New Roman" charset="0"/>
                </a:rPr>
                <a:t>B</a:t>
              </a:r>
              <a:r>
                <a:rPr lang="en-US" altLang="zh-CN" sz="1600" i="1" baseline="-25000" dirty="0">
                  <a:solidFill>
                    <a:prstClr val="black"/>
                  </a:solidFill>
                  <a:latin typeface="Times New Roman" charset="0"/>
                </a:rPr>
                <a:t>3</a:t>
              </a:r>
            </a:p>
          </p:txBody>
        </p:sp>
        <p:sp>
          <p:nvSpPr>
            <p:cNvPr id="89" name="Rectangle 32">
              <a:extLst>
                <a:ext uri="{FF2B5EF4-FFF2-40B4-BE49-F238E27FC236}">
                  <a16:creationId xmlns:a16="http://schemas.microsoft.com/office/drawing/2014/main" id="{8C403062-3D33-48DA-8D43-6CC29549D7C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85898" y="4940334"/>
              <a:ext cx="784124" cy="107941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tIns="0" bIns="0"/>
            <a:lstStyle>
              <a:lvl1pPr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just">
                <a:lnSpc>
                  <a:spcPct val="96000"/>
                </a:lnSpc>
                <a:defRPr/>
              </a:pPr>
              <a:endParaRPr lang="en-US" altLang="zh-CN" sz="700" b="0" baseline="-25000">
                <a:solidFill>
                  <a:prstClr val="black"/>
                </a:solidFill>
                <a:latin typeface="Times New Roman" charset="0"/>
              </a:endParaRPr>
            </a:p>
          </p:txBody>
        </p:sp>
        <p:sp>
          <p:nvSpPr>
            <p:cNvPr id="100365" name="Rectangle 33">
              <a:extLst>
                <a:ext uri="{FF2B5EF4-FFF2-40B4-BE49-F238E27FC236}">
                  <a16:creationId xmlns:a16="http://schemas.microsoft.com/office/drawing/2014/main" id="{9A4945F8-49CA-43E3-A34B-7E393424755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42160" y="4421953"/>
              <a:ext cx="626269" cy="32389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sz="1500" i="1">
                  <a:solidFill>
                    <a:srgbClr val="000000"/>
                  </a:solidFill>
                  <a:latin typeface="Times New Roman" panose="02020603050405020304" pitchFamily="18" charset="0"/>
                </a:rPr>
                <a:t>B</a:t>
              </a:r>
              <a:r>
                <a:rPr lang="en-US" altLang="zh-CN" sz="1500" baseline="-25000">
                  <a:solidFill>
                    <a:srgbClr val="000000"/>
                  </a:solidFill>
                  <a:latin typeface="Times New Roman" panose="02020603050405020304" pitchFamily="18" charset="0"/>
                </a:rPr>
                <a:t>4</a:t>
              </a:r>
              <a:endParaRPr lang="en-US" altLang="zh-CN" sz="1500">
                <a:solidFill>
                  <a:srgbClr val="000000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00366" name="Rectangle 34">
              <a:extLst>
                <a:ext uri="{FF2B5EF4-FFF2-40B4-BE49-F238E27FC236}">
                  <a16:creationId xmlns:a16="http://schemas.microsoft.com/office/drawing/2014/main" id="{796A9C5A-8BE5-4F07-BC9B-77AB2124CC2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93344" y="3286130"/>
              <a:ext cx="628650" cy="32746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sz="1500" i="1">
                  <a:solidFill>
                    <a:srgbClr val="000000"/>
                  </a:solidFill>
                  <a:latin typeface="Times New Roman" panose="02020603050405020304" pitchFamily="18" charset="0"/>
                </a:rPr>
                <a:t>B</a:t>
              </a:r>
              <a:r>
                <a:rPr lang="en-US" altLang="zh-CN" sz="1500" baseline="-25000">
                  <a:solidFill>
                    <a:srgbClr val="000000"/>
                  </a:solidFill>
                  <a:latin typeface="Times New Roman" panose="02020603050405020304" pitchFamily="18" charset="0"/>
                </a:rPr>
                <a:t>3</a:t>
              </a:r>
              <a:endParaRPr lang="en-US" altLang="zh-CN" sz="1500">
                <a:solidFill>
                  <a:srgbClr val="000000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92" name="Rectangle 36">
              <a:extLst>
                <a:ext uri="{FF2B5EF4-FFF2-40B4-BE49-F238E27FC236}">
                  <a16:creationId xmlns:a16="http://schemas.microsoft.com/office/drawing/2014/main" id="{EF1A91A9-45AC-4B4E-8976-FE71C05306B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103355" y="4940334"/>
              <a:ext cx="809521" cy="107941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tIns="0" bIns="0"/>
            <a:lstStyle>
              <a:lvl1pPr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just">
                <a:lnSpc>
                  <a:spcPct val="96000"/>
                </a:lnSpc>
                <a:defRPr/>
              </a:pPr>
              <a:endParaRPr lang="en-US" altLang="zh-CN" sz="700" b="0" baseline="-25000">
                <a:solidFill>
                  <a:prstClr val="black"/>
                </a:solidFill>
                <a:latin typeface="Times New Roman" charset="0"/>
              </a:endParaRPr>
            </a:p>
          </p:txBody>
        </p:sp>
        <p:sp>
          <p:nvSpPr>
            <p:cNvPr id="100368" name="Rectangle 39">
              <a:extLst>
                <a:ext uri="{FF2B5EF4-FFF2-40B4-BE49-F238E27FC236}">
                  <a16:creationId xmlns:a16="http://schemas.microsoft.com/office/drawing/2014/main" id="{59C25E08-6400-4C13-A6E6-9564944F9AD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29058" y="4814468"/>
              <a:ext cx="627460" cy="32746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sz="1500" i="1">
                  <a:solidFill>
                    <a:srgbClr val="000000"/>
                  </a:solidFill>
                  <a:latin typeface="Times New Roman" panose="02020603050405020304" pitchFamily="18" charset="0"/>
                </a:rPr>
                <a:t>B</a:t>
              </a:r>
              <a:r>
                <a:rPr lang="en-US" altLang="zh-CN" sz="1500" baseline="-25000">
                  <a:solidFill>
                    <a:srgbClr val="000000"/>
                  </a:solidFill>
                  <a:latin typeface="Times New Roman" panose="02020603050405020304" pitchFamily="18" charset="0"/>
                </a:rPr>
                <a:t>6</a:t>
              </a:r>
              <a:endParaRPr lang="en-US" altLang="zh-CN" sz="1500">
                <a:solidFill>
                  <a:srgbClr val="000000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00369" name="Line 31">
              <a:extLst>
                <a:ext uri="{FF2B5EF4-FFF2-40B4-BE49-F238E27FC236}">
                  <a16:creationId xmlns:a16="http://schemas.microsoft.com/office/drawing/2014/main" id="{F3AFCE24-5CCE-41EE-AD39-B8A71D76065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13075" y="4286262"/>
              <a:ext cx="0" cy="169862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100370" name="Line 37">
              <a:extLst>
                <a:ext uri="{FF2B5EF4-FFF2-40B4-BE49-F238E27FC236}">
                  <a16:creationId xmlns:a16="http://schemas.microsoft.com/office/drawing/2014/main" id="{7743B552-55D7-4198-8E7D-CAD1FD02B54E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455863" y="4714890"/>
              <a:ext cx="369887" cy="182562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100371" name="Line 38">
              <a:extLst>
                <a:ext uri="{FF2B5EF4-FFF2-40B4-BE49-F238E27FC236}">
                  <a16:creationId xmlns:a16="http://schemas.microsoft.com/office/drawing/2014/main" id="{DE70BF21-17C0-4AAE-A184-BECEF1D3670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11513" y="4714890"/>
              <a:ext cx="323850" cy="182562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100372" name="Freeform 40">
              <a:extLst>
                <a:ext uri="{FF2B5EF4-FFF2-40B4-BE49-F238E27FC236}">
                  <a16:creationId xmlns:a16="http://schemas.microsoft.com/office/drawing/2014/main" id="{49699546-CED1-4D84-B7F6-375BC01357B2}"/>
                </a:ext>
              </a:extLst>
            </p:cNvPr>
            <p:cNvSpPr>
              <a:spLocks/>
            </p:cNvSpPr>
            <p:nvPr/>
          </p:nvSpPr>
          <p:spPr bwMode="auto">
            <a:xfrm rot="250047">
              <a:off x="1866074" y="2072425"/>
              <a:ext cx="387350" cy="1213906"/>
            </a:xfrm>
            <a:custGeom>
              <a:avLst/>
              <a:gdLst>
                <a:gd name="T0" fmla="*/ 2147483646 w 325"/>
                <a:gd name="T1" fmla="*/ 2147483646 h 983"/>
                <a:gd name="T2" fmla="*/ 2147483646 w 325"/>
                <a:gd name="T3" fmla="*/ 2147483646 h 983"/>
                <a:gd name="T4" fmla="*/ 2147483646 w 325"/>
                <a:gd name="T5" fmla="*/ 2147483646 h 983"/>
                <a:gd name="T6" fmla="*/ 2147483646 w 325"/>
                <a:gd name="T7" fmla="*/ 2147483646 h 983"/>
                <a:gd name="T8" fmla="*/ 2147483646 w 325"/>
                <a:gd name="T9" fmla="*/ 2147483646 h 98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5"/>
                <a:gd name="T16" fmla="*/ 0 h 983"/>
                <a:gd name="T17" fmla="*/ 325 w 325"/>
                <a:gd name="T18" fmla="*/ 983 h 98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5" h="983">
                  <a:moveTo>
                    <a:pt x="325" y="847"/>
                  </a:moveTo>
                  <a:cubicBezTo>
                    <a:pt x="215" y="915"/>
                    <a:pt x="106" y="983"/>
                    <a:pt x="53" y="938"/>
                  </a:cubicBezTo>
                  <a:cubicBezTo>
                    <a:pt x="0" y="893"/>
                    <a:pt x="1" y="719"/>
                    <a:pt x="8" y="575"/>
                  </a:cubicBezTo>
                  <a:cubicBezTo>
                    <a:pt x="15" y="431"/>
                    <a:pt x="53" y="152"/>
                    <a:pt x="98" y="76"/>
                  </a:cubicBezTo>
                  <a:cubicBezTo>
                    <a:pt x="143" y="0"/>
                    <a:pt x="211" y="60"/>
                    <a:pt x="280" y="121"/>
                  </a:cubicBezTo>
                </a:path>
              </a:pathLst>
            </a:cu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100373" name="Freeform 41">
              <a:extLst>
                <a:ext uri="{FF2B5EF4-FFF2-40B4-BE49-F238E27FC236}">
                  <a16:creationId xmlns:a16="http://schemas.microsoft.com/office/drawing/2014/main" id="{74A47F21-5C56-4E40-8C95-B31300A63DC3}"/>
                </a:ext>
              </a:extLst>
            </p:cNvPr>
            <p:cNvSpPr>
              <a:spLocks/>
            </p:cNvSpPr>
            <p:nvPr/>
          </p:nvSpPr>
          <p:spPr bwMode="auto">
            <a:xfrm rot="-156154">
              <a:off x="1989159" y="3212925"/>
              <a:ext cx="269875" cy="1193151"/>
            </a:xfrm>
            <a:custGeom>
              <a:avLst/>
              <a:gdLst>
                <a:gd name="T0" fmla="*/ 2147483646 w 227"/>
                <a:gd name="T1" fmla="*/ 2147483646 h 983"/>
                <a:gd name="T2" fmla="*/ 2147483646 w 227"/>
                <a:gd name="T3" fmla="*/ 2147483646 h 983"/>
                <a:gd name="T4" fmla="*/ 0 w 227"/>
                <a:gd name="T5" fmla="*/ 2147483646 h 983"/>
                <a:gd name="T6" fmla="*/ 2147483646 w 227"/>
                <a:gd name="T7" fmla="*/ 2147483646 h 983"/>
                <a:gd name="T8" fmla="*/ 2147483646 w 227"/>
                <a:gd name="T9" fmla="*/ 2147483646 h 98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27"/>
                <a:gd name="T16" fmla="*/ 0 h 983"/>
                <a:gd name="T17" fmla="*/ 227 w 227"/>
                <a:gd name="T18" fmla="*/ 983 h 98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27" h="983">
                  <a:moveTo>
                    <a:pt x="182" y="885"/>
                  </a:moveTo>
                  <a:cubicBezTo>
                    <a:pt x="129" y="934"/>
                    <a:pt x="76" y="983"/>
                    <a:pt x="46" y="930"/>
                  </a:cubicBezTo>
                  <a:cubicBezTo>
                    <a:pt x="16" y="877"/>
                    <a:pt x="0" y="711"/>
                    <a:pt x="0" y="567"/>
                  </a:cubicBezTo>
                  <a:cubicBezTo>
                    <a:pt x="0" y="423"/>
                    <a:pt x="8" y="136"/>
                    <a:pt x="46" y="68"/>
                  </a:cubicBezTo>
                  <a:cubicBezTo>
                    <a:pt x="84" y="0"/>
                    <a:pt x="155" y="79"/>
                    <a:pt x="227" y="159"/>
                  </a:cubicBezTo>
                </a:path>
              </a:pathLst>
            </a:cu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100374" name="Freeform 42">
              <a:extLst>
                <a:ext uri="{FF2B5EF4-FFF2-40B4-BE49-F238E27FC236}">
                  <a16:creationId xmlns:a16="http://schemas.microsoft.com/office/drawing/2014/main" id="{AF20DB0C-7023-4498-8395-B1769FDEE764}"/>
                </a:ext>
              </a:extLst>
            </p:cNvPr>
            <p:cNvSpPr>
              <a:spLocks/>
            </p:cNvSpPr>
            <p:nvPr/>
          </p:nvSpPr>
          <p:spPr bwMode="auto">
            <a:xfrm>
              <a:off x="1611297" y="1714494"/>
              <a:ext cx="746125" cy="3429024"/>
            </a:xfrm>
            <a:custGeom>
              <a:avLst/>
              <a:gdLst>
                <a:gd name="T0" fmla="*/ 2147483646 w 627"/>
                <a:gd name="T1" fmla="*/ 2147483646 h 3190"/>
                <a:gd name="T2" fmla="*/ 2147483646 w 627"/>
                <a:gd name="T3" fmla="*/ 2147483646 h 3190"/>
                <a:gd name="T4" fmla="*/ 2147483646 w 627"/>
                <a:gd name="T5" fmla="*/ 2147483646 h 3190"/>
                <a:gd name="T6" fmla="*/ 2147483646 w 627"/>
                <a:gd name="T7" fmla="*/ 2147483646 h 3190"/>
                <a:gd name="T8" fmla="*/ 2147483646 w 627"/>
                <a:gd name="T9" fmla="*/ 2147483646 h 319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627"/>
                <a:gd name="T16" fmla="*/ 0 h 3190"/>
                <a:gd name="T17" fmla="*/ 627 w 627"/>
                <a:gd name="T18" fmla="*/ 3190 h 319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627" h="3190">
                  <a:moveTo>
                    <a:pt x="491" y="2994"/>
                  </a:moveTo>
                  <a:cubicBezTo>
                    <a:pt x="430" y="3092"/>
                    <a:pt x="369" y="3190"/>
                    <a:pt x="309" y="3130"/>
                  </a:cubicBezTo>
                  <a:cubicBezTo>
                    <a:pt x="249" y="3070"/>
                    <a:pt x="166" y="3092"/>
                    <a:pt x="128" y="2631"/>
                  </a:cubicBezTo>
                  <a:cubicBezTo>
                    <a:pt x="90" y="2170"/>
                    <a:pt x="0" y="726"/>
                    <a:pt x="83" y="363"/>
                  </a:cubicBezTo>
                  <a:cubicBezTo>
                    <a:pt x="166" y="0"/>
                    <a:pt x="396" y="227"/>
                    <a:pt x="627" y="454"/>
                  </a:cubicBezTo>
                </a:path>
              </a:pathLst>
            </a:cu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100375" name="Rectangle 16">
              <a:extLst>
                <a:ext uri="{FF2B5EF4-FFF2-40B4-BE49-F238E27FC236}">
                  <a16:creationId xmlns:a16="http://schemas.microsoft.com/office/drawing/2014/main" id="{D00F3B6A-905B-4F31-8E54-C26D58CDC20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57356" y="4746643"/>
              <a:ext cx="514350" cy="3254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sz="1500" i="1">
                  <a:solidFill>
                    <a:srgbClr val="000000"/>
                  </a:solidFill>
                  <a:latin typeface="Times New Roman" panose="02020603050405020304" pitchFamily="18" charset="0"/>
                </a:rPr>
                <a:t>B</a:t>
              </a:r>
              <a:r>
                <a:rPr lang="en-US" altLang="zh-CN" sz="1500" i="1" baseline="-25000">
                  <a:solidFill>
                    <a:srgbClr val="000000"/>
                  </a:solidFill>
                  <a:latin typeface="Times New Roman" panose="02020603050405020304" pitchFamily="18" charset="0"/>
                </a:rPr>
                <a:t>5</a:t>
              </a:r>
              <a:endParaRPr lang="en-US" altLang="zh-CN" sz="1500" i="1">
                <a:solidFill>
                  <a:srgbClr val="000000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01" name="Rectangle 30">
              <a:extLst>
                <a:ext uri="{FF2B5EF4-FFF2-40B4-BE49-F238E27FC236}">
                  <a16:creationId xmlns:a16="http://schemas.microsoft.com/office/drawing/2014/main" id="{02F8AC9D-57D1-41A5-BD12-4DEF598569D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212882" y="4429200"/>
              <a:ext cx="1725391" cy="285727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90000" tIns="0" rIns="0" bIns="0"/>
            <a:lstStyle>
              <a:lvl1pPr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just">
                <a:lnSpc>
                  <a:spcPct val="96000"/>
                </a:lnSpc>
                <a:defRPr/>
              </a:pPr>
              <a:r>
                <a:rPr lang="en-US" altLang="zh-CN" sz="1600" dirty="0">
                  <a:solidFill>
                    <a:srgbClr val="000000"/>
                  </a:solidFill>
                  <a:latin typeface="Times New Roman" charset="0"/>
                </a:rPr>
                <a:t>if </a:t>
              </a:r>
              <a:r>
                <a:rPr lang="en-US" altLang="zh-CN" sz="1600" i="1">
                  <a:solidFill>
                    <a:srgbClr val="0000FF"/>
                  </a:solidFill>
                  <a:latin typeface="Times New Roman" charset="0"/>
                </a:rPr>
                <a:t>i</a:t>
              </a:r>
              <a:r>
                <a:rPr lang="en-US" altLang="zh-CN" sz="1600" dirty="0">
                  <a:solidFill>
                    <a:srgbClr val="0000FF"/>
                  </a:solidFill>
                  <a:latin typeface="Times New Roman" charset="0"/>
                </a:rPr>
                <a:t> &gt;= </a:t>
              </a:r>
              <a:r>
                <a:rPr lang="en-US" altLang="zh-CN" sz="1600" i="1" dirty="0">
                  <a:solidFill>
                    <a:srgbClr val="0000FF"/>
                  </a:solidFill>
                  <a:latin typeface="Times New Roman" charset="0"/>
                </a:rPr>
                <a:t>j </a:t>
              </a:r>
              <a:r>
                <a:rPr lang="en-US" altLang="zh-CN" sz="1600" dirty="0" err="1">
                  <a:solidFill>
                    <a:srgbClr val="000000"/>
                  </a:solidFill>
                  <a:latin typeface="Times New Roman" charset="0"/>
                </a:rPr>
                <a:t>goto</a:t>
              </a:r>
              <a:r>
                <a:rPr lang="en-US" altLang="zh-CN" sz="1600" dirty="0">
                  <a:solidFill>
                    <a:srgbClr val="000000"/>
                  </a:solidFill>
                  <a:latin typeface="Times New Roman" charset="0"/>
                </a:rPr>
                <a:t> </a:t>
              </a:r>
              <a:r>
                <a:rPr lang="en-US" altLang="zh-CN" sz="1600" i="1" dirty="0">
                  <a:solidFill>
                    <a:srgbClr val="000000"/>
                  </a:solidFill>
                  <a:latin typeface="Times New Roman" charset="0"/>
                </a:rPr>
                <a:t>B</a:t>
              </a:r>
              <a:r>
                <a:rPr lang="en-US" altLang="zh-CN" sz="1600" i="1" baseline="-25000" dirty="0">
                  <a:solidFill>
                    <a:srgbClr val="000000"/>
                  </a:solidFill>
                  <a:latin typeface="Times New Roman" charset="0"/>
                </a:rPr>
                <a:t>6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02" name="内容占位符 2">
            <a:extLst>
              <a:ext uri="{FF2B5EF4-FFF2-40B4-BE49-F238E27FC236}">
                <a16:creationId xmlns:a16="http://schemas.microsoft.com/office/drawing/2014/main" id="{BA6DDE92-F6EB-4B28-B3F1-74CBAFEF88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24375" y="1357313"/>
            <a:ext cx="4619625" cy="3644900"/>
          </a:xfrm>
        </p:spPr>
        <p:txBody>
          <a:bodyPr/>
          <a:lstStyle/>
          <a:p>
            <a:pPr eaLnBrk="1" hangingPunct="1">
              <a:lnSpc>
                <a:spcPts val="4000"/>
              </a:lnSpc>
              <a:buFont typeface="Symbol" panose="05050102010706020507" pitchFamily="18" charset="2"/>
              <a:buNone/>
            </a:pPr>
            <a:r>
              <a:rPr lang="en-US" altLang="zh-CN" sz="2500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8.1 </a:t>
            </a:r>
            <a:r>
              <a:rPr lang="zh-CN" altLang="en-US" sz="2500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流图</a:t>
            </a:r>
          </a:p>
          <a:p>
            <a:pPr eaLnBrk="1" hangingPunct="1">
              <a:lnSpc>
                <a:spcPts val="4000"/>
              </a:lnSpc>
              <a:buFont typeface="Symbol" panose="05050102010706020507" pitchFamily="18" charset="2"/>
              <a:buNone/>
            </a:pPr>
            <a:r>
              <a:rPr lang="en-US" altLang="zh-CN" sz="2500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8.2 </a:t>
            </a:r>
            <a:r>
              <a:rPr lang="zh-CN" altLang="en-US" sz="2500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优化的分类</a:t>
            </a:r>
          </a:p>
          <a:p>
            <a:pPr eaLnBrk="1" hangingPunct="1">
              <a:lnSpc>
                <a:spcPts val="4000"/>
              </a:lnSpc>
              <a:buFont typeface="Symbol" panose="05050102010706020507" pitchFamily="18" charset="2"/>
              <a:buNone/>
            </a:pPr>
            <a:r>
              <a:rPr lang="en-US" altLang="zh-CN" sz="2500" dirty="0">
                <a:solidFill>
                  <a:srgbClr val="2D83F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8.3 </a:t>
            </a:r>
            <a:r>
              <a:rPr lang="zh-CN" altLang="en-US" sz="2500" dirty="0">
                <a:solidFill>
                  <a:srgbClr val="2D83F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基本块的优化</a:t>
            </a:r>
          </a:p>
          <a:p>
            <a:pPr eaLnBrk="1" hangingPunct="1">
              <a:lnSpc>
                <a:spcPts val="4000"/>
              </a:lnSpc>
              <a:buFont typeface="Symbol" panose="05050102010706020507" pitchFamily="18" charset="2"/>
              <a:buNone/>
            </a:pPr>
            <a:r>
              <a:rPr lang="en-US" altLang="zh-CN" sz="2500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8.4 </a:t>
            </a:r>
            <a:r>
              <a:rPr lang="zh-CN" altLang="en-US" sz="2500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数据流分析</a:t>
            </a:r>
          </a:p>
          <a:p>
            <a:pPr eaLnBrk="1" hangingPunct="1">
              <a:lnSpc>
                <a:spcPts val="4000"/>
              </a:lnSpc>
              <a:buFont typeface="Symbol" panose="05050102010706020507" pitchFamily="18" charset="2"/>
              <a:buNone/>
            </a:pPr>
            <a:r>
              <a:rPr lang="en-US" altLang="zh-CN" sz="2500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8.5 </a:t>
            </a:r>
            <a:r>
              <a:rPr lang="zh-CN" altLang="en-US" sz="2500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流图中的循环</a:t>
            </a:r>
          </a:p>
          <a:p>
            <a:pPr eaLnBrk="1" hangingPunct="1">
              <a:lnSpc>
                <a:spcPts val="4000"/>
              </a:lnSpc>
              <a:buFont typeface="Symbol" panose="05050102010706020507" pitchFamily="18" charset="2"/>
              <a:buNone/>
            </a:pPr>
            <a:r>
              <a:rPr lang="en-US" altLang="zh-CN" sz="2500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8.6 </a:t>
            </a:r>
            <a:r>
              <a:rPr lang="zh-CN" altLang="en-US" sz="2500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全局优化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73BAEA01-4313-4C02-9D1B-CB851EC5BF64}"/>
              </a:ext>
            </a:extLst>
          </p:cNvPr>
          <p:cNvSpPr/>
          <p:nvPr/>
        </p:nvSpPr>
        <p:spPr>
          <a:xfrm>
            <a:off x="0" y="0"/>
            <a:ext cx="9144000" cy="150018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2870" tIns="51435" rIns="102870" bIns="51435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 sz="1600" b="0" dirty="0">
              <a:solidFill>
                <a:prstClr val="black">
                  <a:lumMod val="85000"/>
                  <a:lumOff val="15000"/>
                </a:prstClr>
              </a:solidFill>
            </a:endParaRPr>
          </a:p>
        </p:txBody>
      </p:sp>
      <p:pic>
        <p:nvPicPr>
          <p:cNvPr id="102404" name="Picture 7" descr="E:\工大编译\ppt\制作\0330e9c554c768200000158fc50d53d.jpg">
            <a:extLst>
              <a:ext uri="{FF2B5EF4-FFF2-40B4-BE49-F238E27FC236}">
                <a16:creationId xmlns:a16="http://schemas.microsoft.com/office/drawing/2014/main" id="{D29671BD-E5BC-4383-B908-925EF779F0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538" r="21837"/>
          <a:stretch>
            <a:fillRect/>
          </a:stretch>
        </p:blipFill>
        <p:spPr bwMode="auto">
          <a:xfrm>
            <a:off x="-6350" y="0"/>
            <a:ext cx="4295775" cy="5143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矩形 8">
            <a:extLst>
              <a:ext uri="{FF2B5EF4-FFF2-40B4-BE49-F238E27FC236}">
                <a16:creationId xmlns:a16="http://schemas.microsoft.com/office/drawing/2014/main" id="{06D578BE-BF53-4C02-8AC6-3A70D2D6979E}"/>
              </a:ext>
            </a:extLst>
          </p:cNvPr>
          <p:cNvSpPr/>
          <p:nvPr/>
        </p:nvSpPr>
        <p:spPr>
          <a:xfrm>
            <a:off x="4143375" y="357188"/>
            <a:ext cx="1928813" cy="78581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254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2870" tIns="51435" rIns="102870" bIns="51435" anchor="ctr"/>
          <a:lstStyle/>
          <a:p>
            <a:pPr algn="ctr">
              <a:defRPr/>
            </a:pPr>
            <a:r>
              <a:rPr lang="zh-CN" altLang="en-US" sz="4000">
                <a:solidFill>
                  <a:srgbClr val="FFFFFF"/>
                </a:solidFill>
                <a:latin typeface="微软雅黑" pitchFamily="34" charset="-122"/>
                <a:ea typeface="微软雅黑" pitchFamily="34" charset="-122"/>
              </a:rPr>
              <a:t>提纲</a:t>
            </a:r>
            <a:endParaRPr lang="zh-CN" altLang="en-US" sz="1600" b="0">
              <a:solidFill>
                <a:srgbClr val="262626"/>
              </a:solidFill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450" name="内容占位符 2">
            <a:extLst>
              <a:ext uri="{FF2B5EF4-FFF2-40B4-BE49-F238E27FC236}">
                <a16:creationId xmlns:a16="http://schemas.microsoft.com/office/drawing/2014/main" id="{1217EB64-3E3F-4D47-8A5A-21D892039475}"/>
              </a:ext>
            </a:extLst>
          </p:cNvPr>
          <p:cNvSpPr>
            <a:spLocks noGrp="1"/>
          </p:cNvSpPr>
          <p:nvPr>
            <p:ph idx="1"/>
          </p:nvPr>
        </p:nvSpPr>
        <p:spPr bwMode="auto">
          <a:xfrm>
            <a:off x="468312" y="915988"/>
            <a:ext cx="8218487" cy="3743994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lnSpc>
                <a:spcPts val="3000"/>
              </a:lnSpc>
              <a:spcBef>
                <a:spcPts val="600"/>
              </a:spcBef>
              <a:buClr>
                <a:schemeClr val="tx1"/>
              </a:buClr>
              <a:buFont typeface="Wingdings" panose="05000000000000000000" pitchFamily="2" charset="2"/>
              <a:buChar char="Ø"/>
            </a:pPr>
            <a:r>
              <a:rPr lang="zh-CN" altLang="en-US" b="1" dirty="0">
                <a:solidFill>
                  <a:schemeClr val="tx1"/>
                </a:solidFill>
              </a:rPr>
              <a:t>很多重要的</a:t>
            </a:r>
            <a:r>
              <a:rPr lang="zh-CN" altLang="en-US" b="1" dirty="0">
                <a:solidFill>
                  <a:srgbClr val="0070C0"/>
                </a:solidFill>
              </a:rPr>
              <a:t>局部优化技术</a:t>
            </a:r>
            <a:r>
              <a:rPr lang="zh-CN" altLang="en-US" b="1" dirty="0">
                <a:solidFill>
                  <a:schemeClr val="tx1"/>
                </a:solidFill>
              </a:rPr>
              <a:t>首先把一个</a:t>
            </a:r>
            <a:r>
              <a:rPr lang="zh-CN" altLang="en-US" b="1" dirty="0">
                <a:solidFill>
                  <a:srgbClr val="0070C0"/>
                </a:solidFill>
              </a:rPr>
              <a:t>基本块</a:t>
            </a:r>
            <a:r>
              <a:rPr lang="zh-CN" altLang="en-US" b="1" dirty="0">
                <a:solidFill>
                  <a:schemeClr val="tx1"/>
                </a:solidFill>
              </a:rPr>
              <a:t>转换成为一个</a:t>
            </a:r>
            <a:r>
              <a:rPr lang="zh-CN" altLang="en-US" b="1" dirty="0">
                <a:solidFill>
                  <a:srgbClr val="FF0000"/>
                </a:solidFill>
                <a:latin typeface="楷体" panose="02010609060101010101" pitchFamily="49" charset="-122"/>
              </a:rPr>
              <a:t>无环有向图</a:t>
            </a:r>
            <a:r>
              <a:rPr lang="en-US" altLang="zh-CN" b="1" dirty="0">
                <a:solidFill>
                  <a:schemeClr val="tx1"/>
                </a:solidFill>
              </a:rPr>
              <a:t>(</a:t>
            </a:r>
            <a:r>
              <a:rPr lang="en-US" altLang="zh-CN" b="1" i="1" dirty="0">
                <a:solidFill>
                  <a:schemeClr val="tx1"/>
                </a:solidFill>
              </a:rPr>
              <a:t>directed acyclic graph</a:t>
            </a:r>
            <a:r>
              <a:rPr lang="zh-CN" altLang="en-US" b="1" i="1" dirty="0">
                <a:solidFill>
                  <a:schemeClr val="tx1"/>
                </a:solidFill>
              </a:rPr>
              <a:t>，</a:t>
            </a:r>
            <a:r>
              <a:rPr lang="en-US" altLang="zh-CN" b="1" i="1" dirty="0">
                <a:solidFill>
                  <a:schemeClr val="tx1"/>
                </a:solidFill>
              </a:rPr>
              <a:t>DAG</a:t>
            </a:r>
            <a:r>
              <a:rPr lang="en-US" altLang="zh-CN" b="1" dirty="0">
                <a:solidFill>
                  <a:schemeClr val="tx1"/>
                </a:solidFill>
              </a:rPr>
              <a:t>)</a:t>
            </a:r>
          </a:p>
          <a:p>
            <a:pPr eaLnBrk="1" hangingPunct="1">
              <a:lnSpc>
                <a:spcPts val="3000"/>
              </a:lnSpc>
              <a:spcBef>
                <a:spcPts val="600"/>
              </a:spcBef>
              <a:buClr>
                <a:schemeClr val="tx1"/>
              </a:buClr>
              <a:buFont typeface="Wingdings" panose="05000000000000000000" pitchFamily="2" charset="2"/>
              <a:buChar char="Ø"/>
            </a:pPr>
            <a:r>
              <a:rPr lang="zh-CN" altLang="en-US" b="1" dirty="0"/>
              <a:t>在</a:t>
            </a:r>
            <a:r>
              <a:rPr lang="zh-CN" altLang="en-US" b="1" dirty="0">
                <a:solidFill>
                  <a:srgbClr val="0070C0"/>
                </a:solidFill>
              </a:rPr>
              <a:t>转换成</a:t>
            </a:r>
            <a:r>
              <a:rPr lang="en-US" altLang="zh-CN" b="1" dirty="0">
                <a:solidFill>
                  <a:srgbClr val="0070C0"/>
                </a:solidFill>
              </a:rPr>
              <a:t>DAG</a:t>
            </a:r>
            <a:r>
              <a:rPr lang="zh-CN" altLang="en-US" b="1" dirty="0">
                <a:solidFill>
                  <a:srgbClr val="0070C0"/>
                </a:solidFill>
              </a:rPr>
              <a:t>过程</a:t>
            </a:r>
            <a:r>
              <a:rPr lang="zh-CN" altLang="en-US" b="1" dirty="0"/>
              <a:t>中和转换后，都可以</a:t>
            </a:r>
            <a:r>
              <a:rPr lang="zh-CN" altLang="en-US" b="1" dirty="0">
                <a:solidFill>
                  <a:srgbClr val="0070C0"/>
                </a:solidFill>
              </a:rPr>
              <a:t>进行</a:t>
            </a:r>
            <a:r>
              <a:rPr lang="zh-CN" altLang="en-US" b="1" dirty="0"/>
              <a:t>基本块的</a:t>
            </a:r>
            <a:r>
              <a:rPr lang="zh-CN" altLang="en-US" b="1" dirty="0">
                <a:solidFill>
                  <a:srgbClr val="0070C0"/>
                </a:solidFill>
              </a:rPr>
              <a:t>优化，</a:t>
            </a:r>
            <a:r>
              <a:rPr lang="zh-CN" altLang="en-US" b="1" dirty="0"/>
              <a:t>最后将</a:t>
            </a:r>
            <a:r>
              <a:rPr lang="zh-CN" altLang="en-US" b="1" dirty="0">
                <a:solidFill>
                  <a:srgbClr val="0070C0"/>
                </a:solidFill>
              </a:rPr>
              <a:t>新</a:t>
            </a:r>
            <a:r>
              <a:rPr lang="en-US" altLang="zh-CN" b="1" dirty="0">
                <a:solidFill>
                  <a:srgbClr val="0070C0"/>
                </a:solidFill>
              </a:rPr>
              <a:t>DAG</a:t>
            </a:r>
            <a:r>
              <a:rPr lang="zh-CN" altLang="en-US" b="1" dirty="0">
                <a:solidFill>
                  <a:srgbClr val="0070C0"/>
                </a:solidFill>
              </a:rPr>
              <a:t>重组为优化后的语句序列</a:t>
            </a:r>
            <a:endParaRPr lang="zh-CN" altLang="en-US" b="1" dirty="0">
              <a:solidFill>
                <a:schemeClr val="tx1"/>
              </a:solidFill>
            </a:endParaRPr>
          </a:p>
        </p:txBody>
      </p:sp>
      <p:sp>
        <p:nvSpPr>
          <p:cNvPr id="104451" name="标题 1">
            <a:extLst>
              <a:ext uri="{FF2B5EF4-FFF2-40B4-BE49-F238E27FC236}">
                <a16:creationId xmlns:a16="http://schemas.microsoft.com/office/drawing/2014/main" id="{8F6C961B-A21F-42C6-AB8B-4F183A0478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en-US" altLang="zh-CN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8.3 </a:t>
            </a:r>
            <a:r>
              <a:rPr lang="zh-CN" altLang="en-US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基本块的优化</a:t>
            </a:r>
            <a:r>
              <a:rPr lang="en-US" altLang="zh-CN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CN" altLang="en-US" dirty="0">
                <a:latin typeface="微软雅黑" panose="020B0503020204020204" pitchFamily="34" charset="-122"/>
              </a:rPr>
              <a:t>局部优化</a:t>
            </a:r>
            <a:r>
              <a:rPr lang="en-US" altLang="zh-CN" dirty="0">
                <a:latin typeface="微软雅黑" panose="020B0503020204020204" pitchFamily="34" charset="-122"/>
              </a:rPr>
              <a:t>)</a:t>
            </a:r>
            <a:endParaRPr lang="zh-CN" altLang="en-US" sz="3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32" name="组合 31">
            <a:extLst>
              <a:ext uri="{FF2B5EF4-FFF2-40B4-BE49-F238E27FC236}">
                <a16:creationId xmlns:a16="http://schemas.microsoft.com/office/drawing/2014/main" id="{B44330D9-587D-4F2D-B50B-3DD8E53255E6}"/>
              </a:ext>
            </a:extLst>
          </p:cNvPr>
          <p:cNvGrpSpPr/>
          <p:nvPr/>
        </p:nvGrpSpPr>
        <p:grpSpPr>
          <a:xfrm>
            <a:off x="1944693" y="3658887"/>
            <a:ext cx="581533" cy="670650"/>
            <a:chOff x="2460735" y="3597366"/>
            <a:chExt cx="581533" cy="670650"/>
          </a:xfrm>
        </p:grpSpPr>
        <p:sp>
          <p:nvSpPr>
            <p:cNvPr id="12" name="Text Box 24">
              <a:extLst>
                <a:ext uri="{FF2B5EF4-FFF2-40B4-BE49-F238E27FC236}">
                  <a16:creationId xmlns:a16="http://schemas.microsoft.com/office/drawing/2014/main" id="{165FD073-5EEC-4D53-83A5-BDE13ECCA3A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746993" y="3597366"/>
              <a:ext cx="295275" cy="37702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68580" tIns="34290" rIns="68580" bIns="34290">
              <a:spAutoFit/>
            </a:bodyPr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kumimoji="1" lang="en-US" altLang="zh-CN" sz="2000" i="1" dirty="0">
                  <a:latin typeface="Times New Roman" panose="02020603050405020304" pitchFamily="18" charset="0"/>
                </a:rPr>
                <a:t>a</a:t>
              </a:r>
            </a:p>
          </p:txBody>
        </p:sp>
        <p:sp>
          <p:nvSpPr>
            <p:cNvPr id="22" name="Oval 72">
              <a:extLst>
                <a:ext uri="{FF2B5EF4-FFF2-40B4-BE49-F238E27FC236}">
                  <a16:creationId xmlns:a16="http://schemas.microsoft.com/office/drawing/2014/main" id="{CEEC77B9-B278-458C-A7B2-222088D5BDF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460735" y="3627292"/>
              <a:ext cx="269875" cy="269875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lIns="27000" tIns="34290" rIns="68580" bIns="34290" anchor="ctr"/>
            <a:lstStyle/>
            <a:p>
              <a:pPr algn="ctr" eaLnBrk="1" hangingPunct="1">
                <a:lnSpc>
                  <a:spcPts val="1400"/>
                </a:lnSpc>
                <a:spcBef>
                  <a:spcPts val="0"/>
                </a:spcBef>
                <a:defRPr/>
              </a:pPr>
              <a:r>
                <a:rPr lang="en-US" altLang="zh-CN" sz="2400" b="0" baseline="-25000" dirty="0">
                  <a:solidFill>
                    <a:srgbClr val="000000"/>
                  </a:solidFill>
                  <a:latin typeface="Times New Roman" panose="02020603050405020304" pitchFamily="18" charset="0"/>
                  <a:cs typeface="楷体_GB2312" charset="0"/>
                </a:rPr>
                <a:t> </a:t>
              </a:r>
              <a:endParaRPr lang="en-US" altLang="zh-CN" b="0" baseline="-25000" dirty="0">
                <a:solidFill>
                  <a:srgbClr val="000000"/>
                </a:solidFill>
                <a:latin typeface="Times New Roman" panose="02020603050405020304" pitchFamily="18" charset="0"/>
                <a:cs typeface="楷体_GB2312" charset="0"/>
              </a:endParaRPr>
            </a:p>
          </p:txBody>
        </p:sp>
        <p:sp>
          <p:nvSpPr>
            <p:cNvPr id="26" name="矩形 25">
              <a:extLst>
                <a:ext uri="{FF2B5EF4-FFF2-40B4-BE49-F238E27FC236}">
                  <a16:creationId xmlns:a16="http://schemas.microsoft.com/office/drawing/2014/main" id="{29E27B5C-C1A1-4177-A15F-E92B7E52BCC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467568" y="3890990"/>
              <a:ext cx="266740" cy="37702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68580" tIns="34290" rIns="68580" bIns="34290">
              <a:spAutoFit/>
            </a:bodyPr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kumimoji="1" lang="en-US" altLang="zh-CN" sz="2000" i="1" dirty="0">
                  <a:solidFill>
                    <a:srgbClr val="000000"/>
                  </a:solidFill>
                  <a:latin typeface="Times New Roman" panose="02020603050405020304" pitchFamily="18" charset="0"/>
                </a:rPr>
                <a:t>b</a:t>
              </a:r>
              <a:endParaRPr lang="en-US" altLang="zh-CN" sz="2000" i="1" baseline="-25000" dirty="0">
                <a:solidFill>
                  <a:srgbClr val="000000"/>
                </a:solidFill>
                <a:latin typeface="Times New Roman" panose="02020603050405020304" pitchFamily="18" charset="0"/>
                <a:cs typeface="楷体_GB2312" charset="0"/>
              </a:endParaRPr>
            </a:p>
          </p:txBody>
        </p:sp>
      </p:grpSp>
      <p:sp>
        <p:nvSpPr>
          <p:cNvPr id="2" name="文本框 1">
            <a:extLst>
              <a:ext uri="{FF2B5EF4-FFF2-40B4-BE49-F238E27FC236}">
                <a16:creationId xmlns:a16="http://schemas.microsoft.com/office/drawing/2014/main" id="{A27613DF-C950-463B-8101-4B33C02CFBF0}"/>
              </a:ext>
            </a:extLst>
          </p:cNvPr>
          <p:cNvSpPr txBox="1"/>
          <p:nvPr/>
        </p:nvSpPr>
        <p:spPr>
          <a:xfrm>
            <a:off x="133758" y="2643758"/>
            <a:ext cx="16554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000" dirty="0">
                <a:latin typeface="华文楷体" panose="02010600040101010101" pitchFamily="2" charset="-122"/>
                <a:ea typeface="华文楷体" panose="02010600040101010101" pitchFamily="2" charset="-122"/>
              </a:rPr>
              <a:t>三地址码</a:t>
            </a:r>
            <a:endParaRPr lang="en-US" altLang="zh-CN" sz="2000" dirty="0"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pPr algn="ctr"/>
            <a:r>
              <a:rPr lang="zh-CN" altLang="en-US" sz="2000" dirty="0">
                <a:latin typeface="华文楷体" panose="02010600040101010101" pitchFamily="2" charset="-122"/>
                <a:ea typeface="华文楷体" panose="02010600040101010101" pitchFamily="2" charset="-122"/>
              </a:rPr>
              <a:t>语句</a:t>
            </a: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5CEDA963-2A07-43AE-99BE-1F5F5B59AD41}"/>
              </a:ext>
            </a:extLst>
          </p:cNvPr>
          <p:cNvSpPr txBox="1"/>
          <p:nvPr/>
        </p:nvSpPr>
        <p:spPr>
          <a:xfrm>
            <a:off x="278956" y="3754829"/>
            <a:ext cx="134332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DAG</a:t>
            </a:r>
            <a:r>
              <a:rPr lang="zh-CN" altLang="en-US" sz="2000" dirty="0"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子图</a:t>
            </a: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7B9B95C2-AA7F-4455-8E12-07E9BE9AAD1F}"/>
              </a:ext>
            </a:extLst>
          </p:cNvPr>
          <p:cNvSpPr txBox="1"/>
          <p:nvPr/>
        </p:nvSpPr>
        <p:spPr>
          <a:xfrm>
            <a:off x="1569129" y="2792052"/>
            <a:ext cx="107609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i="1" dirty="0"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a </a:t>
            </a:r>
            <a:r>
              <a:rPr lang="en-US" altLang="zh-CN" sz="2000" dirty="0"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= </a:t>
            </a:r>
            <a:r>
              <a:rPr lang="en-US" altLang="zh-CN" sz="2000" i="1" dirty="0"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b</a:t>
            </a:r>
            <a:endParaRPr lang="zh-CN" altLang="en-US" sz="2000" i="1" dirty="0">
              <a:latin typeface="Times New Roman" panose="02020603050405020304" pitchFamily="18" charset="0"/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D9A55CF9-EAEC-4374-8E25-365D0529CD14}"/>
              </a:ext>
            </a:extLst>
          </p:cNvPr>
          <p:cNvSpPr txBox="1"/>
          <p:nvPr/>
        </p:nvSpPr>
        <p:spPr>
          <a:xfrm>
            <a:off x="2649249" y="2776663"/>
            <a:ext cx="107609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i="1" dirty="0"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a </a:t>
            </a:r>
            <a:r>
              <a:rPr lang="en-US" altLang="zh-CN" sz="2000" dirty="0"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= op</a:t>
            </a:r>
            <a:r>
              <a:rPr lang="zh-CN" altLang="en-US" sz="2000" dirty="0"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CN" sz="2000" i="1" dirty="0"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b</a:t>
            </a:r>
            <a:endParaRPr lang="zh-CN" altLang="en-US" sz="2000" i="1" dirty="0">
              <a:latin typeface="Times New Roman" panose="02020603050405020304" pitchFamily="18" charset="0"/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5AAE5038-A31B-4D64-9EBC-623E20693B37}"/>
              </a:ext>
            </a:extLst>
          </p:cNvPr>
          <p:cNvSpPr txBox="1"/>
          <p:nvPr/>
        </p:nvSpPr>
        <p:spPr>
          <a:xfrm>
            <a:off x="3779912" y="2793678"/>
            <a:ext cx="153347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i="1" dirty="0"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a </a:t>
            </a:r>
            <a:r>
              <a:rPr lang="en-US" altLang="zh-CN" sz="2000" dirty="0"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= </a:t>
            </a:r>
            <a:r>
              <a:rPr lang="en-US" altLang="zh-CN" sz="2000" i="1" dirty="0"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b</a:t>
            </a:r>
            <a:r>
              <a:rPr lang="en-US" altLang="zh-CN" sz="2000" dirty="0"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 op</a:t>
            </a:r>
            <a:r>
              <a:rPr lang="zh-CN" altLang="en-US" sz="2000" dirty="0"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CN" sz="2000" i="1" dirty="0"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c</a:t>
            </a:r>
            <a:endParaRPr lang="zh-CN" altLang="en-US" sz="2000" i="1" dirty="0">
              <a:latin typeface="Times New Roman" panose="02020603050405020304" pitchFamily="18" charset="0"/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grpSp>
        <p:nvGrpSpPr>
          <p:cNvPr id="3" name="组合 2">
            <a:extLst>
              <a:ext uri="{FF2B5EF4-FFF2-40B4-BE49-F238E27FC236}">
                <a16:creationId xmlns:a16="http://schemas.microsoft.com/office/drawing/2014/main" id="{4CFC975E-5F05-4C8E-BDAE-BAE5F59D0CAF}"/>
              </a:ext>
            </a:extLst>
          </p:cNvPr>
          <p:cNvGrpSpPr/>
          <p:nvPr/>
        </p:nvGrpSpPr>
        <p:grpSpPr>
          <a:xfrm>
            <a:off x="2889841" y="3373393"/>
            <a:ext cx="940945" cy="1070565"/>
            <a:chOff x="4435949" y="2809325"/>
            <a:chExt cx="940945" cy="1070565"/>
          </a:xfrm>
        </p:grpSpPr>
        <p:sp>
          <p:nvSpPr>
            <p:cNvPr id="55" name="Line 16">
              <a:extLst>
                <a:ext uri="{FF2B5EF4-FFF2-40B4-BE49-F238E27FC236}">
                  <a16:creationId xmlns:a16="http://schemas.microsoft.com/office/drawing/2014/main" id="{2962C656-114D-4722-8BCC-668C867282BA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4638370" y="3125601"/>
              <a:ext cx="0" cy="422388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lIns="68580" tIns="34290" rIns="68580" bIns="34290" anchor="ctr"/>
            <a:lstStyle/>
            <a:p>
              <a:endParaRPr lang="zh-CN" altLang="en-US"/>
            </a:p>
          </p:txBody>
        </p:sp>
        <p:sp>
          <p:nvSpPr>
            <p:cNvPr id="57" name="Text Box 24">
              <a:extLst>
                <a:ext uri="{FF2B5EF4-FFF2-40B4-BE49-F238E27FC236}">
                  <a16:creationId xmlns:a16="http://schemas.microsoft.com/office/drawing/2014/main" id="{F8809608-7AEB-49F2-9433-E431B6C430F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805394" y="2809325"/>
              <a:ext cx="571500" cy="37702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>
              <a:spAutoFit/>
            </a:bodyPr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kumimoji="1" lang="en-US" altLang="zh-CN" sz="2000" i="1" dirty="0">
                  <a:latin typeface="Times New Roman" panose="02020603050405020304" pitchFamily="18" charset="0"/>
                </a:rPr>
                <a:t>a</a:t>
              </a:r>
            </a:p>
          </p:txBody>
        </p:sp>
        <p:grpSp>
          <p:nvGrpSpPr>
            <p:cNvPr id="58" name="Group 66">
              <a:extLst>
                <a:ext uri="{FF2B5EF4-FFF2-40B4-BE49-F238E27FC236}">
                  <a16:creationId xmlns:a16="http://schemas.microsoft.com/office/drawing/2014/main" id="{A6A6C55B-E2C8-4CF0-AC4F-22FCCA0D694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435949" y="2818745"/>
              <a:ext cx="445752" cy="346979"/>
              <a:chOff x="4071" y="1781"/>
              <a:chExt cx="375" cy="291"/>
            </a:xfrm>
            <a:noFill/>
          </p:grpSpPr>
          <p:sp>
            <p:nvSpPr>
              <p:cNvPr id="59" name="Oval 67">
                <a:extLst>
                  <a:ext uri="{FF2B5EF4-FFF2-40B4-BE49-F238E27FC236}">
                    <a16:creationId xmlns:a16="http://schemas.microsoft.com/office/drawing/2014/main" id="{8B831CCA-5069-4FDE-B8A9-DBA07E50574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119" y="1823"/>
                <a:ext cx="234" cy="249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eaLnBrk="1" hangingPunct="1">
                  <a:defRPr/>
                </a:pPr>
                <a:endParaRPr lang="zh-CN" altLang="en-US" b="0">
                  <a:ea typeface="楷体_GB2312"/>
                  <a:cs typeface="楷体_GB2312"/>
                </a:endParaRPr>
              </a:p>
            </p:txBody>
          </p:sp>
          <p:sp>
            <p:nvSpPr>
              <p:cNvPr id="60" name="Text Box 68">
                <a:extLst>
                  <a:ext uri="{FF2B5EF4-FFF2-40B4-BE49-F238E27FC236}">
                    <a16:creationId xmlns:a16="http://schemas.microsoft.com/office/drawing/2014/main" id="{E3784AB0-857F-42B2-97C2-56EF4680C93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071" y="1781"/>
                <a:ext cx="375" cy="284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spAutoFit/>
              </a:bodyPr>
              <a:lstStyle/>
              <a:p>
                <a:pPr eaLnBrk="1" hangingPunct="1">
                  <a:spcBef>
                    <a:spcPct val="50000"/>
                  </a:spcBef>
                  <a:defRPr/>
                </a:pPr>
                <a:r>
                  <a:rPr kumimoji="1" lang="en-US" altLang="zh-CN" sz="1600" dirty="0">
                    <a:latin typeface="Times New Roman" pitchFamily="18" charset="0"/>
                  </a:rPr>
                  <a:t>op</a:t>
                </a:r>
              </a:p>
            </p:txBody>
          </p:sp>
        </p:grpSp>
        <p:sp>
          <p:nvSpPr>
            <p:cNvPr id="61" name="Oval 72">
              <a:extLst>
                <a:ext uri="{FF2B5EF4-FFF2-40B4-BE49-F238E27FC236}">
                  <a16:creationId xmlns:a16="http://schemas.microsoft.com/office/drawing/2014/main" id="{621A597B-FF72-47CD-AC4C-35C582D9EF0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9743" y="3547989"/>
              <a:ext cx="269875" cy="270852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lIns="27000" tIns="34290" rIns="68580" bIns="34290" anchor="ctr"/>
            <a:lstStyle/>
            <a:p>
              <a:pPr eaLnBrk="1" hangingPunct="1">
                <a:spcBef>
                  <a:spcPct val="50000"/>
                </a:spcBef>
                <a:defRPr/>
              </a:pPr>
              <a:endParaRPr lang="en-US" altLang="zh-CN" b="0" i="1" baseline="-25000">
                <a:solidFill>
                  <a:srgbClr val="000000"/>
                </a:solidFill>
                <a:latin typeface="Times New Roman" panose="02020603050405020304" pitchFamily="18" charset="0"/>
                <a:cs typeface="楷体_GB2312" charset="0"/>
              </a:endParaRPr>
            </a:p>
          </p:txBody>
        </p:sp>
        <p:sp>
          <p:nvSpPr>
            <p:cNvPr id="63" name="矩形 62">
              <a:extLst>
                <a:ext uri="{FF2B5EF4-FFF2-40B4-BE49-F238E27FC236}">
                  <a16:creationId xmlns:a16="http://schemas.microsoft.com/office/drawing/2014/main" id="{043ADEF7-8468-409A-83BA-1342AF09C3C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99359" y="3502864"/>
              <a:ext cx="266740" cy="37702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68580" tIns="34290" rIns="68580" bIns="34290">
              <a:spAutoFit/>
            </a:bodyPr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kumimoji="1" lang="en-US" altLang="zh-CN" sz="2000" i="1" dirty="0">
                  <a:solidFill>
                    <a:srgbClr val="000000"/>
                  </a:solidFill>
                  <a:latin typeface="Times New Roman" panose="02020603050405020304" pitchFamily="18" charset="0"/>
                </a:rPr>
                <a:t>b</a:t>
              </a:r>
              <a:endParaRPr lang="en-US" altLang="zh-CN" sz="2000" i="1" baseline="-25000" dirty="0">
                <a:solidFill>
                  <a:srgbClr val="000000"/>
                </a:solidFill>
                <a:latin typeface="Times New Roman" panose="02020603050405020304" pitchFamily="18" charset="0"/>
                <a:cs typeface="楷体_GB2312" charset="0"/>
              </a:endParaRPr>
            </a:p>
          </p:txBody>
        </p:sp>
      </p:grpSp>
      <p:grpSp>
        <p:nvGrpSpPr>
          <p:cNvPr id="104448" name="组合 104447">
            <a:extLst>
              <a:ext uri="{FF2B5EF4-FFF2-40B4-BE49-F238E27FC236}">
                <a16:creationId xmlns:a16="http://schemas.microsoft.com/office/drawing/2014/main" id="{B56AF450-635A-4B87-9F42-9EF188205025}"/>
              </a:ext>
            </a:extLst>
          </p:cNvPr>
          <p:cNvGrpSpPr/>
          <p:nvPr/>
        </p:nvGrpSpPr>
        <p:grpSpPr>
          <a:xfrm>
            <a:off x="3857728" y="3366866"/>
            <a:ext cx="1369700" cy="1035820"/>
            <a:chOff x="5985777" y="3022652"/>
            <a:chExt cx="1369700" cy="1035820"/>
          </a:xfrm>
        </p:grpSpPr>
        <p:sp>
          <p:nvSpPr>
            <p:cNvPr id="65" name="Line 16">
              <a:extLst>
                <a:ext uri="{FF2B5EF4-FFF2-40B4-BE49-F238E27FC236}">
                  <a16:creationId xmlns:a16="http://schemas.microsoft.com/office/drawing/2014/main" id="{275255A5-B53E-4A28-A9C5-7A08AB4393F1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6213272" y="3354845"/>
              <a:ext cx="322288" cy="400109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lIns="68580" tIns="34290" rIns="68580" bIns="34290" anchor="ctr"/>
            <a:lstStyle/>
            <a:p>
              <a:endParaRPr lang="zh-CN" altLang="en-US"/>
            </a:p>
          </p:txBody>
        </p:sp>
        <p:sp>
          <p:nvSpPr>
            <p:cNvPr id="66" name="Line 17">
              <a:extLst>
                <a:ext uri="{FF2B5EF4-FFF2-40B4-BE49-F238E27FC236}">
                  <a16:creationId xmlns:a16="http://schemas.microsoft.com/office/drawing/2014/main" id="{5685D993-3D73-4658-9D5C-145D6C42499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592617" y="3354844"/>
              <a:ext cx="343600" cy="377025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lIns="68580" tIns="34290" rIns="68580" bIns="34290" anchor="ctr"/>
            <a:lstStyle/>
            <a:p>
              <a:endParaRPr lang="zh-CN" altLang="en-US"/>
            </a:p>
          </p:txBody>
        </p:sp>
        <p:sp>
          <p:nvSpPr>
            <p:cNvPr id="67" name="Text Box 24">
              <a:extLst>
                <a:ext uri="{FF2B5EF4-FFF2-40B4-BE49-F238E27FC236}">
                  <a16:creationId xmlns:a16="http://schemas.microsoft.com/office/drawing/2014/main" id="{45A30C81-0BDE-4BA9-819A-DF1E915E912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728335" y="3022652"/>
              <a:ext cx="571500" cy="37702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>
              <a:spAutoFit/>
            </a:bodyPr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kumimoji="1" lang="en-US" altLang="zh-CN" sz="2000" i="1" dirty="0">
                  <a:latin typeface="Times New Roman" panose="02020603050405020304" pitchFamily="18" charset="0"/>
                </a:rPr>
                <a:t>a</a:t>
              </a:r>
            </a:p>
          </p:txBody>
        </p:sp>
        <p:grpSp>
          <p:nvGrpSpPr>
            <p:cNvPr id="68" name="Group 66">
              <a:extLst>
                <a:ext uri="{FF2B5EF4-FFF2-40B4-BE49-F238E27FC236}">
                  <a16:creationId xmlns:a16="http://schemas.microsoft.com/office/drawing/2014/main" id="{F0A2DD5A-8FE6-4C16-9F9F-E521FEEC9A5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368230" y="3029882"/>
              <a:ext cx="445752" cy="346979"/>
              <a:chOff x="4071" y="1781"/>
              <a:chExt cx="375" cy="291"/>
            </a:xfrm>
            <a:noFill/>
          </p:grpSpPr>
          <p:sp>
            <p:nvSpPr>
              <p:cNvPr id="69" name="Oval 67">
                <a:extLst>
                  <a:ext uri="{FF2B5EF4-FFF2-40B4-BE49-F238E27FC236}">
                    <a16:creationId xmlns:a16="http://schemas.microsoft.com/office/drawing/2014/main" id="{4F611E87-5960-4C7E-9947-5BAA0A64924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119" y="1823"/>
                <a:ext cx="234" cy="249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eaLnBrk="1" hangingPunct="1">
                  <a:defRPr/>
                </a:pPr>
                <a:endParaRPr lang="zh-CN" altLang="en-US" b="0">
                  <a:ea typeface="楷体_GB2312"/>
                  <a:cs typeface="楷体_GB2312"/>
                </a:endParaRPr>
              </a:p>
            </p:txBody>
          </p:sp>
          <p:sp>
            <p:nvSpPr>
              <p:cNvPr id="70" name="Text Box 68">
                <a:extLst>
                  <a:ext uri="{FF2B5EF4-FFF2-40B4-BE49-F238E27FC236}">
                    <a16:creationId xmlns:a16="http://schemas.microsoft.com/office/drawing/2014/main" id="{1A7B9A19-0A57-488F-A269-F73422E98746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071" y="1781"/>
                <a:ext cx="375" cy="284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spAutoFit/>
              </a:bodyPr>
              <a:lstStyle/>
              <a:p>
                <a:pPr eaLnBrk="1" hangingPunct="1">
                  <a:spcBef>
                    <a:spcPct val="50000"/>
                  </a:spcBef>
                  <a:defRPr/>
                </a:pPr>
                <a:r>
                  <a:rPr kumimoji="1" lang="en-US" altLang="zh-CN" sz="1600" dirty="0">
                    <a:latin typeface="Times New Roman" pitchFamily="18" charset="0"/>
                  </a:rPr>
                  <a:t>op</a:t>
                </a:r>
              </a:p>
            </p:txBody>
          </p:sp>
        </p:grpSp>
        <p:sp>
          <p:nvSpPr>
            <p:cNvPr id="71" name="Oval 72">
              <a:extLst>
                <a:ext uri="{FF2B5EF4-FFF2-40B4-BE49-F238E27FC236}">
                  <a16:creationId xmlns:a16="http://schemas.microsoft.com/office/drawing/2014/main" id="{3F9BE2EC-EB1F-45A3-9578-24692314A86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985777" y="3725018"/>
              <a:ext cx="269875" cy="270852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lIns="27000" tIns="34290" rIns="68580" bIns="34290" anchor="ctr"/>
            <a:lstStyle/>
            <a:p>
              <a:pPr eaLnBrk="1" hangingPunct="1">
                <a:spcBef>
                  <a:spcPct val="50000"/>
                </a:spcBef>
                <a:defRPr/>
              </a:pPr>
              <a:endParaRPr lang="en-US" altLang="zh-CN" b="0" i="1" baseline="-25000">
                <a:solidFill>
                  <a:srgbClr val="000000"/>
                </a:solidFill>
                <a:latin typeface="Times New Roman" panose="02020603050405020304" pitchFamily="18" charset="0"/>
                <a:cs typeface="楷体_GB2312" charset="0"/>
              </a:endParaRPr>
            </a:p>
          </p:txBody>
        </p:sp>
        <p:sp>
          <p:nvSpPr>
            <p:cNvPr id="72" name="Oval 73">
              <a:extLst>
                <a:ext uri="{FF2B5EF4-FFF2-40B4-BE49-F238E27FC236}">
                  <a16:creationId xmlns:a16="http://schemas.microsoft.com/office/drawing/2014/main" id="{138C12BF-8EF1-4CAF-AC59-038F3D27DF1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827822" y="3723528"/>
              <a:ext cx="269875" cy="270852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lIns="27000" tIns="34290" rIns="68580" bIns="34290" anchor="ctr"/>
            <a:lstStyle/>
            <a:p>
              <a:pPr eaLnBrk="1" hangingPunct="1">
                <a:defRPr/>
              </a:pPr>
              <a:endParaRPr lang="en-US" altLang="zh-CN" b="0" i="1" baseline="-25000">
                <a:latin typeface="Times New Roman" panose="02020603050405020304" pitchFamily="18" charset="0"/>
                <a:cs typeface="楷体_GB2312" charset="0"/>
              </a:endParaRPr>
            </a:p>
          </p:txBody>
        </p:sp>
        <p:sp>
          <p:nvSpPr>
            <p:cNvPr id="73" name="矩形 72">
              <a:extLst>
                <a:ext uri="{FF2B5EF4-FFF2-40B4-BE49-F238E27FC236}">
                  <a16:creationId xmlns:a16="http://schemas.microsoft.com/office/drawing/2014/main" id="{1F63C2BA-2B8E-4BB8-8E13-DE5C7AC94C8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56281" y="3681446"/>
              <a:ext cx="266740" cy="37702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68580" tIns="34290" rIns="68580" bIns="34290">
              <a:spAutoFit/>
            </a:bodyPr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kumimoji="1" lang="en-US" altLang="zh-CN" sz="2000" i="1" dirty="0">
                  <a:solidFill>
                    <a:srgbClr val="000000"/>
                  </a:solidFill>
                  <a:latin typeface="Times New Roman" panose="02020603050405020304" pitchFamily="18" charset="0"/>
                </a:rPr>
                <a:t>b</a:t>
              </a:r>
              <a:endParaRPr lang="en-US" altLang="zh-CN" sz="2000" i="1" baseline="-25000" dirty="0">
                <a:solidFill>
                  <a:srgbClr val="000000"/>
                </a:solidFill>
                <a:latin typeface="Times New Roman" panose="02020603050405020304" pitchFamily="18" charset="0"/>
                <a:cs typeface="楷体_GB2312" charset="0"/>
              </a:endParaRPr>
            </a:p>
          </p:txBody>
        </p:sp>
        <p:sp>
          <p:nvSpPr>
            <p:cNvPr id="74" name="矩形 73">
              <a:extLst>
                <a:ext uri="{FF2B5EF4-FFF2-40B4-BE49-F238E27FC236}">
                  <a16:creationId xmlns:a16="http://schemas.microsoft.com/office/drawing/2014/main" id="{738FB6C8-D885-4D22-8921-8A23E8111FD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03164" y="3671019"/>
              <a:ext cx="252313" cy="37702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68580" tIns="34290" rIns="68580" bIns="34290">
              <a:spAutoFit/>
            </a:bodyPr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kumimoji="1" lang="en-US" altLang="zh-CN" sz="2000" i="1" dirty="0">
                  <a:solidFill>
                    <a:srgbClr val="000000"/>
                  </a:solidFill>
                  <a:latin typeface="Times New Roman" panose="02020603050405020304" pitchFamily="18" charset="0"/>
                </a:rPr>
                <a:t>c</a:t>
              </a:r>
              <a:endParaRPr lang="en-US" altLang="zh-CN" sz="2000" i="1" baseline="-25000" dirty="0">
                <a:solidFill>
                  <a:srgbClr val="000000"/>
                </a:solidFill>
                <a:latin typeface="Times New Roman" panose="02020603050405020304" pitchFamily="18" charset="0"/>
                <a:cs typeface="楷体_GB2312" charset="0"/>
              </a:endParaRPr>
            </a:p>
          </p:txBody>
        </p:sp>
      </p:grpSp>
      <p:sp>
        <p:nvSpPr>
          <p:cNvPr id="104449" name="矩形 104448">
            <a:extLst>
              <a:ext uri="{FF2B5EF4-FFF2-40B4-BE49-F238E27FC236}">
                <a16:creationId xmlns:a16="http://schemas.microsoft.com/office/drawing/2014/main" id="{B8A8854A-00A7-44B3-B766-31F91DE6DCE5}"/>
              </a:ext>
            </a:extLst>
          </p:cNvPr>
          <p:cNvSpPr/>
          <p:nvPr/>
        </p:nvSpPr>
        <p:spPr>
          <a:xfrm>
            <a:off x="7297185" y="2778482"/>
            <a:ext cx="81304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lvl="1" indent="0" eaLnBrk="1" hangingPunct="1">
              <a:lnSpc>
                <a:spcPct val="90000"/>
              </a:lnSpc>
              <a:buFont typeface="Symbol" panose="05050102010706020507" pitchFamily="18" charset="2"/>
              <a:buNone/>
              <a:defRPr/>
            </a:pPr>
            <a:r>
              <a:rPr lang="en-US" altLang="zh-CN" sz="2000" i="1" dirty="0"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a</a:t>
            </a:r>
            <a:r>
              <a:rPr lang="en-US" altLang="zh-CN" sz="2000" dirty="0"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[</a:t>
            </a:r>
            <a:r>
              <a:rPr lang="en-US" altLang="zh-CN" sz="2000" i="1" dirty="0"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j</a:t>
            </a:r>
            <a:r>
              <a:rPr lang="en-US" altLang="zh-CN" sz="2000" dirty="0"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]</a:t>
            </a:r>
            <a:r>
              <a:rPr lang="en-US" altLang="zh-CN" sz="2000" i="1" dirty="0"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=y</a:t>
            </a:r>
          </a:p>
        </p:txBody>
      </p:sp>
      <p:grpSp>
        <p:nvGrpSpPr>
          <p:cNvPr id="104454" name="组合 104453">
            <a:extLst>
              <a:ext uri="{FF2B5EF4-FFF2-40B4-BE49-F238E27FC236}">
                <a16:creationId xmlns:a16="http://schemas.microsoft.com/office/drawing/2014/main" id="{1D27D8B5-B162-4183-827E-36FE530AD322}"/>
              </a:ext>
            </a:extLst>
          </p:cNvPr>
          <p:cNvGrpSpPr/>
          <p:nvPr/>
        </p:nvGrpSpPr>
        <p:grpSpPr>
          <a:xfrm>
            <a:off x="7051005" y="3342462"/>
            <a:ext cx="1769467" cy="1056049"/>
            <a:chOff x="6997336" y="1322002"/>
            <a:chExt cx="1769467" cy="1056049"/>
          </a:xfrm>
        </p:grpSpPr>
        <p:sp>
          <p:nvSpPr>
            <p:cNvPr id="102" name="Oval 73">
              <a:extLst>
                <a:ext uri="{FF2B5EF4-FFF2-40B4-BE49-F238E27FC236}">
                  <a16:creationId xmlns:a16="http://schemas.microsoft.com/office/drawing/2014/main" id="{4C2FCFA3-2E76-4096-B38B-557C62B8287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430489" y="1322002"/>
              <a:ext cx="558800" cy="4127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lIns="27000" tIns="34290" rIns="68580" bIns="34290" anchor="ctr"/>
            <a:lstStyle/>
            <a:p>
              <a:pPr eaLnBrk="1" hangingPunct="1">
                <a:defRPr/>
              </a:pPr>
              <a:r>
                <a:rPr kumimoji="1" lang="en-US" altLang="zh-CN" sz="2000">
                  <a:latin typeface="Times New Roman" panose="02020603050405020304" pitchFamily="18" charset="0"/>
                </a:rPr>
                <a:t>[ ]=</a:t>
              </a:r>
              <a:endParaRPr lang="en-US" altLang="zh-CN" sz="2000" b="0" i="1" baseline="-25000">
                <a:latin typeface="Times New Roman" panose="02020603050405020304" pitchFamily="18" charset="0"/>
                <a:cs typeface="楷体_GB2312" charset="0"/>
              </a:endParaRPr>
            </a:p>
          </p:txBody>
        </p:sp>
        <p:grpSp>
          <p:nvGrpSpPr>
            <p:cNvPr id="103" name="组合 102">
              <a:extLst>
                <a:ext uri="{FF2B5EF4-FFF2-40B4-BE49-F238E27FC236}">
                  <a16:creationId xmlns:a16="http://schemas.microsoft.com/office/drawing/2014/main" id="{D7CFE2F5-8171-4B09-81C3-8CE2549044D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253605" y="1718334"/>
              <a:ext cx="1513198" cy="659717"/>
              <a:chOff x="2567461" y="4238821"/>
              <a:chExt cx="1513198" cy="659513"/>
            </a:xfrm>
          </p:grpSpPr>
          <p:sp>
            <p:nvSpPr>
              <p:cNvPr id="104" name="Text Box 10">
                <a:extLst>
                  <a:ext uri="{FF2B5EF4-FFF2-40B4-BE49-F238E27FC236}">
                    <a16:creationId xmlns:a16="http://schemas.microsoft.com/office/drawing/2014/main" id="{331491E5-28EF-4401-82A8-E45F9902065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52176" y="4521424"/>
                <a:ext cx="377807" cy="37691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lIns="68580" tIns="34290" rIns="68580" bIns="34290">
                <a:spAutoFit/>
              </a:bodyPr>
              <a:lstStyle>
                <a:lvl1pPr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>
                  <a:spcBef>
                    <a:spcPct val="50000"/>
                  </a:spcBef>
                </a:pPr>
                <a:r>
                  <a:rPr kumimoji="1" lang="en-US" altLang="zh-CN" sz="2000" i="1" dirty="0">
                    <a:latin typeface="Times New Roman" panose="02020603050405020304" pitchFamily="18" charset="0"/>
                  </a:rPr>
                  <a:t>j</a:t>
                </a:r>
              </a:p>
            </p:txBody>
          </p:sp>
          <p:sp>
            <p:nvSpPr>
              <p:cNvPr id="105" name="Line 11">
                <a:extLst>
                  <a:ext uri="{FF2B5EF4-FFF2-40B4-BE49-F238E27FC236}">
                    <a16:creationId xmlns:a16="http://schemas.microsoft.com/office/drawing/2014/main" id="{9CC234E0-308E-4B73-B3A7-14159F25479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2567461" y="4264213"/>
                <a:ext cx="436551" cy="357303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lIns="68580" tIns="34290" rIns="68580" bIns="34290" anchor="ctr"/>
              <a:lstStyle/>
              <a:p>
                <a:endParaRPr lang="zh-CN" altLang="en-US" sz="2000" dirty="0"/>
              </a:p>
            </p:txBody>
          </p:sp>
          <p:sp>
            <p:nvSpPr>
              <p:cNvPr id="106" name="Line 12">
                <a:extLst>
                  <a:ext uri="{FF2B5EF4-FFF2-40B4-BE49-F238E27FC236}">
                    <a16:creationId xmlns:a16="http://schemas.microsoft.com/office/drawing/2014/main" id="{72A2F8B2-8390-48FA-AF68-0E9D70B8CC5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3015496" y="4238821"/>
                <a:ext cx="0" cy="352770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lIns="68580" tIns="34290" rIns="68580" bIns="34290" anchor="ctr"/>
              <a:lstStyle/>
              <a:p>
                <a:endParaRPr lang="zh-CN" altLang="en-US" sz="2000"/>
              </a:p>
            </p:txBody>
          </p:sp>
          <p:sp>
            <p:nvSpPr>
              <p:cNvPr id="107" name="Text Box 16">
                <a:extLst>
                  <a:ext uri="{FF2B5EF4-FFF2-40B4-BE49-F238E27FC236}">
                    <a16:creationId xmlns:a16="http://schemas.microsoft.com/office/drawing/2014/main" id="{1A771F31-E5CC-4990-9408-2DD61277D5A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680628" y="4502576"/>
                <a:ext cx="400031" cy="37690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lIns="68580" tIns="34290" rIns="68580" bIns="34290">
                <a:spAutoFit/>
              </a:bodyPr>
              <a:lstStyle>
                <a:lvl1pPr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>
                  <a:spcBef>
                    <a:spcPct val="50000"/>
                  </a:spcBef>
                </a:pPr>
                <a:r>
                  <a:rPr kumimoji="1" lang="en-US" altLang="zh-CN" sz="2000" i="1" dirty="0">
                    <a:latin typeface="Times New Roman" panose="02020603050405020304" pitchFamily="18" charset="0"/>
                  </a:rPr>
                  <a:t>y</a:t>
                </a:r>
                <a:endParaRPr kumimoji="1" lang="en-US" altLang="zh-CN" sz="2000" i="1" baseline="-25000" dirty="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08" name="Line 18">
                <a:extLst>
                  <a:ext uri="{FF2B5EF4-FFF2-40B4-BE49-F238E27FC236}">
                    <a16:creationId xmlns:a16="http://schemas.microsoft.com/office/drawing/2014/main" id="{6A672C0C-FCD9-40F2-BCBE-406CC84CE3A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058222" y="4264213"/>
                <a:ext cx="439335" cy="334227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lIns="68580" tIns="34290" rIns="68580" bIns="34290" anchor="ctr"/>
              <a:lstStyle/>
              <a:p>
                <a:endParaRPr lang="zh-CN" altLang="en-US" sz="2000"/>
              </a:p>
            </p:txBody>
          </p:sp>
          <p:sp>
            <p:nvSpPr>
              <p:cNvPr id="109" name="Oval 73">
                <a:extLst>
                  <a:ext uri="{FF2B5EF4-FFF2-40B4-BE49-F238E27FC236}">
                    <a16:creationId xmlns:a16="http://schemas.microsoft.com/office/drawing/2014/main" id="{C305D393-F59B-4426-B3C3-3CAAFA2D007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885319" y="4580029"/>
                <a:ext cx="269875" cy="269792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lIns="27000" tIns="34290" rIns="68580" bIns="34290" anchor="ctr"/>
              <a:lstStyle/>
              <a:p>
                <a:pPr eaLnBrk="1" hangingPunct="1">
                  <a:defRPr/>
                </a:pPr>
                <a:endParaRPr lang="en-US" altLang="zh-CN" sz="2000" b="0" i="1" baseline="-25000">
                  <a:latin typeface="Times New Roman" panose="02020603050405020304" pitchFamily="18" charset="0"/>
                  <a:cs typeface="楷体_GB2312" charset="0"/>
                </a:endParaRPr>
              </a:p>
            </p:txBody>
          </p:sp>
          <p:sp>
            <p:nvSpPr>
              <p:cNvPr id="110" name="Oval 73">
                <a:extLst>
                  <a:ext uri="{FF2B5EF4-FFF2-40B4-BE49-F238E27FC236}">
                    <a16:creationId xmlns:a16="http://schemas.microsoft.com/office/drawing/2014/main" id="{1E04FFCA-B0D6-469A-BD82-6BBBC7C4ABE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431568" y="4580029"/>
                <a:ext cx="269875" cy="269792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lIns="27000" tIns="34290" rIns="68580" bIns="34290" anchor="ctr"/>
              <a:lstStyle/>
              <a:p>
                <a:pPr eaLnBrk="1" hangingPunct="1">
                  <a:defRPr/>
                </a:pPr>
                <a:endParaRPr lang="en-US" altLang="zh-CN" sz="2000" b="0" i="1" baseline="-25000">
                  <a:latin typeface="Times New Roman" panose="02020603050405020304" pitchFamily="18" charset="0"/>
                  <a:cs typeface="楷体_GB2312" charset="0"/>
                </a:endParaRPr>
              </a:p>
            </p:txBody>
          </p:sp>
        </p:grpSp>
        <p:sp>
          <p:nvSpPr>
            <p:cNvPr id="111" name="Text Box 5">
              <a:extLst>
                <a:ext uri="{FF2B5EF4-FFF2-40B4-BE49-F238E27FC236}">
                  <a16:creationId xmlns:a16="http://schemas.microsoft.com/office/drawing/2014/main" id="{58C2BFE2-1C4B-4065-9237-482E9143B0F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253606" y="1990254"/>
              <a:ext cx="455854" cy="37702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68580" tIns="34290" rIns="68580" bIns="34290">
              <a:spAutoFit/>
            </a:bodyPr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kumimoji="1" lang="en-US" altLang="zh-CN" sz="2000" i="1" dirty="0">
                  <a:latin typeface="Times New Roman" panose="02020603050405020304" pitchFamily="18" charset="0"/>
                </a:rPr>
                <a:t>a</a:t>
              </a:r>
              <a:endParaRPr kumimoji="1" lang="en-US" altLang="zh-CN" sz="2000" i="1" baseline="-25000" dirty="0">
                <a:latin typeface="Times New Roman" panose="02020603050405020304" pitchFamily="18" charset="0"/>
              </a:endParaRPr>
            </a:p>
          </p:txBody>
        </p:sp>
        <p:sp>
          <p:nvSpPr>
            <p:cNvPr id="112" name="Oval 73">
              <a:extLst>
                <a:ext uri="{FF2B5EF4-FFF2-40B4-BE49-F238E27FC236}">
                  <a16:creationId xmlns:a16="http://schemas.microsoft.com/office/drawing/2014/main" id="{6DD8084C-689C-4E71-B237-5D99C54FA65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997336" y="2067613"/>
              <a:ext cx="269875" cy="269875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lIns="27000" tIns="34290" rIns="68580" bIns="34290" anchor="ctr"/>
            <a:lstStyle/>
            <a:p>
              <a:pPr eaLnBrk="1" hangingPunct="1">
                <a:defRPr/>
              </a:pPr>
              <a:endParaRPr lang="en-US" altLang="zh-CN" sz="2000" b="0" i="1" baseline="-25000">
                <a:latin typeface="Times New Roman" panose="02020603050405020304" pitchFamily="18" charset="0"/>
                <a:cs typeface="楷体_GB2312" charset="0"/>
              </a:endParaRPr>
            </a:p>
          </p:txBody>
        </p:sp>
      </p:grpSp>
      <p:sp>
        <p:nvSpPr>
          <p:cNvPr id="113" name="矩形 112">
            <a:extLst>
              <a:ext uri="{FF2B5EF4-FFF2-40B4-BE49-F238E27FC236}">
                <a16:creationId xmlns:a16="http://schemas.microsoft.com/office/drawing/2014/main" id="{FC23DE11-A0A2-498E-BF62-283AF312BEE3}"/>
              </a:ext>
            </a:extLst>
          </p:cNvPr>
          <p:cNvSpPr/>
          <p:nvPr/>
        </p:nvSpPr>
        <p:spPr>
          <a:xfrm>
            <a:off x="5543210" y="2792052"/>
            <a:ext cx="82747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lvl="1" indent="0" eaLnBrk="1" hangingPunct="1">
              <a:lnSpc>
                <a:spcPct val="90000"/>
              </a:lnSpc>
              <a:buFont typeface="Symbol" panose="05050102010706020507" pitchFamily="18" charset="2"/>
              <a:buNone/>
              <a:defRPr/>
            </a:pPr>
            <a:r>
              <a:rPr lang="en-US" altLang="zh-CN" sz="2000" i="1" dirty="0"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x</a:t>
            </a:r>
            <a:r>
              <a:rPr lang="en-US" altLang="zh-CN" sz="2000" dirty="0"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=</a:t>
            </a:r>
            <a:r>
              <a:rPr lang="en-US" altLang="zh-CN" sz="2000" i="1" dirty="0"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a</a:t>
            </a:r>
            <a:r>
              <a:rPr lang="en-US" altLang="zh-CN" sz="2000" dirty="0"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[</a:t>
            </a:r>
            <a:r>
              <a:rPr lang="en-US" altLang="zh-CN" sz="2000" i="1" dirty="0" err="1"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i</a:t>
            </a:r>
            <a:r>
              <a:rPr lang="en-US" altLang="zh-CN" sz="2000" dirty="0"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]</a:t>
            </a:r>
          </a:p>
        </p:txBody>
      </p:sp>
      <p:grpSp>
        <p:nvGrpSpPr>
          <p:cNvPr id="104453" name="组合 104452">
            <a:extLst>
              <a:ext uri="{FF2B5EF4-FFF2-40B4-BE49-F238E27FC236}">
                <a16:creationId xmlns:a16="http://schemas.microsoft.com/office/drawing/2014/main" id="{B660A5DA-8617-4126-A98C-CF727028FAE5}"/>
              </a:ext>
            </a:extLst>
          </p:cNvPr>
          <p:cNvGrpSpPr/>
          <p:nvPr/>
        </p:nvGrpSpPr>
        <p:grpSpPr>
          <a:xfrm>
            <a:off x="5508104" y="3355812"/>
            <a:ext cx="1306513" cy="1042698"/>
            <a:chOff x="5968767" y="3265392"/>
            <a:chExt cx="1306513" cy="1042698"/>
          </a:xfrm>
        </p:grpSpPr>
        <p:sp>
          <p:nvSpPr>
            <p:cNvPr id="85" name="Oval 73">
              <a:extLst>
                <a:ext uri="{FF2B5EF4-FFF2-40B4-BE49-F238E27FC236}">
                  <a16:creationId xmlns:a16="http://schemas.microsoft.com/office/drawing/2014/main" id="{3A63E579-CD73-477C-B0B5-1C6F9539AC0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141805" y="3292756"/>
              <a:ext cx="558800" cy="4127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lIns="27000" tIns="34290" rIns="68580" bIns="34290" anchor="ctr"/>
            <a:lstStyle/>
            <a:p>
              <a:pPr eaLnBrk="1" hangingPunct="1">
                <a:defRPr/>
              </a:pPr>
              <a:r>
                <a:rPr kumimoji="1" lang="en-US" altLang="zh-CN" sz="2000" dirty="0">
                  <a:latin typeface="Times New Roman" panose="02020603050405020304" pitchFamily="18" charset="0"/>
                </a:rPr>
                <a:t>=[ ]</a:t>
              </a:r>
              <a:endParaRPr lang="en-US" altLang="zh-CN" sz="2000" b="0" i="1" baseline="-25000" dirty="0">
                <a:latin typeface="Times New Roman" panose="02020603050405020304" pitchFamily="18" charset="0"/>
                <a:cs typeface="楷体_GB2312" charset="0"/>
              </a:endParaRPr>
            </a:p>
          </p:txBody>
        </p:sp>
        <p:grpSp>
          <p:nvGrpSpPr>
            <p:cNvPr id="86" name="组合 85">
              <a:extLst>
                <a:ext uri="{FF2B5EF4-FFF2-40B4-BE49-F238E27FC236}">
                  <a16:creationId xmlns:a16="http://schemas.microsoft.com/office/drawing/2014/main" id="{8B18545C-5730-419F-A3F9-8324ED223CE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968767" y="3686926"/>
              <a:ext cx="1306513" cy="621164"/>
              <a:chOff x="1339850" y="4258378"/>
              <a:chExt cx="1306513" cy="620929"/>
            </a:xfrm>
          </p:grpSpPr>
          <p:sp>
            <p:nvSpPr>
              <p:cNvPr id="87" name="Text Box 6">
                <a:extLst>
                  <a:ext uri="{FF2B5EF4-FFF2-40B4-BE49-F238E27FC236}">
                    <a16:creationId xmlns:a16="http://schemas.microsoft.com/office/drawing/2014/main" id="{0F891E0A-089A-459A-B085-28F910A76353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303281" y="4502424"/>
                <a:ext cx="343082" cy="37688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lIns="68580" tIns="34290" rIns="68580" bIns="34290">
                <a:spAutoFit/>
              </a:bodyPr>
              <a:lstStyle>
                <a:lvl1pPr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>
                  <a:spcBef>
                    <a:spcPct val="50000"/>
                  </a:spcBef>
                </a:pPr>
                <a:r>
                  <a:rPr kumimoji="1" lang="en-US" altLang="zh-CN" sz="2000" i="1" dirty="0" err="1">
                    <a:latin typeface="Times New Roman" panose="02020603050405020304" pitchFamily="18" charset="0"/>
                  </a:rPr>
                  <a:t>i</a:t>
                </a:r>
                <a:endParaRPr kumimoji="1" lang="en-US" altLang="zh-CN" sz="2000" i="1" baseline="-25000" dirty="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8" name="Text Box 5">
                <a:extLst>
                  <a:ext uri="{FF2B5EF4-FFF2-40B4-BE49-F238E27FC236}">
                    <a16:creationId xmlns:a16="http://schemas.microsoft.com/office/drawing/2014/main" id="{6B4354D0-7C05-4953-B4AB-3B4D856EAFF9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596120" y="4493296"/>
                <a:ext cx="455854" cy="37688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lIns="68580" tIns="34290" rIns="68580" bIns="34290">
                <a:spAutoFit/>
              </a:bodyPr>
              <a:lstStyle>
                <a:lvl1pPr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>
                  <a:spcBef>
                    <a:spcPct val="50000"/>
                  </a:spcBef>
                </a:pPr>
                <a:r>
                  <a:rPr kumimoji="1" lang="en-US" altLang="zh-CN" sz="2000" i="1" dirty="0">
                    <a:latin typeface="Times New Roman" panose="02020603050405020304" pitchFamily="18" charset="0"/>
                  </a:rPr>
                  <a:t>a</a:t>
                </a:r>
                <a:endParaRPr kumimoji="1" lang="en-US" altLang="zh-CN" sz="2000" i="1" baseline="-25000" dirty="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9" name="Line 7">
                <a:extLst>
                  <a:ext uri="{FF2B5EF4-FFF2-40B4-BE49-F238E27FC236}">
                    <a16:creationId xmlns:a16="http://schemas.microsoft.com/office/drawing/2014/main" id="{514DC2F9-0BDB-4FD3-B607-7B6BEDEF821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1510843" y="4273280"/>
                <a:ext cx="225455" cy="357083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lIns="68580" tIns="34290" rIns="68580" bIns="34290" anchor="ctr"/>
              <a:lstStyle/>
              <a:p>
                <a:endParaRPr lang="zh-CN" altLang="en-US"/>
              </a:p>
            </p:txBody>
          </p:sp>
          <p:sp>
            <p:nvSpPr>
              <p:cNvPr id="90" name="Line 8">
                <a:extLst>
                  <a:ext uri="{FF2B5EF4-FFF2-40B4-BE49-F238E27FC236}">
                    <a16:creationId xmlns:a16="http://schemas.microsoft.com/office/drawing/2014/main" id="{7D93664D-CE0E-451E-B19D-FB5BD5A0F30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907879" y="4258378"/>
                <a:ext cx="234565" cy="320160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lIns="68580" tIns="34290" rIns="68580" bIns="34290" anchor="ctr"/>
              <a:lstStyle/>
              <a:p>
                <a:endParaRPr lang="zh-CN" altLang="en-US" dirty="0"/>
              </a:p>
            </p:txBody>
          </p:sp>
          <p:sp>
            <p:nvSpPr>
              <p:cNvPr id="91" name="Oval 73">
                <a:extLst>
                  <a:ext uri="{FF2B5EF4-FFF2-40B4-BE49-F238E27FC236}">
                    <a16:creationId xmlns:a16="http://schemas.microsoft.com/office/drawing/2014/main" id="{9C235315-97A3-4CF6-A187-82817D8C8A5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339850" y="4580050"/>
                <a:ext cx="269875" cy="2697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lIns="27000" tIns="34290" rIns="68580" bIns="34290" anchor="ctr"/>
              <a:lstStyle/>
              <a:p>
                <a:pPr eaLnBrk="1" hangingPunct="1">
                  <a:defRPr/>
                </a:pPr>
                <a:endParaRPr lang="en-US" altLang="zh-CN" b="0" i="1" baseline="-25000">
                  <a:latin typeface="Times New Roman" panose="02020603050405020304" pitchFamily="18" charset="0"/>
                  <a:cs typeface="楷体_GB2312" charset="0"/>
                </a:endParaRPr>
              </a:p>
            </p:txBody>
          </p:sp>
          <p:sp>
            <p:nvSpPr>
              <p:cNvPr id="92" name="Oval 73">
                <a:extLst>
                  <a:ext uri="{FF2B5EF4-FFF2-40B4-BE49-F238E27FC236}">
                    <a16:creationId xmlns:a16="http://schemas.microsoft.com/office/drawing/2014/main" id="{A16A85B8-4EBA-4048-A407-DA6B250639D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43407" y="4580050"/>
                <a:ext cx="269875" cy="2697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lIns="27000" tIns="34290" rIns="68580" bIns="34290" anchor="ctr"/>
              <a:lstStyle/>
              <a:p>
                <a:pPr eaLnBrk="1" hangingPunct="1">
                  <a:defRPr/>
                </a:pPr>
                <a:endParaRPr lang="en-US" altLang="zh-CN" b="0" i="1" baseline="-25000">
                  <a:latin typeface="Times New Roman" panose="02020603050405020304" pitchFamily="18" charset="0"/>
                  <a:cs typeface="楷体_GB2312" charset="0"/>
                </a:endParaRPr>
              </a:p>
            </p:txBody>
          </p:sp>
        </p:grpSp>
        <p:sp>
          <p:nvSpPr>
            <p:cNvPr id="104452" name="矩形 104451">
              <a:extLst>
                <a:ext uri="{FF2B5EF4-FFF2-40B4-BE49-F238E27FC236}">
                  <a16:creationId xmlns:a16="http://schemas.microsoft.com/office/drawing/2014/main" id="{D069B4DB-9ED8-4464-8BB4-88A9BA2241A4}"/>
                </a:ext>
              </a:extLst>
            </p:cNvPr>
            <p:cNvSpPr/>
            <p:nvPr/>
          </p:nvSpPr>
          <p:spPr>
            <a:xfrm>
              <a:off x="6721190" y="3265392"/>
              <a:ext cx="255372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altLang="zh-CN" sz="2000" i="1" dirty="0">
                  <a:latin typeface="Times New Roman" panose="02020603050405020304" pitchFamily="18" charset="0"/>
                  <a:ea typeface="华文楷体" panose="02010600040101010101" pitchFamily="2" charset="-122"/>
                  <a:cs typeface="Times New Roman" panose="02020603050405020304" pitchFamily="18" charset="0"/>
                </a:rPr>
                <a:t>x</a:t>
              </a:r>
              <a:endParaRPr lang="zh-CN" altLang="en-US" sz="2000" i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4" name="矩形 3">
            <a:extLst>
              <a:ext uri="{FF2B5EF4-FFF2-40B4-BE49-F238E27FC236}">
                <a16:creationId xmlns:a16="http://schemas.microsoft.com/office/drawing/2014/main" id="{35626DEE-A4B8-4B46-B3D5-28635937A226}"/>
              </a:ext>
            </a:extLst>
          </p:cNvPr>
          <p:cNvSpPr/>
          <p:nvPr/>
        </p:nvSpPr>
        <p:spPr>
          <a:xfrm>
            <a:off x="1619672" y="4548981"/>
            <a:ext cx="6173366" cy="39903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语句</a:t>
            </a:r>
            <a:r>
              <a:rPr lang="en-US" altLang="zh-CN" i="1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en-US" altLang="zh-CN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:  </a:t>
            </a:r>
            <a:r>
              <a:rPr lang="en-US" altLang="zh-CN" i="1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r>
              <a:rPr lang="en-US" altLang="zh-CN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</a:t>
            </a:r>
            <a:r>
              <a:rPr lang="en-US" altLang="zh-CN" i="1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r>
              <a:rPr lang="en-US" altLang="zh-CN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op </a:t>
            </a:r>
            <a:r>
              <a:rPr lang="en-US" altLang="zh-CN" i="1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 </a:t>
            </a:r>
            <a:r>
              <a:rPr lang="en-US" altLang="zh-CN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i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zh-CN" alt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是</a:t>
            </a:r>
            <a:r>
              <a:rPr lang="zh-CN" altLang="en-US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对变量</a:t>
            </a:r>
            <a:r>
              <a:rPr lang="en-US" altLang="zh-CN" i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r>
              <a:rPr lang="zh-CN" altLang="en-US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的</a:t>
            </a:r>
            <a:r>
              <a:rPr lang="zh-CN" alt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定值</a:t>
            </a:r>
            <a:r>
              <a:rPr lang="zh-CN" altLang="en-US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，对变量</a:t>
            </a:r>
            <a:r>
              <a:rPr lang="en-US" altLang="zh-CN" i="1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r>
              <a:rPr lang="zh-CN" altLang="en-US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和</a:t>
            </a:r>
            <a:r>
              <a:rPr lang="en-US" altLang="zh-CN" i="1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zh-CN" altLang="en-US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的</a:t>
            </a:r>
            <a:r>
              <a:rPr lang="zh-CN" alt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引用</a:t>
            </a:r>
            <a:r>
              <a:rPr lang="zh-CN" altLang="en-US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45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10445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45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10445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0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3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1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9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4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2" dur="500"/>
                                        <p:tgtEl>
                                          <p:spTgt spid="1044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7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4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0" dur="500"/>
                                        <p:tgtEl>
                                          <p:spTgt spid="1044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4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5" dur="500"/>
                                        <p:tgtEl>
                                          <p:spTgt spid="1044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4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8" dur="500"/>
                                        <p:tgtEl>
                                          <p:spTgt spid="1044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4450" grpId="0" build="p"/>
      <p:bldP spid="2" grpId="0"/>
      <p:bldP spid="33" grpId="0"/>
      <p:bldP spid="34" grpId="0"/>
      <p:bldP spid="35" grpId="0"/>
      <p:bldP spid="36" grpId="0"/>
      <p:bldP spid="104449" grpId="0"/>
      <p:bldP spid="113" grpId="0"/>
      <p:bldP spid="4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859" name="Rectangle 3">
            <a:extLst>
              <a:ext uri="{FF2B5EF4-FFF2-40B4-BE49-F238E27FC236}">
                <a16:creationId xmlns:a16="http://schemas.microsoft.com/office/drawing/2014/main" id="{17E9F0B8-C91B-463D-BB8D-8EFD342C3EDD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250825" y="771525"/>
            <a:ext cx="8675688" cy="4103687"/>
          </a:xfrm>
        </p:spPr>
        <p:txBody>
          <a:bodyPr vert="horz" wrap="square" numCol="1" anchor="t" anchorCtr="0" compatLnSpc="1">
            <a:prstTxWarp prst="textNoShape">
              <a:avLst/>
            </a:prstTxWarp>
          </a:bodyPr>
          <a:lstStyle/>
          <a:p>
            <a:pPr lvl="1" eaLnBrk="1" hangingPunct="1">
              <a:lnSpc>
                <a:spcPts val="2200"/>
              </a:lnSpc>
              <a:buClr>
                <a:schemeClr val="tx1"/>
              </a:buClr>
              <a:buFont typeface="Wingdings" panose="05000000000000000000" pitchFamily="2" charset="2"/>
              <a:buChar char="Ø"/>
              <a:defRPr/>
            </a:pPr>
            <a:r>
              <a:rPr lang="zh-CN" altLang="en-US" sz="2000" b="1" dirty="0">
                <a:solidFill>
                  <a:schemeClr val="tx1"/>
                </a:solidFill>
                <a:latin typeface="楷体" panose="02010609060101010101" pitchFamily="49" charset="-122"/>
                <a:cs typeface="Times New Roman" panose="02020603050405020304" pitchFamily="18" charset="0"/>
              </a:rPr>
              <a:t>例</a:t>
            </a:r>
          </a:p>
          <a:p>
            <a:pPr marL="540000" lvl="1" eaLnBrk="1" hangingPunct="1">
              <a:lnSpc>
                <a:spcPts val="2000"/>
              </a:lnSpc>
              <a:spcBef>
                <a:spcPts val="0"/>
              </a:spcBef>
              <a:buFont typeface="Wingdings" panose="05000000000000000000" pitchFamily="2" charset="2"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	</a:t>
            </a:r>
            <a:r>
              <a:rPr lang="en-US" altLang="zh-CN" sz="2000" b="1" i="1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a</a:t>
            </a:r>
            <a:r>
              <a:rPr lang="en-US" altLang="zh-CN" sz="2000" b="1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 = </a:t>
            </a:r>
            <a:r>
              <a:rPr lang="en-US" altLang="zh-CN" sz="2000" b="1" i="1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b</a:t>
            </a:r>
            <a:r>
              <a:rPr lang="en-US" altLang="zh-CN" sz="2000" b="1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 +</a:t>
            </a:r>
            <a:r>
              <a:rPr lang="en-US" altLang="zh-CN" sz="2000" b="1" i="1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 c</a:t>
            </a:r>
            <a:endParaRPr lang="zh-CN" altLang="en-US" sz="2000" b="1" i="1" dirty="0">
              <a:solidFill>
                <a:schemeClr val="tx1"/>
              </a:solidFill>
              <a:ea typeface="楷体_GB2312"/>
              <a:cs typeface="Times New Roman" panose="02020603050405020304" pitchFamily="18" charset="0"/>
            </a:endParaRPr>
          </a:p>
          <a:p>
            <a:pPr marL="540000" lvl="1" eaLnBrk="1" hangingPunct="1">
              <a:lnSpc>
                <a:spcPts val="2000"/>
              </a:lnSpc>
              <a:spcBef>
                <a:spcPts val="0"/>
              </a:spcBef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	</a:t>
            </a:r>
            <a:r>
              <a:rPr lang="en-US" altLang="zh-CN" sz="2000" b="1" i="1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b</a:t>
            </a:r>
            <a:r>
              <a:rPr lang="en-US" altLang="zh-CN" sz="2000" b="1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 = </a:t>
            </a:r>
            <a:r>
              <a:rPr lang="en-US" altLang="zh-CN" sz="2000" b="1" i="1" dirty="0">
                <a:solidFill>
                  <a:srgbClr val="0070C0"/>
                </a:solidFill>
                <a:ea typeface="楷体_GB2312"/>
                <a:cs typeface="Times New Roman" panose="02020603050405020304" pitchFamily="18" charset="0"/>
              </a:rPr>
              <a:t>a</a:t>
            </a:r>
            <a:r>
              <a:rPr lang="en-US" altLang="zh-CN" sz="2000" b="1" dirty="0">
                <a:solidFill>
                  <a:srgbClr val="0070C0"/>
                </a:solidFill>
                <a:ea typeface="楷体_GB2312"/>
                <a:cs typeface="Times New Roman" panose="02020603050405020304" pitchFamily="18" charset="0"/>
              </a:rPr>
              <a:t> – </a:t>
            </a:r>
            <a:r>
              <a:rPr lang="en-US" altLang="zh-CN" sz="2000" b="1" i="1" dirty="0">
                <a:solidFill>
                  <a:srgbClr val="0070C0"/>
                </a:solidFill>
                <a:ea typeface="楷体_GB2312"/>
                <a:cs typeface="Times New Roman" panose="02020603050405020304" pitchFamily="18" charset="0"/>
              </a:rPr>
              <a:t>d</a:t>
            </a:r>
            <a:endParaRPr lang="zh-CN" altLang="en-US" sz="2000" b="1" i="1" dirty="0">
              <a:solidFill>
                <a:srgbClr val="0070C0"/>
              </a:solidFill>
              <a:ea typeface="楷体_GB2312"/>
              <a:cs typeface="Times New Roman" panose="02020603050405020304" pitchFamily="18" charset="0"/>
            </a:endParaRPr>
          </a:p>
          <a:p>
            <a:pPr marL="540000" lvl="1" eaLnBrk="1" hangingPunct="1">
              <a:lnSpc>
                <a:spcPts val="2000"/>
              </a:lnSpc>
              <a:spcBef>
                <a:spcPts val="0"/>
              </a:spcBef>
              <a:buFont typeface="Wingdings" panose="05000000000000000000" pitchFamily="2" charset="2"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	</a:t>
            </a:r>
            <a:r>
              <a:rPr lang="en-US" altLang="zh-CN" sz="2000" b="1" i="1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c </a:t>
            </a:r>
            <a:r>
              <a:rPr lang="en-US" altLang="zh-CN" sz="2000" b="1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= </a:t>
            </a:r>
            <a:r>
              <a:rPr lang="en-US" altLang="zh-CN" sz="2000" b="1" i="1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b</a:t>
            </a:r>
            <a:r>
              <a:rPr lang="en-US" altLang="zh-CN" sz="2000" b="1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 + </a:t>
            </a:r>
            <a:r>
              <a:rPr lang="en-US" altLang="zh-CN" sz="2000" b="1" i="1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c</a:t>
            </a:r>
            <a:endParaRPr lang="zh-CN" altLang="en-US" sz="2000" b="1" i="1" dirty="0">
              <a:solidFill>
                <a:schemeClr val="tx1"/>
              </a:solidFill>
              <a:ea typeface="楷体_GB2312"/>
              <a:cs typeface="Times New Roman" panose="02020603050405020304" pitchFamily="18" charset="0"/>
            </a:endParaRPr>
          </a:p>
          <a:p>
            <a:pPr marL="540000" lvl="1" eaLnBrk="1" hangingPunct="1">
              <a:lnSpc>
                <a:spcPts val="2000"/>
              </a:lnSpc>
              <a:spcBef>
                <a:spcPts val="0"/>
              </a:spcBef>
              <a:buFont typeface="Wingdings" panose="05000000000000000000" pitchFamily="2" charset="2"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	</a:t>
            </a:r>
            <a:r>
              <a:rPr lang="en-US" altLang="zh-CN" sz="2000" b="1" i="1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d</a:t>
            </a:r>
            <a:r>
              <a:rPr lang="en-US" altLang="zh-CN" sz="2000" b="1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 = </a:t>
            </a:r>
            <a:r>
              <a:rPr lang="en-US" altLang="zh-CN" sz="2000" b="1" i="1" dirty="0">
                <a:solidFill>
                  <a:srgbClr val="0070C0"/>
                </a:solidFill>
                <a:ea typeface="楷体_GB2312"/>
                <a:cs typeface="Times New Roman" panose="02020603050405020304" pitchFamily="18" charset="0"/>
              </a:rPr>
              <a:t>a</a:t>
            </a:r>
            <a:r>
              <a:rPr lang="en-US" altLang="zh-CN" sz="2000" b="1" dirty="0">
                <a:solidFill>
                  <a:srgbClr val="0070C0"/>
                </a:solidFill>
                <a:ea typeface="楷体_GB2312"/>
                <a:cs typeface="Times New Roman" panose="02020603050405020304" pitchFamily="18" charset="0"/>
              </a:rPr>
              <a:t> – </a:t>
            </a:r>
            <a:r>
              <a:rPr lang="en-US" altLang="zh-CN" sz="2000" b="1" i="1" dirty="0">
                <a:solidFill>
                  <a:srgbClr val="0070C0"/>
                </a:solidFill>
                <a:ea typeface="楷体_GB2312"/>
                <a:cs typeface="Times New Roman" panose="02020603050405020304" pitchFamily="18" charset="0"/>
              </a:rPr>
              <a:t>d</a:t>
            </a:r>
          </a:p>
          <a:p>
            <a:pPr marL="540000" lvl="1" eaLnBrk="1" hangingPunct="1">
              <a:lnSpc>
                <a:spcPts val="2000"/>
              </a:lnSpc>
              <a:spcBef>
                <a:spcPts val="0"/>
              </a:spcBef>
              <a:buNone/>
              <a:defRPr/>
            </a:pPr>
            <a:r>
              <a:rPr lang="en-US" altLang="zh-CN" sz="2000" b="1" i="1" dirty="0">
                <a:latin typeface="楷体_GB2312"/>
                <a:cs typeface="Times New Roman" panose="02020603050405020304" pitchFamily="18" charset="0"/>
              </a:rPr>
              <a:t>    </a:t>
            </a:r>
            <a:r>
              <a:rPr lang="en-US" altLang="zh-CN" sz="2000" b="1" i="1" dirty="0">
                <a:cs typeface="Times New Roman" panose="02020603050405020304" pitchFamily="18" charset="0"/>
              </a:rPr>
              <a:t>e </a:t>
            </a:r>
            <a:r>
              <a:rPr lang="en-US" altLang="zh-CN" sz="2000" b="1" dirty="0">
                <a:ea typeface="楷体_GB2312"/>
                <a:cs typeface="Times New Roman" panose="02020603050405020304" pitchFamily="18" charset="0"/>
              </a:rPr>
              <a:t>=</a:t>
            </a:r>
            <a:r>
              <a:rPr lang="en-US" altLang="zh-CN" sz="2000" b="1" i="1" dirty="0">
                <a:cs typeface="Times New Roman" panose="02020603050405020304" pitchFamily="18" charset="0"/>
              </a:rPr>
              <a:t> a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lvl="1">
              <a:lnSpc>
                <a:spcPts val="2200"/>
              </a:lnSpc>
              <a:buClr>
                <a:schemeClr val="tx1"/>
              </a:buClr>
              <a:buFont typeface="Wingdings" panose="05000000000000000000" pitchFamily="2" charset="2"/>
              <a:buChar char="Ø"/>
              <a:defRPr/>
            </a:pPr>
            <a:r>
              <a:rPr lang="zh-CN" altLang="en-US" sz="2000" b="1" dirty="0">
                <a:solidFill>
                  <a:schemeClr val="tx1"/>
                </a:solidFill>
              </a:rPr>
              <a:t>基本块中的每个</a:t>
            </a:r>
            <a:r>
              <a:rPr lang="zh-CN" altLang="en-US" sz="2000" b="1" dirty="0">
                <a:solidFill>
                  <a:srgbClr val="0070C0"/>
                </a:solidFill>
              </a:rPr>
              <a:t>语句</a:t>
            </a:r>
            <a:r>
              <a:rPr lang="en-US" altLang="zh-CN" sz="2000" b="1" i="1" dirty="0">
                <a:solidFill>
                  <a:schemeClr val="tx1"/>
                </a:solidFill>
              </a:rPr>
              <a:t>s</a:t>
            </a:r>
            <a:r>
              <a:rPr lang="zh-CN" altLang="en-US" sz="2000" b="1" dirty="0">
                <a:solidFill>
                  <a:schemeClr val="tx1"/>
                </a:solidFill>
              </a:rPr>
              <a:t>都对应一个</a:t>
            </a:r>
            <a:r>
              <a:rPr lang="zh-CN" altLang="en-US" sz="2000" b="1" dirty="0">
                <a:solidFill>
                  <a:srgbClr val="0070C0"/>
                </a:solidFill>
              </a:rPr>
              <a:t>内部结点</a:t>
            </a:r>
            <a:r>
              <a:rPr lang="en-US" altLang="zh-CN" sz="2000" b="1" i="1" dirty="0">
                <a:solidFill>
                  <a:schemeClr val="tx1"/>
                </a:solidFill>
              </a:rPr>
              <a:t>N </a:t>
            </a:r>
            <a:endParaRPr lang="en-US" altLang="zh-CN" sz="2000" b="1" dirty="0">
              <a:solidFill>
                <a:schemeClr val="tx1"/>
              </a:solidFill>
            </a:endParaRPr>
          </a:p>
          <a:p>
            <a:pPr lvl="2">
              <a:lnSpc>
                <a:spcPts val="2200"/>
              </a:lnSpc>
              <a:buClr>
                <a:schemeClr val="tx1"/>
              </a:buClr>
              <a:buFont typeface="Wingdings" panose="05000000000000000000" pitchFamily="2" charset="2"/>
              <a:buChar char="Ø"/>
              <a:defRPr/>
            </a:pPr>
            <a:r>
              <a:rPr lang="zh-CN" altLang="en-US" sz="1800" b="1" dirty="0">
                <a:solidFill>
                  <a:schemeClr val="tx1"/>
                </a:solidFill>
              </a:rPr>
              <a:t>结点</a:t>
            </a:r>
            <a:r>
              <a:rPr lang="en-US" altLang="zh-CN" sz="1800" b="1" i="1" dirty="0">
                <a:solidFill>
                  <a:schemeClr val="tx1"/>
                </a:solidFill>
              </a:rPr>
              <a:t>N</a:t>
            </a:r>
            <a:r>
              <a:rPr lang="zh-CN" altLang="en-US" sz="1800" b="1" dirty="0">
                <a:solidFill>
                  <a:schemeClr val="tx1"/>
                </a:solidFill>
              </a:rPr>
              <a:t>的</a:t>
            </a:r>
            <a:r>
              <a:rPr lang="zh-CN" altLang="en-US" sz="1800" b="1" dirty="0">
                <a:solidFill>
                  <a:srgbClr val="0070C0"/>
                </a:solidFill>
              </a:rPr>
              <a:t>标号</a:t>
            </a:r>
            <a:r>
              <a:rPr lang="zh-CN" altLang="en-US" sz="1800" b="1" dirty="0">
                <a:solidFill>
                  <a:schemeClr val="tx1"/>
                </a:solidFill>
              </a:rPr>
              <a:t>是</a:t>
            </a:r>
            <a:r>
              <a:rPr lang="en-US" altLang="zh-CN" sz="1800" b="1" i="1" dirty="0">
                <a:solidFill>
                  <a:schemeClr val="tx1"/>
                </a:solidFill>
              </a:rPr>
              <a:t>s</a:t>
            </a:r>
            <a:r>
              <a:rPr lang="zh-CN" altLang="en-US" sz="1800" b="1" dirty="0">
                <a:solidFill>
                  <a:schemeClr val="tx1"/>
                </a:solidFill>
              </a:rPr>
              <a:t>中的</a:t>
            </a:r>
            <a:r>
              <a:rPr lang="zh-CN" altLang="en-US" sz="1800" b="1" dirty="0">
                <a:solidFill>
                  <a:srgbClr val="0070C0"/>
                </a:solidFill>
              </a:rPr>
              <a:t>运算符</a:t>
            </a:r>
            <a:r>
              <a:rPr lang="zh-CN" altLang="en-US" sz="1800" b="1" dirty="0">
                <a:solidFill>
                  <a:schemeClr val="tx1"/>
                </a:solidFill>
              </a:rPr>
              <a:t>；结点</a:t>
            </a:r>
            <a:r>
              <a:rPr lang="en-US" altLang="zh-CN" sz="1800" b="1" i="1" dirty="0">
                <a:solidFill>
                  <a:schemeClr val="tx1"/>
                </a:solidFill>
              </a:rPr>
              <a:t>N</a:t>
            </a:r>
            <a:r>
              <a:rPr lang="zh-CN" altLang="en-US" sz="1800" b="1" dirty="0">
                <a:solidFill>
                  <a:schemeClr val="tx1"/>
                </a:solidFill>
              </a:rPr>
              <a:t>同时关联一个</a:t>
            </a:r>
            <a:r>
              <a:rPr lang="zh-CN" altLang="en-US" sz="1800" b="1" dirty="0">
                <a:solidFill>
                  <a:srgbClr val="0070C0"/>
                </a:solidFill>
              </a:rPr>
              <a:t>定值变量表</a:t>
            </a:r>
            <a:r>
              <a:rPr lang="zh-CN" altLang="en-US" sz="1800" b="1" dirty="0">
                <a:solidFill>
                  <a:schemeClr val="tx1"/>
                </a:solidFill>
              </a:rPr>
              <a:t>，表示</a:t>
            </a:r>
            <a:r>
              <a:rPr lang="en-US" altLang="zh-CN" sz="1800" b="1" i="1" dirty="0">
                <a:solidFill>
                  <a:schemeClr val="tx1"/>
                </a:solidFill>
              </a:rPr>
              <a:t>s</a:t>
            </a:r>
            <a:r>
              <a:rPr lang="zh-CN" altLang="en-US" sz="1800" b="1" dirty="0">
                <a:solidFill>
                  <a:schemeClr val="tx1"/>
                </a:solidFill>
              </a:rPr>
              <a:t>是在此基本块内</a:t>
            </a:r>
            <a:r>
              <a:rPr lang="zh-CN" altLang="en-US" sz="1800" b="1" dirty="0">
                <a:solidFill>
                  <a:srgbClr val="0070C0"/>
                </a:solidFill>
              </a:rPr>
              <a:t>最晚</a:t>
            </a:r>
            <a:r>
              <a:rPr lang="zh-CN" altLang="en-US" sz="1800" b="1" dirty="0">
                <a:solidFill>
                  <a:schemeClr val="tx1"/>
                </a:solidFill>
              </a:rPr>
              <a:t>对表中变量进行</a:t>
            </a:r>
            <a:r>
              <a:rPr lang="zh-CN" altLang="en-US" sz="1800" b="1" dirty="0">
                <a:solidFill>
                  <a:srgbClr val="0070C0"/>
                </a:solidFill>
              </a:rPr>
              <a:t>定值</a:t>
            </a:r>
            <a:r>
              <a:rPr lang="zh-CN" altLang="en-US" sz="1800" b="1" dirty="0">
                <a:solidFill>
                  <a:schemeClr val="tx1"/>
                </a:solidFill>
              </a:rPr>
              <a:t>的语句</a:t>
            </a:r>
          </a:p>
          <a:p>
            <a:pPr lvl="2">
              <a:lnSpc>
                <a:spcPts val="2200"/>
              </a:lnSpc>
              <a:buClr>
                <a:schemeClr val="tx1"/>
              </a:buClr>
              <a:buFont typeface="Wingdings" panose="05000000000000000000" pitchFamily="2" charset="2"/>
              <a:buChar char="Ø"/>
              <a:defRPr/>
            </a:pPr>
            <a:r>
              <a:rPr lang="en-US" altLang="zh-CN" sz="1800" b="1" i="1" dirty="0">
                <a:solidFill>
                  <a:schemeClr val="tx1"/>
                </a:solidFill>
              </a:rPr>
              <a:t>N</a:t>
            </a:r>
            <a:r>
              <a:rPr lang="zh-CN" altLang="en-US" sz="1800" b="1" dirty="0">
                <a:solidFill>
                  <a:schemeClr val="tx1"/>
                </a:solidFill>
              </a:rPr>
              <a:t>的</a:t>
            </a:r>
            <a:r>
              <a:rPr lang="zh-CN" altLang="en-US" sz="1800" b="1" dirty="0">
                <a:solidFill>
                  <a:srgbClr val="0070C0"/>
                </a:solidFill>
              </a:rPr>
              <a:t>子结点</a:t>
            </a:r>
            <a:r>
              <a:rPr lang="zh-CN" altLang="en-US" sz="1800" b="1" dirty="0">
                <a:solidFill>
                  <a:schemeClr val="tx1"/>
                </a:solidFill>
              </a:rPr>
              <a:t>是基本块中在</a:t>
            </a:r>
            <a:r>
              <a:rPr lang="en-US" altLang="zh-CN" sz="1800" b="1" i="1" dirty="0">
                <a:solidFill>
                  <a:schemeClr val="tx1"/>
                </a:solidFill>
              </a:rPr>
              <a:t>s</a:t>
            </a:r>
            <a:r>
              <a:rPr lang="zh-CN" altLang="en-US" sz="1800" b="1" dirty="0">
                <a:solidFill>
                  <a:schemeClr val="tx1"/>
                </a:solidFill>
              </a:rPr>
              <a:t>之前、</a:t>
            </a:r>
            <a:r>
              <a:rPr lang="zh-CN" altLang="en-US" sz="1800" b="1" dirty="0">
                <a:solidFill>
                  <a:srgbClr val="0070C0"/>
                </a:solidFill>
              </a:rPr>
              <a:t>最后</a:t>
            </a:r>
            <a:r>
              <a:rPr lang="zh-CN" altLang="en-US" sz="1800" b="1" dirty="0">
                <a:solidFill>
                  <a:schemeClr val="tx1"/>
                </a:solidFill>
              </a:rPr>
              <a:t>一个对</a:t>
            </a:r>
            <a:r>
              <a:rPr lang="en-US" altLang="zh-CN" sz="1800" b="1" i="1" dirty="0">
                <a:solidFill>
                  <a:schemeClr val="tx1"/>
                </a:solidFill>
              </a:rPr>
              <a:t>s</a:t>
            </a:r>
            <a:r>
              <a:rPr lang="zh-CN" altLang="en-US" sz="1800" b="1" dirty="0">
                <a:solidFill>
                  <a:schemeClr val="tx1"/>
                </a:solidFill>
              </a:rPr>
              <a:t>所使用的</a:t>
            </a:r>
            <a:r>
              <a:rPr lang="zh-CN" altLang="en-US" sz="1800" b="1" dirty="0">
                <a:solidFill>
                  <a:srgbClr val="0070C0"/>
                </a:solidFill>
              </a:rPr>
              <a:t>运算分量</a:t>
            </a:r>
            <a:r>
              <a:rPr lang="zh-CN" altLang="en-US" sz="1800" b="1" dirty="0">
                <a:solidFill>
                  <a:schemeClr val="tx1"/>
                </a:solidFill>
              </a:rPr>
              <a:t>进行</a:t>
            </a:r>
            <a:r>
              <a:rPr lang="zh-CN" altLang="en-US" sz="1800" b="1" dirty="0">
                <a:solidFill>
                  <a:srgbClr val="0070C0"/>
                </a:solidFill>
              </a:rPr>
              <a:t>定值</a:t>
            </a:r>
            <a:r>
              <a:rPr lang="zh-CN" altLang="en-US" sz="1800" b="1" dirty="0">
                <a:solidFill>
                  <a:schemeClr val="tx1"/>
                </a:solidFill>
              </a:rPr>
              <a:t>的</a:t>
            </a:r>
            <a:r>
              <a:rPr lang="zh-CN" altLang="en-US" sz="1800" b="1" dirty="0">
                <a:solidFill>
                  <a:srgbClr val="0070C0"/>
                </a:solidFill>
              </a:rPr>
              <a:t>语句对应的结点</a:t>
            </a:r>
            <a:r>
              <a:rPr lang="zh-CN" altLang="en-US" sz="1800" b="1" dirty="0">
                <a:solidFill>
                  <a:schemeClr val="tx1"/>
                </a:solidFill>
              </a:rPr>
              <a:t>。如果</a:t>
            </a:r>
            <a:r>
              <a:rPr lang="en-US" altLang="zh-CN" sz="1800" b="1" i="1" dirty="0">
                <a:solidFill>
                  <a:schemeClr val="tx1"/>
                </a:solidFill>
              </a:rPr>
              <a:t>s</a:t>
            </a:r>
            <a:r>
              <a:rPr lang="zh-CN" altLang="en-US" sz="1800" b="1" dirty="0">
                <a:solidFill>
                  <a:schemeClr val="tx1"/>
                </a:solidFill>
              </a:rPr>
              <a:t>的某个运算分量在基本块内</a:t>
            </a:r>
            <a:r>
              <a:rPr lang="zh-CN" altLang="en-US" sz="1800" b="1" dirty="0">
                <a:solidFill>
                  <a:srgbClr val="0070C0"/>
                </a:solidFill>
              </a:rPr>
              <a:t>没有</a:t>
            </a:r>
            <a:r>
              <a:rPr lang="zh-CN" altLang="en-US" sz="1800" b="1" dirty="0">
                <a:solidFill>
                  <a:schemeClr val="tx1"/>
                </a:solidFill>
              </a:rPr>
              <a:t>在</a:t>
            </a:r>
            <a:r>
              <a:rPr lang="en-US" altLang="zh-CN" sz="1800" b="1" i="1" dirty="0">
                <a:solidFill>
                  <a:schemeClr val="tx1"/>
                </a:solidFill>
              </a:rPr>
              <a:t>s</a:t>
            </a:r>
            <a:r>
              <a:rPr lang="zh-CN" altLang="en-US" sz="1800" b="1" dirty="0">
                <a:solidFill>
                  <a:schemeClr val="tx1"/>
                </a:solidFill>
              </a:rPr>
              <a:t>之前</a:t>
            </a:r>
            <a:r>
              <a:rPr lang="zh-CN" altLang="en-US" sz="1800" b="1" dirty="0">
                <a:solidFill>
                  <a:srgbClr val="0070C0"/>
                </a:solidFill>
              </a:rPr>
              <a:t>被定值</a:t>
            </a:r>
            <a:r>
              <a:rPr lang="zh-CN" altLang="en-US" sz="1800" b="1" dirty="0">
                <a:solidFill>
                  <a:schemeClr val="tx1"/>
                </a:solidFill>
              </a:rPr>
              <a:t>，则这个运算分量的</a:t>
            </a:r>
            <a:r>
              <a:rPr lang="zh-CN" altLang="en-US" sz="1800" b="1" dirty="0">
                <a:solidFill>
                  <a:srgbClr val="0070C0"/>
                </a:solidFill>
              </a:rPr>
              <a:t>子结点</a:t>
            </a:r>
            <a:r>
              <a:rPr lang="zh-CN" altLang="en-US" sz="1800" b="1" dirty="0">
                <a:solidFill>
                  <a:schemeClr val="tx1"/>
                </a:solidFill>
              </a:rPr>
              <a:t>就是</a:t>
            </a:r>
            <a:r>
              <a:rPr lang="zh-CN" altLang="en-US" sz="1800" b="1" dirty="0">
                <a:solidFill>
                  <a:srgbClr val="0070C0"/>
                </a:solidFill>
              </a:rPr>
              <a:t>叶结点</a:t>
            </a:r>
            <a:r>
              <a:rPr lang="en-US" altLang="zh-CN" sz="1800" b="1" dirty="0">
                <a:solidFill>
                  <a:schemeClr val="tx1"/>
                </a:solidFill>
              </a:rPr>
              <a:t>(</a:t>
            </a:r>
            <a:r>
              <a:rPr lang="zh-CN" altLang="en-US" sz="1800" b="1" dirty="0">
                <a:solidFill>
                  <a:schemeClr val="tx1"/>
                </a:solidFill>
              </a:rPr>
              <a:t>其定值变量表中的变量加上</a:t>
            </a:r>
            <a:r>
              <a:rPr lang="zh-CN" altLang="en-US" sz="1800" b="1" dirty="0">
                <a:solidFill>
                  <a:srgbClr val="0070C0"/>
                </a:solidFill>
              </a:rPr>
              <a:t>下脚标</a:t>
            </a:r>
            <a:r>
              <a:rPr lang="en-US" altLang="zh-CN" sz="1800" b="1" dirty="0">
                <a:solidFill>
                  <a:srgbClr val="0070C0"/>
                </a:solidFill>
              </a:rPr>
              <a:t>0</a:t>
            </a:r>
            <a:r>
              <a:rPr lang="en-US" altLang="zh-CN" sz="1800" b="1" dirty="0">
                <a:solidFill>
                  <a:schemeClr val="tx1"/>
                </a:solidFill>
              </a:rPr>
              <a:t>)</a:t>
            </a:r>
            <a:endParaRPr lang="zh-CN" altLang="en-US" sz="1800" b="1" dirty="0">
              <a:solidFill>
                <a:schemeClr val="tx1"/>
              </a:solidFill>
            </a:endParaRPr>
          </a:p>
          <a:p>
            <a:pPr lvl="2">
              <a:lnSpc>
                <a:spcPts val="2200"/>
              </a:lnSpc>
              <a:buClr>
                <a:schemeClr val="tx1"/>
              </a:buClr>
              <a:buFont typeface="Wingdings" panose="05000000000000000000" pitchFamily="2" charset="2"/>
              <a:buChar char="Ø"/>
              <a:defRPr/>
            </a:pPr>
            <a:r>
              <a:rPr lang="zh-CN" altLang="en-US" sz="1800" b="1" dirty="0">
                <a:solidFill>
                  <a:schemeClr val="tx1"/>
                </a:solidFill>
              </a:rPr>
              <a:t>在为语句</a:t>
            </a:r>
            <a:r>
              <a:rPr lang="en-US" altLang="zh-CN" sz="1800" b="1" i="1" dirty="0">
                <a:solidFill>
                  <a:srgbClr val="0070C0"/>
                </a:solidFill>
              </a:rPr>
              <a:t>x</a:t>
            </a:r>
            <a:r>
              <a:rPr lang="en-US" altLang="zh-CN" sz="1800" b="1" dirty="0">
                <a:solidFill>
                  <a:srgbClr val="0070C0"/>
                </a:solidFill>
              </a:rPr>
              <a:t>=</a:t>
            </a:r>
            <a:r>
              <a:rPr lang="en-US" altLang="zh-CN" sz="1800" b="1" i="1" dirty="0" err="1">
                <a:solidFill>
                  <a:srgbClr val="0070C0"/>
                </a:solidFill>
              </a:rPr>
              <a:t>y</a:t>
            </a:r>
            <a:r>
              <a:rPr lang="en-US" altLang="zh-CN" sz="1800" b="1" dirty="0" err="1">
                <a:solidFill>
                  <a:srgbClr val="0070C0"/>
                </a:solidFill>
              </a:rPr>
              <a:t>+</a:t>
            </a:r>
            <a:r>
              <a:rPr lang="en-US" altLang="zh-CN" sz="1800" b="1" i="1" dirty="0" err="1">
                <a:solidFill>
                  <a:srgbClr val="0070C0"/>
                </a:solidFill>
              </a:rPr>
              <a:t>z</a:t>
            </a:r>
            <a:r>
              <a:rPr lang="zh-CN" altLang="en-US" sz="1800" b="1" dirty="0">
                <a:solidFill>
                  <a:schemeClr val="tx1"/>
                </a:solidFill>
              </a:rPr>
              <a:t>构造结点</a:t>
            </a:r>
            <a:r>
              <a:rPr lang="en-US" altLang="zh-CN" sz="1800" b="1" i="1" dirty="0">
                <a:solidFill>
                  <a:schemeClr val="tx1"/>
                </a:solidFill>
              </a:rPr>
              <a:t>N</a:t>
            </a:r>
            <a:r>
              <a:rPr lang="zh-CN" altLang="en-US" sz="1800" b="1" dirty="0">
                <a:solidFill>
                  <a:schemeClr val="tx1"/>
                </a:solidFill>
              </a:rPr>
              <a:t>的时候，如果</a:t>
            </a:r>
            <a:r>
              <a:rPr lang="en-US" altLang="zh-CN" sz="1800" b="1" i="1" dirty="0">
                <a:solidFill>
                  <a:srgbClr val="0070C0"/>
                </a:solidFill>
              </a:rPr>
              <a:t>x</a:t>
            </a:r>
            <a:r>
              <a:rPr lang="zh-CN" altLang="en-US" sz="1800" b="1" dirty="0">
                <a:solidFill>
                  <a:schemeClr val="tx1"/>
                </a:solidFill>
              </a:rPr>
              <a:t>已经在某结点</a:t>
            </a:r>
            <a:r>
              <a:rPr lang="en-US" altLang="zh-CN" sz="1800" b="1" i="1" dirty="0">
                <a:solidFill>
                  <a:schemeClr val="tx1"/>
                </a:solidFill>
              </a:rPr>
              <a:t>M</a:t>
            </a:r>
            <a:r>
              <a:rPr lang="zh-CN" altLang="en-US" sz="1800" b="1" dirty="0">
                <a:solidFill>
                  <a:schemeClr val="tx1"/>
                </a:solidFill>
              </a:rPr>
              <a:t>的</a:t>
            </a:r>
            <a:r>
              <a:rPr lang="zh-CN" altLang="en-US" sz="1800" b="1" dirty="0">
                <a:solidFill>
                  <a:srgbClr val="0070C0"/>
                </a:solidFill>
              </a:rPr>
              <a:t>定值变量表</a:t>
            </a:r>
            <a:r>
              <a:rPr lang="zh-CN" altLang="en-US" sz="1800" b="1" dirty="0">
                <a:solidFill>
                  <a:schemeClr val="tx1"/>
                </a:solidFill>
              </a:rPr>
              <a:t>中，则从</a:t>
            </a:r>
            <a:r>
              <a:rPr lang="en-US" altLang="zh-CN" sz="1800" b="1" i="1" dirty="0">
                <a:solidFill>
                  <a:schemeClr val="tx1"/>
                </a:solidFill>
              </a:rPr>
              <a:t>M</a:t>
            </a:r>
            <a:r>
              <a:rPr lang="zh-CN" altLang="en-US" sz="1800" b="1" dirty="0">
                <a:solidFill>
                  <a:schemeClr val="tx1"/>
                </a:solidFill>
              </a:rPr>
              <a:t>的定值变量表中</a:t>
            </a:r>
            <a:r>
              <a:rPr lang="zh-CN" altLang="en-US" sz="1800" b="1" dirty="0">
                <a:solidFill>
                  <a:srgbClr val="0070C0"/>
                </a:solidFill>
              </a:rPr>
              <a:t>删除变量</a:t>
            </a:r>
            <a:r>
              <a:rPr lang="en-US" altLang="zh-CN" sz="1800" b="1" i="1" dirty="0">
                <a:solidFill>
                  <a:srgbClr val="0070C0"/>
                </a:solidFill>
              </a:rPr>
              <a:t>x</a:t>
            </a:r>
          </a:p>
        </p:txBody>
      </p:sp>
      <p:sp>
        <p:nvSpPr>
          <p:cNvPr id="106499" name="Rectangle 2">
            <a:extLst>
              <a:ext uri="{FF2B5EF4-FFF2-40B4-BE49-F238E27FC236}">
                <a16:creationId xmlns:a16="http://schemas.microsoft.com/office/drawing/2014/main" id="{728DC587-3BB3-456F-A23A-6E1998E8B0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基本块的 </a:t>
            </a:r>
            <a:r>
              <a:rPr lang="en-US" altLang="zh-CN" sz="3000" dirty="0">
                <a:solidFill>
                  <a:schemeClr val="tx1"/>
                </a:solidFill>
              </a:rPr>
              <a:t>DAG</a:t>
            </a:r>
            <a:r>
              <a:rPr lang="zh-CN" altLang="en-US" sz="3000" dirty="0">
                <a:solidFill>
                  <a:schemeClr val="tx1"/>
                </a:solidFill>
              </a:rPr>
              <a:t> </a:t>
            </a:r>
            <a:r>
              <a:rPr lang="zh-CN" altLang="en-US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表示</a:t>
            </a:r>
          </a:p>
        </p:txBody>
      </p:sp>
      <p:grpSp>
        <p:nvGrpSpPr>
          <p:cNvPr id="5" name="Group 62">
            <a:extLst>
              <a:ext uri="{FF2B5EF4-FFF2-40B4-BE49-F238E27FC236}">
                <a16:creationId xmlns:a16="http://schemas.microsoft.com/office/drawing/2014/main" id="{C27A34DE-AD5B-46ED-A53A-0A8722F59C84}"/>
              </a:ext>
            </a:extLst>
          </p:cNvPr>
          <p:cNvGrpSpPr>
            <a:grpSpLocks/>
          </p:cNvGrpSpPr>
          <p:nvPr/>
        </p:nvGrpSpPr>
        <p:grpSpPr bwMode="auto">
          <a:xfrm>
            <a:off x="7483230" y="673955"/>
            <a:ext cx="515883" cy="369887"/>
            <a:chOff x="4119" y="1833"/>
            <a:chExt cx="434" cy="310"/>
          </a:xfrm>
          <a:noFill/>
        </p:grpSpPr>
        <p:sp>
          <p:nvSpPr>
            <p:cNvPr id="95260" name="Oval 6">
              <a:extLst>
                <a:ext uri="{FF2B5EF4-FFF2-40B4-BE49-F238E27FC236}">
                  <a16:creationId xmlns:a16="http://schemas.microsoft.com/office/drawing/2014/main" id="{2B3689BF-B7BC-4E25-B905-3D9E14C9A44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50" y="1888"/>
              <a:ext cx="203" cy="184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eaLnBrk="1" hangingPunct="1">
                <a:defRPr/>
              </a:pPr>
              <a:endParaRPr lang="zh-CN" altLang="en-US" b="0">
                <a:ea typeface="楷体_GB2312"/>
                <a:cs typeface="楷体_GB2312"/>
              </a:endParaRPr>
            </a:p>
          </p:txBody>
        </p:sp>
        <p:sp>
          <p:nvSpPr>
            <p:cNvPr id="95261" name="Text Box 7">
              <a:extLst>
                <a:ext uri="{FF2B5EF4-FFF2-40B4-BE49-F238E27FC236}">
                  <a16:creationId xmlns:a16="http://schemas.microsoft.com/office/drawing/2014/main" id="{1E1FE750-5C9C-444D-942F-BF5F38CEFCA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119" y="1833"/>
              <a:ext cx="434" cy="31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eaLnBrk="1" hangingPunct="1">
                <a:spcBef>
                  <a:spcPct val="50000"/>
                </a:spcBef>
                <a:defRPr/>
              </a:pPr>
              <a:r>
                <a:rPr kumimoji="1" lang="en-US" altLang="zh-CN" dirty="0">
                  <a:latin typeface="Times New Roman" pitchFamily="18" charset="0"/>
                </a:rPr>
                <a:t>+</a:t>
              </a:r>
            </a:p>
          </p:txBody>
        </p:sp>
      </p:grpSp>
      <p:sp>
        <p:nvSpPr>
          <p:cNvPr id="633872" name="Line 16">
            <a:extLst>
              <a:ext uri="{FF2B5EF4-FFF2-40B4-BE49-F238E27FC236}">
                <a16:creationId xmlns:a16="http://schemas.microsoft.com/office/drawing/2014/main" id="{AEAD6DD9-5D4E-408D-B006-6AEA8618D592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6488537" y="1635646"/>
            <a:ext cx="292150" cy="30252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lIns="68580" tIns="34290" rIns="68580" bIns="34290" anchor="ctr"/>
          <a:lstStyle/>
          <a:p>
            <a:endParaRPr lang="zh-CN" altLang="en-US"/>
          </a:p>
        </p:txBody>
      </p:sp>
      <p:sp>
        <p:nvSpPr>
          <p:cNvPr id="633873" name="Line 17">
            <a:extLst>
              <a:ext uri="{FF2B5EF4-FFF2-40B4-BE49-F238E27FC236}">
                <a16:creationId xmlns:a16="http://schemas.microsoft.com/office/drawing/2014/main" id="{EEA1EC9D-CA56-4008-A318-67AE11741018}"/>
              </a:ext>
            </a:extLst>
          </p:cNvPr>
          <p:cNvSpPr>
            <a:spLocks noChangeShapeType="1"/>
          </p:cNvSpPr>
          <p:nvPr/>
        </p:nvSpPr>
        <p:spPr bwMode="auto">
          <a:xfrm>
            <a:off x="6966040" y="1655772"/>
            <a:ext cx="446087" cy="27146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lIns="68580" tIns="34290" rIns="68580" bIns="34290" anchor="ctr"/>
          <a:lstStyle/>
          <a:p>
            <a:endParaRPr lang="zh-CN" altLang="en-US"/>
          </a:p>
        </p:txBody>
      </p:sp>
      <p:sp>
        <p:nvSpPr>
          <p:cNvPr id="633874" name="Line 18">
            <a:extLst>
              <a:ext uri="{FF2B5EF4-FFF2-40B4-BE49-F238E27FC236}">
                <a16:creationId xmlns:a16="http://schemas.microsoft.com/office/drawing/2014/main" id="{9FD51E5E-969F-4D8F-911D-25B651558AF8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872377" y="1225559"/>
            <a:ext cx="295275" cy="26987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lIns="68580" tIns="34290" rIns="68580" bIns="34290" anchor="ctr"/>
          <a:lstStyle/>
          <a:p>
            <a:endParaRPr lang="zh-CN" altLang="en-US"/>
          </a:p>
        </p:txBody>
      </p:sp>
      <p:sp>
        <p:nvSpPr>
          <p:cNvPr id="633875" name="Line 19">
            <a:extLst>
              <a:ext uri="{FF2B5EF4-FFF2-40B4-BE49-F238E27FC236}">
                <a16:creationId xmlns:a16="http://schemas.microsoft.com/office/drawing/2014/main" id="{3DD5995E-AEFA-4A18-BCEF-3C17E86D7824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304177" y="900122"/>
            <a:ext cx="215900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lIns="68580" tIns="34290" rIns="68580" bIns="34290" anchor="ctr"/>
          <a:lstStyle/>
          <a:p>
            <a:endParaRPr lang="zh-CN" altLang="en-US"/>
          </a:p>
        </p:txBody>
      </p:sp>
      <p:sp>
        <p:nvSpPr>
          <p:cNvPr id="633876" name="Line 20">
            <a:extLst>
              <a:ext uri="{FF2B5EF4-FFF2-40B4-BE49-F238E27FC236}">
                <a16:creationId xmlns:a16="http://schemas.microsoft.com/office/drawing/2014/main" id="{67B892A3-8CE0-4B9D-83A3-F7A120B1618C}"/>
              </a:ext>
            </a:extLst>
          </p:cNvPr>
          <p:cNvSpPr>
            <a:spLocks noChangeShapeType="1"/>
          </p:cNvSpPr>
          <p:nvPr/>
        </p:nvSpPr>
        <p:spPr bwMode="auto">
          <a:xfrm>
            <a:off x="7358152" y="1223972"/>
            <a:ext cx="323850" cy="32543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lIns="68580" tIns="34290" rIns="68580" bIns="34290" anchor="ctr"/>
          <a:lstStyle/>
          <a:p>
            <a:endParaRPr lang="zh-CN" altLang="en-US"/>
          </a:p>
        </p:txBody>
      </p:sp>
      <p:sp>
        <p:nvSpPr>
          <p:cNvPr id="633880" name="Text Box 24">
            <a:extLst>
              <a:ext uri="{FF2B5EF4-FFF2-40B4-BE49-F238E27FC236}">
                <a16:creationId xmlns:a16="http://schemas.microsoft.com/office/drawing/2014/main" id="{7F991556-763A-4E6B-9899-55DB9306EE9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983502" y="1417647"/>
            <a:ext cx="571500" cy="346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kumimoji="1" lang="en-US" altLang="zh-CN" i="1" dirty="0">
                <a:latin typeface="Times New Roman" panose="02020603050405020304" pitchFamily="18" charset="0"/>
              </a:rPr>
              <a:t>a</a:t>
            </a:r>
          </a:p>
        </p:txBody>
      </p:sp>
      <p:sp>
        <p:nvSpPr>
          <p:cNvPr id="633901" name="Text Box 45">
            <a:extLst>
              <a:ext uri="{FF2B5EF4-FFF2-40B4-BE49-F238E27FC236}">
                <a16:creationId xmlns:a16="http://schemas.microsoft.com/office/drawing/2014/main" id="{BAC95C09-95F2-4309-8AED-DE06CF28FA5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35977" y="611197"/>
            <a:ext cx="457200" cy="346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kumimoji="1" lang="en-US" altLang="zh-CN" i="1">
                <a:latin typeface="Times New Roman" panose="02020603050405020304" pitchFamily="18" charset="0"/>
              </a:rPr>
              <a:t>c</a:t>
            </a:r>
          </a:p>
        </p:txBody>
      </p:sp>
      <p:sp>
        <p:nvSpPr>
          <p:cNvPr id="633905" name="Rectangle 49">
            <a:extLst>
              <a:ext uri="{FF2B5EF4-FFF2-40B4-BE49-F238E27FC236}">
                <a16:creationId xmlns:a16="http://schemas.microsoft.com/office/drawing/2014/main" id="{0E291236-1703-4D61-8496-8336DEF867E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68538" y="842963"/>
            <a:ext cx="3122791" cy="145415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square" lIns="68580" tIns="34290" rIns="68580" bIns="34290">
            <a:spAutoFit/>
          </a:bodyPr>
          <a:lstStyle/>
          <a:p>
            <a:pPr eaLnBrk="1" hangingPunct="1">
              <a:defRPr/>
            </a:pPr>
            <a:r>
              <a:rPr lang="zh-CN" altLang="en-US" dirty="0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对于形如</a:t>
            </a:r>
            <a:r>
              <a:rPr lang="en-US" altLang="zh-CN" i="1" dirty="0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x</a:t>
            </a:r>
            <a:r>
              <a:rPr lang="en-US" altLang="zh-CN" dirty="0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=</a:t>
            </a:r>
            <a:r>
              <a:rPr lang="en-US" altLang="zh-CN" i="1" dirty="0" err="1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y</a:t>
            </a:r>
            <a:r>
              <a:rPr lang="en-US" altLang="zh-CN" dirty="0" err="1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+</a:t>
            </a:r>
            <a:r>
              <a:rPr lang="en-US" altLang="zh-CN" i="1" dirty="0" err="1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z</a:t>
            </a:r>
            <a:r>
              <a:rPr lang="zh-CN" altLang="en-US" dirty="0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的三地址指令，如果已经有一个结点表示</a:t>
            </a:r>
            <a:r>
              <a:rPr lang="en-US" altLang="zh-CN" i="1" dirty="0" err="1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y</a:t>
            </a:r>
            <a:r>
              <a:rPr lang="en-US" altLang="zh-CN" dirty="0" err="1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+</a:t>
            </a:r>
            <a:r>
              <a:rPr lang="en-US" altLang="zh-CN" i="1" dirty="0" err="1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z</a:t>
            </a:r>
            <a:r>
              <a:rPr lang="zh-CN" altLang="en-US" dirty="0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，就不向</a:t>
            </a:r>
            <a:r>
              <a:rPr lang="en-US" altLang="zh-CN" dirty="0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DAG</a:t>
            </a:r>
            <a:r>
              <a:rPr lang="zh-CN" altLang="en-US" dirty="0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中增加新的结点，而是给已经存在的结点附加</a:t>
            </a:r>
            <a:r>
              <a:rPr lang="zh-CN" altLang="en-US" dirty="0">
                <a:solidFill>
                  <a:srgbClr val="0000FF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定值变量</a:t>
            </a:r>
            <a:r>
              <a:rPr lang="en-US" altLang="zh-CN" i="1" dirty="0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x</a:t>
            </a:r>
            <a:endParaRPr lang="zh-CN" altLang="en-US" i="1" dirty="0">
              <a:latin typeface="Times New Roman" pitchFamily="18" charset="0"/>
              <a:ea typeface="楷体" pitchFamily="49" charset="-122"/>
              <a:cs typeface="Times New Roman" pitchFamily="18" charset="0"/>
            </a:endParaRPr>
          </a:p>
        </p:txBody>
      </p:sp>
      <p:sp>
        <p:nvSpPr>
          <p:cNvPr id="633907" name="Text Box 51">
            <a:extLst>
              <a:ext uri="{FF2B5EF4-FFF2-40B4-BE49-F238E27FC236}">
                <a16:creationId xmlns:a16="http://schemas.microsoft.com/office/drawing/2014/main" id="{C48D99C5-2ADF-46E2-A6D0-F17975F1246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58152" y="1009659"/>
            <a:ext cx="247650" cy="346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kumimoji="1" lang="en-US" altLang="zh-CN" i="1">
                <a:latin typeface="Times New Roman" panose="02020603050405020304" pitchFamily="18" charset="0"/>
              </a:rPr>
              <a:t>b</a:t>
            </a:r>
          </a:p>
        </p:txBody>
      </p:sp>
      <p:sp>
        <p:nvSpPr>
          <p:cNvPr id="633915" name="Oval 59">
            <a:extLst>
              <a:ext uri="{FF2B5EF4-FFF2-40B4-BE49-F238E27FC236}">
                <a16:creationId xmlns:a16="http://schemas.microsoft.com/office/drawing/2014/main" id="{FCE86FA9-F565-42E2-AC51-6FE0ECADC7D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20077" y="1495434"/>
            <a:ext cx="269875" cy="269875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lIns="27000" tIns="34290" rIns="68580" bIns="34290" anchor="ctr"/>
          <a:lstStyle/>
          <a:p>
            <a:pPr eaLnBrk="1" hangingPunct="1">
              <a:defRPr/>
            </a:pPr>
            <a:endParaRPr lang="en-US" altLang="zh-CN" b="0" i="1" baseline="-25000">
              <a:latin typeface="Times New Roman" panose="02020603050405020304" pitchFamily="18" charset="0"/>
              <a:cs typeface="楷体_GB2312" charset="0"/>
            </a:endParaRPr>
          </a:p>
        </p:txBody>
      </p:sp>
      <p:grpSp>
        <p:nvGrpSpPr>
          <p:cNvPr id="6" name="Group 63">
            <a:extLst>
              <a:ext uri="{FF2B5EF4-FFF2-40B4-BE49-F238E27FC236}">
                <a16:creationId xmlns:a16="http://schemas.microsoft.com/office/drawing/2014/main" id="{769433AC-45AF-469A-B2F7-541961D0CC80}"/>
              </a:ext>
            </a:extLst>
          </p:cNvPr>
          <p:cNvGrpSpPr>
            <a:grpSpLocks/>
          </p:cNvGrpSpPr>
          <p:nvPr/>
        </p:nvGrpSpPr>
        <p:grpSpPr bwMode="auto">
          <a:xfrm>
            <a:off x="7142252" y="971559"/>
            <a:ext cx="241300" cy="368300"/>
            <a:chOff x="4150" y="1810"/>
            <a:chExt cx="203" cy="310"/>
          </a:xfrm>
        </p:grpSpPr>
        <p:sp>
          <p:nvSpPr>
            <p:cNvPr id="95258" name="Oval 64">
              <a:extLst>
                <a:ext uri="{FF2B5EF4-FFF2-40B4-BE49-F238E27FC236}">
                  <a16:creationId xmlns:a16="http://schemas.microsoft.com/office/drawing/2014/main" id="{BC3E6009-1DC8-40EF-989E-440BD1623B7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50" y="1887"/>
              <a:ext cx="203" cy="183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eaLnBrk="1" hangingPunct="1">
                <a:defRPr/>
              </a:pPr>
              <a:endParaRPr lang="zh-CN" altLang="en-US" b="0">
                <a:cs typeface="楷体_GB2312" charset="0"/>
              </a:endParaRPr>
            </a:p>
          </p:txBody>
        </p:sp>
        <p:sp>
          <p:nvSpPr>
            <p:cNvPr id="106525" name="Text Box 65">
              <a:extLst>
                <a:ext uri="{FF2B5EF4-FFF2-40B4-BE49-F238E27FC236}">
                  <a16:creationId xmlns:a16="http://schemas.microsoft.com/office/drawing/2014/main" id="{A27B346A-7293-4ACF-89B9-9F858D45771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150" y="1810"/>
              <a:ext cx="145" cy="3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kumimoji="1" lang="en-US" altLang="zh-CN" b="0">
                  <a:latin typeface="Times New Roman" panose="02020603050405020304" pitchFamily="18" charset="0"/>
                </a:rPr>
                <a:t>-</a:t>
              </a:r>
            </a:p>
          </p:txBody>
        </p:sp>
      </p:grpSp>
      <p:grpSp>
        <p:nvGrpSpPr>
          <p:cNvPr id="7" name="Group 66">
            <a:extLst>
              <a:ext uri="{FF2B5EF4-FFF2-40B4-BE49-F238E27FC236}">
                <a16:creationId xmlns:a16="http://schemas.microsoft.com/office/drawing/2014/main" id="{1158B1EE-24F2-4230-AD39-3A594ECF5EB7}"/>
              </a:ext>
            </a:extLst>
          </p:cNvPr>
          <p:cNvGrpSpPr>
            <a:grpSpLocks/>
          </p:cNvGrpSpPr>
          <p:nvPr/>
        </p:nvGrpSpPr>
        <p:grpSpPr bwMode="auto">
          <a:xfrm>
            <a:off x="6727582" y="1388385"/>
            <a:ext cx="278149" cy="368300"/>
            <a:chOff x="4119" y="1829"/>
            <a:chExt cx="234" cy="310"/>
          </a:xfrm>
          <a:noFill/>
        </p:grpSpPr>
        <p:sp>
          <p:nvSpPr>
            <p:cNvPr id="95256" name="Oval 67">
              <a:extLst>
                <a:ext uri="{FF2B5EF4-FFF2-40B4-BE49-F238E27FC236}">
                  <a16:creationId xmlns:a16="http://schemas.microsoft.com/office/drawing/2014/main" id="{1688F3DA-22CE-4508-9038-873014F6173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50" y="1888"/>
              <a:ext cx="203" cy="184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eaLnBrk="1" hangingPunct="1">
                <a:defRPr/>
              </a:pPr>
              <a:endParaRPr lang="zh-CN" altLang="en-US" b="0">
                <a:ea typeface="楷体_GB2312"/>
                <a:cs typeface="楷体_GB2312"/>
              </a:endParaRPr>
            </a:p>
          </p:txBody>
        </p:sp>
        <p:sp>
          <p:nvSpPr>
            <p:cNvPr id="95257" name="Text Box 68">
              <a:extLst>
                <a:ext uri="{FF2B5EF4-FFF2-40B4-BE49-F238E27FC236}">
                  <a16:creationId xmlns:a16="http://schemas.microsoft.com/office/drawing/2014/main" id="{91AD556A-5017-4102-8163-5D7076F17D3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119" y="1829"/>
              <a:ext cx="145" cy="31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eaLnBrk="1" hangingPunct="1">
                <a:spcBef>
                  <a:spcPct val="50000"/>
                </a:spcBef>
                <a:defRPr/>
              </a:pPr>
              <a:r>
                <a:rPr kumimoji="1" lang="en-US" altLang="zh-CN" dirty="0">
                  <a:latin typeface="Times New Roman" pitchFamily="18" charset="0"/>
                </a:rPr>
                <a:t>+</a:t>
              </a:r>
            </a:p>
          </p:txBody>
        </p:sp>
      </p:grpSp>
      <p:sp>
        <p:nvSpPr>
          <p:cNvPr id="633928" name="Oval 72">
            <a:extLst>
              <a:ext uri="{FF2B5EF4-FFF2-40B4-BE49-F238E27FC236}">
                <a16:creationId xmlns:a16="http://schemas.microsoft.com/office/drawing/2014/main" id="{9BD1FC07-0696-45DF-A58C-F6AA877095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78652" y="1901583"/>
            <a:ext cx="269875" cy="269875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lIns="27000" tIns="34290" rIns="68580" bIns="34290" anchor="ctr"/>
          <a:lstStyle/>
          <a:p>
            <a:pPr eaLnBrk="1" hangingPunct="1">
              <a:spcBef>
                <a:spcPct val="50000"/>
              </a:spcBef>
              <a:defRPr/>
            </a:pPr>
            <a:endParaRPr lang="en-US" altLang="zh-CN" b="0" i="1" baseline="-25000">
              <a:solidFill>
                <a:srgbClr val="000000"/>
              </a:solidFill>
              <a:latin typeface="Times New Roman" panose="02020603050405020304" pitchFamily="18" charset="0"/>
              <a:cs typeface="楷体_GB2312" charset="0"/>
            </a:endParaRPr>
          </a:p>
        </p:txBody>
      </p:sp>
      <p:sp>
        <p:nvSpPr>
          <p:cNvPr id="633929" name="Oval 73">
            <a:extLst>
              <a:ext uri="{FF2B5EF4-FFF2-40B4-BE49-F238E27FC236}">
                <a16:creationId xmlns:a16="http://schemas.microsoft.com/office/drawing/2014/main" id="{CE1E50A3-370D-43FC-9544-0618A8F19C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04177" y="1933584"/>
            <a:ext cx="269875" cy="269875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lIns="27000" tIns="34290" rIns="68580" bIns="34290" anchor="ctr"/>
          <a:lstStyle/>
          <a:p>
            <a:pPr eaLnBrk="1" hangingPunct="1">
              <a:defRPr/>
            </a:pPr>
            <a:endParaRPr lang="en-US" altLang="zh-CN" b="0" i="1" baseline="-25000">
              <a:latin typeface="Times New Roman" panose="02020603050405020304" pitchFamily="18" charset="0"/>
              <a:cs typeface="楷体_GB2312" charset="0"/>
            </a:endParaRPr>
          </a:p>
        </p:txBody>
      </p:sp>
      <p:sp>
        <p:nvSpPr>
          <p:cNvPr id="633930" name="Freeform 74">
            <a:extLst>
              <a:ext uri="{FF2B5EF4-FFF2-40B4-BE49-F238E27FC236}">
                <a16:creationId xmlns:a16="http://schemas.microsoft.com/office/drawing/2014/main" id="{E86F2D6E-A893-402B-BD29-FFAEF6711A0B}"/>
              </a:ext>
            </a:extLst>
          </p:cNvPr>
          <p:cNvSpPr>
            <a:spLocks/>
          </p:cNvSpPr>
          <p:nvPr/>
        </p:nvSpPr>
        <p:spPr bwMode="auto">
          <a:xfrm>
            <a:off x="7528935" y="870042"/>
            <a:ext cx="903288" cy="1122361"/>
          </a:xfrm>
          <a:custGeom>
            <a:avLst/>
            <a:gdLst>
              <a:gd name="T0" fmla="*/ 2147483646 w 711"/>
              <a:gd name="T1" fmla="*/ 0 h 907"/>
              <a:gd name="T2" fmla="*/ 2147483646 w 711"/>
              <a:gd name="T3" fmla="*/ 2147483646 h 907"/>
              <a:gd name="T4" fmla="*/ 0 w 711"/>
              <a:gd name="T5" fmla="*/ 2147483646 h 907"/>
              <a:gd name="T6" fmla="*/ 0 60000 65536"/>
              <a:gd name="T7" fmla="*/ 0 60000 65536"/>
              <a:gd name="T8" fmla="*/ 0 60000 65536"/>
              <a:gd name="T9" fmla="*/ 0 w 711"/>
              <a:gd name="T10" fmla="*/ 0 h 907"/>
              <a:gd name="T11" fmla="*/ 711 w 711"/>
              <a:gd name="T12" fmla="*/ 907 h 907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711" h="907">
                <a:moveTo>
                  <a:pt x="182" y="0"/>
                </a:moveTo>
                <a:cubicBezTo>
                  <a:pt x="446" y="128"/>
                  <a:pt x="711" y="257"/>
                  <a:pt x="681" y="408"/>
                </a:cubicBezTo>
                <a:cubicBezTo>
                  <a:pt x="651" y="559"/>
                  <a:pt x="325" y="733"/>
                  <a:pt x="0" y="907"/>
                </a:cubicBez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14750C3-BBC2-48D0-9634-30FA2D8CC5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66102" y="1009659"/>
            <a:ext cx="254000" cy="346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68580" tIns="34290" rIns="68580" bIns="34290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kumimoji="1" lang="en-US" altLang="zh-CN" i="1" dirty="0">
                <a:solidFill>
                  <a:srgbClr val="000000"/>
                </a:solidFill>
                <a:latin typeface="Times New Roman" panose="02020603050405020304" pitchFamily="18" charset="0"/>
              </a:rPr>
              <a:t>d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7B9AB526-E237-4F5C-9C8D-695647E434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92965" y="1871672"/>
            <a:ext cx="331787" cy="3476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68580" tIns="34290" rIns="68580" bIns="34290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kumimoji="1" lang="en-US" altLang="zh-CN" i="1">
                <a:solidFill>
                  <a:srgbClr val="000000"/>
                </a:solidFill>
                <a:latin typeface="Times New Roman" panose="02020603050405020304" pitchFamily="18" charset="0"/>
              </a:rPr>
              <a:t>b</a:t>
            </a:r>
            <a:r>
              <a:rPr lang="en-US" altLang="zh-CN" i="1" baseline="-25000">
                <a:solidFill>
                  <a:srgbClr val="000000"/>
                </a:solidFill>
                <a:latin typeface="Times New Roman" panose="02020603050405020304" pitchFamily="18" charset="0"/>
                <a:cs typeface="楷体_GB2312" charset="0"/>
              </a:rPr>
              <a:t>0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26521CAD-083E-486C-880C-C65181BD313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16902" y="1927234"/>
            <a:ext cx="317500" cy="346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68580" tIns="34290" rIns="68580" bIns="34290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kumimoji="1" lang="en-US" altLang="zh-CN" i="1">
                <a:solidFill>
                  <a:srgbClr val="000000"/>
                </a:solidFill>
                <a:latin typeface="Times New Roman" panose="02020603050405020304" pitchFamily="18" charset="0"/>
              </a:rPr>
              <a:t>c</a:t>
            </a:r>
            <a:r>
              <a:rPr lang="en-US" altLang="zh-CN" i="1" baseline="-25000">
                <a:solidFill>
                  <a:srgbClr val="000000"/>
                </a:solidFill>
                <a:latin typeface="Times New Roman" panose="02020603050405020304" pitchFamily="18" charset="0"/>
                <a:cs typeface="楷体_GB2312" charset="0"/>
              </a:rPr>
              <a:t>0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577E2AE3-62B5-4EE0-93E8-7613A7D1945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764552" y="1417647"/>
            <a:ext cx="331788" cy="346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68580" tIns="34290" rIns="68580" bIns="34290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r>
              <a:rPr kumimoji="1" lang="en-US" altLang="zh-CN" i="1">
                <a:latin typeface="Times New Roman" panose="02020603050405020304" pitchFamily="18" charset="0"/>
              </a:rPr>
              <a:t>d</a:t>
            </a:r>
            <a:r>
              <a:rPr lang="en-US" altLang="zh-CN" i="1" baseline="-25000">
                <a:latin typeface="Times New Roman" panose="02020603050405020304" pitchFamily="18" charset="0"/>
                <a:cs typeface="楷体_GB2312" charset="0"/>
              </a:rPr>
              <a:t>0</a:t>
            </a:r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4F035B18-0431-45A3-8A63-7B4A76B9102D}"/>
              </a:ext>
            </a:extLst>
          </p:cNvPr>
          <p:cNvCxnSpPr/>
          <p:nvPr/>
        </p:nvCxnSpPr>
        <p:spPr>
          <a:xfrm>
            <a:off x="6556465" y="1952634"/>
            <a:ext cx="219075" cy="250825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D5CB338B-2E8E-440A-951E-F864BC99CCAF}"/>
              </a:ext>
            </a:extLst>
          </p:cNvPr>
          <p:cNvCxnSpPr/>
          <p:nvPr/>
        </p:nvCxnSpPr>
        <p:spPr>
          <a:xfrm>
            <a:off x="7605802" y="2046297"/>
            <a:ext cx="219075" cy="250825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7D5591F5-7A88-48F2-BC2D-6239669B346E}"/>
              </a:ext>
            </a:extLst>
          </p:cNvPr>
          <p:cNvCxnSpPr/>
          <p:nvPr/>
        </p:nvCxnSpPr>
        <p:spPr>
          <a:xfrm>
            <a:off x="7758202" y="1441459"/>
            <a:ext cx="219075" cy="250825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对话气泡: 圆角矩形 7">
            <a:extLst>
              <a:ext uri="{FF2B5EF4-FFF2-40B4-BE49-F238E27FC236}">
                <a16:creationId xmlns:a16="http://schemas.microsoft.com/office/drawing/2014/main" id="{68C308C9-9AC2-4E11-A6E0-AE9A2F73F0B8}"/>
              </a:ext>
            </a:extLst>
          </p:cNvPr>
          <p:cNvSpPr/>
          <p:nvPr/>
        </p:nvSpPr>
        <p:spPr>
          <a:xfrm>
            <a:off x="5436096" y="414778"/>
            <a:ext cx="1436281" cy="757953"/>
          </a:xfrm>
          <a:prstGeom prst="wedgeRoundRectCallout">
            <a:avLst>
              <a:gd name="adj1" fmla="val -58900"/>
              <a:gd name="adj2" fmla="val 85651"/>
              <a:gd name="adj3" fmla="val 16667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</a:rPr>
              <a:t>发现公共子表达式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6BEE8F0F-C8A8-4C21-9C8B-E024FC59BB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18775" y="1407771"/>
            <a:ext cx="241092" cy="3462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68580" tIns="34290" rIns="68580" bIns="34290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kumimoji="1" lang="en-US" altLang="zh-CN" i="1" dirty="0">
                <a:solidFill>
                  <a:srgbClr val="000000"/>
                </a:solidFill>
                <a:latin typeface="Times New Roman" panose="02020603050405020304" pitchFamily="18" charset="0"/>
              </a:rPr>
              <a:t>e</a:t>
            </a:r>
          </a:p>
        </p:txBody>
      </p:sp>
    </p:spTree>
    <p:extLst>
      <p:ext uri="{BB962C8B-B14F-4D97-AF65-F5344CB8AC3E}">
        <p14:creationId xmlns:p14="http://schemas.microsoft.com/office/powerpoint/2010/main" val="31296751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38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6338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6338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6338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38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338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338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6338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385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63385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63385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3385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385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63385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63385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63385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385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63385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63385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63385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385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63385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63385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63385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385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63385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63385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63385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 nodeType="clickPar">
                      <p:stCondLst>
                        <p:cond delay="indefinite"/>
                      </p:stCondLst>
                      <p:childTnLst>
                        <p:par>
                          <p:cTn id="4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385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500" fill="hold"/>
                                        <p:tgtEl>
                                          <p:spTgt spid="63385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63385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63385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 nodeType="clickPar">
                      <p:stCondLst>
                        <p:cond delay="indefinite"/>
                      </p:stCondLst>
                      <p:childTnLst>
                        <p:par>
                          <p:cTn id="5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38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3" dur="500" fill="hold"/>
                                        <p:tgtEl>
                                          <p:spTgt spid="63388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63388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6338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 nodeType="clickPar">
                      <p:stCondLst>
                        <p:cond delay="indefinite"/>
                      </p:stCondLst>
                      <p:childTnLst>
                        <p:par>
                          <p:cTn id="6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3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385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5" dur="500" fill="hold"/>
                                        <p:tgtEl>
                                          <p:spTgt spid="63385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6" dur="500" fill="hold"/>
                                        <p:tgtEl>
                                          <p:spTgt spid="63385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63385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 nodeType="clickPar">
                      <p:stCondLst>
                        <p:cond delay="indefinite"/>
                      </p:stCondLst>
                      <p:childTnLst>
                        <p:par>
                          <p:cTn id="6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0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38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" dur="500" fill="hold"/>
                                        <p:tgtEl>
                                          <p:spTgt spid="63387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500" fill="hold"/>
                                        <p:tgtEl>
                                          <p:spTgt spid="63387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6338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38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7" dur="500" fill="hold"/>
                                        <p:tgtEl>
                                          <p:spTgt spid="63387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8" dur="500" fill="hold"/>
                                        <p:tgtEl>
                                          <p:spTgt spid="63387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6338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39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2" dur="500" fill="hold"/>
                                        <p:tgtEl>
                                          <p:spTgt spid="6339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3" dur="500" fill="hold"/>
                                        <p:tgtEl>
                                          <p:spTgt spid="6339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6339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39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7" dur="500" fill="hold"/>
                                        <p:tgtEl>
                                          <p:spTgt spid="6339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8" dur="500" fill="hold"/>
                                        <p:tgtEl>
                                          <p:spTgt spid="6339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6339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2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3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0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 nodeType="clickPar">
                      <p:stCondLst>
                        <p:cond delay="indefinite"/>
                      </p:stCondLst>
                      <p:childTnLst>
                        <p:par>
                          <p:cTn id="10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9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38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1" dur="500" fill="hold"/>
                                        <p:tgtEl>
                                          <p:spTgt spid="63387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2" dur="500" fill="hold"/>
                                        <p:tgtEl>
                                          <p:spTgt spid="63387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3" dur="500"/>
                                        <p:tgtEl>
                                          <p:spTgt spid="6338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38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6" dur="500" fill="hold"/>
                                        <p:tgtEl>
                                          <p:spTgt spid="63387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7" dur="500" fill="hold"/>
                                        <p:tgtEl>
                                          <p:spTgt spid="63387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6338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39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1" dur="500" fill="hold"/>
                                        <p:tgtEl>
                                          <p:spTgt spid="6339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2" dur="500" fill="hold"/>
                                        <p:tgtEl>
                                          <p:spTgt spid="6339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3" dur="500"/>
                                        <p:tgtEl>
                                          <p:spTgt spid="6339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9" fill="hold" nodeType="clickPar">
                      <p:stCondLst>
                        <p:cond delay="indefinite"/>
                      </p:stCondLst>
                      <p:childTnLst>
                        <p:par>
                          <p:cTn id="13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39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3" dur="500" fill="hold"/>
                                        <p:tgtEl>
                                          <p:spTgt spid="63390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4" dur="500" fill="hold"/>
                                        <p:tgtEl>
                                          <p:spTgt spid="63390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5" dur="500"/>
                                        <p:tgtEl>
                                          <p:spTgt spid="6339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6" fill="hold" nodeType="clickPar">
                      <p:stCondLst>
                        <p:cond delay="indefinite"/>
                      </p:stCondLst>
                      <p:childTnLst>
                        <p:par>
                          <p:cTn id="13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385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0" dur="500" fill="hold"/>
                                        <p:tgtEl>
                                          <p:spTgt spid="63385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1" dur="500" fill="hold"/>
                                        <p:tgtEl>
                                          <p:spTgt spid="63385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2" dur="500"/>
                                        <p:tgtEl>
                                          <p:spTgt spid="63385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3" fill="hold" nodeType="clickPar">
                      <p:stCondLst>
                        <p:cond delay="indefinite"/>
                      </p:stCondLst>
                      <p:childTnLst>
                        <p:par>
                          <p:cTn id="1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4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0" fill="hold" nodeType="clickPar">
                      <p:stCondLst>
                        <p:cond delay="indefinite"/>
                      </p:stCondLst>
                      <p:childTnLst>
                        <p:par>
                          <p:cTn id="15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4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7" fill="hold" nodeType="clickPar">
                      <p:stCondLst>
                        <p:cond delay="indefinite"/>
                      </p:stCondLst>
                      <p:childTnLst>
                        <p:par>
                          <p:cTn id="15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9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38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1" dur="500" fill="hold"/>
                                        <p:tgtEl>
                                          <p:spTgt spid="63387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2" dur="500" fill="hold"/>
                                        <p:tgtEl>
                                          <p:spTgt spid="63387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3" dur="500"/>
                                        <p:tgtEl>
                                          <p:spTgt spid="6338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4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39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6" dur="500" fill="hold"/>
                                        <p:tgtEl>
                                          <p:spTgt spid="6339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7" dur="500" fill="hold"/>
                                        <p:tgtEl>
                                          <p:spTgt spid="6339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8" dur="500"/>
                                        <p:tgtEl>
                                          <p:spTgt spid="6339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9" fill="hold" nodeType="clickPar">
                      <p:stCondLst>
                        <p:cond delay="indefinite"/>
                      </p:stCondLst>
                      <p:childTnLst>
                        <p:par>
                          <p:cTn id="17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39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3" dur="500" fill="hold"/>
                                        <p:tgtEl>
                                          <p:spTgt spid="63390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4" dur="500" fill="hold"/>
                                        <p:tgtEl>
                                          <p:spTgt spid="63390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5" dur="500"/>
                                        <p:tgtEl>
                                          <p:spTgt spid="6339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6" fill="hold" nodeType="clickPar">
                      <p:stCondLst>
                        <p:cond delay="indefinite"/>
                      </p:stCondLst>
                      <p:childTnLst>
                        <p:par>
                          <p:cTn id="17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0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1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3" fill="hold" nodeType="clickPar">
                      <p:stCondLst>
                        <p:cond delay="indefinite"/>
                      </p:stCondLst>
                      <p:childTnLst>
                        <p:par>
                          <p:cTn id="18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8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39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7" dur="500" fill="hold"/>
                                        <p:tgtEl>
                                          <p:spTgt spid="63390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8" dur="500" fill="hold"/>
                                        <p:tgtEl>
                                          <p:spTgt spid="63390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9" dur="500"/>
                                        <p:tgtEl>
                                          <p:spTgt spid="6339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0" fill="hold">
                      <p:stCondLst>
                        <p:cond delay="indefinite"/>
                      </p:stCondLst>
                      <p:childTnLst>
                        <p:par>
                          <p:cTn id="191" fill="hold">
                            <p:stCondLst>
                              <p:cond delay="0"/>
                            </p:stCondLst>
                            <p:childTnLst>
                              <p:par>
                                <p:cTn id="192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9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5" fill="hold">
                      <p:stCondLst>
                        <p:cond delay="indefinite"/>
                      </p:stCondLst>
                      <p:childTnLst>
                        <p:par>
                          <p:cTn id="196" fill="hold">
                            <p:stCondLst>
                              <p:cond delay="0"/>
                            </p:stCondLst>
                            <p:childTnLst>
                              <p:par>
                                <p:cTn id="19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9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0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1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2" fill="hold" nodeType="clickPar">
                      <p:stCondLst>
                        <p:cond delay="indefinite"/>
                      </p:stCondLst>
                      <p:childTnLst>
                        <p:par>
                          <p:cTn id="20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0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06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7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8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9" fill="hold">
                      <p:stCondLst>
                        <p:cond delay="indefinite"/>
                      </p:stCondLst>
                      <p:childTnLst>
                        <p:par>
                          <p:cTn id="210" fill="hold">
                            <p:stCondLst>
                              <p:cond delay="0"/>
                            </p:stCondLst>
                            <p:childTnLst>
                              <p:par>
                                <p:cTn id="21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3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4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5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33880" grpId="0"/>
      <p:bldP spid="633901" grpId="0"/>
      <p:bldP spid="633905" grpId="0" animBg="1"/>
      <p:bldP spid="633907" grpId="0"/>
      <p:bldP spid="633915" grpId="0" animBg="1"/>
      <p:bldP spid="633928" grpId="0" animBg="1"/>
      <p:bldP spid="633929" grpId="0" animBg="1"/>
      <p:bldP spid="2" grpId="0"/>
      <p:bldP spid="3" grpId="0"/>
      <p:bldP spid="29" grpId="0"/>
      <p:bldP spid="4" grpId="0"/>
      <p:bldP spid="8" grpId="0" animBg="1"/>
      <p:bldP spid="34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6373" name="Rectangle 3"/>
          <p:cNvSpPr>
            <a:spLocks noGrp="1" noChangeArrowheads="1"/>
          </p:cNvSpPr>
          <p:nvPr>
            <p:ph idx="1"/>
          </p:nvPr>
        </p:nvSpPr>
        <p:spPr>
          <a:xfrm>
            <a:off x="467544" y="829984"/>
            <a:ext cx="8219257" cy="4118030"/>
          </a:xfrm>
          <a:solidFill>
            <a:schemeClr val="bg1"/>
          </a:solidFill>
        </p:spPr>
        <p:txBody>
          <a:bodyPr/>
          <a:lstStyle/>
          <a:p>
            <a:r>
              <a:rPr lang="en-US" altLang="zh-CN" b="1" dirty="0">
                <a:solidFill>
                  <a:srgbClr val="0070C0"/>
                </a:solidFill>
                <a:latin typeface="Times New Roman" panose="02020603050405020304" pitchFamily="18" charset="0"/>
              </a:rPr>
              <a:t>DAG</a:t>
            </a:r>
            <a:r>
              <a:rPr lang="zh-CN" altLang="en-US" b="1" u="sng" dirty="0">
                <a:solidFill>
                  <a:srgbClr val="0070C0"/>
                </a:solidFill>
                <a:latin typeface="Times New Roman" panose="02020603050405020304" pitchFamily="18" charset="0"/>
              </a:rPr>
              <a:t>构造过程</a:t>
            </a:r>
            <a:r>
              <a:rPr lang="zh-CN" altLang="en-US" b="1" dirty="0">
                <a:solidFill>
                  <a:srgbClr val="0070C0"/>
                </a:solidFill>
                <a:latin typeface="Times New Roman" panose="02020603050405020304" pitchFamily="18" charset="0"/>
              </a:rPr>
              <a:t>可以应用以下或更多的代数变换实现优化</a:t>
            </a:r>
            <a:r>
              <a:rPr lang="zh-CN" altLang="en-US" b="1" dirty="0">
                <a:latin typeface="Times New Roman" panose="02020603050405020304" pitchFamily="18" charset="0"/>
              </a:rPr>
              <a:t>，比如交换律和结合律。 </a:t>
            </a:r>
            <a:endParaRPr lang="en-US" altLang="zh-CN" b="1" dirty="0">
              <a:latin typeface="Times New Roman" panose="02020603050405020304" pitchFamily="18" charset="0"/>
            </a:endParaRPr>
          </a:p>
          <a:p>
            <a:pPr marL="342900" lvl="1" indent="0">
              <a:buNone/>
            </a:pPr>
            <a:r>
              <a:rPr lang="zh-CN" altLang="en-US" b="1" dirty="0">
                <a:solidFill>
                  <a:srgbClr val="0070C0"/>
                </a:solidFill>
                <a:latin typeface="Times New Roman" panose="02020603050405020304" pitchFamily="18" charset="0"/>
              </a:rPr>
              <a:t>（</a:t>
            </a:r>
            <a:r>
              <a:rPr lang="en-US" altLang="zh-CN" b="1" dirty="0">
                <a:solidFill>
                  <a:srgbClr val="0070C0"/>
                </a:solidFill>
                <a:latin typeface="Times New Roman" panose="02020603050405020304" pitchFamily="18" charset="0"/>
              </a:rPr>
              <a:t>1</a:t>
            </a:r>
            <a:r>
              <a:rPr lang="zh-CN" altLang="en-US" b="1" dirty="0">
                <a:solidFill>
                  <a:srgbClr val="0070C0"/>
                </a:solidFill>
                <a:latin typeface="Times New Roman" panose="02020603050405020304" pitchFamily="18" charset="0"/>
              </a:rPr>
              <a:t>）代数恒等式的优化 </a:t>
            </a:r>
            <a:r>
              <a:rPr lang="en-US" altLang="zh-CN" b="1" dirty="0">
                <a:solidFill>
                  <a:srgbClr val="0070C0"/>
                </a:solidFill>
              </a:rPr>
              <a:t>—— </a:t>
            </a:r>
            <a:r>
              <a:rPr lang="zh-CN" altLang="en-US" b="1" dirty="0">
                <a:solidFill>
                  <a:srgbClr val="0070C0"/>
                </a:solidFill>
              </a:rPr>
              <a:t>无需对</a:t>
            </a:r>
            <a:r>
              <a:rPr lang="en-US" altLang="zh-CN" b="1" i="1" dirty="0">
                <a:solidFill>
                  <a:srgbClr val="0070C0"/>
                </a:solidFill>
              </a:rPr>
              <a:t>x</a:t>
            </a:r>
            <a:r>
              <a:rPr lang="zh-CN" altLang="en-US" b="1" dirty="0">
                <a:solidFill>
                  <a:srgbClr val="0070C0"/>
                </a:solidFill>
              </a:rPr>
              <a:t>赋值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altLang="zh-CN" sz="2100" b="1" dirty="0">
                <a:latin typeface="Times New Roman" panose="02020603050405020304" pitchFamily="18" charset="0"/>
              </a:rPr>
              <a:t>        	 </a:t>
            </a:r>
            <a:r>
              <a:rPr lang="en-US" altLang="zh-CN" sz="2100" b="1" i="1" dirty="0">
                <a:latin typeface="Times New Roman" panose="02020603050405020304" pitchFamily="18" charset="0"/>
              </a:rPr>
              <a:t>x</a:t>
            </a:r>
            <a:r>
              <a:rPr lang="en-US" altLang="zh-CN" sz="2100" b="1" dirty="0">
                <a:latin typeface="Times New Roman" panose="02020603050405020304" pitchFamily="18" charset="0"/>
              </a:rPr>
              <a:t>+0 = 0+</a:t>
            </a:r>
            <a:r>
              <a:rPr lang="en-US" altLang="zh-CN" sz="2100" b="1" i="1" dirty="0"/>
              <a:t> x</a:t>
            </a:r>
            <a:r>
              <a:rPr lang="en-US" altLang="zh-CN" sz="2100" b="1" dirty="0">
                <a:latin typeface="Times New Roman" panose="02020603050405020304" pitchFamily="18" charset="0"/>
              </a:rPr>
              <a:t> = </a:t>
            </a:r>
            <a:r>
              <a:rPr lang="en-US" altLang="zh-CN" sz="2100" b="1" i="1" dirty="0"/>
              <a:t>x</a:t>
            </a:r>
            <a:r>
              <a:rPr lang="en-US" altLang="zh-CN" sz="2100" b="1" dirty="0">
                <a:latin typeface="Times New Roman" panose="02020603050405020304" pitchFamily="18" charset="0"/>
              </a:rPr>
              <a:t>        </a:t>
            </a:r>
            <a:r>
              <a:rPr lang="en-US" altLang="zh-CN" sz="2100" b="1" i="1" dirty="0"/>
              <a:t>x</a:t>
            </a:r>
            <a:r>
              <a:rPr lang="en-US" altLang="zh-CN" sz="2100" b="1" dirty="0">
                <a:latin typeface="Times New Roman" panose="02020603050405020304" pitchFamily="18" charset="0"/>
              </a:rPr>
              <a:t>–0 = </a:t>
            </a:r>
            <a:r>
              <a:rPr lang="en-US" altLang="zh-CN" sz="2100" b="1" i="1" dirty="0"/>
              <a:t>x</a:t>
            </a:r>
            <a:r>
              <a:rPr lang="en-US" altLang="zh-CN" sz="2100" b="1" dirty="0">
                <a:latin typeface="Times New Roman" panose="02020603050405020304" pitchFamily="18" charset="0"/>
              </a:rPr>
              <a:t>       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altLang="zh-CN" sz="2100" b="1" dirty="0">
                <a:latin typeface="Times New Roman" panose="02020603050405020304" pitchFamily="18" charset="0"/>
              </a:rPr>
              <a:t>       	 </a:t>
            </a:r>
            <a:r>
              <a:rPr lang="en-US" altLang="zh-CN" sz="2100" b="1" i="1" dirty="0"/>
              <a:t>x </a:t>
            </a:r>
            <a:r>
              <a:rPr lang="en-US" altLang="zh-CN" sz="2100" b="1" dirty="0">
                <a:latin typeface="Times New Roman" panose="02020603050405020304" pitchFamily="18" charset="0"/>
              </a:rPr>
              <a:t>*1 = 1*</a:t>
            </a:r>
            <a:r>
              <a:rPr lang="en-US" altLang="zh-CN" sz="2100" b="1" i="1" dirty="0"/>
              <a:t> x</a:t>
            </a:r>
            <a:r>
              <a:rPr lang="en-US" altLang="zh-CN" sz="2100" b="1" dirty="0">
                <a:latin typeface="Times New Roman" panose="02020603050405020304" pitchFamily="18" charset="0"/>
              </a:rPr>
              <a:t> = </a:t>
            </a:r>
            <a:r>
              <a:rPr lang="en-US" altLang="zh-CN" sz="2100" b="1" i="1" dirty="0"/>
              <a:t>x</a:t>
            </a:r>
            <a:r>
              <a:rPr lang="en-US" altLang="zh-CN" sz="2100" b="1" dirty="0">
                <a:latin typeface="Times New Roman" panose="02020603050405020304" pitchFamily="18" charset="0"/>
              </a:rPr>
              <a:t>        </a:t>
            </a:r>
            <a:r>
              <a:rPr lang="en-US" altLang="zh-CN" sz="2100" b="1" i="1" dirty="0"/>
              <a:t>x</a:t>
            </a:r>
            <a:r>
              <a:rPr lang="en-US" altLang="zh-CN" sz="2100" b="1" dirty="0">
                <a:latin typeface="Times New Roman" panose="02020603050405020304" pitchFamily="18" charset="0"/>
              </a:rPr>
              <a:t>/1 = </a:t>
            </a:r>
            <a:r>
              <a:rPr lang="en-US" altLang="zh-CN" sz="2100" b="1" i="1" dirty="0"/>
              <a:t>x</a:t>
            </a:r>
            <a:endParaRPr lang="en-US" altLang="zh-CN" sz="2100" b="1" dirty="0">
              <a:latin typeface="Times New Roman" panose="02020603050405020304" pitchFamily="18" charset="0"/>
            </a:endParaRPr>
          </a:p>
          <a:p>
            <a:pPr marL="342900" lvl="1" indent="0">
              <a:buNone/>
            </a:pPr>
            <a:r>
              <a:rPr lang="zh-CN" altLang="en-US" b="1" dirty="0">
                <a:solidFill>
                  <a:srgbClr val="0070C0"/>
                </a:solidFill>
                <a:latin typeface="Times New Roman" panose="02020603050405020304" pitchFamily="18" charset="0"/>
              </a:rPr>
              <a:t>（</a:t>
            </a:r>
            <a:r>
              <a:rPr lang="en-US" altLang="zh-CN" b="1" dirty="0">
                <a:solidFill>
                  <a:srgbClr val="0070C0"/>
                </a:solidFill>
                <a:latin typeface="Times New Roman" panose="02020603050405020304" pitchFamily="18" charset="0"/>
              </a:rPr>
              <a:t>2</a:t>
            </a:r>
            <a:r>
              <a:rPr lang="zh-CN" altLang="en-US" b="1" dirty="0">
                <a:solidFill>
                  <a:srgbClr val="0070C0"/>
                </a:solidFill>
                <a:latin typeface="Times New Roman" panose="02020603050405020304" pitchFamily="18" charset="0"/>
              </a:rPr>
              <a:t>）局部强度削弱</a:t>
            </a:r>
            <a:r>
              <a:rPr lang="zh-CN" altLang="en-US" b="1" dirty="0">
                <a:latin typeface="Times New Roman" panose="02020603050405020304" pitchFamily="18" charset="0"/>
              </a:rPr>
              <a:t>，即用较快的运算符取代较慢的运算符，例如：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altLang="zh-CN" sz="2100" b="1" dirty="0">
                <a:latin typeface="Times New Roman" panose="02020603050405020304" pitchFamily="18" charset="0"/>
              </a:rPr>
              <a:t>       	 </a:t>
            </a:r>
            <a:r>
              <a:rPr lang="en-US" altLang="zh-CN" sz="2100" b="1" i="1" dirty="0"/>
              <a:t>x </a:t>
            </a:r>
            <a:r>
              <a:rPr lang="en-US" altLang="zh-CN" sz="2100" b="1" dirty="0">
                <a:latin typeface="Times New Roman" panose="02020603050405020304" pitchFamily="18" charset="0"/>
              </a:rPr>
              <a:t>**2 = </a:t>
            </a:r>
            <a:r>
              <a:rPr lang="en-US" altLang="zh-CN" sz="2100" b="1" i="1" dirty="0"/>
              <a:t>x </a:t>
            </a:r>
            <a:r>
              <a:rPr lang="en-US" altLang="zh-CN" sz="2100" b="1" dirty="0">
                <a:latin typeface="Times New Roman" panose="02020603050405020304" pitchFamily="18" charset="0"/>
              </a:rPr>
              <a:t>*</a:t>
            </a:r>
            <a:r>
              <a:rPr lang="en-US" altLang="zh-CN" sz="2100" b="1" i="1" dirty="0"/>
              <a:t> x</a:t>
            </a:r>
            <a:r>
              <a:rPr lang="en-US" altLang="zh-CN" sz="2100" b="1" dirty="0">
                <a:latin typeface="Times New Roman" panose="02020603050405020304" pitchFamily="18" charset="0"/>
              </a:rPr>
              <a:t>       2.0*</a:t>
            </a:r>
            <a:r>
              <a:rPr lang="en-US" altLang="zh-CN" sz="2100" b="1" i="1" dirty="0"/>
              <a:t> x</a:t>
            </a:r>
            <a:r>
              <a:rPr lang="en-US" altLang="zh-CN" sz="2100" b="1" dirty="0">
                <a:latin typeface="Times New Roman" panose="02020603050405020304" pitchFamily="18" charset="0"/>
              </a:rPr>
              <a:t> = </a:t>
            </a:r>
            <a:r>
              <a:rPr lang="en-US" altLang="zh-CN" sz="2100" b="1" i="1" dirty="0"/>
              <a:t>x</a:t>
            </a:r>
            <a:r>
              <a:rPr lang="en-US" altLang="zh-CN" sz="2100" b="1" dirty="0">
                <a:latin typeface="Times New Roman" panose="02020603050405020304" pitchFamily="18" charset="0"/>
              </a:rPr>
              <a:t>+</a:t>
            </a:r>
            <a:r>
              <a:rPr lang="en-US" altLang="zh-CN" sz="2100" b="1" i="1" dirty="0"/>
              <a:t> x         x</a:t>
            </a:r>
            <a:r>
              <a:rPr lang="en-US" altLang="zh-CN" sz="2100" b="1" dirty="0">
                <a:latin typeface="Times New Roman" panose="02020603050405020304" pitchFamily="18" charset="0"/>
              </a:rPr>
              <a:t>/2 = </a:t>
            </a:r>
            <a:r>
              <a:rPr lang="en-US" altLang="zh-CN" sz="2100" b="1" i="1" dirty="0"/>
              <a:t>x</a:t>
            </a:r>
            <a:r>
              <a:rPr lang="en-US" altLang="zh-CN" sz="2100" b="1" dirty="0">
                <a:latin typeface="Times New Roman" panose="02020603050405020304" pitchFamily="18" charset="0"/>
              </a:rPr>
              <a:t>*0.5</a:t>
            </a:r>
          </a:p>
          <a:p>
            <a:pPr marL="300038" lvl="2" indent="0">
              <a:buSzPct val="60000"/>
              <a:buNone/>
            </a:pPr>
            <a:r>
              <a:rPr lang="zh-CN" altLang="en-US" sz="2200" b="1" dirty="0">
                <a:solidFill>
                  <a:srgbClr val="0070C0"/>
                </a:solidFill>
                <a:latin typeface="Times New Roman" panose="02020603050405020304" pitchFamily="18" charset="0"/>
              </a:rPr>
              <a:t>（</a:t>
            </a:r>
            <a:r>
              <a:rPr lang="en-US" altLang="zh-CN" sz="2200" b="1" dirty="0">
                <a:solidFill>
                  <a:srgbClr val="0070C0"/>
                </a:solidFill>
                <a:latin typeface="Times New Roman" panose="02020603050405020304" pitchFamily="18" charset="0"/>
              </a:rPr>
              <a:t>3</a:t>
            </a:r>
            <a:r>
              <a:rPr lang="zh-CN" altLang="en-US" sz="2200" b="1" dirty="0">
                <a:solidFill>
                  <a:srgbClr val="0070C0"/>
                </a:solidFill>
                <a:latin typeface="Times New Roman" panose="02020603050405020304" pitchFamily="18" charset="0"/>
              </a:rPr>
              <a:t>）常量合并  </a:t>
            </a:r>
            <a:r>
              <a:rPr lang="zh-CN" altLang="en-US" sz="2100" b="1" dirty="0">
                <a:latin typeface="Times New Roman" panose="02020603050405020304" pitchFamily="18" charset="0"/>
              </a:rPr>
              <a:t>对常量表达式进行计算，取代常量表达式。</a:t>
            </a:r>
            <a:endParaRPr lang="en-US" altLang="zh-CN" sz="2100" b="1" dirty="0">
              <a:latin typeface="Times New Roman" panose="02020603050405020304" pitchFamily="18" charset="0"/>
            </a:endParaRPr>
          </a:p>
          <a:p>
            <a:pPr marL="300038" lvl="2" indent="0">
              <a:buSzPct val="60000"/>
              <a:buNone/>
            </a:pPr>
            <a:r>
              <a:rPr lang="zh-CN" altLang="en-US" sz="2100" b="1" dirty="0">
                <a:latin typeface="Times New Roman" panose="02020603050405020304" pitchFamily="18" charset="0"/>
              </a:rPr>
              <a:t>             表达式</a:t>
            </a:r>
            <a:r>
              <a:rPr lang="en-US" altLang="zh-CN" sz="2100" b="1" dirty="0">
                <a:latin typeface="Times New Roman" panose="02020603050405020304" pitchFamily="18" charset="0"/>
              </a:rPr>
              <a:t>2*3.14</a:t>
            </a:r>
            <a:r>
              <a:rPr lang="zh-CN" altLang="en-US" sz="2100" b="1" dirty="0">
                <a:latin typeface="Times New Roman" panose="02020603050405020304" pitchFamily="18" charset="0"/>
              </a:rPr>
              <a:t>可以替换为</a:t>
            </a:r>
            <a:r>
              <a:rPr lang="en-US" altLang="zh-CN" sz="2100" b="1" dirty="0">
                <a:latin typeface="Times New Roman" panose="02020603050405020304" pitchFamily="18" charset="0"/>
              </a:rPr>
              <a:t>6.28</a:t>
            </a:r>
            <a:r>
              <a:rPr lang="zh-CN" altLang="en-US" sz="2100" b="1" dirty="0">
                <a:latin typeface="Times New Roman" panose="02020603050405020304" pitchFamily="18" charset="0"/>
              </a:rPr>
              <a:t>。</a:t>
            </a:r>
            <a:endParaRPr lang="en-US" altLang="zh-CN" sz="2100" b="1" dirty="0">
              <a:latin typeface="Times New Roman" panose="02020603050405020304" pitchFamily="18" charset="0"/>
            </a:endParaRPr>
          </a:p>
          <a:p>
            <a:pPr marL="300038" lvl="2" indent="0">
              <a:buSzPct val="60000"/>
              <a:buNone/>
            </a:pPr>
            <a:r>
              <a:rPr lang="zh-CN" altLang="en-US" sz="2200" b="1" dirty="0">
                <a:solidFill>
                  <a:srgbClr val="0070C0"/>
                </a:solidFill>
              </a:rPr>
              <a:t>（</a:t>
            </a:r>
            <a:r>
              <a:rPr lang="en-US" altLang="zh-CN" sz="2200" b="1" dirty="0">
                <a:solidFill>
                  <a:srgbClr val="0070C0"/>
                </a:solidFill>
              </a:rPr>
              <a:t>4</a:t>
            </a:r>
            <a:r>
              <a:rPr lang="zh-CN" altLang="en-US" sz="2200" b="1" dirty="0">
                <a:solidFill>
                  <a:srgbClr val="0070C0"/>
                </a:solidFill>
              </a:rPr>
              <a:t>）交换率     </a:t>
            </a:r>
            <a:r>
              <a:rPr lang="en-US" altLang="zh-CN" sz="2100" b="1" dirty="0"/>
              <a:t>x*y = y*x</a:t>
            </a:r>
            <a:r>
              <a:rPr lang="zh-CN" altLang="en-US" sz="2100" b="1" dirty="0"/>
              <a:t>，寻找是否已存在运算分量是</a:t>
            </a:r>
            <a:r>
              <a:rPr lang="en-US" altLang="zh-CN" sz="2100" b="1" dirty="0"/>
              <a:t>x</a:t>
            </a:r>
            <a:r>
              <a:rPr lang="zh-CN" altLang="en-US" sz="2100" b="1" dirty="0"/>
              <a:t>和</a:t>
            </a:r>
            <a:r>
              <a:rPr lang="en-US" altLang="zh-CN" sz="2100" b="1" dirty="0"/>
              <a:t>y</a:t>
            </a:r>
            <a:r>
              <a:rPr lang="zh-CN" altLang="en-US" sz="2100" b="1" dirty="0"/>
              <a:t>的结点</a:t>
            </a:r>
            <a:endParaRPr lang="en-US" altLang="zh-CN" sz="2100" b="1" dirty="0"/>
          </a:p>
        </p:txBody>
      </p:sp>
      <p:sp>
        <p:nvSpPr>
          <p:cNvPr id="826372" name="Rectangle 2"/>
          <p:cNvSpPr>
            <a:spLocks noGrp="1" noChangeArrowheads="1"/>
          </p:cNvSpPr>
          <p:nvPr>
            <p:ph type="title"/>
          </p:nvPr>
        </p:nvSpPr>
        <p:spPr/>
        <p:txBody>
          <a:bodyPr anchor="ctr"/>
          <a:lstStyle/>
          <a:p>
            <a:r>
              <a:rPr lang="zh-CN" altLang="en-US" dirty="0"/>
              <a:t>基于基本块 </a:t>
            </a:r>
            <a:r>
              <a:rPr lang="en-US" altLang="zh-CN" dirty="0"/>
              <a:t>DAG</a:t>
            </a:r>
            <a:r>
              <a:rPr lang="zh-CN" altLang="en-US" dirty="0"/>
              <a:t>的</a:t>
            </a:r>
            <a:r>
              <a:rPr lang="zh-CN" altLang="en-US" dirty="0">
                <a:latin typeface="Times New Roman" panose="02020603050405020304" pitchFamily="18" charset="0"/>
              </a:rPr>
              <a:t>代数恒等式</a:t>
            </a:r>
            <a:r>
              <a:rPr lang="zh-CN" altLang="en-US" dirty="0"/>
              <a:t>变换</a:t>
            </a:r>
            <a:r>
              <a:rPr lang="zh-CN" altLang="en-US" dirty="0">
                <a:latin typeface="Times New Roman" panose="02020603050405020304" pitchFamily="18" charset="0"/>
              </a:rPr>
              <a:t> </a:t>
            </a: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noFill/>
          <a:ln>
            <a:miter lim="800000"/>
            <a:headEnd/>
            <a:tailEnd/>
          </a:ln>
        </p:spPr>
        <p:txBody>
          <a:bodyPr anchor="t"/>
          <a:lstStyle>
            <a:lvl1pPr eaLnBrk="0" hangingPunct="0">
              <a:defRPr sz="18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557213" indent="-214313" eaLnBrk="0" hangingPunct="0">
              <a:defRPr sz="18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857250" indent="-171450" eaLnBrk="0" hangingPunct="0">
              <a:defRPr sz="18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200150" indent="-171450" eaLnBrk="0" hangingPunct="0">
              <a:defRPr sz="18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1543050" indent="-171450" eaLnBrk="0" hangingPunct="0">
              <a:defRPr sz="18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1885950" indent="-171450" eaLnBrk="0" fontAlgn="base" hangingPunct="0">
              <a:spcBef>
                <a:spcPct val="0"/>
              </a:spcBef>
              <a:spcAft>
                <a:spcPct val="0"/>
              </a:spcAft>
              <a:defRPr sz="18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228850" indent="-171450" eaLnBrk="0" fontAlgn="base" hangingPunct="0">
              <a:spcBef>
                <a:spcPct val="0"/>
              </a:spcBef>
              <a:spcAft>
                <a:spcPct val="0"/>
              </a:spcAft>
              <a:defRPr sz="18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2571750" indent="-171450" eaLnBrk="0" fontAlgn="base" hangingPunct="0">
              <a:spcBef>
                <a:spcPct val="0"/>
              </a:spcBef>
              <a:spcAft>
                <a:spcPct val="0"/>
              </a:spcAft>
              <a:defRPr sz="18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2914650" indent="-171450" eaLnBrk="0" fontAlgn="base" hangingPunct="0">
              <a:spcBef>
                <a:spcPct val="0"/>
              </a:spcBef>
              <a:spcAft>
                <a:spcPct val="0"/>
              </a:spcAft>
              <a:defRPr sz="18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/>
            <a:fld id="{856A6E01-3FE8-486C-A6FF-C1515CE1EC82}" type="slidenum">
              <a:rPr lang="en-US" altLang="zh-CN" sz="1050">
                <a:latin typeface="Arial" panose="020B0604020202020204" pitchFamily="34" charset="0"/>
              </a:rPr>
              <a:pPr eaLnBrk="1" hangingPunct="1"/>
              <a:t>45</a:t>
            </a:fld>
            <a:endParaRPr lang="en-US" altLang="zh-CN" sz="1050">
              <a:latin typeface="Arial" panose="020B060402020202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637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826373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637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" dur="500"/>
                                        <p:tgtEl>
                                          <p:spTgt spid="82637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637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" dur="500"/>
                                        <p:tgtEl>
                                          <p:spTgt spid="82637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637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8" dur="500"/>
                                        <p:tgtEl>
                                          <p:spTgt spid="82637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637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3" dur="500"/>
                                        <p:tgtEl>
                                          <p:spTgt spid="82637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637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500"/>
                                        <p:tgtEl>
                                          <p:spTgt spid="82637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637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1" dur="500"/>
                                        <p:tgtEl>
                                          <p:spTgt spid="82637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637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4" dur="500"/>
                                        <p:tgtEl>
                                          <p:spTgt spid="82637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637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82637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637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0" dur="500"/>
                                        <p:tgtEl>
                                          <p:spTgt spid="82637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26373" grpId="0" uiExpand="1" build="p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6067" name="Rectangle 3">
            <a:extLst>
              <a:ext uri="{FF2B5EF4-FFF2-40B4-BE49-F238E27FC236}">
                <a16:creationId xmlns:a16="http://schemas.microsoft.com/office/drawing/2014/main" id="{82EBA5D6-E009-4F07-BE52-DEF175C9ECA0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428625" y="785812"/>
            <a:ext cx="8215313" cy="3946177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lnSpc>
                <a:spcPts val="3500"/>
              </a:lnSpc>
              <a:buClrTx/>
              <a:buFont typeface="Wingdings" panose="05000000000000000000" pitchFamily="2" charset="2"/>
              <a:buChar char="Ø"/>
            </a:pPr>
            <a:r>
              <a:rPr lang="zh-CN" altLang="en-US" sz="2500" b="1" dirty="0">
                <a:solidFill>
                  <a:schemeClr val="tx1"/>
                </a:solidFill>
              </a:rPr>
              <a:t>从一个</a:t>
            </a:r>
            <a:r>
              <a:rPr lang="en-US" altLang="zh-CN" sz="2500" b="1" i="1" dirty="0">
                <a:solidFill>
                  <a:schemeClr val="tx1"/>
                </a:solidFill>
              </a:rPr>
              <a:t>DAG</a:t>
            </a:r>
            <a:r>
              <a:rPr lang="zh-CN" altLang="en-US" sz="2500" b="1" dirty="0">
                <a:solidFill>
                  <a:schemeClr val="tx1"/>
                </a:solidFill>
              </a:rPr>
              <a:t>上删除所有</a:t>
            </a:r>
            <a:r>
              <a:rPr lang="zh-CN" altLang="en-US" sz="2500" b="1" dirty="0">
                <a:solidFill>
                  <a:srgbClr val="0070C0"/>
                </a:solidFill>
              </a:rPr>
              <a:t>没有附加活跃变量</a:t>
            </a:r>
            <a:r>
              <a:rPr lang="zh-CN" altLang="en-US" sz="2500" b="1" dirty="0">
                <a:solidFill>
                  <a:schemeClr val="tx1"/>
                </a:solidFill>
              </a:rPr>
              <a:t>（活跃变量是指其值可能会在以后被使用的变量）的</a:t>
            </a:r>
            <a:r>
              <a:rPr lang="zh-CN" altLang="en-US" sz="2500" b="1" dirty="0">
                <a:solidFill>
                  <a:srgbClr val="0070C0"/>
                </a:solidFill>
              </a:rPr>
              <a:t>根结点</a:t>
            </a:r>
            <a:r>
              <a:rPr lang="en-US" altLang="zh-CN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(</a:t>
            </a:r>
            <a:r>
              <a:rPr lang="zh-CN" altLang="en-US" sz="2500" b="1" dirty="0">
                <a:solidFill>
                  <a:schemeClr val="tx1"/>
                </a:solidFill>
              </a:rPr>
              <a:t>即没有父结点的结点</a:t>
            </a:r>
            <a:r>
              <a:rPr lang="en-US" altLang="zh-CN" sz="2500" b="1" dirty="0">
                <a:solidFill>
                  <a:schemeClr val="tx1"/>
                </a:solidFill>
              </a:rPr>
              <a:t>) </a:t>
            </a:r>
            <a:r>
              <a:rPr lang="zh-CN" altLang="en-US" sz="2500" b="1" dirty="0">
                <a:solidFill>
                  <a:schemeClr val="tx1"/>
                </a:solidFill>
              </a:rPr>
              <a:t>。重复应用这样的处理过程就可以从</a:t>
            </a:r>
            <a:r>
              <a:rPr lang="en-US" altLang="zh-CN" sz="2500" b="1" i="1" dirty="0">
                <a:solidFill>
                  <a:schemeClr val="tx1"/>
                </a:solidFill>
              </a:rPr>
              <a:t>DAG</a:t>
            </a:r>
            <a:r>
              <a:rPr lang="zh-CN" altLang="en-US" sz="2500" b="1" dirty="0">
                <a:solidFill>
                  <a:schemeClr val="tx1"/>
                </a:solidFill>
              </a:rPr>
              <a:t>中</a:t>
            </a:r>
            <a:r>
              <a:rPr lang="zh-CN" altLang="en-US" sz="2500" b="1" dirty="0">
                <a:solidFill>
                  <a:srgbClr val="0070C0"/>
                </a:solidFill>
              </a:rPr>
              <a:t>消除</a:t>
            </a:r>
            <a:r>
              <a:rPr lang="zh-CN" altLang="en-US" sz="2500" b="1" dirty="0">
                <a:solidFill>
                  <a:schemeClr val="tx1"/>
                </a:solidFill>
              </a:rPr>
              <a:t>所有对应于</a:t>
            </a:r>
            <a:r>
              <a:rPr lang="zh-CN" altLang="en-US" sz="2500" b="1" dirty="0">
                <a:solidFill>
                  <a:srgbClr val="0070C0"/>
                </a:solidFill>
              </a:rPr>
              <a:t>无用代码</a:t>
            </a:r>
            <a:r>
              <a:rPr lang="zh-CN" altLang="en-US" sz="2500" b="1" dirty="0">
                <a:solidFill>
                  <a:schemeClr val="tx1"/>
                </a:solidFill>
              </a:rPr>
              <a:t>的结点</a:t>
            </a:r>
            <a:endParaRPr lang="en-US" altLang="zh-CN" sz="2500" b="1" dirty="0">
              <a:solidFill>
                <a:schemeClr val="tx1"/>
              </a:solidFill>
            </a:endParaRPr>
          </a:p>
          <a:p>
            <a:pPr eaLnBrk="1" hangingPunct="1">
              <a:lnSpc>
                <a:spcPts val="3500"/>
              </a:lnSpc>
              <a:buClrTx/>
              <a:buFont typeface="Wingdings" panose="05000000000000000000" pitchFamily="2" charset="2"/>
              <a:buChar char="Ø"/>
            </a:pPr>
            <a:r>
              <a:rPr lang="zh-CN" altLang="en-US" sz="2500" b="1" dirty="0">
                <a:solidFill>
                  <a:schemeClr val="tx1"/>
                </a:solidFill>
              </a:rPr>
              <a:t>例</a:t>
            </a:r>
            <a:endParaRPr lang="en-US" altLang="zh-CN" sz="2500" b="1" dirty="0">
              <a:solidFill>
                <a:schemeClr val="tx1"/>
              </a:solidFill>
            </a:endParaRPr>
          </a:p>
          <a:p>
            <a:pPr lvl="1" eaLnBrk="1" hangingPunct="1">
              <a:lnSpc>
                <a:spcPts val="2000"/>
              </a:lnSpc>
              <a:buClr>
                <a:srgbClr val="31B6FD"/>
              </a:buClr>
              <a:buFont typeface="Symbol" panose="05050102010706020507" pitchFamily="18" charset="2"/>
              <a:buNone/>
            </a:pPr>
            <a:r>
              <a:rPr lang="en-US" altLang="zh-CN" sz="2000" b="1" i="1" dirty="0">
                <a:solidFill>
                  <a:srgbClr val="000000"/>
                </a:solidFill>
                <a:ea typeface="宋体" panose="02010600030101010101" pitchFamily="2" charset="-122"/>
              </a:rPr>
              <a:t>a</a:t>
            </a:r>
            <a:r>
              <a:rPr lang="en-US" altLang="zh-CN" sz="2000" b="1" dirty="0">
                <a:solidFill>
                  <a:srgbClr val="000000"/>
                </a:solidFill>
                <a:ea typeface="宋体" panose="02010600030101010101" pitchFamily="2" charset="-122"/>
              </a:rPr>
              <a:t> = </a:t>
            </a:r>
            <a:r>
              <a:rPr lang="en-US" altLang="zh-CN" sz="2000" b="1" i="1" dirty="0">
                <a:solidFill>
                  <a:srgbClr val="000000"/>
                </a:solidFill>
                <a:ea typeface="宋体" panose="02010600030101010101" pitchFamily="2" charset="-122"/>
              </a:rPr>
              <a:t>b</a:t>
            </a:r>
            <a:r>
              <a:rPr lang="en-US" altLang="zh-CN" sz="2000" b="1" dirty="0">
                <a:solidFill>
                  <a:srgbClr val="000000"/>
                </a:solidFill>
                <a:ea typeface="宋体" panose="02010600030101010101" pitchFamily="2" charset="-122"/>
              </a:rPr>
              <a:t> +</a:t>
            </a:r>
            <a:r>
              <a:rPr lang="en-US" altLang="zh-CN" sz="2000" b="1" i="1" dirty="0">
                <a:solidFill>
                  <a:srgbClr val="000000"/>
                </a:solidFill>
                <a:ea typeface="宋体" panose="02010600030101010101" pitchFamily="2" charset="-122"/>
              </a:rPr>
              <a:t> c</a:t>
            </a:r>
          </a:p>
          <a:p>
            <a:pPr lvl="1" eaLnBrk="1" hangingPunct="1">
              <a:lnSpc>
                <a:spcPts val="2000"/>
              </a:lnSpc>
              <a:buClr>
                <a:srgbClr val="31B6FD"/>
              </a:buClr>
              <a:buFont typeface="Symbol" panose="05050102010706020507" pitchFamily="18" charset="2"/>
              <a:buNone/>
            </a:pPr>
            <a:r>
              <a:rPr lang="en-US" altLang="zh-CN" sz="2000" b="1" i="1" dirty="0">
                <a:solidFill>
                  <a:srgbClr val="000000"/>
                </a:solidFill>
                <a:ea typeface="宋体" panose="02010600030101010101" pitchFamily="2" charset="-122"/>
              </a:rPr>
              <a:t>b</a:t>
            </a:r>
            <a:r>
              <a:rPr lang="en-US" altLang="zh-CN" sz="2000" b="1" dirty="0">
                <a:solidFill>
                  <a:srgbClr val="000000"/>
                </a:solidFill>
                <a:ea typeface="宋体" panose="02010600030101010101" pitchFamily="2" charset="-122"/>
              </a:rPr>
              <a:t> = </a:t>
            </a:r>
            <a:r>
              <a:rPr lang="en-US" altLang="zh-CN" sz="2000" b="1" i="1" dirty="0">
                <a:solidFill>
                  <a:srgbClr val="000000"/>
                </a:solidFill>
                <a:ea typeface="宋体" panose="02010600030101010101" pitchFamily="2" charset="-122"/>
              </a:rPr>
              <a:t>b</a:t>
            </a:r>
            <a:r>
              <a:rPr lang="en-US" altLang="zh-CN" sz="2000" b="1" dirty="0">
                <a:solidFill>
                  <a:srgbClr val="000000"/>
                </a:solidFill>
                <a:ea typeface="宋体" panose="02010600030101010101" pitchFamily="2" charset="-122"/>
              </a:rPr>
              <a:t> - </a:t>
            </a:r>
            <a:r>
              <a:rPr lang="en-US" altLang="zh-CN" sz="2000" b="1" i="1" dirty="0">
                <a:solidFill>
                  <a:srgbClr val="000000"/>
                </a:solidFill>
                <a:ea typeface="宋体" panose="02010600030101010101" pitchFamily="2" charset="-122"/>
              </a:rPr>
              <a:t>d</a:t>
            </a:r>
            <a:endParaRPr lang="zh-CN" altLang="en-US" sz="2000" b="1" i="1" dirty="0">
              <a:solidFill>
                <a:srgbClr val="000000"/>
              </a:solidFill>
              <a:ea typeface="宋体" panose="02010600030101010101" pitchFamily="2" charset="-122"/>
            </a:endParaRPr>
          </a:p>
          <a:p>
            <a:pPr lvl="1" eaLnBrk="1" hangingPunct="1">
              <a:lnSpc>
                <a:spcPts val="2000"/>
              </a:lnSpc>
              <a:buClr>
                <a:srgbClr val="31B6FD"/>
              </a:buClr>
              <a:buFont typeface="Symbol" panose="05050102010706020507" pitchFamily="18" charset="2"/>
              <a:buNone/>
            </a:pPr>
            <a:r>
              <a:rPr lang="en-US" altLang="zh-CN" sz="2000" b="1" i="1" dirty="0">
                <a:solidFill>
                  <a:srgbClr val="000000"/>
                </a:solidFill>
                <a:ea typeface="宋体" panose="02010600030101010101" pitchFamily="2" charset="-122"/>
              </a:rPr>
              <a:t>c </a:t>
            </a:r>
            <a:r>
              <a:rPr lang="en-US" altLang="zh-CN" sz="2000" b="1" dirty="0">
                <a:solidFill>
                  <a:srgbClr val="000000"/>
                </a:solidFill>
                <a:ea typeface="宋体" panose="02010600030101010101" pitchFamily="2" charset="-122"/>
              </a:rPr>
              <a:t>= </a:t>
            </a:r>
            <a:r>
              <a:rPr lang="en-US" altLang="zh-CN" sz="2000" b="1" i="1" dirty="0">
                <a:solidFill>
                  <a:srgbClr val="000000"/>
                </a:solidFill>
                <a:ea typeface="宋体" panose="02010600030101010101" pitchFamily="2" charset="-122"/>
              </a:rPr>
              <a:t>c</a:t>
            </a:r>
            <a:r>
              <a:rPr lang="en-US" altLang="zh-CN" sz="2000" b="1" dirty="0">
                <a:solidFill>
                  <a:srgbClr val="000000"/>
                </a:solidFill>
                <a:ea typeface="宋体" panose="02010600030101010101" pitchFamily="2" charset="-122"/>
              </a:rPr>
              <a:t> + </a:t>
            </a:r>
            <a:r>
              <a:rPr lang="en-US" altLang="zh-CN" sz="2000" b="1" i="1" dirty="0">
                <a:solidFill>
                  <a:srgbClr val="000000"/>
                </a:solidFill>
                <a:ea typeface="宋体" panose="02010600030101010101" pitchFamily="2" charset="-122"/>
              </a:rPr>
              <a:t>d</a:t>
            </a:r>
            <a:endParaRPr lang="zh-CN" altLang="en-US" sz="2000" b="1" i="1" dirty="0">
              <a:solidFill>
                <a:srgbClr val="000000"/>
              </a:solidFill>
              <a:ea typeface="宋体" panose="02010600030101010101" pitchFamily="2" charset="-122"/>
            </a:endParaRPr>
          </a:p>
          <a:p>
            <a:pPr lvl="1" eaLnBrk="1" hangingPunct="1">
              <a:lnSpc>
                <a:spcPts val="2000"/>
              </a:lnSpc>
              <a:buClr>
                <a:srgbClr val="31B6FD"/>
              </a:buClr>
              <a:buFont typeface="Symbol" panose="05050102010706020507" pitchFamily="18" charset="2"/>
              <a:buNone/>
            </a:pPr>
            <a:r>
              <a:rPr lang="en-US" altLang="zh-CN" sz="2000" b="1" i="1" dirty="0">
                <a:solidFill>
                  <a:srgbClr val="000000"/>
                </a:solidFill>
                <a:ea typeface="宋体" panose="02010600030101010101" pitchFamily="2" charset="-122"/>
              </a:rPr>
              <a:t>e</a:t>
            </a:r>
            <a:r>
              <a:rPr lang="en-US" altLang="zh-CN" sz="2000" b="1" dirty="0">
                <a:solidFill>
                  <a:srgbClr val="000000"/>
                </a:solidFill>
                <a:ea typeface="宋体" panose="02010600030101010101" pitchFamily="2" charset="-122"/>
              </a:rPr>
              <a:t> = </a:t>
            </a:r>
            <a:r>
              <a:rPr lang="en-US" altLang="zh-CN" sz="2000" b="1" i="1" dirty="0">
                <a:solidFill>
                  <a:srgbClr val="000000"/>
                </a:solidFill>
                <a:ea typeface="宋体" panose="02010600030101010101" pitchFamily="2" charset="-122"/>
              </a:rPr>
              <a:t>b</a:t>
            </a:r>
            <a:r>
              <a:rPr lang="en-US" altLang="zh-CN" sz="2000" b="1" dirty="0">
                <a:solidFill>
                  <a:srgbClr val="000000"/>
                </a:solidFill>
                <a:ea typeface="宋体" panose="02010600030101010101" pitchFamily="2" charset="-122"/>
              </a:rPr>
              <a:t> + </a:t>
            </a:r>
            <a:r>
              <a:rPr lang="en-US" altLang="zh-CN" sz="2000" b="1" i="1" dirty="0">
                <a:solidFill>
                  <a:srgbClr val="000000"/>
                </a:solidFill>
                <a:ea typeface="宋体" panose="02010600030101010101" pitchFamily="2" charset="-122"/>
              </a:rPr>
              <a:t>c</a:t>
            </a:r>
          </a:p>
        </p:txBody>
      </p:sp>
      <p:sp>
        <p:nvSpPr>
          <p:cNvPr id="108547" name="Rectangle 2">
            <a:extLst>
              <a:ext uri="{FF2B5EF4-FFF2-40B4-BE49-F238E27FC236}">
                <a16:creationId xmlns:a16="http://schemas.microsoft.com/office/drawing/2014/main" id="{4839C895-1A43-4152-9BB2-76C0D9FFDF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基于基本块 </a:t>
            </a:r>
            <a:r>
              <a:rPr lang="en-US" altLang="zh-CN" sz="3000" dirty="0">
                <a:solidFill>
                  <a:schemeClr val="tx1"/>
                </a:solidFill>
              </a:rPr>
              <a:t>DAG</a:t>
            </a:r>
            <a:r>
              <a:rPr lang="zh-CN" altLang="en-US" dirty="0">
                <a:latin typeface="微软雅黑" panose="020B0503020204020204" pitchFamily="34" charset="-122"/>
              </a:rPr>
              <a:t>的无用代码删除</a:t>
            </a:r>
            <a:endParaRPr lang="zh-CN" altLang="en-US" sz="3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2" name="组合 73">
            <a:extLst>
              <a:ext uri="{FF2B5EF4-FFF2-40B4-BE49-F238E27FC236}">
                <a16:creationId xmlns:a16="http://schemas.microsoft.com/office/drawing/2014/main" id="{042E27B0-2C3F-4894-8E1E-2BDFDEC4F517}"/>
              </a:ext>
            </a:extLst>
          </p:cNvPr>
          <p:cNvGrpSpPr>
            <a:grpSpLocks/>
          </p:cNvGrpSpPr>
          <p:nvPr/>
        </p:nvGrpSpPr>
        <p:grpSpPr bwMode="auto">
          <a:xfrm>
            <a:off x="2484438" y="2689225"/>
            <a:ext cx="2428875" cy="1774825"/>
            <a:chOff x="5572132" y="4500576"/>
            <a:chExt cx="2428892" cy="1775045"/>
          </a:xfrm>
        </p:grpSpPr>
        <p:sp>
          <p:nvSpPr>
            <p:cNvPr id="108552" name="Line 49">
              <a:extLst>
                <a:ext uri="{FF2B5EF4-FFF2-40B4-BE49-F238E27FC236}">
                  <a16:creationId xmlns:a16="http://schemas.microsoft.com/office/drawing/2014/main" id="{AE042335-4942-4A48-B74C-A5C665E97E4E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5857884" y="5429270"/>
              <a:ext cx="714380" cy="57150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108553" name="Line 50">
              <a:extLst>
                <a:ext uri="{FF2B5EF4-FFF2-40B4-BE49-F238E27FC236}">
                  <a16:creationId xmlns:a16="http://schemas.microsoft.com/office/drawing/2014/main" id="{9F549E96-21FC-457A-BE65-0221D89F1C4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183451" y="4857766"/>
              <a:ext cx="388945" cy="42862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grpSp>
          <p:nvGrpSpPr>
            <p:cNvPr id="108554" name="Group 34">
              <a:extLst>
                <a:ext uri="{FF2B5EF4-FFF2-40B4-BE49-F238E27FC236}">
                  <a16:creationId xmlns:a16="http://schemas.microsoft.com/office/drawing/2014/main" id="{D89A3EC5-FB57-41EA-AB99-99D7A288E61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605472" y="5123528"/>
              <a:ext cx="323850" cy="369889"/>
              <a:chOff x="3648" y="1373"/>
              <a:chExt cx="336" cy="382"/>
            </a:xfrm>
          </p:grpSpPr>
          <p:sp>
            <p:nvSpPr>
              <p:cNvPr id="117791" name="Oval 35">
                <a:extLst>
                  <a:ext uri="{FF2B5EF4-FFF2-40B4-BE49-F238E27FC236}">
                    <a16:creationId xmlns:a16="http://schemas.microsoft.com/office/drawing/2014/main" id="{8DFAFC61-02DD-4483-87F2-C719D0C0851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648" y="1392"/>
                <a:ext cx="336" cy="336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eaLnBrk="1" hangingPunct="1">
                  <a:defRPr/>
                </a:pPr>
                <a:endParaRPr lang="zh-CN" altLang="en-US" b="0" i="1" dirty="0">
                  <a:latin typeface="Times New Roman" pitchFamily="18" charset="0"/>
                  <a:ea typeface="楷体_GB2312"/>
                  <a:cs typeface="Times New Roman" pitchFamily="18" charset="0"/>
                </a:endParaRPr>
              </a:p>
            </p:txBody>
          </p:sp>
          <p:sp>
            <p:nvSpPr>
              <p:cNvPr id="108578" name="Text Box 36">
                <a:extLst>
                  <a:ext uri="{FF2B5EF4-FFF2-40B4-BE49-F238E27FC236}">
                    <a16:creationId xmlns:a16="http://schemas.microsoft.com/office/drawing/2014/main" id="{9DB9EA46-7858-4651-A115-55981C8B67C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659" y="1373"/>
                <a:ext cx="240" cy="38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>
                  <a:spcBef>
                    <a:spcPct val="50000"/>
                  </a:spcBef>
                </a:pPr>
                <a:r>
                  <a:rPr kumimoji="1" lang="en-US" altLang="zh-CN" i="1">
                    <a:latin typeface="Times New Roman" panose="02020603050405020304" pitchFamily="18" charset="0"/>
                  </a:rPr>
                  <a:t>+</a:t>
                </a:r>
              </a:p>
            </p:txBody>
          </p:sp>
        </p:grpSp>
        <p:sp>
          <p:nvSpPr>
            <p:cNvPr id="108555" name="Line 44">
              <a:extLst>
                <a:ext uri="{FF2B5EF4-FFF2-40B4-BE49-F238E27FC236}">
                  <a16:creationId xmlns:a16="http://schemas.microsoft.com/office/drawing/2014/main" id="{EE02B9F0-66C1-4F4F-AF6D-D37F972C1266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5777393" y="5474535"/>
              <a:ext cx="0" cy="50006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108556" name="Line 49">
              <a:extLst>
                <a:ext uri="{FF2B5EF4-FFF2-40B4-BE49-F238E27FC236}">
                  <a16:creationId xmlns:a16="http://schemas.microsoft.com/office/drawing/2014/main" id="{89C52661-81BD-46CD-AA5A-27D6973120A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857884" y="5429270"/>
              <a:ext cx="714380" cy="57150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108557" name="Line 50">
              <a:extLst>
                <a:ext uri="{FF2B5EF4-FFF2-40B4-BE49-F238E27FC236}">
                  <a16:creationId xmlns:a16="http://schemas.microsoft.com/office/drawing/2014/main" id="{7412E55A-5ED3-4E7F-A611-96626C04C994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6675456" y="4857766"/>
              <a:ext cx="253997" cy="28573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108558" name="矩形 52">
              <a:extLst>
                <a:ext uri="{FF2B5EF4-FFF2-40B4-BE49-F238E27FC236}">
                  <a16:creationId xmlns:a16="http://schemas.microsoft.com/office/drawing/2014/main" id="{A4B7D9AC-6987-401A-9330-22CE92F3750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72132" y="5929336"/>
              <a:ext cx="330860" cy="34624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68580" tIns="34290" rIns="68580" bIns="34290">
              <a:spAutoFit/>
            </a:bodyPr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r>
                <a:rPr kumimoji="1" lang="en-US" altLang="zh-CN" i="1">
                  <a:latin typeface="Times New Roman" panose="02020603050405020304" pitchFamily="18" charset="0"/>
                </a:rPr>
                <a:t>b</a:t>
              </a:r>
              <a:r>
                <a:rPr lang="en-US" altLang="zh-CN" i="1" baseline="-25000">
                  <a:latin typeface="Times New Roman" panose="02020603050405020304" pitchFamily="18" charset="0"/>
                </a:rPr>
                <a:t>0</a:t>
              </a:r>
            </a:p>
          </p:txBody>
        </p:sp>
        <p:sp>
          <p:nvSpPr>
            <p:cNvPr id="108559" name="矩形 53">
              <a:extLst>
                <a:ext uri="{FF2B5EF4-FFF2-40B4-BE49-F238E27FC236}">
                  <a16:creationId xmlns:a16="http://schemas.microsoft.com/office/drawing/2014/main" id="{6C12AA55-CF66-4DA0-90D9-290B9849F37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429388" y="5929336"/>
              <a:ext cx="318038" cy="34628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68580" tIns="34290" rIns="68580" bIns="34290">
              <a:spAutoFit/>
            </a:bodyPr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r>
                <a:rPr kumimoji="1" lang="en-US" altLang="zh-CN" i="1">
                  <a:latin typeface="Times New Roman" panose="02020603050405020304" pitchFamily="18" charset="0"/>
                </a:rPr>
                <a:t>c</a:t>
              </a:r>
              <a:r>
                <a:rPr lang="en-US" altLang="zh-CN" i="1" baseline="-25000">
                  <a:latin typeface="Times New Roman" panose="02020603050405020304" pitchFamily="18" charset="0"/>
                </a:rPr>
                <a:t>0</a:t>
              </a:r>
            </a:p>
          </p:txBody>
        </p:sp>
        <p:grpSp>
          <p:nvGrpSpPr>
            <p:cNvPr id="108560" name="Group 34">
              <a:extLst>
                <a:ext uri="{FF2B5EF4-FFF2-40B4-BE49-F238E27FC236}">
                  <a16:creationId xmlns:a16="http://schemas.microsoft.com/office/drawing/2014/main" id="{93138307-48A2-4566-BEB1-0B43233828E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462728" y="5096072"/>
              <a:ext cx="323850" cy="372793"/>
              <a:chOff x="3648" y="1343"/>
              <a:chExt cx="336" cy="385"/>
            </a:xfrm>
          </p:grpSpPr>
          <p:sp>
            <p:nvSpPr>
              <p:cNvPr id="117789" name="Oval 35">
                <a:extLst>
                  <a:ext uri="{FF2B5EF4-FFF2-40B4-BE49-F238E27FC236}">
                    <a16:creationId xmlns:a16="http://schemas.microsoft.com/office/drawing/2014/main" id="{41D30E8C-0E60-4ED7-AA97-02BA5066590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648" y="1392"/>
                <a:ext cx="336" cy="336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eaLnBrk="1" hangingPunct="1">
                  <a:defRPr/>
                </a:pPr>
                <a:endParaRPr lang="zh-CN" altLang="en-US" b="0" i="1">
                  <a:latin typeface="Times New Roman" pitchFamily="18" charset="0"/>
                  <a:ea typeface="楷体_GB2312"/>
                  <a:cs typeface="Times New Roman" pitchFamily="18" charset="0"/>
                </a:endParaRPr>
              </a:p>
            </p:txBody>
          </p:sp>
          <p:sp>
            <p:nvSpPr>
              <p:cNvPr id="108576" name="Text Box 36">
                <a:extLst>
                  <a:ext uri="{FF2B5EF4-FFF2-40B4-BE49-F238E27FC236}">
                    <a16:creationId xmlns:a16="http://schemas.microsoft.com/office/drawing/2014/main" id="{095E185E-E31C-44F0-892E-0490C6724B46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687" y="1343"/>
                <a:ext cx="240" cy="38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>
                  <a:spcBef>
                    <a:spcPct val="50000"/>
                  </a:spcBef>
                </a:pPr>
                <a:r>
                  <a:rPr kumimoji="1" lang="en-US" altLang="zh-CN">
                    <a:latin typeface="Times New Roman" panose="02020603050405020304" pitchFamily="18" charset="0"/>
                  </a:rPr>
                  <a:t>-</a:t>
                </a:r>
              </a:p>
            </p:txBody>
          </p:sp>
        </p:grpSp>
        <p:grpSp>
          <p:nvGrpSpPr>
            <p:cNvPr id="108561" name="Group 34">
              <a:extLst>
                <a:ext uri="{FF2B5EF4-FFF2-40B4-BE49-F238E27FC236}">
                  <a16:creationId xmlns:a16="http://schemas.microsoft.com/office/drawing/2014/main" id="{2F90D577-2E9E-4EDD-825D-47276FDE842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358082" y="5126088"/>
              <a:ext cx="323850" cy="369888"/>
              <a:chOff x="3648" y="1374"/>
              <a:chExt cx="336" cy="382"/>
            </a:xfrm>
          </p:grpSpPr>
          <p:sp>
            <p:nvSpPr>
              <p:cNvPr id="117787" name="Oval 35">
                <a:extLst>
                  <a:ext uri="{FF2B5EF4-FFF2-40B4-BE49-F238E27FC236}">
                    <a16:creationId xmlns:a16="http://schemas.microsoft.com/office/drawing/2014/main" id="{32AECB71-1AA0-4FBC-A62C-92DAA1FBE0E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648" y="1392"/>
                <a:ext cx="336" cy="336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eaLnBrk="1" hangingPunct="1">
                  <a:defRPr/>
                </a:pPr>
                <a:endParaRPr lang="zh-CN" altLang="en-US" b="0" i="1">
                  <a:latin typeface="Times New Roman" pitchFamily="18" charset="0"/>
                  <a:ea typeface="楷体_GB2312"/>
                  <a:cs typeface="Times New Roman" pitchFamily="18" charset="0"/>
                </a:endParaRPr>
              </a:p>
            </p:txBody>
          </p:sp>
          <p:sp>
            <p:nvSpPr>
              <p:cNvPr id="108574" name="Text Box 36">
                <a:extLst>
                  <a:ext uri="{FF2B5EF4-FFF2-40B4-BE49-F238E27FC236}">
                    <a16:creationId xmlns:a16="http://schemas.microsoft.com/office/drawing/2014/main" id="{097A9FBD-5B0E-4514-9B43-40D55FF37915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661" y="1374"/>
                <a:ext cx="240" cy="38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>
                  <a:spcBef>
                    <a:spcPct val="50000"/>
                  </a:spcBef>
                </a:pPr>
                <a:r>
                  <a:rPr kumimoji="1" lang="en-US" altLang="zh-CN" i="1">
                    <a:latin typeface="Times New Roman" panose="02020603050405020304" pitchFamily="18" charset="0"/>
                  </a:rPr>
                  <a:t>+</a:t>
                </a:r>
              </a:p>
            </p:txBody>
          </p:sp>
        </p:grpSp>
        <p:grpSp>
          <p:nvGrpSpPr>
            <p:cNvPr id="108562" name="Group 34">
              <a:extLst>
                <a:ext uri="{FF2B5EF4-FFF2-40B4-BE49-F238E27FC236}">
                  <a16:creationId xmlns:a16="http://schemas.microsoft.com/office/drawing/2014/main" id="{CF3453A2-8436-4E06-874C-B0123173F5E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891356" y="4541886"/>
              <a:ext cx="323850" cy="369888"/>
              <a:chOff x="3648" y="1374"/>
              <a:chExt cx="336" cy="382"/>
            </a:xfrm>
          </p:grpSpPr>
          <p:sp>
            <p:nvSpPr>
              <p:cNvPr id="117785" name="Oval 35">
                <a:extLst>
                  <a:ext uri="{FF2B5EF4-FFF2-40B4-BE49-F238E27FC236}">
                    <a16:creationId xmlns:a16="http://schemas.microsoft.com/office/drawing/2014/main" id="{DC8ADB61-085A-48B3-885D-879B431E7A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648" y="1392"/>
                <a:ext cx="336" cy="336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eaLnBrk="1" hangingPunct="1">
                  <a:defRPr/>
                </a:pPr>
                <a:endParaRPr lang="zh-CN" altLang="en-US" b="0" i="1">
                  <a:latin typeface="Times New Roman" pitchFamily="18" charset="0"/>
                  <a:ea typeface="楷体_GB2312"/>
                  <a:cs typeface="Times New Roman" pitchFamily="18" charset="0"/>
                </a:endParaRPr>
              </a:p>
            </p:txBody>
          </p:sp>
          <p:sp>
            <p:nvSpPr>
              <p:cNvPr id="108572" name="Text Box 36">
                <a:extLst>
                  <a:ext uri="{FF2B5EF4-FFF2-40B4-BE49-F238E27FC236}">
                    <a16:creationId xmlns:a16="http://schemas.microsoft.com/office/drawing/2014/main" id="{709DF034-362C-4B4F-A36D-5829A2B37A30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661" y="1374"/>
                <a:ext cx="240" cy="38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>
                  <a:spcBef>
                    <a:spcPct val="50000"/>
                  </a:spcBef>
                </a:pPr>
                <a:r>
                  <a:rPr kumimoji="1" lang="en-US" altLang="zh-CN" i="1">
                    <a:latin typeface="Times New Roman" panose="02020603050405020304" pitchFamily="18" charset="0"/>
                  </a:rPr>
                  <a:t>+</a:t>
                </a:r>
              </a:p>
            </p:txBody>
          </p:sp>
        </p:grpSp>
        <p:sp>
          <p:nvSpPr>
            <p:cNvPr id="108563" name="矩形 64">
              <a:extLst>
                <a:ext uri="{FF2B5EF4-FFF2-40B4-BE49-F238E27FC236}">
                  <a16:creationId xmlns:a16="http://schemas.microsoft.com/office/drawing/2014/main" id="{608FDBBA-484E-4444-83AF-30A98025846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358082" y="5929336"/>
              <a:ext cx="330860" cy="34624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68580" tIns="34290" rIns="68580" bIns="34290">
              <a:spAutoFit/>
            </a:bodyPr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r>
                <a:rPr kumimoji="1" lang="en-US" altLang="zh-CN" i="1">
                  <a:latin typeface="Times New Roman" panose="02020603050405020304" pitchFamily="18" charset="0"/>
                </a:rPr>
                <a:t>d</a:t>
              </a:r>
              <a:r>
                <a:rPr lang="en-US" altLang="zh-CN" i="1" baseline="-25000">
                  <a:latin typeface="Times New Roman" panose="02020603050405020304" pitchFamily="18" charset="0"/>
                </a:rPr>
                <a:t>0</a:t>
              </a:r>
            </a:p>
          </p:txBody>
        </p:sp>
        <p:sp>
          <p:nvSpPr>
            <p:cNvPr id="108564" name="矩形 65">
              <a:extLst>
                <a:ext uri="{FF2B5EF4-FFF2-40B4-BE49-F238E27FC236}">
                  <a16:creationId xmlns:a16="http://schemas.microsoft.com/office/drawing/2014/main" id="{93CAB23D-097F-4500-AFA4-1D136271D99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286644" y="4500576"/>
              <a:ext cx="241092" cy="34624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68580" tIns="34290" rIns="68580" bIns="34290">
              <a:spAutoFit/>
            </a:bodyPr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r>
                <a:rPr kumimoji="1" lang="en-US" altLang="zh-CN" i="1">
                  <a:latin typeface="Times New Roman" panose="02020603050405020304" pitchFamily="18" charset="0"/>
                </a:rPr>
                <a:t>e</a:t>
              </a:r>
              <a:endParaRPr lang="en-US" altLang="zh-CN" i="1" baseline="-25000">
                <a:latin typeface="Times New Roman" panose="02020603050405020304" pitchFamily="18" charset="0"/>
              </a:endParaRPr>
            </a:p>
          </p:txBody>
        </p:sp>
        <p:sp>
          <p:nvSpPr>
            <p:cNvPr id="108565" name="矩形 66">
              <a:extLst>
                <a:ext uri="{FF2B5EF4-FFF2-40B4-BE49-F238E27FC236}">
                  <a16:creationId xmlns:a16="http://schemas.microsoft.com/office/drawing/2014/main" id="{1BAE1AA0-A91B-47C3-89D8-5C24387FBDF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759932" y="5083021"/>
              <a:ext cx="241092" cy="34624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68580" tIns="34290" rIns="68580" bIns="34290">
              <a:spAutoFit/>
            </a:bodyPr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r>
                <a:rPr kumimoji="1" lang="en-US" altLang="zh-CN" i="1">
                  <a:latin typeface="Times New Roman" panose="02020603050405020304" pitchFamily="18" charset="0"/>
                </a:rPr>
                <a:t>c</a:t>
              </a:r>
              <a:endParaRPr lang="en-US" altLang="zh-CN" i="1" baseline="-25000">
                <a:latin typeface="Times New Roman" panose="02020603050405020304" pitchFamily="18" charset="0"/>
              </a:endParaRPr>
            </a:p>
          </p:txBody>
        </p:sp>
        <p:sp>
          <p:nvSpPr>
            <p:cNvPr id="108566" name="矩形 67">
              <a:extLst>
                <a:ext uri="{FF2B5EF4-FFF2-40B4-BE49-F238E27FC236}">
                  <a16:creationId xmlns:a16="http://schemas.microsoft.com/office/drawing/2014/main" id="{63F4DD84-0F6D-401C-818A-9C28018DAAA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831238" y="5083021"/>
              <a:ext cx="253916" cy="34624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68580" tIns="34290" rIns="68580" bIns="34290">
              <a:spAutoFit/>
            </a:bodyPr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r>
                <a:rPr kumimoji="1" lang="en-US" altLang="zh-CN" i="1">
                  <a:latin typeface="Times New Roman" panose="02020603050405020304" pitchFamily="18" charset="0"/>
                </a:rPr>
                <a:t>b</a:t>
              </a:r>
              <a:endParaRPr lang="en-US" altLang="zh-CN" i="1" baseline="-25000">
                <a:latin typeface="Times New Roman" panose="02020603050405020304" pitchFamily="18" charset="0"/>
              </a:endParaRPr>
            </a:p>
          </p:txBody>
        </p:sp>
        <p:sp>
          <p:nvSpPr>
            <p:cNvPr id="108567" name="矩形 68">
              <a:extLst>
                <a:ext uri="{FF2B5EF4-FFF2-40B4-BE49-F238E27FC236}">
                  <a16:creationId xmlns:a16="http://schemas.microsoft.com/office/drawing/2014/main" id="{F121CB70-7A65-4B75-94BE-C50AEF689EC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929322" y="5083021"/>
              <a:ext cx="253916" cy="34624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68580" tIns="34290" rIns="68580" bIns="34290">
              <a:spAutoFit/>
            </a:bodyPr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r>
                <a:rPr kumimoji="1" lang="en-US" altLang="zh-CN" i="1">
                  <a:latin typeface="Times New Roman" panose="02020603050405020304" pitchFamily="18" charset="0"/>
                </a:rPr>
                <a:t>a</a:t>
              </a:r>
              <a:endParaRPr lang="en-US" altLang="zh-CN" i="1" baseline="-25000">
                <a:latin typeface="Times New Roman" panose="02020603050405020304" pitchFamily="18" charset="0"/>
              </a:endParaRPr>
            </a:p>
          </p:txBody>
        </p:sp>
        <p:sp>
          <p:nvSpPr>
            <p:cNvPr id="108568" name="Line 44">
              <a:extLst>
                <a:ext uri="{FF2B5EF4-FFF2-40B4-BE49-F238E27FC236}">
                  <a16:creationId xmlns:a16="http://schemas.microsoft.com/office/drawing/2014/main" id="{EAE9F38E-1BBE-4E4B-A95C-1D51F3642E35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7536184" y="5473549"/>
              <a:ext cx="0" cy="50006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108569" name="Line 49">
              <a:extLst>
                <a:ext uri="{FF2B5EF4-FFF2-40B4-BE49-F238E27FC236}">
                  <a16:creationId xmlns:a16="http://schemas.microsoft.com/office/drawing/2014/main" id="{6029F8A8-874F-4580-B365-68D3A491F7C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715140" y="5429270"/>
              <a:ext cx="714380" cy="57150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108570" name="Line 49">
              <a:extLst>
                <a:ext uri="{FF2B5EF4-FFF2-40B4-BE49-F238E27FC236}">
                  <a16:creationId xmlns:a16="http://schemas.microsoft.com/office/drawing/2014/main" id="{E6AE46A6-9179-4BA3-BAB3-93C1F87667E4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6715140" y="5429270"/>
              <a:ext cx="714380" cy="57150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</p:grpSp>
      <p:sp>
        <p:nvSpPr>
          <p:cNvPr id="5" name="矩形 4">
            <a:extLst>
              <a:ext uri="{FF2B5EF4-FFF2-40B4-BE49-F238E27FC236}">
                <a16:creationId xmlns:a16="http://schemas.microsoft.com/office/drawing/2014/main" id="{F5C86A6B-5216-45D7-BF85-8ABC85C82364}"/>
              </a:ext>
            </a:extLst>
          </p:cNvPr>
          <p:cNvSpPr/>
          <p:nvPr/>
        </p:nvSpPr>
        <p:spPr bwMode="auto">
          <a:xfrm>
            <a:off x="3743748" y="2643188"/>
            <a:ext cx="471062" cy="321134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scene3d>
            <a:camera prst="orthographicFront">
              <a:rot lat="0" lon="21299999" rev="0"/>
            </a:camera>
            <a:lightRig rig="threePt" dir="t"/>
          </a:scene3d>
        </p:spPr>
        <p:txBody>
          <a:bodyPr lIns="68580" tIns="34290" rIns="68580" bIns="34290"/>
          <a:lstStyle/>
          <a:p>
            <a:pPr algn="ctr" eaLnBrk="1" hangingPunct="1">
              <a:defRPr/>
            </a:pPr>
            <a:r>
              <a:rPr lang="en-US" altLang="zh-CN" sz="3000" dirty="0">
                <a:solidFill>
                  <a:srgbClr val="FF0000"/>
                </a:solidFill>
                <a:latin typeface="Times New Roman" pitchFamily="18" charset="0"/>
                <a:cs typeface="Times New Roman" pitchFamily="18" charset="0"/>
              </a:rPr>
              <a:t>×</a:t>
            </a:r>
            <a:endParaRPr lang="zh-CN" altLang="en-US" sz="3000" dirty="0">
              <a:solidFill>
                <a:srgbClr val="FF0000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93AD1836-6634-4E14-8908-F2CC35CB7CAA}"/>
              </a:ext>
            </a:extLst>
          </p:cNvPr>
          <p:cNvSpPr/>
          <p:nvPr/>
        </p:nvSpPr>
        <p:spPr bwMode="auto">
          <a:xfrm>
            <a:off x="4214810" y="3214692"/>
            <a:ext cx="471062" cy="486054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scene3d>
            <a:camera prst="orthographicFront">
              <a:rot lat="0" lon="21299999" rev="0"/>
            </a:camera>
            <a:lightRig rig="threePt" dir="t"/>
          </a:scene3d>
        </p:spPr>
        <p:txBody>
          <a:bodyPr lIns="68580" tIns="34290" rIns="68580" bIns="34290"/>
          <a:lstStyle/>
          <a:p>
            <a:pPr algn="ctr" eaLnBrk="1" hangingPunct="1">
              <a:defRPr/>
            </a:pPr>
            <a:r>
              <a:rPr lang="en-US" altLang="zh-CN" sz="3000" dirty="0">
                <a:solidFill>
                  <a:srgbClr val="FF0000"/>
                </a:solidFill>
                <a:latin typeface="Times New Roman" pitchFamily="18" charset="0"/>
                <a:cs typeface="Times New Roman" pitchFamily="18" charset="0"/>
              </a:rPr>
              <a:t>×</a:t>
            </a:r>
            <a:endParaRPr lang="zh-CN" altLang="en-US" sz="3000" dirty="0">
              <a:solidFill>
                <a:srgbClr val="FF0000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0D6ED78-D9A8-49F5-8365-A871C1C9B6E0}"/>
              </a:ext>
            </a:extLst>
          </p:cNvPr>
          <p:cNvSpPr/>
          <p:nvPr/>
        </p:nvSpPr>
        <p:spPr>
          <a:xfrm>
            <a:off x="1497458" y="4572586"/>
            <a:ext cx="5100090" cy="461665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defRPr/>
            </a:pPr>
            <a:r>
              <a:rPr lang="zh-CN" altLang="en-US" sz="2400" dirty="0">
                <a:solidFill>
                  <a:prstClr val="black"/>
                </a:solidFill>
                <a:latin typeface="Times New Roman" panose="02020603050405020304" pitchFamily="18" charset="0"/>
                <a:ea typeface="华文楷体" panose="02010600040101010101" pitchFamily="2" charset="-122"/>
              </a:rPr>
              <a:t>假设</a:t>
            </a:r>
            <a:r>
              <a:rPr lang="en-US" altLang="zh-CN" sz="2400" i="1" dirty="0">
                <a:solidFill>
                  <a:prstClr val="black"/>
                </a:solidFill>
                <a:latin typeface="Times New Roman" panose="02020603050405020304" pitchFamily="18" charset="0"/>
                <a:ea typeface="华文楷体" panose="02010600040101010101" pitchFamily="2" charset="-122"/>
              </a:rPr>
              <a:t>a</a:t>
            </a:r>
            <a:r>
              <a:rPr lang="zh-CN" altLang="en-US" sz="2400" dirty="0">
                <a:solidFill>
                  <a:prstClr val="black"/>
                </a:solidFill>
                <a:latin typeface="Times New Roman" panose="02020603050405020304" pitchFamily="18" charset="0"/>
                <a:ea typeface="华文楷体" panose="02010600040101010101" pitchFamily="2" charset="-122"/>
              </a:rPr>
              <a:t>和</a:t>
            </a:r>
            <a:r>
              <a:rPr lang="en-US" altLang="zh-CN" sz="2400" i="1" dirty="0">
                <a:solidFill>
                  <a:prstClr val="black"/>
                </a:solidFill>
                <a:latin typeface="Times New Roman" panose="02020603050405020304" pitchFamily="18" charset="0"/>
                <a:ea typeface="华文楷体" panose="02010600040101010101" pitchFamily="2" charset="-122"/>
              </a:rPr>
              <a:t>b</a:t>
            </a:r>
            <a:r>
              <a:rPr lang="zh-CN" altLang="en-US" sz="2400" dirty="0">
                <a:solidFill>
                  <a:prstClr val="black"/>
                </a:solidFill>
                <a:latin typeface="Times New Roman" panose="02020603050405020304" pitchFamily="18" charset="0"/>
                <a:ea typeface="华文楷体" panose="02010600040101010101" pitchFamily="2" charset="-122"/>
              </a:rPr>
              <a:t>是活跃变量，但</a:t>
            </a:r>
            <a:r>
              <a:rPr lang="en-US" altLang="zh-CN" sz="2400" i="1" dirty="0">
                <a:solidFill>
                  <a:prstClr val="black"/>
                </a:solidFill>
                <a:latin typeface="Times New Roman" panose="02020603050405020304" pitchFamily="18" charset="0"/>
                <a:ea typeface="华文楷体" panose="02010600040101010101" pitchFamily="2" charset="-122"/>
              </a:rPr>
              <a:t>c</a:t>
            </a:r>
            <a:r>
              <a:rPr lang="zh-CN" altLang="en-US" sz="2400" dirty="0">
                <a:solidFill>
                  <a:prstClr val="black"/>
                </a:solidFill>
                <a:latin typeface="Times New Roman" panose="02020603050405020304" pitchFamily="18" charset="0"/>
                <a:ea typeface="华文楷体" panose="02010600040101010101" pitchFamily="2" charset="-122"/>
              </a:rPr>
              <a:t>和</a:t>
            </a:r>
            <a:r>
              <a:rPr lang="en-US" altLang="zh-CN" sz="2400" i="1" dirty="0">
                <a:solidFill>
                  <a:prstClr val="black"/>
                </a:solidFill>
                <a:latin typeface="Times New Roman" panose="02020603050405020304" pitchFamily="18" charset="0"/>
                <a:ea typeface="华文楷体" panose="02010600040101010101" pitchFamily="2" charset="-122"/>
              </a:rPr>
              <a:t>e</a:t>
            </a:r>
            <a:r>
              <a:rPr lang="zh-CN" altLang="en-US" sz="2400" dirty="0">
                <a:solidFill>
                  <a:prstClr val="black"/>
                </a:solidFill>
                <a:latin typeface="Times New Roman" panose="02020603050405020304" pitchFamily="18" charset="0"/>
                <a:ea typeface="华文楷体" panose="02010600040101010101" pitchFamily="2" charset="-122"/>
              </a:rPr>
              <a:t>不是</a:t>
            </a:r>
            <a:endParaRPr lang="zh-CN" altLang="en-US" sz="1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60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8560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8560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8560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 nodeType="clickPar">
                      <p:stCondLst>
                        <p:cond delay="indefinite"/>
                      </p:stCondLst>
                      <p:childTnLst>
                        <p:par>
                          <p:cTn id="1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606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85606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85606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85606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606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85606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85606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85606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606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85606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85606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85606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606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85606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85606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85606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606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85606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85606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85606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 nodeType="clickPar">
                      <p:stCondLst>
                        <p:cond delay="indefinite"/>
                      </p:stCondLst>
                      <p:childTnLst>
                        <p:par>
                          <p:cTn id="4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 nodeType="clickPar">
                      <p:stCondLst>
                        <p:cond delay="indefinite"/>
                      </p:stCondLst>
                      <p:childTnLst>
                        <p:par>
                          <p:cTn id="5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1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 nodeType="clickPar">
                      <p:stCondLst>
                        <p:cond delay="indefinite"/>
                      </p:stCondLst>
                      <p:childTnLst>
                        <p:par>
                          <p:cTn id="5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8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1779" name="Rectangle 3">
            <a:extLst>
              <a:ext uri="{FF2B5EF4-FFF2-40B4-BE49-F238E27FC236}">
                <a16:creationId xmlns:a16="http://schemas.microsoft.com/office/drawing/2014/main" id="{5317A396-C706-4A2D-8F25-B28146B3718C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428625" y="846138"/>
            <a:ext cx="4119563" cy="1819275"/>
          </a:xfrm>
        </p:spPr>
        <p:txBody>
          <a:bodyPr vert="horz"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lnSpc>
                <a:spcPct val="900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b="1" dirty="0">
                <a:solidFill>
                  <a:schemeClr val="tx1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例</a:t>
            </a:r>
            <a:endParaRPr lang="en-US" altLang="zh-CN" b="1" dirty="0">
              <a:solidFill>
                <a:schemeClr val="tx1"/>
              </a:solidFill>
              <a:latin typeface="楷体" panose="02010609060101010101" pitchFamily="49" charset="-122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marL="0" indent="0" eaLnBrk="1" hangingPunct="1">
              <a:lnSpc>
                <a:spcPct val="90000"/>
              </a:lnSpc>
              <a:buClrTx/>
              <a:buFont typeface="Symbol" panose="05050102010706020507" pitchFamily="18" charset="2"/>
              <a:buNone/>
              <a:defRPr/>
            </a:pPr>
            <a:r>
              <a:rPr lang="en-US" altLang="zh-CN" b="1" i="1" dirty="0">
                <a:solidFill>
                  <a:schemeClr val="tx1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  </a:t>
            </a:r>
            <a:r>
              <a:rPr lang="en-US" altLang="zh-CN" b="1" i="1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x </a:t>
            </a:r>
            <a:r>
              <a:rPr lang="en-US" altLang="zh-CN" b="1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= </a:t>
            </a:r>
            <a:r>
              <a:rPr lang="en-US" altLang="zh-CN" b="1" i="1" dirty="0">
                <a:solidFill>
                  <a:srgbClr val="0070C0"/>
                </a:solidFill>
                <a:ea typeface="楷体_GB2312"/>
                <a:cs typeface="Times New Roman" panose="02020603050405020304" pitchFamily="18" charset="0"/>
              </a:rPr>
              <a:t>a</a:t>
            </a:r>
            <a:r>
              <a:rPr lang="en-US" altLang="zh-CN" b="1" dirty="0">
                <a:solidFill>
                  <a:srgbClr val="0070C0"/>
                </a:solidFill>
                <a:ea typeface="楷体_GB2312"/>
                <a:cs typeface="Times New Roman" panose="02020603050405020304" pitchFamily="18" charset="0"/>
              </a:rPr>
              <a:t>[</a:t>
            </a:r>
            <a:r>
              <a:rPr lang="en-US" altLang="zh-CN" b="1" i="1" dirty="0" err="1">
                <a:solidFill>
                  <a:srgbClr val="0070C0"/>
                </a:solidFill>
                <a:ea typeface="楷体_GB2312"/>
                <a:cs typeface="Times New Roman" panose="02020603050405020304" pitchFamily="18" charset="0"/>
              </a:rPr>
              <a:t>i</a:t>
            </a:r>
            <a:r>
              <a:rPr lang="en-US" altLang="zh-CN" b="1" dirty="0">
                <a:solidFill>
                  <a:srgbClr val="0070C0"/>
                </a:solidFill>
                <a:ea typeface="楷体_GB2312"/>
                <a:cs typeface="Times New Roman" panose="02020603050405020304" pitchFamily="18" charset="0"/>
              </a:rPr>
              <a:t>]</a:t>
            </a:r>
          </a:p>
          <a:p>
            <a:pPr lvl="1" eaLnBrk="1" hangingPunct="1">
              <a:lnSpc>
                <a:spcPct val="90000"/>
              </a:lnSpc>
              <a:buFont typeface="Symbol" panose="05050102010706020507" pitchFamily="18" charset="2"/>
              <a:buNone/>
              <a:defRPr/>
            </a:pPr>
            <a:r>
              <a:rPr lang="en-US" altLang="zh-CN" sz="2400" b="1" i="1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a</a:t>
            </a:r>
            <a:r>
              <a:rPr lang="en-US" altLang="zh-CN" sz="2400" b="1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[</a:t>
            </a:r>
            <a:r>
              <a:rPr lang="en-US" altLang="zh-CN" sz="2400" b="1" i="1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j</a:t>
            </a:r>
            <a:r>
              <a:rPr lang="en-US" altLang="zh-CN" sz="2400" b="1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] = </a:t>
            </a:r>
            <a:r>
              <a:rPr lang="en-US" altLang="zh-CN" sz="2400" b="1" i="1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y</a:t>
            </a:r>
          </a:p>
          <a:p>
            <a:pPr lvl="1" eaLnBrk="1" hangingPunct="1">
              <a:lnSpc>
                <a:spcPct val="90000"/>
              </a:lnSpc>
              <a:buFont typeface="Symbol" panose="05050102010706020507" pitchFamily="18" charset="2"/>
              <a:buNone/>
              <a:defRPr/>
            </a:pPr>
            <a:r>
              <a:rPr lang="en-US" altLang="zh-CN" sz="2400" b="1" i="1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z </a:t>
            </a:r>
            <a:r>
              <a:rPr lang="en-US" altLang="zh-CN" sz="2400" b="1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= </a:t>
            </a:r>
            <a:r>
              <a:rPr lang="en-US" altLang="zh-CN" sz="2400" b="1" i="1" dirty="0">
                <a:solidFill>
                  <a:srgbClr val="0070C0"/>
                </a:solidFill>
                <a:ea typeface="楷体_GB2312"/>
                <a:cs typeface="Times New Roman" panose="02020603050405020304" pitchFamily="18" charset="0"/>
              </a:rPr>
              <a:t>a</a:t>
            </a:r>
            <a:r>
              <a:rPr lang="en-US" altLang="zh-CN" sz="2400" b="1" dirty="0">
                <a:solidFill>
                  <a:srgbClr val="0070C0"/>
                </a:solidFill>
                <a:ea typeface="楷体_GB2312"/>
                <a:cs typeface="Times New Roman" panose="02020603050405020304" pitchFamily="18" charset="0"/>
              </a:rPr>
              <a:t>[</a:t>
            </a:r>
            <a:r>
              <a:rPr lang="en-US" altLang="zh-CN" sz="2400" b="1" i="1" dirty="0" err="1">
                <a:solidFill>
                  <a:srgbClr val="0070C0"/>
                </a:solidFill>
                <a:ea typeface="楷体_GB2312"/>
                <a:cs typeface="Times New Roman" panose="02020603050405020304" pitchFamily="18" charset="0"/>
              </a:rPr>
              <a:t>i</a:t>
            </a:r>
            <a:r>
              <a:rPr lang="en-US" altLang="zh-CN" sz="2400" b="1" dirty="0">
                <a:solidFill>
                  <a:srgbClr val="0070C0"/>
                </a:solidFill>
                <a:ea typeface="楷体_GB2312"/>
                <a:cs typeface="Times New Roman" panose="02020603050405020304" pitchFamily="18" charset="0"/>
              </a:rPr>
              <a:t>]</a:t>
            </a:r>
          </a:p>
        </p:txBody>
      </p:sp>
      <p:sp>
        <p:nvSpPr>
          <p:cNvPr id="110595" name="Rectangle 2">
            <a:extLst>
              <a:ext uri="{FF2B5EF4-FFF2-40B4-BE49-F238E27FC236}">
                <a16:creationId xmlns:a16="http://schemas.microsoft.com/office/drawing/2014/main" id="{5E7C48B3-9394-445D-ABD9-10F4F8ACA7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数组元素赋值指令的表示</a:t>
            </a:r>
            <a:endParaRPr lang="en-US" altLang="zh-CN" sz="3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971801" name="Rectangle 25">
            <a:extLst>
              <a:ext uri="{FF2B5EF4-FFF2-40B4-BE49-F238E27FC236}">
                <a16:creationId xmlns:a16="http://schemas.microsoft.com/office/drawing/2014/main" id="{2E5343B5-58E3-4D61-B605-1C575740AD29}"/>
              </a:ext>
            </a:extLst>
          </p:cNvPr>
          <p:cNvSpPr>
            <a:spLocks noGrp="1" noChangeArrowheads="1"/>
          </p:cNvSpPr>
          <p:nvPr>
            <p:ph sz="half" idx="4294967295"/>
          </p:nvPr>
        </p:nvSpPr>
        <p:spPr bwMode="auto">
          <a:xfrm>
            <a:off x="4487360" y="1015207"/>
            <a:ext cx="4487862" cy="3670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/>
          <a:p>
            <a:pPr eaLnBrk="1" hangingPunct="1">
              <a:lnSpc>
                <a:spcPts val="2600"/>
              </a:lnSpc>
              <a:buClrTx/>
              <a:buFont typeface="Wingdings" panose="05000000000000000000" pitchFamily="2" charset="2"/>
              <a:buChar char="Ø"/>
            </a:pPr>
            <a:r>
              <a:rPr lang="zh-CN" altLang="en-US" sz="2000" b="1" dirty="0">
                <a:solidFill>
                  <a:schemeClr val="tx1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对于形如</a:t>
            </a:r>
            <a:r>
              <a:rPr lang="en-US" altLang="zh-CN" sz="2000" b="1" i="1" dirty="0">
                <a:solidFill>
                  <a:schemeClr val="tx1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a</a:t>
            </a:r>
            <a:r>
              <a:rPr lang="en-US" altLang="zh-CN" sz="2000" b="1" dirty="0">
                <a:solidFill>
                  <a:schemeClr val="tx1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[</a:t>
            </a:r>
            <a:r>
              <a:rPr lang="en-US" altLang="zh-CN" sz="2000" b="1" i="1" dirty="0">
                <a:solidFill>
                  <a:schemeClr val="tx1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j</a:t>
            </a:r>
            <a:r>
              <a:rPr lang="en-US" altLang="zh-CN" sz="2000" b="1" dirty="0">
                <a:solidFill>
                  <a:schemeClr val="tx1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] = </a:t>
            </a:r>
            <a:r>
              <a:rPr lang="en-US" altLang="zh-CN" sz="2000" b="1" i="1" dirty="0">
                <a:solidFill>
                  <a:schemeClr val="tx1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y</a:t>
            </a:r>
            <a:r>
              <a:rPr lang="zh-CN" altLang="en-US" sz="2000" b="1" dirty="0">
                <a:solidFill>
                  <a:schemeClr val="tx1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的三地址指令，创建一个运算符为“</a:t>
            </a:r>
            <a:r>
              <a:rPr lang="en-US" altLang="zh-CN" sz="2000" b="1" dirty="0">
                <a:solidFill>
                  <a:srgbClr val="0070C0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[]=</a:t>
            </a:r>
            <a:r>
              <a:rPr lang="zh-CN" altLang="en-US" sz="2000" b="1" dirty="0">
                <a:solidFill>
                  <a:schemeClr val="tx1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”的结点，这个结点有</a:t>
            </a:r>
            <a:r>
              <a:rPr lang="en-US" altLang="zh-CN" sz="2000" b="1" dirty="0">
                <a:solidFill>
                  <a:schemeClr val="tx1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3</a:t>
            </a:r>
            <a:r>
              <a:rPr lang="zh-CN" altLang="en-US" sz="2000" b="1" dirty="0">
                <a:solidFill>
                  <a:schemeClr val="tx1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个子结点，分别表示</a:t>
            </a:r>
            <a:r>
              <a:rPr lang="en-US" altLang="zh-CN" sz="2000" b="1" i="1" dirty="0">
                <a:solidFill>
                  <a:schemeClr val="tx1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a</a:t>
            </a:r>
            <a:r>
              <a:rPr lang="zh-CN" altLang="en-US" sz="2000" b="1" dirty="0">
                <a:solidFill>
                  <a:schemeClr val="tx1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、</a:t>
            </a:r>
            <a:r>
              <a:rPr lang="en-US" altLang="zh-CN" sz="2000" b="1" i="1" dirty="0">
                <a:solidFill>
                  <a:schemeClr val="tx1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j</a:t>
            </a:r>
            <a:r>
              <a:rPr lang="zh-CN" altLang="en-US" sz="2000" b="1" dirty="0">
                <a:solidFill>
                  <a:schemeClr val="tx1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和</a:t>
            </a:r>
            <a:r>
              <a:rPr lang="en-US" altLang="zh-CN" sz="2000" b="1" i="1" dirty="0">
                <a:solidFill>
                  <a:schemeClr val="tx1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y</a:t>
            </a:r>
            <a:endParaRPr lang="zh-CN" altLang="en-US" sz="2000" b="1" dirty="0">
              <a:solidFill>
                <a:schemeClr val="tx1"/>
              </a:solidFill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ts val="2600"/>
              </a:lnSpc>
              <a:buClrTx/>
              <a:buFont typeface="Wingdings" panose="05000000000000000000" pitchFamily="2" charset="2"/>
              <a:buChar char="Ø"/>
            </a:pPr>
            <a:r>
              <a:rPr lang="zh-CN" altLang="en-US" sz="2000" b="1" dirty="0">
                <a:solidFill>
                  <a:schemeClr val="tx1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该结点</a:t>
            </a:r>
            <a:r>
              <a:rPr lang="zh-CN" altLang="en-US" sz="2000" b="1" dirty="0">
                <a:solidFill>
                  <a:srgbClr val="0070C0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没有</a:t>
            </a:r>
            <a:r>
              <a:rPr lang="zh-CN" altLang="en-US" sz="2000" b="1" dirty="0">
                <a:solidFill>
                  <a:schemeClr val="tx1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定值变量表</a:t>
            </a:r>
            <a:endParaRPr lang="en-US" altLang="zh-CN" sz="2000" b="1" dirty="0">
              <a:solidFill>
                <a:schemeClr val="tx1"/>
              </a:solidFill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ts val="2600"/>
              </a:lnSpc>
              <a:buClrTx/>
              <a:buFont typeface="Wingdings" panose="05000000000000000000" pitchFamily="2" charset="2"/>
              <a:buChar char="Ø"/>
            </a:pPr>
            <a:r>
              <a:rPr lang="zh-CN" altLang="en-US" sz="2000" b="1" dirty="0">
                <a:solidFill>
                  <a:schemeClr val="tx1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该结点的创建将</a:t>
            </a:r>
            <a:r>
              <a:rPr lang="zh-CN" altLang="en-US" sz="2000" b="1" dirty="0">
                <a:solidFill>
                  <a:srgbClr val="0070C0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注销</a:t>
            </a:r>
            <a:r>
              <a:rPr lang="en-US" altLang="zh-CN" sz="2000" b="1" dirty="0">
                <a:solidFill>
                  <a:schemeClr val="tx1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(</a:t>
            </a:r>
            <a:r>
              <a:rPr lang="zh-CN" altLang="en-US" sz="2000" b="1" dirty="0">
                <a:solidFill>
                  <a:schemeClr val="tx1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杀死</a:t>
            </a:r>
            <a:r>
              <a:rPr lang="en-US" altLang="zh-CN" sz="2000" b="1" dirty="0">
                <a:solidFill>
                  <a:schemeClr val="tx1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)</a:t>
            </a:r>
            <a:r>
              <a:rPr lang="zh-CN" altLang="en-US" sz="2000" b="1" dirty="0">
                <a:solidFill>
                  <a:schemeClr val="tx1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所有已经建立的、其值</a:t>
            </a:r>
            <a:r>
              <a:rPr lang="zh-CN" altLang="en-US" sz="2000" b="1" dirty="0">
                <a:solidFill>
                  <a:srgbClr val="0070C0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依赖于</a:t>
            </a:r>
            <a:r>
              <a:rPr lang="en-US" altLang="zh-CN" sz="2000" b="1" i="1" dirty="0">
                <a:solidFill>
                  <a:srgbClr val="0070C0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a</a:t>
            </a:r>
            <a:r>
              <a:rPr lang="zh-CN" altLang="en-US" sz="2000" b="1" dirty="0">
                <a:solidFill>
                  <a:srgbClr val="0070C0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的结点</a:t>
            </a:r>
            <a:endParaRPr lang="en-US" altLang="zh-CN" sz="2000" b="1" dirty="0">
              <a:solidFill>
                <a:srgbClr val="0070C0"/>
              </a:solidFill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ts val="2600"/>
              </a:lnSpc>
              <a:buClrTx/>
              <a:buFont typeface="Wingdings" panose="05000000000000000000" pitchFamily="2" charset="2"/>
              <a:buChar char="Ø"/>
            </a:pPr>
            <a:r>
              <a:rPr lang="zh-CN" altLang="en-US" sz="2000" b="1" dirty="0">
                <a:solidFill>
                  <a:schemeClr val="tx1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一个被注销</a:t>
            </a:r>
            <a:r>
              <a:rPr lang="en-US" altLang="zh-CN" sz="2000" b="1" dirty="0">
                <a:solidFill>
                  <a:schemeClr val="tx1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(</a:t>
            </a:r>
            <a:r>
              <a:rPr lang="zh-CN" altLang="en-US" sz="2000" b="1" dirty="0">
                <a:solidFill>
                  <a:schemeClr val="tx1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杀死</a:t>
            </a:r>
            <a:r>
              <a:rPr lang="en-US" altLang="zh-CN" sz="2000" b="1" dirty="0">
                <a:solidFill>
                  <a:schemeClr val="tx1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)</a:t>
            </a:r>
            <a:r>
              <a:rPr lang="zh-CN" altLang="en-US" sz="2000" b="1" dirty="0">
                <a:solidFill>
                  <a:schemeClr val="tx1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的结点</a:t>
            </a:r>
            <a:r>
              <a:rPr lang="zh-CN" altLang="en-US" sz="2000" b="1" dirty="0">
                <a:solidFill>
                  <a:srgbClr val="0070C0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不能再获得任何新的定值变量</a:t>
            </a:r>
            <a:r>
              <a:rPr lang="zh-CN" altLang="en-US" sz="2000" b="1" dirty="0">
                <a:solidFill>
                  <a:schemeClr val="tx1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，也就是说，它</a:t>
            </a:r>
            <a:r>
              <a:rPr lang="zh-CN" altLang="en-US" sz="2000" b="1" dirty="0">
                <a:solidFill>
                  <a:srgbClr val="0070C0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不可能成为一个公共子表达式</a:t>
            </a:r>
            <a:endParaRPr lang="en-US" altLang="zh-CN" sz="2000" b="1" dirty="0">
              <a:solidFill>
                <a:srgbClr val="0070C0"/>
              </a:solidFill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</p:txBody>
      </p:sp>
      <p:sp>
        <p:nvSpPr>
          <p:cNvPr id="971796" name="Text Box 20">
            <a:extLst>
              <a:ext uri="{FF2B5EF4-FFF2-40B4-BE49-F238E27FC236}">
                <a16:creationId xmlns:a16="http://schemas.microsoft.com/office/drawing/2014/main" id="{7ABFD2B0-2B81-496E-AA33-3F3B936BE7D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90663" y="3624263"/>
            <a:ext cx="647700" cy="314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kumimoji="1" lang="en-US" altLang="zh-CN" sz="1600" i="1">
                <a:solidFill>
                  <a:srgbClr val="FF0000"/>
                </a:solidFill>
                <a:latin typeface="Times New Roman" panose="02020603050405020304" pitchFamily="18" charset="0"/>
                <a:cs typeface="楷体_GB2312" charset="0"/>
              </a:rPr>
              <a:t>killed</a:t>
            </a:r>
            <a:endParaRPr kumimoji="1" lang="zh-CN" altLang="en-US" sz="1600" i="1">
              <a:solidFill>
                <a:srgbClr val="FF0000"/>
              </a:solidFill>
              <a:latin typeface="Times New Roman" panose="02020603050405020304" pitchFamily="18" charset="0"/>
              <a:cs typeface="楷体_GB2312" charset="0"/>
            </a:endParaRPr>
          </a:p>
        </p:txBody>
      </p:sp>
      <p:sp>
        <p:nvSpPr>
          <p:cNvPr id="110618" name="Text Box 15">
            <a:extLst>
              <a:ext uri="{FF2B5EF4-FFF2-40B4-BE49-F238E27FC236}">
                <a16:creationId xmlns:a16="http://schemas.microsoft.com/office/drawing/2014/main" id="{D1863C7A-40CB-4294-86D4-6D77463DF01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98675" y="3003550"/>
            <a:ext cx="400050" cy="438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kumimoji="1" lang="en-US" altLang="zh-CN" sz="2400" i="1">
                <a:latin typeface="Times New Roman" panose="02020603050405020304" pitchFamily="18" charset="0"/>
              </a:rPr>
              <a:t>z</a:t>
            </a:r>
          </a:p>
        </p:txBody>
      </p:sp>
      <p:sp>
        <p:nvSpPr>
          <p:cNvPr id="110619" name="Freeform 23">
            <a:extLst>
              <a:ext uri="{FF2B5EF4-FFF2-40B4-BE49-F238E27FC236}">
                <a16:creationId xmlns:a16="http://schemas.microsoft.com/office/drawing/2014/main" id="{6CF4D3DF-F7F0-4C56-A94D-917285BB3D6D}"/>
              </a:ext>
            </a:extLst>
          </p:cNvPr>
          <p:cNvSpPr>
            <a:spLocks/>
          </p:cNvSpPr>
          <p:nvPr/>
        </p:nvSpPr>
        <p:spPr bwMode="auto">
          <a:xfrm>
            <a:off x="1042988" y="3441700"/>
            <a:ext cx="630237" cy="1146175"/>
          </a:xfrm>
          <a:custGeom>
            <a:avLst/>
            <a:gdLst>
              <a:gd name="T0" fmla="*/ 2147483646 w 287"/>
              <a:gd name="T1" fmla="*/ 0 h 862"/>
              <a:gd name="T2" fmla="*/ 2147483646 w 287"/>
              <a:gd name="T3" fmla="*/ 2147483646 h 862"/>
              <a:gd name="T4" fmla="*/ 2147483646 w 287"/>
              <a:gd name="T5" fmla="*/ 2147483646 h 862"/>
              <a:gd name="T6" fmla="*/ 0 60000 65536"/>
              <a:gd name="T7" fmla="*/ 0 60000 65536"/>
              <a:gd name="T8" fmla="*/ 0 60000 65536"/>
              <a:gd name="T9" fmla="*/ 0 w 287"/>
              <a:gd name="T10" fmla="*/ 0 h 862"/>
              <a:gd name="T11" fmla="*/ 287 w 287"/>
              <a:gd name="T12" fmla="*/ 862 h 862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287" h="862">
                <a:moveTo>
                  <a:pt x="287" y="0"/>
                </a:moveTo>
                <a:cubicBezTo>
                  <a:pt x="158" y="177"/>
                  <a:pt x="30" y="355"/>
                  <a:pt x="15" y="499"/>
                </a:cubicBezTo>
                <a:cubicBezTo>
                  <a:pt x="0" y="643"/>
                  <a:pt x="98" y="752"/>
                  <a:pt x="197" y="862"/>
                </a:cubicBez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/>
          </a:p>
        </p:txBody>
      </p:sp>
      <p:sp>
        <p:nvSpPr>
          <p:cNvPr id="110620" name="Freeform 24">
            <a:extLst>
              <a:ext uri="{FF2B5EF4-FFF2-40B4-BE49-F238E27FC236}">
                <a16:creationId xmlns:a16="http://schemas.microsoft.com/office/drawing/2014/main" id="{BF468552-B8E5-4134-A8B0-2E91C79A08F9}"/>
              </a:ext>
            </a:extLst>
          </p:cNvPr>
          <p:cNvSpPr>
            <a:spLocks/>
          </p:cNvSpPr>
          <p:nvPr/>
        </p:nvSpPr>
        <p:spPr bwMode="auto">
          <a:xfrm>
            <a:off x="1870075" y="3362325"/>
            <a:ext cx="517525" cy="1216025"/>
          </a:xfrm>
          <a:custGeom>
            <a:avLst/>
            <a:gdLst>
              <a:gd name="T0" fmla="*/ 0 w 310"/>
              <a:gd name="T1" fmla="*/ 0 h 771"/>
              <a:gd name="T2" fmla="*/ 2147483646 w 310"/>
              <a:gd name="T3" fmla="*/ 2147483646 h 771"/>
              <a:gd name="T4" fmla="*/ 2147483646 w 310"/>
              <a:gd name="T5" fmla="*/ 2147483646 h 771"/>
              <a:gd name="T6" fmla="*/ 0 60000 65536"/>
              <a:gd name="T7" fmla="*/ 0 60000 65536"/>
              <a:gd name="T8" fmla="*/ 0 60000 65536"/>
              <a:gd name="T9" fmla="*/ 0 w 310"/>
              <a:gd name="T10" fmla="*/ 0 h 771"/>
              <a:gd name="T11" fmla="*/ 310 w 310"/>
              <a:gd name="T12" fmla="*/ 771 h 771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310" h="771">
                <a:moveTo>
                  <a:pt x="0" y="0"/>
                </a:moveTo>
                <a:cubicBezTo>
                  <a:pt x="117" y="117"/>
                  <a:pt x="234" y="234"/>
                  <a:pt x="272" y="363"/>
                </a:cubicBezTo>
                <a:cubicBezTo>
                  <a:pt x="310" y="492"/>
                  <a:pt x="268" y="631"/>
                  <a:pt x="226" y="771"/>
                </a:cubicBez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/>
          </a:p>
        </p:txBody>
      </p:sp>
      <p:sp>
        <p:nvSpPr>
          <p:cNvPr id="23" name="Oval 73">
            <a:extLst>
              <a:ext uri="{FF2B5EF4-FFF2-40B4-BE49-F238E27FC236}">
                <a16:creationId xmlns:a16="http://schemas.microsoft.com/office/drawing/2014/main" id="{52279C4E-945A-4CF8-99D6-5C3F576A8D1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52575" y="3035300"/>
            <a:ext cx="558800" cy="41275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lIns="27000" tIns="34290" rIns="68580" bIns="34290" anchor="ctr"/>
          <a:lstStyle/>
          <a:p>
            <a:pPr eaLnBrk="1" hangingPunct="1">
              <a:defRPr/>
            </a:pPr>
            <a:r>
              <a:rPr kumimoji="1" lang="en-US" altLang="zh-CN">
                <a:latin typeface="Times New Roman" panose="02020603050405020304" pitchFamily="18" charset="0"/>
              </a:rPr>
              <a:t>=[ ]</a:t>
            </a:r>
            <a:endParaRPr lang="en-US" altLang="zh-CN" b="0" i="1" baseline="-25000">
              <a:latin typeface="Times New Roman" panose="02020603050405020304" pitchFamily="18" charset="0"/>
              <a:cs typeface="楷体_GB2312" charset="0"/>
            </a:endParaRPr>
          </a:p>
        </p:txBody>
      </p:sp>
      <p:sp>
        <p:nvSpPr>
          <p:cNvPr id="110614" name="Text Box 14">
            <a:extLst>
              <a:ext uri="{FF2B5EF4-FFF2-40B4-BE49-F238E27FC236}">
                <a16:creationId xmlns:a16="http://schemas.microsoft.com/office/drawing/2014/main" id="{A30FA397-B570-47E2-995E-4C171FD7E77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74863" y="3848100"/>
            <a:ext cx="342900" cy="438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kumimoji="1" lang="en-US" altLang="zh-CN" sz="2400" i="1">
                <a:latin typeface="Times New Roman" panose="02020603050405020304" pitchFamily="18" charset="0"/>
              </a:rPr>
              <a:t>x</a:t>
            </a:r>
          </a:p>
        </p:txBody>
      </p:sp>
      <p:sp>
        <p:nvSpPr>
          <p:cNvPr id="25" name="Oval 73">
            <a:extLst>
              <a:ext uri="{FF2B5EF4-FFF2-40B4-BE49-F238E27FC236}">
                <a16:creationId xmlns:a16="http://schemas.microsoft.com/office/drawing/2014/main" id="{07FCE596-2774-467C-ADE4-FD32904C95C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12888" y="3863975"/>
            <a:ext cx="558800" cy="41275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lIns="27000" tIns="34290" rIns="68580" bIns="34290" anchor="ctr"/>
          <a:lstStyle/>
          <a:p>
            <a:pPr eaLnBrk="1" hangingPunct="1">
              <a:defRPr/>
            </a:pPr>
            <a:r>
              <a:rPr kumimoji="1" lang="en-US" altLang="zh-CN">
                <a:latin typeface="Times New Roman" panose="02020603050405020304" pitchFamily="18" charset="0"/>
              </a:rPr>
              <a:t>=[ ]</a:t>
            </a:r>
            <a:endParaRPr lang="en-US" altLang="zh-CN" b="0" i="1" baseline="-25000">
              <a:latin typeface="Times New Roman" panose="02020603050405020304" pitchFamily="18" charset="0"/>
              <a:cs typeface="楷体_GB2312" charset="0"/>
            </a:endParaRPr>
          </a:p>
        </p:txBody>
      </p:sp>
      <p:grpSp>
        <p:nvGrpSpPr>
          <p:cNvPr id="5" name="组合 4">
            <a:extLst>
              <a:ext uri="{FF2B5EF4-FFF2-40B4-BE49-F238E27FC236}">
                <a16:creationId xmlns:a16="http://schemas.microsoft.com/office/drawing/2014/main" id="{ED0B7361-FAD3-40B9-BBB1-99D44DCF9191}"/>
              </a:ext>
            </a:extLst>
          </p:cNvPr>
          <p:cNvGrpSpPr>
            <a:grpSpLocks/>
          </p:cNvGrpSpPr>
          <p:nvPr/>
        </p:nvGrpSpPr>
        <p:grpSpPr bwMode="auto">
          <a:xfrm>
            <a:off x="1339850" y="4283075"/>
            <a:ext cx="1306513" cy="592138"/>
            <a:chOff x="1339850" y="4283299"/>
            <a:chExt cx="1306513" cy="591914"/>
          </a:xfrm>
        </p:grpSpPr>
        <p:sp>
          <p:nvSpPr>
            <p:cNvPr id="110615" name="Text Box 6">
              <a:extLst>
                <a:ext uri="{FF2B5EF4-FFF2-40B4-BE49-F238E27FC236}">
                  <a16:creationId xmlns:a16="http://schemas.microsoft.com/office/drawing/2014/main" id="{50B01B7C-30DC-4176-ABAA-44739A28D85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303281" y="4436459"/>
              <a:ext cx="343082" cy="43845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>
              <a:spAutoFit/>
            </a:bodyPr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kumimoji="1" lang="en-US" altLang="zh-CN" sz="2400" i="1">
                  <a:latin typeface="Times New Roman" panose="02020603050405020304" pitchFamily="18" charset="0"/>
                </a:rPr>
                <a:t>i</a:t>
              </a:r>
              <a:r>
                <a:rPr kumimoji="1" lang="en-US" altLang="zh-CN" sz="2400" i="1" baseline="-25000">
                  <a:latin typeface="Times New Roman" panose="02020603050405020304" pitchFamily="18" charset="0"/>
                </a:rPr>
                <a:t>0</a:t>
              </a:r>
            </a:p>
          </p:txBody>
        </p:sp>
        <p:sp>
          <p:nvSpPr>
            <p:cNvPr id="110616" name="Text Box 5">
              <a:extLst>
                <a:ext uri="{FF2B5EF4-FFF2-40B4-BE49-F238E27FC236}">
                  <a16:creationId xmlns:a16="http://schemas.microsoft.com/office/drawing/2014/main" id="{50D3002C-5916-48C2-831F-B4BC490B424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596120" y="4436756"/>
              <a:ext cx="455854" cy="43845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>
              <a:spAutoFit/>
            </a:bodyPr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kumimoji="1" lang="en-US" altLang="zh-CN" sz="2400" i="1">
                  <a:latin typeface="Times New Roman" panose="02020603050405020304" pitchFamily="18" charset="0"/>
                </a:rPr>
                <a:t>a</a:t>
              </a:r>
              <a:r>
                <a:rPr kumimoji="1" lang="en-US" altLang="zh-CN" sz="2400" i="1" baseline="-25000">
                  <a:latin typeface="Times New Roman" panose="02020603050405020304" pitchFamily="18" charset="0"/>
                </a:rPr>
                <a:t>0</a:t>
              </a:r>
            </a:p>
          </p:txBody>
        </p:sp>
        <p:sp>
          <p:nvSpPr>
            <p:cNvPr id="110617" name="Line 7">
              <a:extLst>
                <a:ext uri="{FF2B5EF4-FFF2-40B4-BE49-F238E27FC236}">
                  <a16:creationId xmlns:a16="http://schemas.microsoft.com/office/drawing/2014/main" id="{444F7594-0C1F-485D-B931-F489578877AB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476387" y="4304284"/>
              <a:ext cx="249407" cy="26675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lIns="68580" tIns="34290" rIns="68580" bIns="34290" anchor="ctr"/>
            <a:lstStyle/>
            <a:p>
              <a:endParaRPr lang="zh-CN" altLang="en-US"/>
            </a:p>
          </p:txBody>
        </p:sp>
        <p:sp>
          <p:nvSpPr>
            <p:cNvPr id="2" name="Line 8">
              <a:extLst>
                <a:ext uri="{FF2B5EF4-FFF2-40B4-BE49-F238E27FC236}">
                  <a16:creationId xmlns:a16="http://schemas.microsoft.com/office/drawing/2014/main" id="{B3AF4E9D-FC00-45AC-8985-2E2920C1C94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91256" y="4283299"/>
              <a:ext cx="301611" cy="28773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lIns="68580" tIns="34290" rIns="68580" bIns="34290" anchor="ctr"/>
            <a:lstStyle/>
            <a:p>
              <a:endParaRPr lang="zh-CN" altLang="en-US"/>
            </a:p>
          </p:txBody>
        </p:sp>
        <p:sp>
          <p:nvSpPr>
            <p:cNvPr id="26" name="Oval 73">
              <a:extLst>
                <a:ext uri="{FF2B5EF4-FFF2-40B4-BE49-F238E27FC236}">
                  <a16:creationId xmlns:a16="http://schemas.microsoft.com/office/drawing/2014/main" id="{934E880F-0479-40EC-8CD3-DACA24BB13E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39850" y="4580050"/>
              <a:ext cx="269875" cy="269773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lIns="27000" tIns="34290" rIns="68580" bIns="34290" anchor="ctr"/>
            <a:lstStyle/>
            <a:p>
              <a:pPr eaLnBrk="1" hangingPunct="1">
                <a:defRPr/>
              </a:pPr>
              <a:endParaRPr lang="en-US" altLang="zh-CN" b="0" i="1" baseline="-25000">
                <a:latin typeface="Times New Roman" panose="02020603050405020304" pitchFamily="18" charset="0"/>
                <a:cs typeface="楷体_GB2312" charset="0"/>
              </a:endParaRPr>
            </a:p>
          </p:txBody>
        </p:sp>
        <p:sp>
          <p:nvSpPr>
            <p:cNvPr id="27" name="Oval 73">
              <a:extLst>
                <a:ext uri="{FF2B5EF4-FFF2-40B4-BE49-F238E27FC236}">
                  <a16:creationId xmlns:a16="http://schemas.microsoft.com/office/drawing/2014/main" id="{9BEE8050-808F-4836-9632-6A6E0DA6811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071688" y="4580050"/>
              <a:ext cx="269875" cy="269773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lIns="27000" tIns="34290" rIns="68580" bIns="34290" anchor="ctr"/>
            <a:lstStyle/>
            <a:p>
              <a:pPr eaLnBrk="1" hangingPunct="1">
                <a:defRPr/>
              </a:pPr>
              <a:endParaRPr lang="en-US" altLang="zh-CN" b="0" i="1" baseline="-25000">
                <a:latin typeface="Times New Roman" panose="02020603050405020304" pitchFamily="18" charset="0"/>
                <a:cs typeface="楷体_GB2312" charset="0"/>
              </a:endParaRPr>
            </a:p>
          </p:txBody>
        </p:sp>
      </p:grpSp>
      <p:sp>
        <p:nvSpPr>
          <p:cNvPr id="24" name="Oval 73">
            <a:extLst>
              <a:ext uri="{FF2B5EF4-FFF2-40B4-BE49-F238E27FC236}">
                <a16:creationId xmlns:a16="http://schemas.microsoft.com/office/drawing/2014/main" id="{841C392F-C531-4372-8CE5-8FEBDB48BF8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33675" y="3870325"/>
            <a:ext cx="558800" cy="41275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lIns="27000" tIns="34290" rIns="68580" bIns="34290" anchor="ctr"/>
          <a:lstStyle/>
          <a:p>
            <a:pPr eaLnBrk="1" hangingPunct="1">
              <a:defRPr/>
            </a:pPr>
            <a:r>
              <a:rPr kumimoji="1" lang="en-US" altLang="zh-CN">
                <a:latin typeface="Times New Roman" panose="02020603050405020304" pitchFamily="18" charset="0"/>
              </a:rPr>
              <a:t>[ ]=</a:t>
            </a:r>
            <a:endParaRPr lang="en-US" altLang="zh-CN" b="0" i="1" baseline="-25000">
              <a:latin typeface="Times New Roman" panose="02020603050405020304" pitchFamily="18" charset="0"/>
              <a:cs typeface="楷体_GB2312" charset="0"/>
            </a:endParaRPr>
          </a:p>
        </p:txBody>
      </p:sp>
      <p:grpSp>
        <p:nvGrpSpPr>
          <p:cNvPr id="6" name="组合 5">
            <a:extLst>
              <a:ext uri="{FF2B5EF4-FFF2-40B4-BE49-F238E27FC236}">
                <a16:creationId xmlns:a16="http://schemas.microsoft.com/office/drawing/2014/main" id="{0C682337-8C9F-4E05-9B8C-BF2B9802D64F}"/>
              </a:ext>
            </a:extLst>
          </p:cNvPr>
          <p:cNvGrpSpPr>
            <a:grpSpLocks/>
          </p:cNvGrpSpPr>
          <p:nvPr/>
        </p:nvGrpSpPr>
        <p:grpSpPr bwMode="auto">
          <a:xfrm>
            <a:off x="1512888" y="4264025"/>
            <a:ext cx="2643187" cy="611188"/>
            <a:chOff x="1512888" y="4264214"/>
            <a:chExt cx="2643187" cy="610999"/>
          </a:xfrm>
        </p:grpSpPr>
        <p:sp>
          <p:nvSpPr>
            <p:cNvPr id="110608" name="Text Box 10">
              <a:extLst>
                <a:ext uri="{FF2B5EF4-FFF2-40B4-BE49-F238E27FC236}">
                  <a16:creationId xmlns:a16="http://schemas.microsoft.com/office/drawing/2014/main" id="{0B717700-2DCA-4652-88AC-FB8F245DF1B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058222" y="4436607"/>
              <a:ext cx="377807" cy="43860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>
              <a:spAutoFit/>
            </a:bodyPr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kumimoji="1" lang="en-US" altLang="zh-CN" sz="2400" i="1">
                  <a:latin typeface="Times New Roman" panose="02020603050405020304" pitchFamily="18" charset="0"/>
                </a:rPr>
                <a:t>j</a:t>
              </a:r>
              <a:r>
                <a:rPr kumimoji="1" lang="en-US" altLang="zh-CN" sz="2400" i="1" baseline="-25000">
                  <a:latin typeface="Times New Roman" panose="02020603050405020304" pitchFamily="18" charset="0"/>
                </a:rPr>
                <a:t>0</a:t>
              </a:r>
            </a:p>
          </p:txBody>
        </p:sp>
        <p:sp>
          <p:nvSpPr>
            <p:cNvPr id="110609" name="Line 11">
              <a:extLst>
                <a:ext uri="{FF2B5EF4-FFF2-40B4-BE49-F238E27FC236}">
                  <a16:creationId xmlns:a16="http://schemas.microsoft.com/office/drawing/2014/main" id="{E1C82E92-0302-4BD2-8C7B-9C0521B451FA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512888" y="4264214"/>
              <a:ext cx="1491125" cy="32987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lIns="68580" tIns="34290" rIns="68580" bIns="34290" anchor="ctr"/>
            <a:lstStyle/>
            <a:p>
              <a:endParaRPr lang="zh-CN" altLang="en-US"/>
            </a:p>
          </p:txBody>
        </p:sp>
        <p:sp>
          <p:nvSpPr>
            <p:cNvPr id="110610" name="Line 12">
              <a:extLst>
                <a:ext uri="{FF2B5EF4-FFF2-40B4-BE49-F238E27FC236}">
                  <a16:creationId xmlns:a16="http://schemas.microsoft.com/office/drawing/2014/main" id="{1EA719D2-9D83-47EF-9CFF-AB18C23FEB8E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909128" y="4292795"/>
              <a:ext cx="53092" cy="26750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lIns="68580" tIns="34290" rIns="68580" bIns="34290" anchor="ctr"/>
            <a:lstStyle/>
            <a:p>
              <a:endParaRPr lang="zh-CN" altLang="en-US"/>
            </a:p>
          </p:txBody>
        </p:sp>
        <p:sp>
          <p:nvSpPr>
            <p:cNvPr id="110611" name="Text Box 16">
              <a:extLst>
                <a:ext uri="{FF2B5EF4-FFF2-40B4-BE49-F238E27FC236}">
                  <a16:creationId xmlns:a16="http://schemas.microsoft.com/office/drawing/2014/main" id="{00C4D16E-FD2F-432B-BE40-0119154847C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756044" y="4436607"/>
              <a:ext cx="400031" cy="43860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>
              <a:spAutoFit/>
            </a:bodyPr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kumimoji="1" lang="en-US" altLang="zh-CN" sz="2400" i="1">
                  <a:latin typeface="Times New Roman" panose="02020603050405020304" pitchFamily="18" charset="0"/>
                </a:rPr>
                <a:t>y</a:t>
              </a:r>
              <a:r>
                <a:rPr kumimoji="1" lang="en-US" altLang="zh-CN" sz="2400" i="1" baseline="-25000">
                  <a:latin typeface="Times New Roman" panose="02020603050405020304" pitchFamily="18" charset="0"/>
                </a:rPr>
                <a:t>0</a:t>
              </a:r>
            </a:p>
          </p:txBody>
        </p:sp>
        <p:sp>
          <p:nvSpPr>
            <p:cNvPr id="110612" name="Line 18">
              <a:extLst>
                <a:ext uri="{FF2B5EF4-FFF2-40B4-BE49-F238E27FC236}">
                  <a16:creationId xmlns:a16="http://schemas.microsoft.com/office/drawing/2014/main" id="{70EBFCC6-1206-49A5-8E7E-FB7E6C8CD7A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62220" y="4264214"/>
              <a:ext cx="737728" cy="29172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lIns="68580" tIns="34290" rIns="68580" bIns="34290" anchor="ctr"/>
            <a:lstStyle/>
            <a:p>
              <a:endParaRPr lang="zh-CN" altLang="en-US"/>
            </a:p>
          </p:txBody>
        </p:sp>
        <p:sp>
          <p:nvSpPr>
            <p:cNvPr id="28" name="Oval 73">
              <a:extLst>
                <a:ext uri="{FF2B5EF4-FFF2-40B4-BE49-F238E27FC236}">
                  <a16:creationId xmlns:a16="http://schemas.microsoft.com/office/drawing/2014/main" id="{6E8072B4-AD50-4CE5-B1E2-1A6D5223EF6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749550" y="4580029"/>
              <a:ext cx="269875" cy="269792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lIns="27000" tIns="34290" rIns="68580" bIns="34290" anchor="ctr"/>
            <a:lstStyle/>
            <a:p>
              <a:pPr eaLnBrk="1" hangingPunct="1">
                <a:defRPr/>
              </a:pPr>
              <a:endParaRPr lang="en-US" altLang="zh-CN" b="0" i="1" baseline="-25000">
                <a:latin typeface="Times New Roman" panose="02020603050405020304" pitchFamily="18" charset="0"/>
                <a:cs typeface="楷体_GB2312" charset="0"/>
              </a:endParaRPr>
            </a:p>
          </p:txBody>
        </p:sp>
        <p:sp>
          <p:nvSpPr>
            <p:cNvPr id="29" name="Oval 73">
              <a:extLst>
                <a:ext uri="{FF2B5EF4-FFF2-40B4-BE49-F238E27FC236}">
                  <a16:creationId xmlns:a16="http://schemas.microsoft.com/office/drawing/2014/main" id="{6F52164A-30D7-4969-8C3D-BE635A34999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25838" y="4580029"/>
              <a:ext cx="269875" cy="269792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lIns="27000" tIns="34290" rIns="68580" bIns="34290" anchor="ctr"/>
            <a:lstStyle/>
            <a:p>
              <a:pPr eaLnBrk="1" hangingPunct="1">
                <a:defRPr/>
              </a:pPr>
              <a:endParaRPr lang="en-US" altLang="zh-CN" b="0" i="1" baseline="-25000">
                <a:latin typeface="Times New Roman" panose="02020603050405020304" pitchFamily="18" charset="0"/>
                <a:cs typeface="楷体_GB2312" charset="0"/>
              </a:endParaRPr>
            </a:p>
          </p:txBody>
        </p:sp>
      </p:grpSp>
      <p:sp>
        <p:nvSpPr>
          <p:cNvPr id="3" name="对话气泡: 圆角矩形 2">
            <a:extLst>
              <a:ext uri="{FF2B5EF4-FFF2-40B4-BE49-F238E27FC236}">
                <a16:creationId xmlns:a16="http://schemas.microsoft.com/office/drawing/2014/main" id="{2098A603-CD78-4A32-A169-A872B51779F1}"/>
              </a:ext>
            </a:extLst>
          </p:cNvPr>
          <p:cNvSpPr/>
          <p:nvPr/>
        </p:nvSpPr>
        <p:spPr>
          <a:xfrm>
            <a:off x="2071688" y="1160548"/>
            <a:ext cx="2370677" cy="1215854"/>
          </a:xfrm>
          <a:prstGeom prst="wedgeRoundRectCallout">
            <a:avLst>
              <a:gd name="adj1" fmla="val -65337"/>
              <a:gd name="adj2" fmla="val 39117"/>
              <a:gd name="adj3" fmla="val 16667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hangingPunct="1">
              <a:defRPr/>
            </a:pPr>
            <a:r>
              <a:rPr lang="zh-CN" altLang="en-US">
                <a:solidFill>
                  <a:schemeClr val="tx1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在构造</a:t>
            </a:r>
            <a:r>
              <a:rPr lang="en-US" altLang="zh-CN">
                <a:solidFill>
                  <a:schemeClr val="tx1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DAG</a:t>
            </a:r>
            <a:r>
              <a:rPr lang="zh-CN" altLang="en-US">
                <a:solidFill>
                  <a:schemeClr val="tx1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时，如何防止系统将</a:t>
            </a:r>
            <a:r>
              <a:rPr lang="en-US" altLang="zh-CN" i="1">
                <a:solidFill>
                  <a:schemeClr val="tx1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a</a:t>
            </a:r>
            <a:r>
              <a:rPr lang="en-US" altLang="zh-CN">
                <a:solidFill>
                  <a:schemeClr val="tx1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[</a:t>
            </a:r>
            <a:r>
              <a:rPr lang="en-US" altLang="zh-CN" i="1">
                <a:solidFill>
                  <a:schemeClr val="tx1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i</a:t>
            </a:r>
            <a:r>
              <a:rPr lang="en-US" altLang="zh-CN">
                <a:solidFill>
                  <a:schemeClr val="tx1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]</a:t>
            </a:r>
            <a:r>
              <a:rPr lang="zh-CN" altLang="en-US">
                <a:solidFill>
                  <a:schemeClr val="tx1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误判为公共子表达式？</a:t>
            </a:r>
            <a:endParaRPr lang="en-US" altLang="zh-CN" dirty="0">
              <a:solidFill>
                <a:schemeClr val="tx1"/>
              </a:solidFill>
              <a:latin typeface="Times New Roman" pitchFamily="18" charset="0"/>
              <a:ea typeface="楷体" pitchFamily="49" charset="-122"/>
              <a:cs typeface="Times New Roman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17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9717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9717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9717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17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9717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9717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9717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17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9717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9717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9717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177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97177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97177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97177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 nodeType="clickPar">
                      <p:stCondLst>
                        <p:cond delay="indefinite"/>
                      </p:stCondLst>
                      <p:childTnLst>
                        <p:par>
                          <p:cTn id="3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 nodeType="clickPar">
                      <p:stCondLst>
                        <p:cond delay="indefinite"/>
                      </p:stCondLst>
                      <p:childTnLst>
                        <p:par>
                          <p:cTn id="3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6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1106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1106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106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 nodeType="clickPar">
                      <p:stCondLst>
                        <p:cond delay="indefinite"/>
                      </p:stCondLst>
                      <p:childTnLst>
                        <p:par>
                          <p:cTn id="4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6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 nodeType="clickPar">
                      <p:stCondLst>
                        <p:cond delay="indefinite"/>
                      </p:stCondLst>
                      <p:childTnLst>
                        <p:par>
                          <p:cTn id="5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 nodeType="clickPar">
                      <p:stCondLst>
                        <p:cond delay="indefinite"/>
                      </p:stCondLst>
                      <p:childTnLst>
                        <p:par>
                          <p:cTn id="5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0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180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2" dur="500" fill="hold"/>
                                        <p:tgtEl>
                                          <p:spTgt spid="97180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3" dur="500" fill="hold"/>
                                        <p:tgtEl>
                                          <p:spTgt spid="97180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97180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 nodeType="clickPar">
                      <p:stCondLst>
                        <p:cond delay="indefinite"/>
                      </p:stCondLst>
                      <p:childTnLst>
                        <p:par>
                          <p:cTn id="6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 nodeType="clickPar">
                      <p:stCondLst>
                        <p:cond delay="indefinite"/>
                      </p:stCondLst>
                      <p:childTnLst>
                        <p:par>
                          <p:cTn id="7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180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6" dur="500" fill="hold"/>
                                        <p:tgtEl>
                                          <p:spTgt spid="97180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500" fill="hold"/>
                                        <p:tgtEl>
                                          <p:spTgt spid="97180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97180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 nodeType="clickPar">
                      <p:stCondLst>
                        <p:cond delay="indefinite"/>
                      </p:stCondLst>
                      <p:childTnLst>
                        <p:par>
                          <p:cTn id="8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180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3" dur="500" fill="hold"/>
                                        <p:tgtEl>
                                          <p:spTgt spid="97180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500" fill="hold"/>
                                        <p:tgtEl>
                                          <p:spTgt spid="97180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97180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 nodeType="clickPar">
                      <p:stCondLst>
                        <p:cond delay="indefinite"/>
                      </p:stCondLst>
                      <p:childTnLst>
                        <p:par>
                          <p:cTn id="8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17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0" dur="500" fill="hold"/>
                                        <p:tgtEl>
                                          <p:spTgt spid="9717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1" dur="500" fill="hold"/>
                                        <p:tgtEl>
                                          <p:spTgt spid="9717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9717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 nodeType="clickPar">
                      <p:stCondLst>
                        <p:cond delay="indefinite"/>
                      </p:stCondLst>
                      <p:childTnLst>
                        <p:par>
                          <p:cTn id="9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180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7" dur="500" fill="hold"/>
                                        <p:tgtEl>
                                          <p:spTgt spid="97180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8" dur="500" fill="hold"/>
                                        <p:tgtEl>
                                          <p:spTgt spid="97180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97180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0" fill="hold" nodeType="clickPar">
                      <p:stCondLst>
                        <p:cond delay="indefinite"/>
                      </p:stCondLst>
                      <p:childTnLst>
                        <p:par>
                          <p:cTn id="10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4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5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 nodeType="clickPar">
                      <p:stCondLst>
                        <p:cond delay="indefinite"/>
                      </p:stCondLst>
                      <p:childTnLst>
                        <p:par>
                          <p:cTn id="10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9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6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1" dur="500" fill="hold"/>
                                        <p:tgtEl>
                                          <p:spTgt spid="1106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2" dur="500" fill="hold"/>
                                        <p:tgtEl>
                                          <p:spTgt spid="1106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3" dur="500"/>
                                        <p:tgtEl>
                                          <p:spTgt spid="1106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6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6" dur="500" fill="hold"/>
                                        <p:tgtEl>
                                          <p:spTgt spid="1106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7" dur="500" fill="hold"/>
                                        <p:tgtEl>
                                          <p:spTgt spid="1106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1106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 nodeType="clickPar">
                      <p:stCondLst>
                        <p:cond delay="indefinite"/>
                      </p:stCondLst>
                      <p:childTnLst>
                        <p:par>
                          <p:cTn id="1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2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6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3" dur="500" fill="hold"/>
                                        <p:tgtEl>
                                          <p:spTgt spid="1106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4" dur="500" fill="hold"/>
                                        <p:tgtEl>
                                          <p:spTgt spid="1106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1106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71779" grpId="0" build="p"/>
      <p:bldP spid="971796" grpId="0"/>
      <p:bldP spid="110618" grpId="0"/>
      <p:bldP spid="23" grpId="0" animBg="1"/>
      <p:bldP spid="110614" grpId="0"/>
      <p:bldP spid="25" grpId="0" animBg="1"/>
      <p:bldP spid="24" grpId="0" animBg="1"/>
      <p:bldP spid="3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2019" name="Rectangle 3">
            <a:extLst>
              <a:ext uri="{FF2B5EF4-FFF2-40B4-BE49-F238E27FC236}">
                <a16:creationId xmlns:a16="http://schemas.microsoft.com/office/drawing/2014/main" id="{B395B522-3CDC-45BF-8AD2-71F4A760BD61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430213" y="785812"/>
            <a:ext cx="8213725" cy="4162202"/>
          </a:xfrm>
        </p:spPr>
        <p:txBody>
          <a:bodyPr vert="horz"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lnSpc>
                <a:spcPts val="3000"/>
              </a:lnSpc>
              <a:spcBef>
                <a:spcPts val="600"/>
              </a:spcBef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2500" b="1" dirty="0">
                <a:solidFill>
                  <a:schemeClr val="tx1"/>
                </a:solidFill>
              </a:rPr>
              <a:t>对每个</a:t>
            </a:r>
            <a:r>
              <a:rPr lang="zh-CN" altLang="en-US" sz="2500" b="1" dirty="0">
                <a:solidFill>
                  <a:srgbClr val="0070C0"/>
                </a:solidFill>
              </a:rPr>
              <a:t>具有若干定值变量</a:t>
            </a:r>
            <a:r>
              <a:rPr lang="zh-CN" altLang="en-US" sz="2500" b="1" dirty="0">
                <a:solidFill>
                  <a:schemeClr val="tx1"/>
                </a:solidFill>
              </a:rPr>
              <a:t>的结点，构造一个</a:t>
            </a:r>
            <a:r>
              <a:rPr lang="zh-CN" altLang="en-US" sz="2500" b="1" dirty="0">
                <a:solidFill>
                  <a:srgbClr val="0070C0"/>
                </a:solidFill>
              </a:rPr>
              <a:t>三地址语句</a:t>
            </a:r>
            <a:r>
              <a:rPr lang="zh-CN" altLang="en-US" sz="2500" b="1" dirty="0">
                <a:solidFill>
                  <a:schemeClr val="tx1"/>
                </a:solidFill>
              </a:rPr>
              <a:t>来计算其中某个</a:t>
            </a:r>
            <a:r>
              <a:rPr lang="zh-CN" altLang="en-US" sz="2500" b="1" dirty="0"/>
              <a:t>定值</a:t>
            </a:r>
            <a:r>
              <a:rPr lang="zh-CN" altLang="en-US" sz="2500" b="1" dirty="0">
                <a:solidFill>
                  <a:schemeClr val="tx1"/>
                </a:solidFill>
              </a:rPr>
              <a:t>变量的值</a:t>
            </a:r>
            <a:endParaRPr lang="en-US" altLang="zh-CN" sz="2500" b="1" dirty="0">
              <a:solidFill>
                <a:schemeClr val="tx1"/>
              </a:solidFill>
            </a:endParaRPr>
          </a:p>
          <a:p>
            <a:pPr lvl="1" eaLnBrk="1" hangingPunct="1">
              <a:lnSpc>
                <a:spcPts val="3000"/>
              </a:lnSpc>
              <a:spcBef>
                <a:spcPts val="600"/>
              </a:spcBef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b="1" dirty="0"/>
              <a:t>指令顺序必须遵守</a:t>
            </a:r>
            <a:r>
              <a:rPr lang="en-US" altLang="zh-CN" b="1" dirty="0"/>
              <a:t>DAG</a:t>
            </a:r>
            <a:r>
              <a:rPr lang="zh-CN" altLang="en-US" b="1" dirty="0"/>
              <a:t>中结点的计算顺序</a:t>
            </a:r>
            <a:endParaRPr lang="en-US" altLang="zh-CN" b="1" dirty="0">
              <a:solidFill>
                <a:schemeClr val="tx1"/>
              </a:solidFill>
            </a:endParaRPr>
          </a:p>
          <a:p>
            <a:pPr lvl="1" eaLnBrk="1" hangingPunct="1">
              <a:lnSpc>
                <a:spcPts val="3000"/>
              </a:lnSpc>
              <a:spcBef>
                <a:spcPts val="600"/>
              </a:spcBef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b="1" dirty="0">
                <a:solidFill>
                  <a:schemeClr val="tx1"/>
                </a:solidFill>
              </a:rPr>
              <a:t>对于每个结点，至多只生成一条实现运算的语句</a:t>
            </a:r>
            <a:endParaRPr lang="en-US" altLang="zh-CN" b="1" dirty="0">
              <a:solidFill>
                <a:schemeClr val="tx1"/>
              </a:solidFill>
            </a:endParaRPr>
          </a:p>
          <a:p>
            <a:pPr lvl="1" eaLnBrk="1" hangingPunct="1">
              <a:lnSpc>
                <a:spcPts val="3000"/>
              </a:lnSpc>
              <a:spcBef>
                <a:spcPts val="600"/>
              </a:spcBef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b="1" dirty="0">
                <a:solidFill>
                  <a:schemeClr val="tx1"/>
                </a:solidFill>
              </a:rPr>
              <a:t>倾向于把计算得到的结果赋给一个在基本块</a:t>
            </a:r>
            <a:r>
              <a:rPr lang="zh-CN" altLang="en-US" b="1" dirty="0">
                <a:solidFill>
                  <a:srgbClr val="0070C0"/>
                </a:solidFill>
              </a:rPr>
              <a:t>出口处活跃</a:t>
            </a:r>
            <a:r>
              <a:rPr lang="zh-CN" altLang="en-US" b="1" dirty="0">
                <a:solidFill>
                  <a:schemeClr val="tx1"/>
                </a:solidFill>
              </a:rPr>
              <a:t>的变量</a:t>
            </a:r>
            <a:r>
              <a:rPr lang="en-US" altLang="zh-CN" b="1" dirty="0">
                <a:solidFill>
                  <a:schemeClr val="tx1"/>
                </a:solidFill>
                <a:cs typeface="Times New Roman" panose="02020603050405020304" pitchFamily="18" charset="0"/>
              </a:rPr>
              <a:t>(</a:t>
            </a:r>
            <a:r>
              <a:rPr lang="zh-CN" altLang="en-US" b="1" dirty="0">
                <a:solidFill>
                  <a:schemeClr val="tx1"/>
                </a:solidFill>
              </a:rPr>
              <a:t>如果没有</a:t>
            </a:r>
            <a:r>
              <a:rPr lang="zh-CN" altLang="en-US" b="1" dirty="0">
                <a:solidFill>
                  <a:srgbClr val="0070C0"/>
                </a:solidFill>
              </a:rPr>
              <a:t>全局活跃变量的信息</a:t>
            </a:r>
            <a:r>
              <a:rPr lang="zh-CN" altLang="en-US" b="1" dirty="0">
                <a:solidFill>
                  <a:schemeClr val="tx1"/>
                </a:solidFill>
              </a:rPr>
              <a:t>作为依据，就要假设所有变量都在基本块出口处活跃，除了编译器生成的临时变量</a:t>
            </a:r>
            <a:r>
              <a:rPr lang="en-US" altLang="zh-CN" b="1" dirty="0">
                <a:solidFill>
                  <a:schemeClr val="tx1"/>
                </a:solidFill>
              </a:rPr>
              <a:t>) </a:t>
            </a:r>
          </a:p>
          <a:p>
            <a:pPr lvl="1" eaLnBrk="1" hangingPunct="1">
              <a:lnSpc>
                <a:spcPts val="3000"/>
              </a:lnSpc>
              <a:spcBef>
                <a:spcPts val="600"/>
              </a:spcBef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2300" b="1" dirty="0">
                <a:solidFill>
                  <a:schemeClr val="tx1"/>
                </a:solidFill>
              </a:rPr>
              <a:t>如果结点有</a:t>
            </a:r>
            <a:r>
              <a:rPr lang="zh-CN" altLang="en-US" sz="2300" b="1" dirty="0">
                <a:solidFill>
                  <a:srgbClr val="0070C0"/>
                </a:solidFill>
              </a:rPr>
              <a:t>多个附加的活跃变量</a:t>
            </a:r>
            <a:r>
              <a:rPr lang="zh-CN" altLang="en-US" sz="2300" b="1" dirty="0">
                <a:solidFill>
                  <a:schemeClr val="tx1"/>
                </a:solidFill>
              </a:rPr>
              <a:t>，就必须引入</a:t>
            </a:r>
            <a:r>
              <a:rPr lang="zh-CN" altLang="en-US" sz="2300" b="1" dirty="0">
                <a:solidFill>
                  <a:srgbClr val="0070C0"/>
                </a:solidFill>
              </a:rPr>
              <a:t>复制语句</a:t>
            </a:r>
            <a:r>
              <a:rPr lang="zh-CN" altLang="en-US" sz="2300" b="1" dirty="0">
                <a:solidFill>
                  <a:schemeClr val="tx1"/>
                </a:solidFill>
              </a:rPr>
              <a:t>，以便给每一个变量都赋予正确的值</a:t>
            </a:r>
            <a:endParaRPr lang="en-US" altLang="zh-CN" sz="2300" b="1" dirty="0">
              <a:solidFill>
                <a:schemeClr val="tx1"/>
              </a:solidFill>
            </a:endParaRPr>
          </a:p>
          <a:p>
            <a:pPr lvl="1" eaLnBrk="1" hangingPunct="1">
              <a:lnSpc>
                <a:spcPts val="3000"/>
              </a:lnSpc>
              <a:spcBef>
                <a:spcPts val="600"/>
              </a:spcBef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2300" b="1" dirty="0"/>
              <a:t>出口处不活跃且未被引用的结点，不必计算</a:t>
            </a:r>
            <a:endParaRPr lang="en-US" altLang="zh-CN" sz="2300" b="1" dirty="0">
              <a:solidFill>
                <a:schemeClr val="tx1"/>
              </a:solidFill>
            </a:endParaRPr>
          </a:p>
        </p:txBody>
      </p:sp>
      <p:sp>
        <p:nvSpPr>
          <p:cNvPr id="114691" name="Rectangle 2">
            <a:extLst>
              <a:ext uri="{FF2B5EF4-FFF2-40B4-BE49-F238E27FC236}">
                <a16:creationId xmlns:a16="http://schemas.microsoft.com/office/drawing/2014/main" id="{149BDB6A-E336-4730-A93D-ECF6A8C655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从 </a:t>
            </a:r>
            <a:r>
              <a:rPr lang="en-US" altLang="zh-CN" sz="3000" i="1">
                <a:solidFill>
                  <a:schemeClr val="tx1"/>
                </a:solidFill>
                <a:ea typeface="微软雅黑" panose="020B0503020204020204" pitchFamily="34" charset="-122"/>
                <a:cs typeface="Times New Roman" panose="02020603050405020304" pitchFamily="18" charset="0"/>
              </a:rPr>
              <a:t>DAG </a:t>
            </a:r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到基本块的重组</a:t>
            </a:r>
            <a:endParaRPr lang="en-US" altLang="zh-CN" sz="3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20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9820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9820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9820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20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9820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9820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9820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20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9820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9820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9820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20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9820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9820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9820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201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98201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98201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98201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201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98201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98201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98201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1368" name="Text Box 24">
            <a:extLst>
              <a:ext uri="{FF2B5EF4-FFF2-40B4-BE49-F238E27FC236}">
                <a16:creationId xmlns:a16="http://schemas.microsoft.com/office/drawing/2014/main" id="{AD516257-CFCA-4CDE-90C4-FD547813847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354763" y="2881313"/>
            <a:ext cx="215900" cy="438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kumimoji="1" lang="en-US" altLang="zh-CN" sz="2400" i="1">
                <a:solidFill>
                  <a:srgbClr val="000000"/>
                </a:solidFill>
                <a:latin typeface="Times New Roman" panose="02020603050405020304" pitchFamily="18" charset="0"/>
              </a:rPr>
              <a:t>D</a:t>
            </a:r>
          </a:p>
        </p:txBody>
      </p:sp>
      <p:sp>
        <p:nvSpPr>
          <p:cNvPr id="116739" name="Rectangle 3">
            <a:extLst>
              <a:ext uri="{FF2B5EF4-FFF2-40B4-BE49-F238E27FC236}">
                <a16:creationId xmlns:a16="http://schemas.microsoft.com/office/drawing/2014/main" id="{DC2F4492-FA48-4E82-A1B8-8C2331BC2B51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428625" y="786035"/>
            <a:ext cx="2979738" cy="4233987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lnSpc>
                <a:spcPct val="80000"/>
              </a:lnSpc>
              <a:buClrTx/>
              <a:buFont typeface="Wingdings" panose="05000000000000000000" pitchFamily="2" charset="2"/>
              <a:buChar char="Ø"/>
            </a:pPr>
            <a:r>
              <a:rPr lang="zh-CN" altLang="en-US" b="1" dirty="0">
                <a:solidFill>
                  <a:schemeClr val="tx1"/>
                </a:solidFill>
                <a:latin typeface="楷体" panose="02010609060101010101" pitchFamily="49" charset="-122"/>
                <a:cs typeface="Times New Roman" panose="02020603050405020304" pitchFamily="18" charset="0"/>
              </a:rPr>
              <a:t>给定一个基本块</a:t>
            </a:r>
          </a:p>
          <a:p>
            <a:pPr marL="301625" lvl="1" indent="0" eaLnBrk="1" hangingPunct="1">
              <a:lnSpc>
                <a:spcPts val="2300"/>
              </a:lnSpc>
              <a:buClrTx/>
              <a:buFont typeface="Symbol" panose="05050102010706020507" pitchFamily="18" charset="2"/>
              <a:buNone/>
            </a:pPr>
            <a:r>
              <a:rPr lang="zh-CN" altLang="en-US" sz="2000" dirty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① </a:t>
            </a:r>
            <a:r>
              <a:rPr lang="en-US" altLang="zh-CN" sz="2000" b="1" i="1" dirty="0">
                <a:solidFill>
                  <a:schemeClr val="tx1"/>
                </a:solidFill>
                <a:ea typeface="楷体_GB2312" charset="0"/>
                <a:cs typeface="Times New Roman" panose="02020603050405020304" pitchFamily="18" charset="0"/>
              </a:rPr>
              <a:t>B</a:t>
            </a:r>
            <a:r>
              <a:rPr lang="en-US" altLang="zh-CN" sz="2000" b="1" dirty="0">
                <a:solidFill>
                  <a:schemeClr val="tx1"/>
                </a:solidFill>
                <a:ea typeface="楷体_GB2312" charset="0"/>
                <a:cs typeface="Times New Roman" panose="02020603050405020304" pitchFamily="18" charset="0"/>
              </a:rPr>
              <a:t> = 3 </a:t>
            </a:r>
          </a:p>
          <a:p>
            <a:pPr marL="301625" lvl="1" indent="0" eaLnBrk="1" hangingPunct="1">
              <a:lnSpc>
                <a:spcPts val="2300"/>
              </a:lnSpc>
              <a:buClrTx/>
              <a:buFont typeface="Symbol" panose="05050102010706020507" pitchFamily="18" charset="2"/>
              <a:buNone/>
            </a:pPr>
            <a:r>
              <a:rPr lang="zh-CN" altLang="en-US" sz="2000" dirty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② </a:t>
            </a:r>
            <a:r>
              <a:rPr lang="en-US" altLang="zh-CN" sz="2000" b="1" i="1" dirty="0">
                <a:solidFill>
                  <a:schemeClr val="tx1"/>
                </a:solidFill>
                <a:ea typeface="楷体_GB2312" charset="0"/>
                <a:cs typeface="Times New Roman" panose="02020603050405020304" pitchFamily="18" charset="0"/>
              </a:rPr>
              <a:t>D</a:t>
            </a:r>
            <a:r>
              <a:rPr lang="en-US" altLang="zh-CN" sz="2000" b="1" dirty="0">
                <a:solidFill>
                  <a:schemeClr val="tx1"/>
                </a:solidFill>
                <a:ea typeface="楷体_GB2312" charset="0"/>
                <a:cs typeface="Times New Roman" panose="02020603050405020304" pitchFamily="18" charset="0"/>
              </a:rPr>
              <a:t> = </a:t>
            </a:r>
            <a:r>
              <a:rPr lang="en-US" altLang="zh-CN" sz="2000" b="1" i="1" dirty="0">
                <a:solidFill>
                  <a:schemeClr val="tx1"/>
                </a:solidFill>
                <a:ea typeface="楷体_GB2312" charset="0"/>
                <a:cs typeface="Times New Roman" panose="02020603050405020304" pitchFamily="18" charset="0"/>
              </a:rPr>
              <a:t>A</a:t>
            </a:r>
            <a:r>
              <a:rPr lang="en-US" altLang="zh-CN" sz="2000" b="1" dirty="0">
                <a:solidFill>
                  <a:schemeClr val="tx1"/>
                </a:solidFill>
                <a:ea typeface="楷体_GB2312" charset="0"/>
                <a:cs typeface="Times New Roman" panose="02020603050405020304" pitchFamily="18" charset="0"/>
              </a:rPr>
              <a:t> + </a:t>
            </a:r>
            <a:r>
              <a:rPr lang="en-US" altLang="zh-CN" sz="2000" b="1" i="1" dirty="0">
                <a:solidFill>
                  <a:schemeClr val="tx1"/>
                </a:solidFill>
                <a:ea typeface="楷体_GB2312" charset="0"/>
                <a:cs typeface="Times New Roman" panose="02020603050405020304" pitchFamily="18" charset="0"/>
              </a:rPr>
              <a:t>C</a:t>
            </a:r>
            <a:r>
              <a:rPr lang="en-US" altLang="zh-CN" sz="2000" b="1" dirty="0">
                <a:solidFill>
                  <a:schemeClr val="tx1"/>
                </a:solidFill>
                <a:ea typeface="楷体_GB2312" charset="0"/>
                <a:cs typeface="Times New Roman" panose="02020603050405020304" pitchFamily="18" charset="0"/>
              </a:rPr>
              <a:t> </a:t>
            </a:r>
          </a:p>
          <a:p>
            <a:pPr marL="301625" lvl="1" indent="0" eaLnBrk="1" hangingPunct="1">
              <a:lnSpc>
                <a:spcPts val="2300"/>
              </a:lnSpc>
              <a:buClrTx/>
              <a:buFont typeface="Symbol" panose="05050102010706020507" pitchFamily="18" charset="2"/>
              <a:buNone/>
            </a:pPr>
            <a:r>
              <a:rPr lang="zh-CN" altLang="en-US" sz="2000" dirty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楷体_GB2312" charset="0"/>
              </a:rPr>
              <a:t>③ </a:t>
            </a:r>
            <a:r>
              <a:rPr lang="en-US" altLang="zh-CN" sz="2000" b="1" i="1" dirty="0">
                <a:solidFill>
                  <a:schemeClr val="tx1"/>
                </a:solidFill>
                <a:ea typeface="宋体" panose="02010600030101010101" pitchFamily="2" charset="-122"/>
                <a:cs typeface="楷体_GB2312" charset="0"/>
              </a:rPr>
              <a:t>E</a:t>
            </a:r>
            <a:r>
              <a:rPr lang="en-US" altLang="zh-CN" sz="2000" b="1" dirty="0">
                <a:solidFill>
                  <a:schemeClr val="tx1"/>
                </a:solidFill>
                <a:ea typeface="宋体" panose="02010600030101010101" pitchFamily="2" charset="-122"/>
                <a:cs typeface="楷体_GB2312" charset="0"/>
              </a:rPr>
              <a:t> =</a:t>
            </a:r>
            <a:r>
              <a:rPr lang="en-US" altLang="zh-CN" sz="2000" b="1" i="1" dirty="0">
                <a:solidFill>
                  <a:schemeClr val="tx1"/>
                </a:solidFill>
                <a:ea typeface="宋体" panose="02010600030101010101" pitchFamily="2" charset="-122"/>
                <a:cs typeface="楷体_GB2312" charset="0"/>
              </a:rPr>
              <a:t> A </a:t>
            </a:r>
            <a:r>
              <a:rPr lang="en-US" altLang="zh-CN" sz="2000" b="1" dirty="0">
                <a:solidFill>
                  <a:schemeClr val="tx1"/>
                </a:solidFill>
                <a:ea typeface="宋体" panose="02010600030101010101" pitchFamily="2" charset="-122"/>
                <a:cs typeface="楷体_GB2312" charset="0"/>
              </a:rPr>
              <a:t>* </a:t>
            </a:r>
            <a:r>
              <a:rPr lang="en-US" altLang="zh-CN" sz="2000" b="1" i="1" dirty="0">
                <a:solidFill>
                  <a:schemeClr val="tx1"/>
                </a:solidFill>
                <a:ea typeface="宋体" panose="02010600030101010101" pitchFamily="2" charset="-122"/>
                <a:cs typeface="楷体_GB2312" charset="0"/>
              </a:rPr>
              <a:t>C</a:t>
            </a:r>
            <a:r>
              <a:rPr lang="en-US" altLang="zh-CN" sz="2000" b="1" dirty="0">
                <a:solidFill>
                  <a:schemeClr val="tx1"/>
                </a:solidFill>
                <a:ea typeface="宋体" panose="02010600030101010101" pitchFamily="2" charset="-122"/>
                <a:cs typeface="楷体_GB2312" charset="0"/>
              </a:rPr>
              <a:t> </a:t>
            </a:r>
          </a:p>
          <a:p>
            <a:pPr marL="301625" lvl="1" indent="0" eaLnBrk="1" hangingPunct="1">
              <a:lnSpc>
                <a:spcPts val="2300"/>
              </a:lnSpc>
              <a:buClrTx/>
              <a:buFont typeface="Symbol" panose="05050102010706020507" pitchFamily="18" charset="2"/>
              <a:buNone/>
            </a:pPr>
            <a:r>
              <a:rPr lang="zh-CN" altLang="en-US" sz="2000" dirty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rPr>
              <a:t>④ </a:t>
            </a:r>
            <a:r>
              <a:rPr lang="en-US" altLang="zh-CN" sz="2000" b="1" i="1" dirty="0">
                <a:solidFill>
                  <a:schemeClr val="tx1"/>
                </a:solidFill>
                <a:ea typeface="宋体" panose="02010600030101010101" pitchFamily="2" charset="-122"/>
              </a:rPr>
              <a:t>F</a:t>
            </a:r>
            <a:r>
              <a:rPr lang="en-US" altLang="zh-CN" sz="2000" b="1" dirty="0">
                <a:solidFill>
                  <a:schemeClr val="tx1"/>
                </a:solidFill>
                <a:ea typeface="宋体" panose="02010600030101010101" pitchFamily="2" charset="-122"/>
              </a:rPr>
              <a:t> = </a:t>
            </a:r>
            <a:r>
              <a:rPr lang="en-US" altLang="zh-CN" sz="2000" b="1" i="1" dirty="0">
                <a:solidFill>
                  <a:schemeClr val="tx1"/>
                </a:solidFill>
                <a:ea typeface="宋体" panose="02010600030101010101" pitchFamily="2" charset="-122"/>
              </a:rPr>
              <a:t>E</a:t>
            </a:r>
            <a:r>
              <a:rPr lang="en-US" altLang="zh-CN" sz="2000" b="1" dirty="0">
                <a:solidFill>
                  <a:schemeClr val="tx1"/>
                </a:solidFill>
                <a:ea typeface="宋体" panose="02010600030101010101" pitchFamily="2" charset="-122"/>
              </a:rPr>
              <a:t> + </a:t>
            </a:r>
            <a:r>
              <a:rPr lang="en-US" altLang="zh-CN" sz="2000" b="1" i="1" dirty="0">
                <a:solidFill>
                  <a:schemeClr val="tx1"/>
                </a:solidFill>
                <a:ea typeface="宋体" panose="02010600030101010101" pitchFamily="2" charset="-122"/>
              </a:rPr>
              <a:t>D</a:t>
            </a:r>
            <a:r>
              <a:rPr lang="en-US" altLang="zh-CN" sz="2000" b="1" dirty="0">
                <a:solidFill>
                  <a:schemeClr val="tx1"/>
                </a:solidFill>
                <a:ea typeface="宋体" panose="02010600030101010101" pitchFamily="2" charset="-122"/>
              </a:rPr>
              <a:t> </a:t>
            </a:r>
          </a:p>
          <a:p>
            <a:pPr marL="301625" lvl="1" indent="0" eaLnBrk="1" hangingPunct="1">
              <a:lnSpc>
                <a:spcPts val="2300"/>
              </a:lnSpc>
              <a:buClrTx/>
              <a:buFont typeface="Symbol" panose="05050102010706020507" pitchFamily="18" charset="2"/>
              <a:buNone/>
            </a:pPr>
            <a:r>
              <a:rPr lang="zh-CN" altLang="en-US" sz="2000" dirty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rPr>
              <a:t>⑤ </a:t>
            </a:r>
            <a:r>
              <a:rPr lang="en-US" altLang="zh-CN" sz="2000" b="1" i="1" dirty="0">
                <a:solidFill>
                  <a:schemeClr val="tx1"/>
                </a:solidFill>
                <a:ea typeface="宋体" panose="02010600030101010101" pitchFamily="2" charset="-122"/>
              </a:rPr>
              <a:t>G</a:t>
            </a:r>
            <a:r>
              <a:rPr lang="en-US" altLang="zh-CN" sz="2000" b="1" dirty="0">
                <a:solidFill>
                  <a:schemeClr val="tx1"/>
                </a:solidFill>
                <a:ea typeface="宋体" panose="02010600030101010101" pitchFamily="2" charset="-122"/>
              </a:rPr>
              <a:t> = </a:t>
            </a:r>
            <a:r>
              <a:rPr lang="en-US" altLang="zh-CN" sz="2000" b="1" i="1" dirty="0">
                <a:solidFill>
                  <a:schemeClr val="tx1"/>
                </a:solidFill>
                <a:ea typeface="宋体" panose="02010600030101010101" pitchFamily="2" charset="-122"/>
              </a:rPr>
              <a:t>B</a:t>
            </a:r>
            <a:r>
              <a:rPr lang="en-US" altLang="zh-CN" sz="2000" b="1" dirty="0">
                <a:solidFill>
                  <a:schemeClr val="tx1"/>
                </a:solidFill>
                <a:ea typeface="宋体" panose="02010600030101010101" pitchFamily="2" charset="-122"/>
              </a:rPr>
              <a:t> * </a:t>
            </a:r>
            <a:r>
              <a:rPr lang="en-US" altLang="zh-CN" sz="2000" b="1" i="1" dirty="0">
                <a:solidFill>
                  <a:schemeClr val="tx1"/>
                </a:solidFill>
                <a:ea typeface="宋体" panose="02010600030101010101" pitchFamily="2" charset="-122"/>
              </a:rPr>
              <a:t>F</a:t>
            </a:r>
            <a:r>
              <a:rPr lang="en-US" altLang="zh-CN" sz="2000" b="1" dirty="0">
                <a:solidFill>
                  <a:schemeClr val="tx1"/>
                </a:solidFill>
                <a:ea typeface="宋体" panose="02010600030101010101" pitchFamily="2" charset="-122"/>
              </a:rPr>
              <a:t> </a:t>
            </a:r>
          </a:p>
          <a:p>
            <a:pPr marL="301625" lvl="1" indent="0" eaLnBrk="1" hangingPunct="1">
              <a:lnSpc>
                <a:spcPts val="2300"/>
              </a:lnSpc>
              <a:buClrTx/>
              <a:buFont typeface="Symbol" panose="05050102010706020507" pitchFamily="18" charset="2"/>
              <a:buNone/>
            </a:pPr>
            <a:r>
              <a:rPr lang="zh-CN" altLang="en-US" sz="2000" dirty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rPr>
              <a:t>⑥ </a:t>
            </a:r>
            <a:r>
              <a:rPr lang="en-US" altLang="zh-CN" sz="2000" b="1" i="1" dirty="0">
                <a:solidFill>
                  <a:schemeClr val="tx1"/>
                </a:solidFill>
                <a:ea typeface="宋体" panose="02010600030101010101" pitchFamily="2" charset="-122"/>
              </a:rPr>
              <a:t>H</a:t>
            </a:r>
            <a:r>
              <a:rPr lang="en-US" altLang="zh-CN" sz="2000" b="1" dirty="0">
                <a:solidFill>
                  <a:schemeClr val="tx1"/>
                </a:solidFill>
                <a:ea typeface="宋体" panose="02010600030101010101" pitchFamily="2" charset="-122"/>
              </a:rPr>
              <a:t> = </a:t>
            </a:r>
            <a:r>
              <a:rPr lang="en-US" altLang="zh-CN" sz="2000" b="1" i="1" dirty="0">
                <a:solidFill>
                  <a:schemeClr val="tx1"/>
                </a:solidFill>
                <a:ea typeface="宋体" panose="02010600030101010101" pitchFamily="2" charset="-122"/>
              </a:rPr>
              <a:t>A</a:t>
            </a:r>
            <a:r>
              <a:rPr lang="en-US" altLang="zh-CN" sz="2000" b="1" dirty="0">
                <a:solidFill>
                  <a:schemeClr val="tx1"/>
                </a:solidFill>
                <a:ea typeface="宋体" panose="02010600030101010101" pitchFamily="2" charset="-122"/>
              </a:rPr>
              <a:t> + </a:t>
            </a:r>
            <a:r>
              <a:rPr lang="en-US" altLang="zh-CN" sz="2000" b="1" i="1" dirty="0">
                <a:solidFill>
                  <a:schemeClr val="tx1"/>
                </a:solidFill>
                <a:ea typeface="宋体" panose="02010600030101010101" pitchFamily="2" charset="-122"/>
              </a:rPr>
              <a:t>C</a:t>
            </a:r>
            <a:r>
              <a:rPr lang="en-US" altLang="zh-CN" sz="2000" b="1" dirty="0">
                <a:solidFill>
                  <a:schemeClr val="tx1"/>
                </a:solidFill>
                <a:ea typeface="宋体" panose="02010600030101010101" pitchFamily="2" charset="-122"/>
              </a:rPr>
              <a:t> </a:t>
            </a:r>
          </a:p>
          <a:p>
            <a:pPr marL="301625" lvl="1" indent="0" eaLnBrk="1" hangingPunct="1">
              <a:lnSpc>
                <a:spcPts val="2300"/>
              </a:lnSpc>
              <a:buClrTx/>
              <a:buFont typeface="Symbol" panose="05050102010706020507" pitchFamily="18" charset="2"/>
              <a:buNone/>
            </a:pPr>
            <a:r>
              <a:rPr lang="zh-CN" altLang="en-US" sz="2000" dirty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rPr>
              <a:t>⑦ </a:t>
            </a:r>
            <a:r>
              <a:rPr lang="en-US" altLang="zh-CN" sz="2000" b="1" i="1" dirty="0">
                <a:solidFill>
                  <a:schemeClr val="tx1"/>
                </a:solidFill>
                <a:ea typeface="宋体" panose="02010600030101010101" pitchFamily="2" charset="-122"/>
              </a:rPr>
              <a:t>I </a:t>
            </a:r>
            <a:r>
              <a:rPr lang="en-US" altLang="zh-CN" sz="2000" b="1" dirty="0">
                <a:solidFill>
                  <a:schemeClr val="tx1"/>
                </a:solidFill>
                <a:ea typeface="宋体" panose="02010600030101010101" pitchFamily="2" charset="-122"/>
              </a:rPr>
              <a:t>= </a:t>
            </a:r>
            <a:r>
              <a:rPr lang="en-US" altLang="zh-CN" sz="2000" b="1" i="1" dirty="0">
                <a:solidFill>
                  <a:schemeClr val="tx1"/>
                </a:solidFill>
                <a:ea typeface="宋体" panose="02010600030101010101" pitchFamily="2" charset="-122"/>
              </a:rPr>
              <a:t>A</a:t>
            </a:r>
            <a:r>
              <a:rPr lang="en-US" altLang="zh-CN" sz="2000" b="1" dirty="0">
                <a:solidFill>
                  <a:schemeClr val="tx1"/>
                </a:solidFill>
                <a:ea typeface="宋体" panose="02010600030101010101" pitchFamily="2" charset="-122"/>
              </a:rPr>
              <a:t> * </a:t>
            </a:r>
            <a:r>
              <a:rPr lang="en-US" altLang="zh-CN" sz="2000" b="1" i="1" dirty="0">
                <a:solidFill>
                  <a:schemeClr val="tx1"/>
                </a:solidFill>
                <a:ea typeface="宋体" panose="02010600030101010101" pitchFamily="2" charset="-122"/>
              </a:rPr>
              <a:t>C</a:t>
            </a:r>
            <a:r>
              <a:rPr lang="en-US" altLang="zh-CN" sz="2000" b="1" dirty="0">
                <a:solidFill>
                  <a:schemeClr val="tx1"/>
                </a:solidFill>
                <a:ea typeface="宋体" panose="02010600030101010101" pitchFamily="2" charset="-122"/>
              </a:rPr>
              <a:t> </a:t>
            </a:r>
          </a:p>
          <a:p>
            <a:pPr marL="301625" lvl="1" indent="0" eaLnBrk="1" hangingPunct="1">
              <a:lnSpc>
                <a:spcPts val="2300"/>
              </a:lnSpc>
              <a:buClrTx/>
              <a:buFont typeface="Symbol" panose="05050102010706020507" pitchFamily="18" charset="2"/>
              <a:buNone/>
            </a:pPr>
            <a:r>
              <a:rPr lang="zh-CN" altLang="en-US" sz="2000" dirty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rPr>
              <a:t>⑧ </a:t>
            </a:r>
            <a:r>
              <a:rPr lang="en-US" altLang="zh-CN" sz="2000" b="1" i="1" dirty="0">
                <a:solidFill>
                  <a:schemeClr val="tx1"/>
                </a:solidFill>
                <a:ea typeface="宋体" panose="02010600030101010101" pitchFamily="2" charset="-122"/>
              </a:rPr>
              <a:t>J</a:t>
            </a:r>
            <a:r>
              <a:rPr lang="en-US" altLang="zh-CN" sz="2000" b="1" dirty="0">
                <a:solidFill>
                  <a:schemeClr val="tx1"/>
                </a:solidFill>
                <a:ea typeface="宋体" panose="02010600030101010101" pitchFamily="2" charset="-122"/>
              </a:rPr>
              <a:t> = </a:t>
            </a:r>
            <a:r>
              <a:rPr lang="en-US" altLang="zh-CN" sz="2000" b="1" i="1" dirty="0">
                <a:solidFill>
                  <a:schemeClr val="tx1"/>
                </a:solidFill>
                <a:ea typeface="宋体" panose="02010600030101010101" pitchFamily="2" charset="-122"/>
              </a:rPr>
              <a:t>H</a:t>
            </a:r>
            <a:r>
              <a:rPr lang="en-US" altLang="zh-CN" sz="2000" b="1" dirty="0">
                <a:solidFill>
                  <a:schemeClr val="tx1"/>
                </a:solidFill>
                <a:ea typeface="宋体" panose="02010600030101010101" pitchFamily="2" charset="-122"/>
              </a:rPr>
              <a:t> + </a:t>
            </a:r>
            <a:r>
              <a:rPr lang="en-US" altLang="zh-CN" sz="2000" b="1" i="1" dirty="0">
                <a:solidFill>
                  <a:schemeClr val="tx1"/>
                </a:solidFill>
                <a:ea typeface="宋体" panose="02010600030101010101" pitchFamily="2" charset="-122"/>
              </a:rPr>
              <a:t>I</a:t>
            </a:r>
            <a:r>
              <a:rPr lang="en-US" altLang="zh-CN" sz="2000" b="1" dirty="0">
                <a:solidFill>
                  <a:schemeClr val="tx1"/>
                </a:solidFill>
                <a:ea typeface="宋体" panose="02010600030101010101" pitchFamily="2" charset="-122"/>
              </a:rPr>
              <a:t> </a:t>
            </a:r>
          </a:p>
          <a:p>
            <a:pPr marL="301625" lvl="1" indent="0" eaLnBrk="1" hangingPunct="1">
              <a:lnSpc>
                <a:spcPts val="2300"/>
              </a:lnSpc>
              <a:buClrTx/>
              <a:buFont typeface="Symbol" panose="05050102010706020507" pitchFamily="18" charset="2"/>
              <a:buNone/>
            </a:pPr>
            <a:r>
              <a:rPr lang="zh-CN" altLang="en-US" sz="2000" dirty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rPr>
              <a:t>⑨ </a:t>
            </a:r>
            <a:r>
              <a:rPr lang="en-US" altLang="zh-CN" sz="2000" b="1" i="1" dirty="0">
                <a:solidFill>
                  <a:schemeClr val="tx1"/>
                </a:solidFill>
                <a:ea typeface="宋体" panose="02010600030101010101" pitchFamily="2" charset="-122"/>
              </a:rPr>
              <a:t>K</a:t>
            </a:r>
            <a:r>
              <a:rPr lang="en-US" altLang="zh-CN" sz="2000" b="1" dirty="0">
                <a:solidFill>
                  <a:schemeClr val="tx1"/>
                </a:solidFill>
                <a:ea typeface="宋体" panose="02010600030101010101" pitchFamily="2" charset="-122"/>
              </a:rPr>
              <a:t> = </a:t>
            </a:r>
            <a:r>
              <a:rPr lang="en-US" altLang="zh-CN" sz="2000" b="1" i="1" dirty="0">
                <a:solidFill>
                  <a:schemeClr val="tx1"/>
                </a:solidFill>
                <a:ea typeface="宋体" panose="02010600030101010101" pitchFamily="2" charset="-122"/>
              </a:rPr>
              <a:t>B</a:t>
            </a:r>
            <a:r>
              <a:rPr lang="en-US" altLang="zh-CN" sz="2000" b="1" dirty="0">
                <a:solidFill>
                  <a:schemeClr val="tx1"/>
                </a:solidFill>
                <a:ea typeface="宋体" panose="02010600030101010101" pitchFamily="2" charset="-122"/>
              </a:rPr>
              <a:t> * 5 </a:t>
            </a:r>
          </a:p>
          <a:p>
            <a:pPr marL="301625" lvl="1" indent="0" eaLnBrk="1" hangingPunct="1">
              <a:lnSpc>
                <a:spcPts val="2300"/>
              </a:lnSpc>
              <a:buClrTx/>
              <a:buFont typeface="Symbol" panose="05050102010706020507" pitchFamily="18" charset="2"/>
              <a:buNone/>
            </a:pPr>
            <a:r>
              <a:rPr lang="zh-CN" altLang="en-US" sz="2000" dirty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rPr>
              <a:t>⑩ </a:t>
            </a:r>
            <a:r>
              <a:rPr lang="en-US" altLang="zh-CN" sz="2000" b="1" i="1" dirty="0">
                <a:solidFill>
                  <a:schemeClr val="tx1"/>
                </a:solidFill>
                <a:ea typeface="宋体" panose="02010600030101010101" pitchFamily="2" charset="-122"/>
              </a:rPr>
              <a:t>L</a:t>
            </a:r>
            <a:r>
              <a:rPr lang="en-US" altLang="zh-CN" sz="2000" b="1" dirty="0">
                <a:solidFill>
                  <a:schemeClr val="tx1"/>
                </a:solidFill>
                <a:ea typeface="宋体" panose="02010600030101010101" pitchFamily="2" charset="-122"/>
              </a:rPr>
              <a:t> = </a:t>
            </a:r>
            <a:r>
              <a:rPr lang="en-US" altLang="zh-CN" sz="2000" b="1" i="1" dirty="0">
                <a:solidFill>
                  <a:schemeClr val="tx1"/>
                </a:solidFill>
                <a:ea typeface="宋体" panose="02010600030101010101" pitchFamily="2" charset="-122"/>
              </a:rPr>
              <a:t>K</a:t>
            </a:r>
            <a:r>
              <a:rPr lang="en-US" altLang="zh-CN" sz="2000" b="1" dirty="0">
                <a:solidFill>
                  <a:schemeClr val="tx1"/>
                </a:solidFill>
                <a:ea typeface="宋体" panose="02010600030101010101" pitchFamily="2" charset="-122"/>
              </a:rPr>
              <a:t> + </a:t>
            </a:r>
            <a:r>
              <a:rPr lang="en-US" altLang="zh-CN" sz="2000" b="1" i="1" dirty="0">
                <a:solidFill>
                  <a:schemeClr val="tx1"/>
                </a:solidFill>
                <a:ea typeface="宋体" panose="02010600030101010101" pitchFamily="2" charset="-122"/>
              </a:rPr>
              <a:t>J</a:t>
            </a:r>
            <a:r>
              <a:rPr lang="en-US" altLang="zh-CN" sz="2000" b="1" dirty="0">
                <a:solidFill>
                  <a:schemeClr val="tx1"/>
                </a:solidFill>
                <a:ea typeface="宋体" panose="02010600030101010101" pitchFamily="2" charset="-122"/>
              </a:rPr>
              <a:t> </a:t>
            </a:r>
          </a:p>
          <a:p>
            <a:pPr marL="301625" lvl="1" indent="0" eaLnBrk="1" hangingPunct="1">
              <a:lnSpc>
                <a:spcPts val="2300"/>
              </a:lnSpc>
              <a:buClrTx/>
              <a:buFont typeface="Symbol" panose="05050102010706020507" pitchFamily="18" charset="2"/>
              <a:buNone/>
            </a:pPr>
            <a:r>
              <a:rPr lang="zh-CN" altLang="en-US" sz="1800" dirty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rPr>
              <a:t>⑪</a:t>
            </a:r>
            <a:r>
              <a:rPr lang="zh-CN" altLang="en-US" sz="2000" dirty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rPr>
              <a:t> </a:t>
            </a:r>
            <a:r>
              <a:rPr lang="en-US" altLang="zh-CN" sz="2000" b="1" i="1" dirty="0">
                <a:solidFill>
                  <a:schemeClr val="tx1"/>
                </a:solidFill>
                <a:ea typeface="宋体" panose="02010600030101010101" pitchFamily="2" charset="-122"/>
              </a:rPr>
              <a:t>M</a:t>
            </a:r>
            <a:r>
              <a:rPr lang="en-US" altLang="zh-CN" sz="2000" b="1" dirty="0">
                <a:solidFill>
                  <a:schemeClr val="tx1"/>
                </a:solidFill>
                <a:ea typeface="宋体" panose="02010600030101010101" pitchFamily="2" charset="-122"/>
              </a:rPr>
              <a:t> = </a:t>
            </a:r>
            <a:r>
              <a:rPr lang="en-US" altLang="zh-CN" sz="2000" b="1" i="1" dirty="0">
                <a:solidFill>
                  <a:schemeClr val="tx1"/>
                </a:solidFill>
                <a:ea typeface="宋体" panose="02010600030101010101" pitchFamily="2" charset="-122"/>
              </a:rPr>
              <a:t>L</a:t>
            </a:r>
            <a:r>
              <a:rPr lang="en-US" altLang="zh-CN" sz="2000" b="1" dirty="0">
                <a:solidFill>
                  <a:schemeClr val="tx1"/>
                </a:solidFill>
                <a:ea typeface="宋体" panose="02010600030101010101" pitchFamily="2" charset="-122"/>
              </a:rPr>
              <a:t> </a:t>
            </a:r>
            <a:endParaRPr lang="zh-CN" altLang="en-US" sz="2000" b="1" dirty="0">
              <a:solidFill>
                <a:schemeClr val="tx1"/>
              </a:solidFill>
              <a:ea typeface="宋体" panose="02010600030101010101" pitchFamily="2" charset="-122"/>
            </a:endParaRPr>
          </a:p>
        </p:txBody>
      </p:sp>
      <p:sp>
        <p:nvSpPr>
          <p:cNvPr id="113668" name="Rectangle 4">
            <a:extLst>
              <a:ext uri="{FF2B5EF4-FFF2-40B4-BE49-F238E27FC236}">
                <a16:creationId xmlns:a16="http://schemas.microsoft.com/office/drawing/2014/main" id="{E92B0BFD-1B50-46F0-8DB9-AAC97A58F15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35516" y="4504879"/>
            <a:ext cx="4384675" cy="377825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lIns="68580" tIns="34290" rIns="68580" bIns="34290">
            <a:spAutoFit/>
          </a:bodyPr>
          <a:lstStyle/>
          <a:p>
            <a:pPr eaLnBrk="1" hangingPunct="1">
              <a:defRPr/>
            </a:pPr>
            <a:r>
              <a:rPr lang="zh-CN" altLang="en-US" sz="2000">
                <a:solidFill>
                  <a:prstClr val="black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假设：仅变量</a:t>
            </a:r>
            <a:r>
              <a:rPr lang="en-US" altLang="zh-CN" sz="2000" i="1">
                <a:solidFill>
                  <a:prstClr val="black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L</a:t>
            </a:r>
            <a:r>
              <a:rPr lang="zh-CN" altLang="en-US" sz="2000">
                <a:solidFill>
                  <a:prstClr val="black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在基本块出口之后活跃</a:t>
            </a:r>
          </a:p>
        </p:txBody>
      </p:sp>
      <p:sp>
        <p:nvSpPr>
          <p:cNvPr id="1081356" name="Oval 12">
            <a:extLst>
              <a:ext uri="{FF2B5EF4-FFF2-40B4-BE49-F238E27FC236}">
                <a16:creationId xmlns:a16="http://schemas.microsoft.com/office/drawing/2014/main" id="{ED50110F-14F8-4227-B7B8-2FF3E54F8E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84888" y="2825750"/>
            <a:ext cx="323850" cy="325438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lIns="68580" tIns="34290" rIns="68580" bIns="34290" anchor="ctr"/>
          <a:lstStyle/>
          <a:p>
            <a:pPr eaLnBrk="1" hangingPunct="1">
              <a:defRPr/>
            </a:pPr>
            <a:endParaRPr lang="zh-CN" altLang="en-US" sz="2400" b="0" i="1">
              <a:solidFill>
                <a:prstClr val="black"/>
              </a:solidFill>
              <a:latin typeface="Times New Roman" pitchFamily="18" charset="0"/>
              <a:ea typeface="楷体_GB2312"/>
              <a:cs typeface="Times New Roman" pitchFamily="18" charset="0"/>
            </a:endParaRPr>
          </a:p>
        </p:txBody>
      </p:sp>
      <p:sp>
        <p:nvSpPr>
          <p:cNvPr id="1081357" name="Text Box 13">
            <a:extLst>
              <a:ext uri="{FF2B5EF4-FFF2-40B4-BE49-F238E27FC236}">
                <a16:creationId xmlns:a16="http://schemas.microsoft.com/office/drawing/2014/main" id="{9DCF67DD-363B-4D57-AD37-FFF91FAA9BD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103938" y="2770188"/>
            <a:ext cx="231775" cy="438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kumimoji="1" lang="en-US" altLang="zh-CN" sz="2400" i="1">
                <a:solidFill>
                  <a:srgbClr val="000000"/>
                </a:solidFill>
                <a:latin typeface="Times New Roman" panose="02020603050405020304" pitchFamily="18" charset="0"/>
              </a:rPr>
              <a:t>+</a:t>
            </a:r>
          </a:p>
        </p:txBody>
      </p:sp>
      <p:sp>
        <p:nvSpPr>
          <p:cNvPr id="1081360" name="Line 16">
            <a:extLst>
              <a:ext uri="{FF2B5EF4-FFF2-40B4-BE49-F238E27FC236}">
                <a16:creationId xmlns:a16="http://schemas.microsoft.com/office/drawing/2014/main" id="{73B5391E-FDA2-44F2-84F7-9E1E54F5600B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956300" y="3128963"/>
            <a:ext cx="165100" cy="342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lIns="68580" tIns="34290" rIns="68580" bIns="34290" anchor="ctr"/>
          <a:lstStyle/>
          <a:p>
            <a:endParaRPr lang="zh-CN" altLang="en-US"/>
          </a:p>
        </p:txBody>
      </p:sp>
      <p:sp>
        <p:nvSpPr>
          <p:cNvPr id="1081361" name="Line 17">
            <a:extLst>
              <a:ext uri="{FF2B5EF4-FFF2-40B4-BE49-F238E27FC236}">
                <a16:creationId xmlns:a16="http://schemas.microsoft.com/office/drawing/2014/main" id="{DE8F1C48-5DEF-43C3-9678-4CC7A70874F5}"/>
              </a:ext>
            </a:extLst>
          </p:cNvPr>
          <p:cNvSpPr>
            <a:spLocks noChangeShapeType="1"/>
          </p:cNvSpPr>
          <p:nvPr/>
        </p:nvSpPr>
        <p:spPr bwMode="auto">
          <a:xfrm>
            <a:off x="6356350" y="3149600"/>
            <a:ext cx="342900" cy="37147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lIns="68580" tIns="34290" rIns="68580" bIns="34290" anchor="ctr"/>
          <a:lstStyle/>
          <a:p>
            <a:endParaRPr lang="zh-CN" altLang="en-US"/>
          </a:p>
        </p:txBody>
      </p:sp>
      <p:sp>
        <p:nvSpPr>
          <p:cNvPr id="1081363" name="Line 19">
            <a:extLst>
              <a:ext uri="{FF2B5EF4-FFF2-40B4-BE49-F238E27FC236}">
                <a16:creationId xmlns:a16="http://schemas.microsoft.com/office/drawing/2014/main" id="{37DF0919-B8A3-4812-81DF-254E9FE48AB6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5976938" y="2176463"/>
            <a:ext cx="215900" cy="14446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lIns="68580" tIns="34290" rIns="68580" bIns="34290" anchor="ctr"/>
          <a:lstStyle/>
          <a:p>
            <a:endParaRPr lang="zh-CN" altLang="en-US"/>
          </a:p>
        </p:txBody>
      </p:sp>
      <p:grpSp>
        <p:nvGrpSpPr>
          <p:cNvPr id="6" name="Group 28">
            <a:extLst>
              <a:ext uri="{FF2B5EF4-FFF2-40B4-BE49-F238E27FC236}">
                <a16:creationId xmlns:a16="http://schemas.microsoft.com/office/drawing/2014/main" id="{197B4529-7792-4C55-AAFB-B82F7EEBD870}"/>
              </a:ext>
            </a:extLst>
          </p:cNvPr>
          <p:cNvGrpSpPr>
            <a:grpSpLocks/>
          </p:cNvGrpSpPr>
          <p:nvPr/>
        </p:nvGrpSpPr>
        <p:grpSpPr bwMode="auto">
          <a:xfrm>
            <a:off x="6081713" y="2306638"/>
            <a:ext cx="327025" cy="461962"/>
            <a:chOff x="3645" y="1358"/>
            <a:chExt cx="339" cy="477"/>
          </a:xfrm>
        </p:grpSpPr>
        <p:sp>
          <p:nvSpPr>
            <p:cNvPr id="113713" name="Oval 29">
              <a:extLst>
                <a:ext uri="{FF2B5EF4-FFF2-40B4-BE49-F238E27FC236}">
                  <a16:creationId xmlns:a16="http://schemas.microsoft.com/office/drawing/2014/main" id="{38C206AB-90E3-4EFE-BC88-D009260CFA9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48" y="1392"/>
              <a:ext cx="336" cy="336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eaLnBrk="1" hangingPunct="1">
                <a:defRPr/>
              </a:pPr>
              <a:endParaRPr lang="zh-CN" altLang="en-US" sz="2400" b="0" i="1">
                <a:solidFill>
                  <a:prstClr val="black"/>
                </a:solidFill>
                <a:latin typeface="Times New Roman" pitchFamily="18" charset="0"/>
                <a:ea typeface="楷体_GB2312"/>
                <a:cs typeface="Times New Roman" pitchFamily="18" charset="0"/>
              </a:endParaRPr>
            </a:p>
          </p:txBody>
        </p:sp>
        <p:sp>
          <p:nvSpPr>
            <p:cNvPr id="116792" name="Text Box 30">
              <a:extLst>
                <a:ext uri="{FF2B5EF4-FFF2-40B4-BE49-F238E27FC236}">
                  <a16:creationId xmlns:a16="http://schemas.microsoft.com/office/drawing/2014/main" id="{6075B522-1686-4AC1-977B-CBD96AC4042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45" y="1358"/>
              <a:ext cx="240" cy="4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kumimoji="1" lang="en-US" altLang="zh-CN" sz="2400" i="1">
                  <a:solidFill>
                    <a:srgbClr val="000000"/>
                  </a:solidFill>
                  <a:latin typeface="Times New Roman" panose="02020603050405020304" pitchFamily="18" charset="0"/>
                </a:rPr>
                <a:t>*</a:t>
              </a:r>
            </a:p>
          </p:txBody>
        </p:sp>
      </p:grpSp>
      <p:sp>
        <p:nvSpPr>
          <p:cNvPr id="1081375" name="Text Box 31">
            <a:extLst>
              <a:ext uri="{FF2B5EF4-FFF2-40B4-BE49-F238E27FC236}">
                <a16:creationId xmlns:a16="http://schemas.microsoft.com/office/drawing/2014/main" id="{B447D4D3-F65B-4595-849E-5A47E7DE96B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08738" y="2339975"/>
            <a:ext cx="215900" cy="438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kumimoji="1" lang="en-US" altLang="zh-CN" sz="2400" i="1">
                <a:solidFill>
                  <a:srgbClr val="000000"/>
                </a:solidFill>
                <a:latin typeface="Times New Roman" panose="02020603050405020304" pitchFamily="18" charset="0"/>
              </a:rPr>
              <a:t>E</a:t>
            </a:r>
          </a:p>
        </p:txBody>
      </p:sp>
      <p:sp>
        <p:nvSpPr>
          <p:cNvPr id="1081376" name="Freeform 32">
            <a:extLst>
              <a:ext uri="{FF2B5EF4-FFF2-40B4-BE49-F238E27FC236}">
                <a16:creationId xmlns:a16="http://schemas.microsoft.com/office/drawing/2014/main" id="{79F0506A-E0AF-459F-B6F0-76C362F8C049}"/>
              </a:ext>
            </a:extLst>
          </p:cNvPr>
          <p:cNvSpPr>
            <a:spLocks/>
          </p:cNvSpPr>
          <p:nvPr/>
        </p:nvSpPr>
        <p:spPr bwMode="auto">
          <a:xfrm>
            <a:off x="5743575" y="2663825"/>
            <a:ext cx="412750" cy="822325"/>
          </a:xfrm>
          <a:custGeom>
            <a:avLst/>
            <a:gdLst>
              <a:gd name="T0" fmla="*/ 2147483646 w 347"/>
              <a:gd name="T1" fmla="*/ 2147483646 h 589"/>
              <a:gd name="T2" fmla="*/ 2147483646 w 347"/>
              <a:gd name="T3" fmla="*/ 2147483646 h 589"/>
              <a:gd name="T4" fmla="*/ 2147483646 w 347"/>
              <a:gd name="T5" fmla="*/ 0 h 589"/>
              <a:gd name="T6" fmla="*/ 0 60000 65536"/>
              <a:gd name="T7" fmla="*/ 0 60000 65536"/>
              <a:gd name="T8" fmla="*/ 0 60000 65536"/>
              <a:gd name="T9" fmla="*/ 0 w 347"/>
              <a:gd name="T10" fmla="*/ 0 h 589"/>
              <a:gd name="T11" fmla="*/ 347 w 347"/>
              <a:gd name="T12" fmla="*/ 589 h 589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347" h="589">
                <a:moveTo>
                  <a:pt x="166" y="589"/>
                </a:moveTo>
                <a:cubicBezTo>
                  <a:pt x="83" y="456"/>
                  <a:pt x="0" y="324"/>
                  <a:pt x="30" y="226"/>
                </a:cubicBezTo>
                <a:cubicBezTo>
                  <a:pt x="60" y="128"/>
                  <a:pt x="203" y="64"/>
                  <a:pt x="347" y="0"/>
                </a:cubicBez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/>
          </a:p>
        </p:txBody>
      </p:sp>
      <p:sp>
        <p:nvSpPr>
          <p:cNvPr id="1081377" name="Freeform 33">
            <a:extLst>
              <a:ext uri="{FF2B5EF4-FFF2-40B4-BE49-F238E27FC236}">
                <a16:creationId xmlns:a16="http://schemas.microsoft.com/office/drawing/2014/main" id="{CDDA1FB4-DC28-436A-899B-3AAB9B79AAD3}"/>
              </a:ext>
            </a:extLst>
          </p:cNvPr>
          <p:cNvSpPr>
            <a:spLocks/>
          </p:cNvSpPr>
          <p:nvPr/>
        </p:nvSpPr>
        <p:spPr bwMode="auto">
          <a:xfrm>
            <a:off x="6369050" y="2632075"/>
            <a:ext cx="660400" cy="868363"/>
          </a:xfrm>
          <a:custGeom>
            <a:avLst/>
            <a:gdLst>
              <a:gd name="T0" fmla="*/ 2147483646 w 11683"/>
              <a:gd name="T1" fmla="*/ 2147483646 h 10725"/>
              <a:gd name="T2" fmla="*/ 2147483646 w 11683"/>
              <a:gd name="T3" fmla="*/ 2147483646 h 10725"/>
              <a:gd name="T4" fmla="*/ 0 w 11683"/>
              <a:gd name="T5" fmla="*/ 0 h 10725"/>
              <a:gd name="T6" fmla="*/ 0 60000 65536"/>
              <a:gd name="T7" fmla="*/ 0 60000 65536"/>
              <a:gd name="T8" fmla="*/ 0 60000 65536"/>
              <a:gd name="T9" fmla="*/ 0 w 11683"/>
              <a:gd name="T10" fmla="*/ 0 h 10725"/>
              <a:gd name="T11" fmla="*/ 11683 w 11683"/>
              <a:gd name="T12" fmla="*/ 10725 h 10725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11683" h="10725">
                <a:moveTo>
                  <a:pt x="10098" y="10725"/>
                </a:moveTo>
                <a:cubicBezTo>
                  <a:pt x="12053" y="7098"/>
                  <a:pt x="11930" y="5558"/>
                  <a:pt x="11167" y="3896"/>
                </a:cubicBezTo>
                <a:cubicBezTo>
                  <a:pt x="10403" y="2234"/>
                  <a:pt x="4224" y="1162"/>
                  <a:pt x="0" y="0"/>
                </a:cubicBez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/>
          </a:p>
        </p:txBody>
      </p:sp>
      <p:grpSp>
        <p:nvGrpSpPr>
          <p:cNvPr id="7" name="Group 34">
            <a:extLst>
              <a:ext uri="{FF2B5EF4-FFF2-40B4-BE49-F238E27FC236}">
                <a16:creationId xmlns:a16="http://schemas.microsoft.com/office/drawing/2014/main" id="{257727B9-F967-4EDA-A114-A657D9957CC8}"/>
              </a:ext>
            </a:extLst>
          </p:cNvPr>
          <p:cNvGrpSpPr>
            <a:grpSpLocks/>
          </p:cNvGrpSpPr>
          <p:nvPr/>
        </p:nvGrpSpPr>
        <p:grpSpPr bwMode="auto">
          <a:xfrm>
            <a:off x="5694363" y="1824038"/>
            <a:ext cx="336550" cy="461962"/>
            <a:chOff x="3634" y="1306"/>
            <a:chExt cx="350" cy="477"/>
          </a:xfrm>
        </p:grpSpPr>
        <p:sp>
          <p:nvSpPr>
            <p:cNvPr id="113711" name="Oval 35">
              <a:extLst>
                <a:ext uri="{FF2B5EF4-FFF2-40B4-BE49-F238E27FC236}">
                  <a16:creationId xmlns:a16="http://schemas.microsoft.com/office/drawing/2014/main" id="{25F73FDC-C7A4-415B-8B6C-168379CE757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47" y="1391"/>
              <a:ext cx="337" cy="336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eaLnBrk="1" hangingPunct="1">
                <a:defRPr/>
              </a:pPr>
              <a:endParaRPr lang="zh-CN" altLang="en-US" sz="2400" b="0" i="1">
                <a:solidFill>
                  <a:prstClr val="black"/>
                </a:solidFill>
                <a:latin typeface="Times New Roman" pitchFamily="18" charset="0"/>
                <a:ea typeface="楷体_GB2312"/>
                <a:cs typeface="Times New Roman" pitchFamily="18" charset="0"/>
              </a:endParaRPr>
            </a:p>
          </p:txBody>
        </p:sp>
        <p:sp>
          <p:nvSpPr>
            <p:cNvPr id="116790" name="Text Box 36">
              <a:extLst>
                <a:ext uri="{FF2B5EF4-FFF2-40B4-BE49-F238E27FC236}">
                  <a16:creationId xmlns:a16="http://schemas.microsoft.com/office/drawing/2014/main" id="{5141139F-D85B-497E-A451-A0FB303E48B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34" y="1306"/>
              <a:ext cx="240" cy="4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kumimoji="1" lang="en-US" altLang="zh-CN" sz="2400" i="1">
                  <a:solidFill>
                    <a:srgbClr val="000000"/>
                  </a:solidFill>
                  <a:latin typeface="Times New Roman" panose="02020603050405020304" pitchFamily="18" charset="0"/>
                </a:rPr>
                <a:t>+</a:t>
              </a:r>
            </a:p>
          </p:txBody>
        </p:sp>
      </p:grpSp>
      <p:sp>
        <p:nvSpPr>
          <p:cNvPr id="1081381" name="Text Box 37">
            <a:extLst>
              <a:ext uri="{FF2B5EF4-FFF2-40B4-BE49-F238E27FC236}">
                <a16:creationId xmlns:a16="http://schemas.microsoft.com/office/drawing/2014/main" id="{E6745E09-30C2-4341-B1D7-558E6FFCF26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30913" y="1779588"/>
            <a:ext cx="215900" cy="438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kumimoji="1" lang="en-US" altLang="zh-CN" sz="2400" i="1">
                <a:solidFill>
                  <a:srgbClr val="000000"/>
                </a:solidFill>
                <a:latin typeface="Times New Roman" panose="02020603050405020304" pitchFamily="18" charset="0"/>
              </a:rPr>
              <a:t>F</a:t>
            </a:r>
          </a:p>
        </p:txBody>
      </p:sp>
      <p:sp>
        <p:nvSpPr>
          <p:cNvPr id="1081382" name="Freeform 38">
            <a:extLst>
              <a:ext uri="{FF2B5EF4-FFF2-40B4-BE49-F238E27FC236}">
                <a16:creationId xmlns:a16="http://schemas.microsoft.com/office/drawing/2014/main" id="{23BC1B6C-CA18-4C6F-BF02-C9B8011DA37C}"/>
              </a:ext>
            </a:extLst>
          </p:cNvPr>
          <p:cNvSpPr>
            <a:spLocks/>
          </p:cNvSpPr>
          <p:nvPr/>
        </p:nvSpPr>
        <p:spPr bwMode="auto">
          <a:xfrm>
            <a:off x="5543550" y="2232025"/>
            <a:ext cx="541338" cy="647700"/>
          </a:xfrm>
          <a:custGeom>
            <a:avLst/>
            <a:gdLst>
              <a:gd name="T0" fmla="*/ 2147483646 w 455"/>
              <a:gd name="T1" fmla="*/ 0 h 544"/>
              <a:gd name="T2" fmla="*/ 2147483646 w 455"/>
              <a:gd name="T3" fmla="*/ 2147483646 h 544"/>
              <a:gd name="T4" fmla="*/ 2147483646 w 455"/>
              <a:gd name="T5" fmla="*/ 2147483646 h 544"/>
              <a:gd name="T6" fmla="*/ 0 60000 65536"/>
              <a:gd name="T7" fmla="*/ 0 60000 65536"/>
              <a:gd name="T8" fmla="*/ 0 60000 65536"/>
              <a:gd name="T9" fmla="*/ 0 w 455"/>
              <a:gd name="T10" fmla="*/ 0 h 544"/>
              <a:gd name="T11" fmla="*/ 455 w 455"/>
              <a:gd name="T12" fmla="*/ 544 h 544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455" h="544">
                <a:moveTo>
                  <a:pt x="182" y="0"/>
                </a:moveTo>
                <a:cubicBezTo>
                  <a:pt x="91" y="45"/>
                  <a:pt x="0" y="90"/>
                  <a:pt x="46" y="181"/>
                </a:cubicBezTo>
                <a:cubicBezTo>
                  <a:pt x="92" y="272"/>
                  <a:pt x="273" y="408"/>
                  <a:pt x="455" y="544"/>
                </a:cubicBez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/>
          </a:p>
        </p:txBody>
      </p:sp>
      <p:sp>
        <p:nvSpPr>
          <p:cNvPr id="1081383" name="Line 39">
            <a:extLst>
              <a:ext uri="{FF2B5EF4-FFF2-40B4-BE49-F238E27FC236}">
                <a16:creationId xmlns:a16="http://schemas.microsoft.com/office/drawing/2014/main" id="{44800D79-764C-42CA-93AF-96584E877995}"/>
              </a:ext>
            </a:extLst>
          </p:cNvPr>
          <p:cNvSpPr>
            <a:spLocks noChangeShapeType="1"/>
          </p:cNvSpPr>
          <p:nvPr/>
        </p:nvSpPr>
        <p:spPr bwMode="auto">
          <a:xfrm>
            <a:off x="5543550" y="1638300"/>
            <a:ext cx="217488" cy="26987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/>
          </a:p>
        </p:txBody>
      </p:sp>
      <p:grpSp>
        <p:nvGrpSpPr>
          <p:cNvPr id="8" name="Group 40">
            <a:extLst>
              <a:ext uri="{FF2B5EF4-FFF2-40B4-BE49-F238E27FC236}">
                <a16:creationId xmlns:a16="http://schemas.microsoft.com/office/drawing/2014/main" id="{0957550A-5038-4BA3-A8BB-BD208AD92E5F}"/>
              </a:ext>
            </a:extLst>
          </p:cNvPr>
          <p:cNvGrpSpPr>
            <a:grpSpLocks/>
          </p:cNvGrpSpPr>
          <p:nvPr/>
        </p:nvGrpSpPr>
        <p:grpSpPr bwMode="auto">
          <a:xfrm>
            <a:off x="5273675" y="1273175"/>
            <a:ext cx="325438" cy="461963"/>
            <a:chOff x="3646" y="1349"/>
            <a:chExt cx="338" cy="479"/>
          </a:xfrm>
        </p:grpSpPr>
        <p:sp>
          <p:nvSpPr>
            <p:cNvPr id="113709" name="Oval 41">
              <a:extLst>
                <a:ext uri="{FF2B5EF4-FFF2-40B4-BE49-F238E27FC236}">
                  <a16:creationId xmlns:a16="http://schemas.microsoft.com/office/drawing/2014/main" id="{219FA524-954B-4672-B2F9-64D6AC53C17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48" y="1392"/>
              <a:ext cx="336" cy="336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eaLnBrk="1" hangingPunct="1">
                <a:defRPr/>
              </a:pPr>
              <a:endParaRPr lang="zh-CN" altLang="en-US" sz="2400" b="0" i="1">
                <a:solidFill>
                  <a:prstClr val="black"/>
                </a:solidFill>
                <a:latin typeface="Times New Roman" pitchFamily="18" charset="0"/>
                <a:ea typeface="楷体_GB2312"/>
                <a:cs typeface="Times New Roman" pitchFamily="18" charset="0"/>
              </a:endParaRPr>
            </a:p>
          </p:txBody>
        </p:sp>
        <p:sp>
          <p:nvSpPr>
            <p:cNvPr id="116788" name="Text Box 42">
              <a:extLst>
                <a:ext uri="{FF2B5EF4-FFF2-40B4-BE49-F238E27FC236}">
                  <a16:creationId xmlns:a16="http://schemas.microsoft.com/office/drawing/2014/main" id="{3941B164-1F69-4D8A-BD03-693526C1E36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46" y="1349"/>
              <a:ext cx="240" cy="47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kumimoji="1" lang="en-US" altLang="zh-CN" sz="2400" i="1">
                  <a:solidFill>
                    <a:srgbClr val="000000"/>
                  </a:solidFill>
                  <a:latin typeface="Times New Roman" panose="02020603050405020304" pitchFamily="18" charset="0"/>
                </a:rPr>
                <a:t>*</a:t>
              </a:r>
            </a:p>
          </p:txBody>
        </p:sp>
      </p:grpSp>
      <p:sp>
        <p:nvSpPr>
          <p:cNvPr id="1081387" name="Text Box 43">
            <a:extLst>
              <a:ext uri="{FF2B5EF4-FFF2-40B4-BE49-F238E27FC236}">
                <a16:creationId xmlns:a16="http://schemas.microsoft.com/office/drawing/2014/main" id="{196D7700-ED6A-4F70-B38D-EF1C7BC230B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99113" y="1314450"/>
            <a:ext cx="323850" cy="438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kumimoji="1" lang="en-US" altLang="zh-CN" sz="2400" i="1">
                <a:solidFill>
                  <a:srgbClr val="000000"/>
                </a:solidFill>
                <a:latin typeface="Times New Roman" panose="02020603050405020304" pitchFamily="18" charset="0"/>
              </a:rPr>
              <a:t>G</a:t>
            </a:r>
          </a:p>
        </p:txBody>
      </p:sp>
      <p:sp>
        <p:nvSpPr>
          <p:cNvPr id="1081388" name="Line 44">
            <a:extLst>
              <a:ext uri="{FF2B5EF4-FFF2-40B4-BE49-F238E27FC236}">
                <a16:creationId xmlns:a16="http://schemas.microsoft.com/office/drawing/2014/main" id="{7C2E4803-C469-4B68-BB31-5F4E59F4023D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751388" y="1638300"/>
            <a:ext cx="677862" cy="18081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/>
          </a:p>
        </p:txBody>
      </p:sp>
      <p:grpSp>
        <p:nvGrpSpPr>
          <p:cNvPr id="9" name="Group 45">
            <a:extLst>
              <a:ext uri="{FF2B5EF4-FFF2-40B4-BE49-F238E27FC236}">
                <a16:creationId xmlns:a16="http://schemas.microsoft.com/office/drawing/2014/main" id="{60BBB323-AB3A-415A-9F63-CC9170B41F4F}"/>
              </a:ext>
            </a:extLst>
          </p:cNvPr>
          <p:cNvGrpSpPr>
            <a:grpSpLocks/>
          </p:cNvGrpSpPr>
          <p:nvPr/>
        </p:nvGrpSpPr>
        <p:grpSpPr bwMode="auto">
          <a:xfrm>
            <a:off x="4003675" y="2454275"/>
            <a:ext cx="334963" cy="461963"/>
            <a:chOff x="3636" y="1350"/>
            <a:chExt cx="348" cy="477"/>
          </a:xfrm>
        </p:grpSpPr>
        <p:sp>
          <p:nvSpPr>
            <p:cNvPr id="113707" name="Oval 46">
              <a:extLst>
                <a:ext uri="{FF2B5EF4-FFF2-40B4-BE49-F238E27FC236}">
                  <a16:creationId xmlns:a16="http://schemas.microsoft.com/office/drawing/2014/main" id="{349A1F4A-BB1B-424F-B347-905C1A97C88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48" y="1393"/>
              <a:ext cx="336" cy="336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eaLnBrk="1" hangingPunct="1">
                <a:defRPr/>
              </a:pPr>
              <a:endParaRPr lang="zh-CN" altLang="en-US" sz="2400" b="0" i="1">
                <a:solidFill>
                  <a:prstClr val="black"/>
                </a:solidFill>
                <a:latin typeface="Times New Roman" pitchFamily="18" charset="0"/>
                <a:ea typeface="楷体_GB2312"/>
                <a:cs typeface="Times New Roman" pitchFamily="18" charset="0"/>
              </a:endParaRPr>
            </a:p>
          </p:txBody>
        </p:sp>
        <p:sp>
          <p:nvSpPr>
            <p:cNvPr id="116786" name="Text Box 47">
              <a:extLst>
                <a:ext uri="{FF2B5EF4-FFF2-40B4-BE49-F238E27FC236}">
                  <a16:creationId xmlns:a16="http://schemas.microsoft.com/office/drawing/2014/main" id="{6B98C206-2469-4A9B-AB95-BEBE9B1028E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36" y="1350"/>
              <a:ext cx="240" cy="4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kumimoji="1" lang="en-US" altLang="zh-CN" sz="2400" i="1">
                  <a:solidFill>
                    <a:srgbClr val="000000"/>
                  </a:solidFill>
                  <a:latin typeface="Times New Roman" panose="02020603050405020304" pitchFamily="18" charset="0"/>
                </a:rPr>
                <a:t>*</a:t>
              </a:r>
            </a:p>
          </p:txBody>
        </p:sp>
      </p:grpSp>
      <p:sp>
        <p:nvSpPr>
          <p:cNvPr id="1081392" name="Text Box 48">
            <a:extLst>
              <a:ext uri="{FF2B5EF4-FFF2-40B4-BE49-F238E27FC236}">
                <a16:creationId xmlns:a16="http://schemas.microsoft.com/office/drawing/2014/main" id="{1A16EAEC-3245-443A-BD85-ACD43F291ED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94188" y="2408238"/>
            <a:ext cx="852487" cy="438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kumimoji="1" lang="en-US" altLang="zh-CN" sz="2400" i="1">
                <a:solidFill>
                  <a:srgbClr val="000000"/>
                </a:solidFill>
                <a:latin typeface="Times New Roman" panose="02020603050405020304" pitchFamily="18" charset="0"/>
              </a:rPr>
              <a:t>K</a:t>
            </a:r>
          </a:p>
        </p:txBody>
      </p:sp>
      <p:sp>
        <p:nvSpPr>
          <p:cNvPr id="1081393" name="Line 49">
            <a:extLst>
              <a:ext uri="{FF2B5EF4-FFF2-40B4-BE49-F238E27FC236}">
                <a16:creationId xmlns:a16="http://schemas.microsoft.com/office/drawing/2014/main" id="{43B5190A-8711-43C4-B9B9-286DAB6AABDC}"/>
              </a:ext>
            </a:extLst>
          </p:cNvPr>
          <p:cNvSpPr>
            <a:spLocks noChangeShapeType="1"/>
          </p:cNvSpPr>
          <p:nvPr/>
        </p:nvSpPr>
        <p:spPr bwMode="auto">
          <a:xfrm>
            <a:off x="4275138" y="2803525"/>
            <a:ext cx="301625" cy="61753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/>
          </a:p>
        </p:txBody>
      </p:sp>
      <p:sp>
        <p:nvSpPr>
          <p:cNvPr id="1081394" name="Line 50">
            <a:extLst>
              <a:ext uri="{FF2B5EF4-FFF2-40B4-BE49-F238E27FC236}">
                <a16:creationId xmlns:a16="http://schemas.microsoft.com/office/drawing/2014/main" id="{FEE93F05-5D62-4F4B-8309-93170591163C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633788" y="2820988"/>
            <a:ext cx="471487" cy="6365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/>
          </a:p>
        </p:txBody>
      </p:sp>
      <p:grpSp>
        <p:nvGrpSpPr>
          <p:cNvPr id="10" name="Group 52">
            <a:extLst>
              <a:ext uri="{FF2B5EF4-FFF2-40B4-BE49-F238E27FC236}">
                <a16:creationId xmlns:a16="http://schemas.microsoft.com/office/drawing/2014/main" id="{49C0CB25-B3E0-4D8C-BC0D-A236B6478D95}"/>
              </a:ext>
            </a:extLst>
          </p:cNvPr>
          <p:cNvGrpSpPr>
            <a:grpSpLocks/>
          </p:cNvGrpSpPr>
          <p:nvPr/>
        </p:nvGrpSpPr>
        <p:grpSpPr bwMode="auto">
          <a:xfrm>
            <a:off x="5159375" y="484188"/>
            <a:ext cx="330200" cy="461962"/>
            <a:chOff x="3642" y="1316"/>
            <a:chExt cx="342" cy="477"/>
          </a:xfrm>
        </p:grpSpPr>
        <p:sp>
          <p:nvSpPr>
            <p:cNvPr id="113705" name="Oval 53">
              <a:extLst>
                <a:ext uri="{FF2B5EF4-FFF2-40B4-BE49-F238E27FC236}">
                  <a16:creationId xmlns:a16="http://schemas.microsoft.com/office/drawing/2014/main" id="{2CC08166-89CA-4191-8161-64408E185A0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49" y="1391"/>
              <a:ext cx="335" cy="336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eaLnBrk="1" hangingPunct="1">
                <a:defRPr/>
              </a:pPr>
              <a:endParaRPr lang="zh-CN" altLang="en-US" sz="2400" b="0" i="1">
                <a:solidFill>
                  <a:prstClr val="black"/>
                </a:solidFill>
                <a:latin typeface="Times New Roman" pitchFamily="18" charset="0"/>
                <a:ea typeface="楷体_GB2312"/>
                <a:cs typeface="Times New Roman" pitchFamily="18" charset="0"/>
              </a:endParaRPr>
            </a:p>
          </p:txBody>
        </p:sp>
        <p:sp>
          <p:nvSpPr>
            <p:cNvPr id="116784" name="Text Box 54">
              <a:extLst>
                <a:ext uri="{FF2B5EF4-FFF2-40B4-BE49-F238E27FC236}">
                  <a16:creationId xmlns:a16="http://schemas.microsoft.com/office/drawing/2014/main" id="{113D86EF-32F8-4383-AB6F-A1BCBB7B251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42" y="1316"/>
              <a:ext cx="240" cy="4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kumimoji="1" lang="en-US" altLang="zh-CN" sz="2400" i="1">
                  <a:solidFill>
                    <a:srgbClr val="000000"/>
                  </a:solidFill>
                  <a:latin typeface="Times New Roman" panose="02020603050405020304" pitchFamily="18" charset="0"/>
                </a:rPr>
                <a:t>+</a:t>
              </a:r>
            </a:p>
          </p:txBody>
        </p:sp>
      </p:grpSp>
      <p:sp>
        <p:nvSpPr>
          <p:cNvPr id="1081399" name="Text Box 55">
            <a:extLst>
              <a:ext uri="{FF2B5EF4-FFF2-40B4-BE49-F238E27FC236}">
                <a16:creationId xmlns:a16="http://schemas.microsoft.com/office/drawing/2014/main" id="{C44FB6C4-8848-408E-81CB-7FB31D6B155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89575" y="488950"/>
            <a:ext cx="271463" cy="438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kumimoji="1" lang="en-US" altLang="zh-CN" sz="2400" i="1">
                <a:solidFill>
                  <a:srgbClr val="000000"/>
                </a:solidFill>
                <a:latin typeface="Times New Roman" panose="02020603050405020304" pitchFamily="18" charset="0"/>
              </a:rPr>
              <a:t>L</a:t>
            </a:r>
          </a:p>
        </p:txBody>
      </p:sp>
      <p:sp>
        <p:nvSpPr>
          <p:cNvPr id="1081401" name="Line 57">
            <a:extLst>
              <a:ext uri="{FF2B5EF4-FFF2-40B4-BE49-F238E27FC236}">
                <a16:creationId xmlns:a16="http://schemas.microsoft.com/office/drawing/2014/main" id="{E0759C49-E919-4E88-89A2-0A22486A59EA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235450" y="882650"/>
            <a:ext cx="982663" cy="1612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/>
          </a:p>
        </p:txBody>
      </p:sp>
      <p:sp>
        <p:nvSpPr>
          <p:cNvPr id="1081402" name="Freeform 58">
            <a:extLst>
              <a:ext uri="{FF2B5EF4-FFF2-40B4-BE49-F238E27FC236}">
                <a16:creationId xmlns:a16="http://schemas.microsoft.com/office/drawing/2014/main" id="{CB2C4082-6161-4B1A-B857-0579765F55D0}"/>
              </a:ext>
            </a:extLst>
          </p:cNvPr>
          <p:cNvSpPr>
            <a:spLocks/>
          </p:cNvSpPr>
          <p:nvPr/>
        </p:nvSpPr>
        <p:spPr bwMode="auto">
          <a:xfrm>
            <a:off x="5381625" y="882650"/>
            <a:ext cx="684213" cy="1025525"/>
          </a:xfrm>
          <a:custGeom>
            <a:avLst/>
            <a:gdLst>
              <a:gd name="T0" fmla="*/ 0 w 575"/>
              <a:gd name="T1" fmla="*/ 0 h 861"/>
              <a:gd name="T2" fmla="*/ 2147483646 w 575"/>
              <a:gd name="T3" fmla="*/ 2147483646 h 861"/>
              <a:gd name="T4" fmla="*/ 2147483646 w 575"/>
              <a:gd name="T5" fmla="*/ 2147483646 h 861"/>
              <a:gd name="T6" fmla="*/ 0 60000 65536"/>
              <a:gd name="T7" fmla="*/ 0 60000 65536"/>
              <a:gd name="T8" fmla="*/ 0 60000 65536"/>
              <a:gd name="T9" fmla="*/ 0 w 575"/>
              <a:gd name="T10" fmla="*/ 0 h 861"/>
              <a:gd name="T11" fmla="*/ 575 w 575"/>
              <a:gd name="T12" fmla="*/ 861 h 861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575" h="861">
                <a:moveTo>
                  <a:pt x="0" y="0"/>
                </a:moveTo>
                <a:cubicBezTo>
                  <a:pt x="211" y="132"/>
                  <a:pt x="423" y="265"/>
                  <a:pt x="499" y="408"/>
                </a:cubicBezTo>
                <a:cubicBezTo>
                  <a:pt x="575" y="551"/>
                  <a:pt x="514" y="706"/>
                  <a:pt x="454" y="861"/>
                </a:cubicBez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/>
          </a:p>
        </p:txBody>
      </p:sp>
      <p:sp>
        <p:nvSpPr>
          <p:cNvPr id="1081408" name="Text Box 64">
            <a:extLst>
              <a:ext uri="{FF2B5EF4-FFF2-40B4-BE49-F238E27FC236}">
                <a16:creationId xmlns:a16="http://schemas.microsoft.com/office/drawing/2014/main" id="{17D626A1-50F8-4382-9A9A-FF243AE4114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88125" y="2881313"/>
            <a:ext cx="269875" cy="438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kumimoji="1" lang="en-US" altLang="zh-CN" sz="2400" i="1">
                <a:solidFill>
                  <a:srgbClr val="000000"/>
                </a:solidFill>
                <a:latin typeface="Times New Roman" panose="02020603050405020304" pitchFamily="18" charset="0"/>
              </a:rPr>
              <a:t>H</a:t>
            </a:r>
          </a:p>
        </p:txBody>
      </p:sp>
      <p:sp>
        <p:nvSpPr>
          <p:cNvPr id="1081409" name="Text Box 65">
            <a:extLst>
              <a:ext uri="{FF2B5EF4-FFF2-40B4-BE49-F238E27FC236}">
                <a16:creationId xmlns:a16="http://schemas.microsoft.com/office/drawing/2014/main" id="{55744232-2B6E-4F1C-82C2-7967DB09B45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42100" y="2339975"/>
            <a:ext cx="161925" cy="438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kumimoji="1" lang="en-US" altLang="zh-CN" sz="2400" i="1">
                <a:solidFill>
                  <a:srgbClr val="000000"/>
                </a:solidFill>
                <a:latin typeface="Times New Roman" panose="02020603050405020304" pitchFamily="18" charset="0"/>
              </a:rPr>
              <a:t>I</a:t>
            </a:r>
          </a:p>
        </p:txBody>
      </p:sp>
      <p:sp>
        <p:nvSpPr>
          <p:cNvPr id="1081410" name="Text Box 66">
            <a:extLst>
              <a:ext uri="{FF2B5EF4-FFF2-40B4-BE49-F238E27FC236}">
                <a16:creationId xmlns:a16="http://schemas.microsoft.com/office/drawing/2014/main" id="{F7AF897F-15EC-47D6-A585-C7FAD8F0D5B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302375" y="1779588"/>
            <a:ext cx="214313" cy="438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kumimoji="1" lang="en-US" altLang="zh-CN" sz="2400" i="1">
                <a:solidFill>
                  <a:srgbClr val="000000"/>
                </a:solidFill>
                <a:latin typeface="Times New Roman" panose="02020603050405020304" pitchFamily="18" charset="0"/>
              </a:rPr>
              <a:t>J</a:t>
            </a:r>
          </a:p>
        </p:txBody>
      </p:sp>
      <p:sp>
        <p:nvSpPr>
          <p:cNvPr id="1081411" name="Text Box 67">
            <a:extLst>
              <a:ext uri="{FF2B5EF4-FFF2-40B4-BE49-F238E27FC236}">
                <a16:creationId xmlns:a16="http://schemas.microsoft.com/office/drawing/2014/main" id="{16F39098-A8D9-4FA9-85FE-D32474B6FD4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51500" y="484188"/>
            <a:ext cx="271463" cy="438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kumimoji="1" lang="en-US" altLang="zh-CN" sz="2400" i="1">
                <a:solidFill>
                  <a:srgbClr val="000000"/>
                </a:solidFill>
                <a:latin typeface="Times New Roman" panose="02020603050405020304" pitchFamily="18" charset="0"/>
              </a:rPr>
              <a:t>M</a:t>
            </a:r>
          </a:p>
        </p:txBody>
      </p:sp>
      <p:sp>
        <p:nvSpPr>
          <p:cNvPr id="1081412" name="Oval 68">
            <a:extLst>
              <a:ext uri="{FF2B5EF4-FFF2-40B4-BE49-F238E27FC236}">
                <a16:creationId xmlns:a16="http://schemas.microsoft.com/office/drawing/2014/main" id="{79969E30-BD47-4C4B-9CED-ECAA96C223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17888" y="3462338"/>
            <a:ext cx="325437" cy="32385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lIns="27000" tIns="34290" rIns="68580" bIns="34290" anchor="ctr"/>
          <a:lstStyle/>
          <a:p>
            <a:pPr eaLnBrk="1" hangingPunct="1">
              <a:defRPr/>
            </a:pPr>
            <a:endParaRPr lang="zh-CN" altLang="en-US" sz="2400" b="0" i="1">
              <a:solidFill>
                <a:prstClr val="black"/>
              </a:solidFill>
              <a:latin typeface="Times New Roman" pitchFamily="18" charset="0"/>
              <a:ea typeface="楷体_GB2312"/>
              <a:cs typeface="Times New Roman" pitchFamily="18" charset="0"/>
            </a:endParaRPr>
          </a:p>
        </p:txBody>
      </p:sp>
      <p:sp>
        <p:nvSpPr>
          <p:cNvPr id="1081413" name="Oval 69">
            <a:extLst>
              <a:ext uri="{FF2B5EF4-FFF2-40B4-BE49-F238E27FC236}">
                <a16:creationId xmlns:a16="http://schemas.microsoft.com/office/drawing/2014/main" id="{9B1DBB4E-BA0C-4AD8-A0BF-A935F276B1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18025" y="3446463"/>
            <a:ext cx="325438" cy="32385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lIns="0" tIns="34290" rIns="68580" bIns="34290" anchor="ctr"/>
          <a:lstStyle>
            <a:lvl1pPr eaLnBrk="0" hangingPunct="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defRPr/>
            </a:pPr>
            <a:r>
              <a:rPr kumimoji="1" lang="en-US" altLang="zh-CN" sz="2400">
                <a:solidFill>
                  <a:srgbClr val="000000"/>
                </a:solidFill>
                <a:latin typeface="Times New Roman" panose="02020603050405020304" pitchFamily="18" charset="0"/>
                <a:ea typeface="楷体_GB2312" pitchFamily="49" charset="-122"/>
                <a:cs typeface="Times New Roman" panose="02020603050405020304" pitchFamily="18" charset="0"/>
              </a:rPr>
              <a:t>=</a:t>
            </a:r>
          </a:p>
        </p:txBody>
      </p:sp>
      <p:sp>
        <p:nvSpPr>
          <p:cNvPr id="1081414" name="Oval 70">
            <a:extLst>
              <a:ext uri="{FF2B5EF4-FFF2-40B4-BE49-F238E27FC236}">
                <a16:creationId xmlns:a16="http://schemas.microsoft.com/office/drawing/2014/main" id="{CC6ABBE2-13E5-4D90-A8E1-9EC6D6AA3B1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53100" y="3457575"/>
            <a:ext cx="331788" cy="320675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lIns="68580" tIns="34290" rIns="68580" bIns="34290" anchor="ctr"/>
          <a:lstStyle/>
          <a:p>
            <a:pPr eaLnBrk="1" hangingPunct="1">
              <a:defRPr/>
            </a:pPr>
            <a:endParaRPr lang="en-US" altLang="zh-CN" sz="2400" b="0" i="1" baseline="-25000">
              <a:solidFill>
                <a:prstClr val="black"/>
              </a:solidFill>
              <a:latin typeface="Times New Roman" pitchFamily="18" charset="0"/>
            </a:endParaRPr>
          </a:p>
        </p:txBody>
      </p:sp>
      <p:sp>
        <p:nvSpPr>
          <p:cNvPr id="1081415" name="Oval 71">
            <a:extLst>
              <a:ext uri="{FF2B5EF4-FFF2-40B4-BE49-F238E27FC236}">
                <a16:creationId xmlns:a16="http://schemas.microsoft.com/office/drawing/2014/main" id="{F256B9BA-1314-4ADF-8F5B-BF87BA69ED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64325" y="3478213"/>
            <a:ext cx="360363" cy="32385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lIns="68580" tIns="34290" rIns="68580" bIns="34290" anchor="ctr"/>
          <a:lstStyle/>
          <a:p>
            <a:pPr eaLnBrk="1" hangingPunct="1">
              <a:defRPr/>
            </a:pPr>
            <a:endParaRPr lang="en-US" altLang="zh-CN" sz="2400" b="0" i="1" baseline="-25000">
              <a:solidFill>
                <a:prstClr val="black"/>
              </a:solidFill>
              <a:latin typeface="Times New Roman" pitchFamily="18" charset="0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5922866-7FF0-4E04-BF76-32F0322309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83138" y="3379788"/>
            <a:ext cx="1039812" cy="438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r>
              <a:rPr kumimoji="1" lang="en-US" altLang="zh-CN" sz="2400" i="1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B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47248DF-602C-4052-9CAC-39B9073624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08400" y="3413125"/>
            <a:ext cx="292100" cy="438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68580" tIns="34290" rIns="68580" bIns="34290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r>
              <a:rPr lang="en-US" altLang="zh-CN" sz="2400" i="1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5</a:t>
            </a:r>
            <a:endParaRPr lang="zh-CN" altLang="en-US" sz="2400" i="1">
              <a:solidFill>
                <a:srgbClr val="000000"/>
              </a:solidFill>
              <a:latin typeface="Times New Roman" panose="02020603050405020304" pitchFamily="18" charset="0"/>
              <a:ea typeface="楷体_GB2312" charset="0"/>
              <a:cs typeface="Times New Roman" panose="02020603050405020304" pitchFamily="18" charset="0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D0777AE9-FB60-4D2C-A8D2-6E4B4D8ADFB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54725" y="3390900"/>
            <a:ext cx="446088" cy="438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68580" tIns="34290" rIns="68580" bIns="34290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r>
              <a:rPr kumimoji="1" lang="en-US" altLang="zh-CN" sz="2400" i="1">
                <a:solidFill>
                  <a:srgbClr val="000000"/>
                </a:solidFill>
                <a:latin typeface="Times New Roman" panose="02020603050405020304" pitchFamily="18" charset="0"/>
              </a:rPr>
              <a:t>A</a:t>
            </a:r>
            <a:r>
              <a:rPr lang="en-US" altLang="zh-CN" sz="2400" i="1" baseline="-25000">
                <a:solidFill>
                  <a:srgbClr val="000000"/>
                </a:solidFill>
                <a:latin typeface="Times New Roman" panose="02020603050405020304" pitchFamily="18" charset="0"/>
              </a:rPr>
              <a:t>0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20586542-7820-47FC-9E36-AE43B48D90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02463" y="3413125"/>
            <a:ext cx="446087" cy="438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68580" tIns="34290" rIns="68580" bIns="34290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r>
              <a:rPr kumimoji="1" lang="en-US" altLang="zh-CN" sz="2400" i="1">
                <a:solidFill>
                  <a:srgbClr val="000000"/>
                </a:solidFill>
                <a:latin typeface="Times New Roman" panose="02020603050405020304" pitchFamily="18" charset="0"/>
              </a:rPr>
              <a:t>C</a:t>
            </a:r>
            <a:r>
              <a:rPr lang="en-US" altLang="zh-CN" sz="2400" i="1" baseline="-25000">
                <a:solidFill>
                  <a:srgbClr val="000000"/>
                </a:solidFill>
                <a:latin typeface="Times New Roman" panose="02020603050405020304" pitchFamily="18" charset="0"/>
              </a:rPr>
              <a:t>0</a:t>
            </a:r>
          </a:p>
        </p:txBody>
      </p:sp>
      <p:sp>
        <p:nvSpPr>
          <p:cNvPr id="116777" name="Rectangle 4">
            <a:extLst>
              <a:ext uri="{FF2B5EF4-FFF2-40B4-BE49-F238E27FC236}">
                <a16:creationId xmlns:a16="http://schemas.microsoft.com/office/drawing/2014/main" id="{F2636FD3-79B1-4C86-BCF1-DD20C75A93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650" y="268288"/>
            <a:ext cx="3817938" cy="358775"/>
          </a:xfrm>
        </p:spPr>
        <p:txBody>
          <a:bodyPr/>
          <a:lstStyle/>
          <a:p>
            <a:pPr eaLnBrk="1" hangingPunct="1"/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例</a:t>
            </a:r>
          </a:p>
        </p:txBody>
      </p:sp>
      <p:sp>
        <p:nvSpPr>
          <p:cNvPr id="55" name="Line 50">
            <a:extLst>
              <a:ext uri="{FF2B5EF4-FFF2-40B4-BE49-F238E27FC236}">
                <a16:creationId xmlns:a16="http://schemas.microsoft.com/office/drawing/2014/main" id="{B689F0DF-53E1-455A-A620-8E4ADFBC8F3E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702175" y="3786188"/>
            <a:ext cx="0" cy="2603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/>
          </a:p>
        </p:txBody>
      </p:sp>
      <p:sp>
        <p:nvSpPr>
          <p:cNvPr id="56" name="Oval 68">
            <a:extLst>
              <a:ext uri="{FF2B5EF4-FFF2-40B4-BE49-F238E27FC236}">
                <a16:creationId xmlns:a16="http://schemas.microsoft.com/office/drawing/2014/main" id="{CC10BD74-3376-4641-B5FB-08A9E21B03F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38663" y="4046538"/>
            <a:ext cx="325437" cy="32385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lIns="27000" tIns="34290" rIns="68580" bIns="34290" anchor="ctr"/>
          <a:lstStyle/>
          <a:p>
            <a:pPr eaLnBrk="1" hangingPunct="1">
              <a:defRPr/>
            </a:pPr>
            <a:endParaRPr lang="zh-CN" altLang="en-US" sz="2400" b="0" i="1">
              <a:solidFill>
                <a:prstClr val="black"/>
              </a:solidFill>
              <a:latin typeface="Times New Roman" pitchFamily="18" charset="0"/>
              <a:ea typeface="楷体_GB2312"/>
              <a:cs typeface="Times New Roman" pitchFamily="18" charset="0"/>
            </a:endParaRP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3D8F0A93-1D9D-4135-A9F2-23A5C877AB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38700" y="3992563"/>
            <a:ext cx="293688" cy="438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68580" tIns="34290" rIns="68580" bIns="34290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r>
              <a:rPr lang="en-US" altLang="zh-CN" sz="2400" i="1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3</a:t>
            </a:r>
            <a:endParaRPr lang="zh-CN" altLang="en-US" sz="2400" i="1">
              <a:solidFill>
                <a:srgbClr val="000000"/>
              </a:solidFill>
              <a:latin typeface="Times New Roman" panose="02020603050405020304" pitchFamily="18" charset="0"/>
              <a:ea typeface="楷体_GB2312" charset="0"/>
              <a:cs typeface="Times New Roman" panose="02020603050405020304" pitchFamily="18" charset="0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6FBFAA5D-81A8-4714-BCEA-8362AF4025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86338" y="3355975"/>
            <a:ext cx="512762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/>
          <a:p>
            <a:r>
              <a:rPr kumimoji="1" lang="en-US" altLang="zh-CN" sz="2400" i="1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=3</a:t>
            </a:r>
            <a:endParaRPr lang="zh-CN" altLang="en-US">
              <a:ea typeface="楷体_GB2312" charset="0"/>
              <a:cs typeface="Times New Roman" panose="02020603050405020304" pitchFamily="18" charset="0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294FCA19-FD63-4EC2-887F-528DE4956EF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14850" y="2376488"/>
            <a:ext cx="666750" cy="46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/>
          <a:p>
            <a:r>
              <a:rPr kumimoji="1" lang="en-US" altLang="zh-CN" sz="2400" i="1">
                <a:solidFill>
                  <a:srgbClr val="000000"/>
                </a:solidFill>
                <a:latin typeface="Times New Roman" panose="02020603050405020304" pitchFamily="18" charset="0"/>
              </a:rPr>
              <a:t>=15</a:t>
            </a:r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14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0814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0814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0814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 nodeType="clickPar">
                      <p:stCondLst>
                        <p:cond delay="indefinite"/>
                      </p:stCondLst>
                      <p:childTnLst>
                        <p:par>
                          <p:cTn id="1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53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53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 nodeType="clickPar">
                      <p:stCondLst>
                        <p:cond delay="indefinite"/>
                      </p:stCondLst>
                      <p:childTnLst>
                        <p:par>
                          <p:cTn id="3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6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 nodeType="clickPar">
                      <p:stCondLst>
                        <p:cond delay="indefinite"/>
                      </p:stCondLst>
                      <p:childTnLst>
                        <p:par>
                          <p:cTn id="4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3" presetID="53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13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5" dur="500" fill="hold"/>
                                        <p:tgtEl>
                                          <p:spTgt spid="108135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500" fill="hold"/>
                                        <p:tgtEl>
                                          <p:spTgt spid="108135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0813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53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13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500" fill="hold"/>
                                        <p:tgtEl>
                                          <p:spTgt spid="108135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500" fill="hold"/>
                                        <p:tgtEl>
                                          <p:spTgt spid="108135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0813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 nodeType="clickPar">
                      <p:stCondLst>
                        <p:cond delay="indefinite"/>
                      </p:stCondLst>
                      <p:childTnLst>
                        <p:par>
                          <p:cTn id="5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5" presetID="53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14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7" dur="500" fill="hold"/>
                                        <p:tgtEl>
                                          <p:spTgt spid="10814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500" fill="hold"/>
                                        <p:tgtEl>
                                          <p:spTgt spid="10814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0814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53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2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53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14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7" dur="500" fill="hold"/>
                                        <p:tgtEl>
                                          <p:spTgt spid="10814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8" dur="500" fill="hold"/>
                                        <p:tgtEl>
                                          <p:spTgt spid="10814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10814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53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13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7" dur="500" fill="hold"/>
                                        <p:tgtEl>
                                          <p:spTgt spid="108136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8" dur="500" fill="hold"/>
                                        <p:tgtEl>
                                          <p:spTgt spid="108136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10813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13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2" dur="500" fill="hold"/>
                                        <p:tgtEl>
                                          <p:spTgt spid="108136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3" dur="500" fill="hold"/>
                                        <p:tgtEl>
                                          <p:spTgt spid="108136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10813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 nodeType="clickPar">
                      <p:stCondLst>
                        <p:cond delay="indefinite"/>
                      </p:stCondLst>
                      <p:childTnLst>
                        <p:par>
                          <p:cTn id="8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7" presetID="53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13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9" dur="500" fill="hold"/>
                                        <p:tgtEl>
                                          <p:spTgt spid="108136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0" dur="500" fill="hold"/>
                                        <p:tgtEl>
                                          <p:spTgt spid="108136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10813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 nodeType="clickPar">
                      <p:stCondLst>
                        <p:cond delay="indefinite"/>
                      </p:stCondLst>
                      <p:childTnLst>
                        <p:par>
                          <p:cTn id="9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4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 nodeType="clickPar">
                      <p:stCondLst>
                        <p:cond delay="indefinite"/>
                      </p:stCondLst>
                      <p:childTnLst>
                        <p:par>
                          <p:cTn id="10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1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13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3" dur="500" fill="hold"/>
                                        <p:tgtEl>
                                          <p:spTgt spid="108137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500" fill="hold"/>
                                        <p:tgtEl>
                                          <p:spTgt spid="108137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10813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13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8" dur="500" fill="hold"/>
                                        <p:tgtEl>
                                          <p:spTgt spid="108137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500" fill="hold"/>
                                        <p:tgtEl>
                                          <p:spTgt spid="108137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0" dur="500"/>
                                        <p:tgtEl>
                                          <p:spTgt spid="10813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 nodeType="clickPar">
                      <p:stCondLst>
                        <p:cond delay="indefinite"/>
                      </p:stCondLst>
                      <p:childTnLst>
                        <p:par>
                          <p:cTn id="1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3" presetID="53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13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5" dur="500" fill="hold"/>
                                        <p:tgtEl>
                                          <p:spTgt spid="108137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6" dur="500" fill="hold"/>
                                        <p:tgtEl>
                                          <p:spTgt spid="108137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10813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8" fill="hold" nodeType="clickPar">
                      <p:stCondLst>
                        <p:cond delay="indefinite"/>
                      </p:stCondLst>
                      <p:childTnLst>
                        <p:par>
                          <p:cTn id="11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20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5" fill="hold" nodeType="clickPar">
                      <p:stCondLst>
                        <p:cond delay="indefinite"/>
                      </p:stCondLst>
                      <p:childTnLst>
                        <p:par>
                          <p:cTn id="1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27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13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9" dur="500" fill="hold"/>
                                        <p:tgtEl>
                                          <p:spTgt spid="108138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0" dur="500" fill="hold"/>
                                        <p:tgtEl>
                                          <p:spTgt spid="108138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1" dur="500"/>
                                        <p:tgtEl>
                                          <p:spTgt spid="10813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13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4" dur="500" fill="hold"/>
                                        <p:tgtEl>
                                          <p:spTgt spid="108136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5" dur="500" fill="hold"/>
                                        <p:tgtEl>
                                          <p:spTgt spid="108136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10813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7" fill="hold" nodeType="clickPar">
                      <p:stCondLst>
                        <p:cond delay="indefinite"/>
                      </p:stCondLst>
                      <p:childTnLst>
                        <p:par>
                          <p:cTn id="13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9" presetID="53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13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1" dur="500" fill="hold"/>
                                        <p:tgtEl>
                                          <p:spTgt spid="108138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2" dur="500" fill="hold"/>
                                        <p:tgtEl>
                                          <p:spTgt spid="108138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10813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4" fill="hold" nodeType="clickPar">
                      <p:stCondLst>
                        <p:cond delay="indefinite"/>
                      </p:stCondLst>
                      <p:childTnLst>
                        <p:par>
                          <p:cTn id="14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46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1" fill="hold" nodeType="clickPar">
                      <p:stCondLst>
                        <p:cond delay="indefinite"/>
                      </p:stCondLst>
                      <p:childTnLst>
                        <p:par>
                          <p:cTn id="15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3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13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5" dur="500" fill="hold"/>
                                        <p:tgtEl>
                                          <p:spTgt spid="108138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6" dur="500" fill="hold"/>
                                        <p:tgtEl>
                                          <p:spTgt spid="108138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7" dur="500"/>
                                        <p:tgtEl>
                                          <p:spTgt spid="10813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13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0" dur="500" fill="hold"/>
                                        <p:tgtEl>
                                          <p:spTgt spid="108138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1" dur="500" fill="hold"/>
                                        <p:tgtEl>
                                          <p:spTgt spid="108138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2" dur="500"/>
                                        <p:tgtEl>
                                          <p:spTgt spid="10813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3" fill="hold" nodeType="clickPar">
                      <p:stCondLst>
                        <p:cond delay="indefinite"/>
                      </p:stCondLst>
                      <p:childTnLst>
                        <p:par>
                          <p:cTn id="16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65" presetID="53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13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7" dur="500" fill="hold"/>
                                        <p:tgtEl>
                                          <p:spTgt spid="108138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8" dur="500" fill="hold"/>
                                        <p:tgtEl>
                                          <p:spTgt spid="108138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9" dur="500"/>
                                        <p:tgtEl>
                                          <p:spTgt spid="10813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0" fill="hold" nodeType="clickPar">
                      <p:stCondLst>
                        <p:cond delay="indefinite"/>
                      </p:stCondLst>
                      <p:childTnLst>
                        <p:par>
                          <p:cTn id="17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2" presetID="53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14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4" dur="500" fill="hold"/>
                                        <p:tgtEl>
                                          <p:spTgt spid="108140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5" dur="500" fill="hold"/>
                                        <p:tgtEl>
                                          <p:spTgt spid="108140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6" dur="500"/>
                                        <p:tgtEl>
                                          <p:spTgt spid="10814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7" fill="hold" nodeType="clickPar">
                      <p:stCondLst>
                        <p:cond delay="indefinite"/>
                      </p:stCondLst>
                      <p:childTnLst>
                        <p:par>
                          <p:cTn id="17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9" presetID="53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14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1" dur="500" fill="hold"/>
                                        <p:tgtEl>
                                          <p:spTgt spid="108140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2" dur="500" fill="hold"/>
                                        <p:tgtEl>
                                          <p:spTgt spid="108140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3" dur="500"/>
                                        <p:tgtEl>
                                          <p:spTgt spid="10814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4" fill="hold" nodeType="clickPar">
                      <p:stCondLst>
                        <p:cond delay="indefinite"/>
                      </p:stCondLst>
                      <p:childTnLst>
                        <p:par>
                          <p:cTn id="18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86" presetID="53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14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8" dur="500" fill="hold"/>
                                        <p:tgtEl>
                                          <p:spTgt spid="10814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9" dur="500" fill="hold"/>
                                        <p:tgtEl>
                                          <p:spTgt spid="10814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0" dur="500"/>
                                        <p:tgtEl>
                                          <p:spTgt spid="10814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1" fill="hold" nodeType="clickPar">
                      <p:stCondLst>
                        <p:cond delay="indefinite"/>
                      </p:stCondLst>
                      <p:childTnLst>
                        <p:par>
                          <p:cTn id="19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3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5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8" fill="hold" nodeType="clickPar">
                      <p:stCondLst>
                        <p:cond delay="indefinite"/>
                      </p:stCondLst>
                      <p:childTnLst>
                        <p:par>
                          <p:cTn id="19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00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13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02" dur="500" fill="hold"/>
                                        <p:tgtEl>
                                          <p:spTgt spid="108139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3" dur="500" fill="hold"/>
                                        <p:tgtEl>
                                          <p:spTgt spid="108139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4" dur="500"/>
                                        <p:tgtEl>
                                          <p:spTgt spid="10813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5" presetID="53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14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07" dur="500" fill="hold"/>
                                        <p:tgtEl>
                                          <p:spTgt spid="10814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8" dur="500" fill="hold"/>
                                        <p:tgtEl>
                                          <p:spTgt spid="10814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9" dur="500"/>
                                        <p:tgtEl>
                                          <p:spTgt spid="10814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0" presetID="53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2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3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5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13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7" dur="500" fill="hold"/>
                                        <p:tgtEl>
                                          <p:spTgt spid="108139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8" dur="500" fill="hold"/>
                                        <p:tgtEl>
                                          <p:spTgt spid="108139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9" dur="500"/>
                                        <p:tgtEl>
                                          <p:spTgt spid="10813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0" fill="hold" nodeType="clickPar">
                      <p:stCondLst>
                        <p:cond delay="indefinite"/>
                      </p:stCondLst>
                      <p:childTnLst>
                        <p:par>
                          <p:cTn id="22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22" presetID="53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13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4" dur="500" fill="hold"/>
                                        <p:tgtEl>
                                          <p:spTgt spid="108139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5" dur="500" fill="hold"/>
                                        <p:tgtEl>
                                          <p:spTgt spid="108139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6" dur="500"/>
                                        <p:tgtEl>
                                          <p:spTgt spid="10813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7" fill="hold" nodeType="clickPar">
                      <p:stCondLst>
                        <p:cond delay="indefinite"/>
                      </p:stCondLst>
                      <p:childTnLst>
                        <p:par>
                          <p:cTn id="2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2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4" fill="hold" nodeType="clickPar">
                      <p:stCondLst>
                        <p:cond delay="indefinite"/>
                      </p:stCondLst>
                      <p:childTnLst>
                        <p:par>
                          <p:cTn id="23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6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9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1" fill="hold" nodeType="clickPar">
                      <p:stCondLst>
                        <p:cond delay="indefinite"/>
                      </p:stCondLst>
                      <p:childTnLst>
                        <p:par>
                          <p:cTn id="24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43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14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5" dur="500" fill="hold"/>
                                        <p:tgtEl>
                                          <p:spTgt spid="108140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6" dur="500" fill="hold"/>
                                        <p:tgtEl>
                                          <p:spTgt spid="108140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7" dur="500"/>
                                        <p:tgtEl>
                                          <p:spTgt spid="10814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8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14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0" dur="500" fill="hold"/>
                                        <p:tgtEl>
                                          <p:spTgt spid="108140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1" dur="500" fill="hold"/>
                                        <p:tgtEl>
                                          <p:spTgt spid="108140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2" dur="500"/>
                                        <p:tgtEl>
                                          <p:spTgt spid="10814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3" fill="hold" nodeType="clickPar">
                      <p:stCondLst>
                        <p:cond delay="indefinite"/>
                      </p:stCondLst>
                      <p:childTnLst>
                        <p:par>
                          <p:cTn id="25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5" presetID="53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13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7" dur="500" fill="hold"/>
                                        <p:tgtEl>
                                          <p:spTgt spid="108139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8" dur="500" fill="hold"/>
                                        <p:tgtEl>
                                          <p:spTgt spid="108139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9" dur="500"/>
                                        <p:tgtEl>
                                          <p:spTgt spid="10813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0" fill="hold" nodeType="clickPar">
                      <p:stCondLst>
                        <p:cond delay="indefinite"/>
                      </p:stCondLst>
                      <p:childTnLst>
                        <p:par>
                          <p:cTn id="26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62" presetID="53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14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64" dur="500" fill="hold"/>
                                        <p:tgtEl>
                                          <p:spTgt spid="10814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5" dur="500" fill="hold"/>
                                        <p:tgtEl>
                                          <p:spTgt spid="10814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6" dur="500"/>
                                        <p:tgtEl>
                                          <p:spTgt spid="10814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81368" grpId="0"/>
      <p:bldP spid="1081356" grpId="0" animBg="1"/>
      <p:bldP spid="1081357" grpId="0"/>
      <p:bldP spid="1081375" grpId="0"/>
      <p:bldP spid="1081381" grpId="0"/>
      <p:bldP spid="1081387" grpId="0"/>
      <p:bldP spid="1081392" grpId="0"/>
      <p:bldP spid="1081399" grpId="0"/>
      <p:bldP spid="1081408" grpId="0"/>
      <p:bldP spid="1081409" grpId="0"/>
      <p:bldP spid="1081410" grpId="0"/>
      <p:bldP spid="1081411" grpId="0"/>
      <p:bldP spid="1081412" grpId="0" animBg="1"/>
      <p:bldP spid="1081413" grpId="0" animBg="1"/>
      <p:bldP spid="1081414" grpId="0" animBg="1"/>
      <p:bldP spid="1081415" grpId="0" animBg="1"/>
      <p:bldP spid="2" grpId="0"/>
      <p:bldP spid="3" grpId="0"/>
      <p:bldP spid="4" grpId="0"/>
      <p:bldP spid="5" grpId="0"/>
      <p:bldP spid="56" grpId="0" animBg="1"/>
      <p:bldP spid="57" grpId="0"/>
      <p:bldP spid="11" grpId="0"/>
      <p:bldP spid="12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786" name="Text Box 24">
            <a:extLst>
              <a:ext uri="{FF2B5EF4-FFF2-40B4-BE49-F238E27FC236}">
                <a16:creationId xmlns:a16="http://schemas.microsoft.com/office/drawing/2014/main" id="{F6D43110-918F-458D-B702-427339E2EE4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354763" y="2881313"/>
            <a:ext cx="215900" cy="438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kumimoji="1" lang="en-US" altLang="zh-CN" sz="2400" i="1">
                <a:solidFill>
                  <a:srgbClr val="000000"/>
                </a:solidFill>
                <a:latin typeface="Times New Roman" panose="02020603050405020304" pitchFamily="18" charset="0"/>
              </a:rPr>
              <a:t>D</a:t>
            </a:r>
          </a:p>
        </p:txBody>
      </p:sp>
      <p:sp>
        <p:nvSpPr>
          <p:cNvPr id="182" name="Rectangle 4">
            <a:extLst>
              <a:ext uri="{FF2B5EF4-FFF2-40B4-BE49-F238E27FC236}">
                <a16:creationId xmlns:a16="http://schemas.microsoft.com/office/drawing/2014/main" id="{6025E31D-838D-4BD8-BDF2-474B058B1E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39653" y="4541838"/>
            <a:ext cx="4384675" cy="377825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lIns="68580" tIns="34290" rIns="68580" bIns="34290">
            <a:spAutoFit/>
          </a:bodyPr>
          <a:lstStyle/>
          <a:p>
            <a:pPr eaLnBrk="1" hangingPunct="1">
              <a:defRPr/>
            </a:pPr>
            <a:r>
              <a:rPr lang="zh-CN" altLang="en-US" sz="2000" dirty="0">
                <a:solidFill>
                  <a:prstClr val="black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假设：仅变量</a:t>
            </a:r>
            <a:r>
              <a:rPr lang="en-US" altLang="zh-CN" sz="2000" i="1" dirty="0">
                <a:solidFill>
                  <a:prstClr val="black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L</a:t>
            </a:r>
            <a:r>
              <a:rPr lang="zh-CN" altLang="en-US" sz="2000" dirty="0">
                <a:solidFill>
                  <a:prstClr val="black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在基本块出口之后活跃</a:t>
            </a:r>
          </a:p>
        </p:txBody>
      </p:sp>
      <p:sp>
        <p:nvSpPr>
          <p:cNvPr id="183" name="Oval 12">
            <a:extLst>
              <a:ext uri="{FF2B5EF4-FFF2-40B4-BE49-F238E27FC236}">
                <a16:creationId xmlns:a16="http://schemas.microsoft.com/office/drawing/2014/main" id="{6929284B-90F9-43A4-952E-781284E3B41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84888" y="2825750"/>
            <a:ext cx="323850" cy="325438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lIns="68580" tIns="34290" rIns="68580" bIns="34290" anchor="ctr"/>
          <a:lstStyle/>
          <a:p>
            <a:pPr eaLnBrk="1" hangingPunct="1">
              <a:defRPr/>
            </a:pPr>
            <a:endParaRPr lang="zh-CN" altLang="en-US" sz="2400" b="0" i="1">
              <a:solidFill>
                <a:prstClr val="black"/>
              </a:solidFill>
              <a:latin typeface="Times New Roman" pitchFamily="18" charset="0"/>
              <a:ea typeface="楷体_GB2312"/>
              <a:cs typeface="Times New Roman" pitchFamily="18" charset="0"/>
            </a:endParaRPr>
          </a:p>
        </p:txBody>
      </p:sp>
      <p:sp>
        <p:nvSpPr>
          <p:cNvPr id="118789" name="Text Box 13">
            <a:extLst>
              <a:ext uri="{FF2B5EF4-FFF2-40B4-BE49-F238E27FC236}">
                <a16:creationId xmlns:a16="http://schemas.microsoft.com/office/drawing/2014/main" id="{934E82DF-0CBD-4FA2-84BA-3EB8D267E5D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103938" y="2770188"/>
            <a:ext cx="231775" cy="438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kumimoji="1" lang="en-US" altLang="zh-CN" sz="2400" i="1">
                <a:solidFill>
                  <a:srgbClr val="000000"/>
                </a:solidFill>
                <a:latin typeface="Times New Roman" panose="02020603050405020304" pitchFamily="18" charset="0"/>
              </a:rPr>
              <a:t>+</a:t>
            </a:r>
          </a:p>
        </p:txBody>
      </p:sp>
      <p:sp>
        <p:nvSpPr>
          <p:cNvPr id="118790" name="Line 16">
            <a:extLst>
              <a:ext uri="{FF2B5EF4-FFF2-40B4-BE49-F238E27FC236}">
                <a16:creationId xmlns:a16="http://schemas.microsoft.com/office/drawing/2014/main" id="{1844E6C1-B05B-4C34-8BCA-61FD48033645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956300" y="3128963"/>
            <a:ext cx="165100" cy="342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lIns="68580" tIns="34290" rIns="68580" bIns="34290" anchor="ctr"/>
          <a:lstStyle/>
          <a:p>
            <a:endParaRPr lang="zh-CN" altLang="en-US"/>
          </a:p>
        </p:txBody>
      </p:sp>
      <p:sp>
        <p:nvSpPr>
          <p:cNvPr id="118791" name="Line 17">
            <a:extLst>
              <a:ext uri="{FF2B5EF4-FFF2-40B4-BE49-F238E27FC236}">
                <a16:creationId xmlns:a16="http://schemas.microsoft.com/office/drawing/2014/main" id="{299CE39D-5170-4A33-82DE-9A63B8292639}"/>
              </a:ext>
            </a:extLst>
          </p:cNvPr>
          <p:cNvSpPr>
            <a:spLocks noChangeShapeType="1"/>
          </p:cNvSpPr>
          <p:nvPr/>
        </p:nvSpPr>
        <p:spPr bwMode="auto">
          <a:xfrm>
            <a:off x="6356350" y="3149600"/>
            <a:ext cx="342900" cy="37147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lIns="68580" tIns="34290" rIns="68580" bIns="34290" anchor="ctr"/>
          <a:lstStyle/>
          <a:p>
            <a:endParaRPr lang="zh-CN" altLang="en-US"/>
          </a:p>
        </p:txBody>
      </p:sp>
      <p:sp>
        <p:nvSpPr>
          <p:cNvPr id="118792" name="Line 19">
            <a:extLst>
              <a:ext uri="{FF2B5EF4-FFF2-40B4-BE49-F238E27FC236}">
                <a16:creationId xmlns:a16="http://schemas.microsoft.com/office/drawing/2014/main" id="{4B8F8DF5-C6B8-499F-98D3-11A3E53BFE10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5976938" y="2176463"/>
            <a:ext cx="215900" cy="14446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lIns="68580" tIns="34290" rIns="68580" bIns="34290" anchor="ctr"/>
          <a:lstStyle/>
          <a:p>
            <a:endParaRPr lang="zh-CN" altLang="en-US"/>
          </a:p>
        </p:txBody>
      </p:sp>
      <p:grpSp>
        <p:nvGrpSpPr>
          <p:cNvPr id="118793" name="Group 28">
            <a:extLst>
              <a:ext uri="{FF2B5EF4-FFF2-40B4-BE49-F238E27FC236}">
                <a16:creationId xmlns:a16="http://schemas.microsoft.com/office/drawing/2014/main" id="{642314E9-7782-4F89-9D58-7C48D97C2E98}"/>
              </a:ext>
            </a:extLst>
          </p:cNvPr>
          <p:cNvGrpSpPr>
            <a:grpSpLocks/>
          </p:cNvGrpSpPr>
          <p:nvPr/>
        </p:nvGrpSpPr>
        <p:grpSpPr bwMode="auto">
          <a:xfrm>
            <a:off x="6081713" y="2306638"/>
            <a:ext cx="327025" cy="461962"/>
            <a:chOff x="3645" y="1358"/>
            <a:chExt cx="339" cy="477"/>
          </a:xfrm>
        </p:grpSpPr>
        <p:sp>
          <p:nvSpPr>
            <p:cNvPr id="189" name="Oval 29">
              <a:extLst>
                <a:ext uri="{FF2B5EF4-FFF2-40B4-BE49-F238E27FC236}">
                  <a16:creationId xmlns:a16="http://schemas.microsoft.com/office/drawing/2014/main" id="{5CA96733-4344-4E88-A71A-2585FCFB7F6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48" y="1392"/>
              <a:ext cx="336" cy="336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eaLnBrk="1" hangingPunct="1">
                <a:defRPr/>
              </a:pPr>
              <a:endParaRPr lang="zh-CN" altLang="en-US" sz="2400" b="0" i="1">
                <a:solidFill>
                  <a:prstClr val="black"/>
                </a:solidFill>
                <a:latin typeface="Times New Roman" pitchFamily="18" charset="0"/>
                <a:ea typeface="楷体_GB2312"/>
                <a:cs typeface="Times New Roman" pitchFamily="18" charset="0"/>
              </a:endParaRPr>
            </a:p>
          </p:txBody>
        </p:sp>
        <p:sp>
          <p:nvSpPr>
            <p:cNvPr id="118856" name="Text Box 30">
              <a:extLst>
                <a:ext uri="{FF2B5EF4-FFF2-40B4-BE49-F238E27FC236}">
                  <a16:creationId xmlns:a16="http://schemas.microsoft.com/office/drawing/2014/main" id="{7BECC9D7-ED3C-4A30-84CF-A8836B68BA0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45" y="1358"/>
              <a:ext cx="240" cy="4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kumimoji="1" lang="en-US" altLang="zh-CN" sz="2400" i="1">
                  <a:solidFill>
                    <a:srgbClr val="000000"/>
                  </a:solidFill>
                  <a:latin typeface="Times New Roman" panose="02020603050405020304" pitchFamily="18" charset="0"/>
                </a:rPr>
                <a:t>*</a:t>
              </a:r>
            </a:p>
          </p:txBody>
        </p:sp>
      </p:grpSp>
      <p:sp>
        <p:nvSpPr>
          <p:cNvPr id="118794" name="Text Box 31">
            <a:extLst>
              <a:ext uri="{FF2B5EF4-FFF2-40B4-BE49-F238E27FC236}">
                <a16:creationId xmlns:a16="http://schemas.microsoft.com/office/drawing/2014/main" id="{5F9F6A41-C088-4A4E-BDF8-8607D7A26A2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08738" y="2339975"/>
            <a:ext cx="215900" cy="438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kumimoji="1" lang="en-US" altLang="zh-CN" sz="2400" i="1">
                <a:solidFill>
                  <a:srgbClr val="000000"/>
                </a:solidFill>
                <a:latin typeface="Times New Roman" panose="02020603050405020304" pitchFamily="18" charset="0"/>
              </a:rPr>
              <a:t>E</a:t>
            </a:r>
          </a:p>
        </p:txBody>
      </p:sp>
      <p:sp>
        <p:nvSpPr>
          <p:cNvPr id="118795" name="Freeform 32">
            <a:extLst>
              <a:ext uri="{FF2B5EF4-FFF2-40B4-BE49-F238E27FC236}">
                <a16:creationId xmlns:a16="http://schemas.microsoft.com/office/drawing/2014/main" id="{201ED76D-9019-44BC-8583-F49938385DBB}"/>
              </a:ext>
            </a:extLst>
          </p:cNvPr>
          <p:cNvSpPr>
            <a:spLocks/>
          </p:cNvSpPr>
          <p:nvPr/>
        </p:nvSpPr>
        <p:spPr bwMode="auto">
          <a:xfrm>
            <a:off x="5743575" y="2663825"/>
            <a:ext cx="412750" cy="822325"/>
          </a:xfrm>
          <a:custGeom>
            <a:avLst/>
            <a:gdLst>
              <a:gd name="T0" fmla="*/ 2147483646 w 347"/>
              <a:gd name="T1" fmla="*/ 2147483646 h 589"/>
              <a:gd name="T2" fmla="*/ 2147483646 w 347"/>
              <a:gd name="T3" fmla="*/ 2147483646 h 589"/>
              <a:gd name="T4" fmla="*/ 2147483646 w 347"/>
              <a:gd name="T5" fmla="*/ 0 h 589"/>
              <a:gd name="T6" fmla="*/ 0 60000 65536"/>
              <a:gd name="T7" fmla="*/ 0 60000 65536"/>
              <a:gd name="T8" fmla="*/ 0 60000 65536"/>
              <a:gd name="T9" fmla="*/ 0 w 347"/>
              <a:gd name="T10" fmla="*/ 0 h 589"/>
              <a:gd name="T11" fmla="*/ 347 w 347"/>
              <a:gd name="T12" fmla="*/ 589 h 589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347" h="589">
                <a:moveTo>
                  <a:pt x="166" y="589"/>
                </a:moveTo>
                <a:cubicBezTo>
                  <a:pt x="83" y="456"/>
                  <a:pt x="0" y="324"/>
                  <a:pt x="30" y="226"/>
                </a:cubicBezTo>
                <a:cubicBezTo>
                  <a:pt x="60" y="128"/>
                  <a:pt x="203" y="64"/>
                  <a:pt x="347" y="0"/>
                </a:cubicBez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/>
          </a:p>
        </p:txBody>
      </p:sp>
      <p:sp>
        <p:nvSpPr>
          <p:cNvPr id="118796" name="Freeform 33">
            <a:extLst>
              <a:ext uri="{FF2B5EF4-FFF2-40B4-BE49-F238E27FC236}">
                <a16:creationId xmlns:a16="http://schemas.microsoft.com/office/drawing/2014/main" id="{A68DCDF9-B9A1-4C09-A755-540ECC496C80}"/>
              </a:ext>
            </a:extLst>
          </p:cNvPr>
          <p:cNvSpPr>
            <a:spLocks/>
          </p:cNvSpPr>
          <p:nvPr/>
        </p:nvSpPr>
        <p:spPr bwMode="auto">
          <a:xfrm>
            <a:off x="6369050" y="2632075"/>
            <a:ext cx="660400" cy="868363"/>
          </a:xfrm>
          <a:custGeom>
            <a:avLst/>
            <a:gdLst>
              <a:gd name="T0" fmla="*/ 2147483646 w 11683"/>
              <a:gd name="T1" fmla="*/ 2147483646 h 10725"/>
              <a:gd name="T2" fmla="*/ 2147483646 w 11683"/>
              <a:gd name="T3" fmla="*/ 2147483646 h 10725"/>
              <a:gd name="T4" fmla="*/ 0 w 11683"/>
              <a:gd name="T5" fmla="*/ 0 h 10725"/>
              <a:gd name="T6" fmla="*/ 0 60000 65536"/>
              <a:gd name="T7" fmla="*/ 0 60000 65536"/>
              <a:gd name="T8" fmla="*/ 0 60000 65536"/>
              <a:gd name="T9" fmla="*/ 0 w 11683"/>
              <a:gd name="T10" fmla="*/ 0 h 10725"/>
              <a:gd name="T11" fmla="*/ 11683 w 11683"/>
              <a:gd name="T12" fmla="*/ 10725 h 10725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11683" h="10725">
                <a:moveTo>
                  <a:pt x="10098" y="10725"/>
                </a:moveTo>
                <a:cubicBezTo>
                  <a:pt x="12053" y="7098"/>
                  <a:pt x="11930" y="5558"/>
                  <a:pt x="11167" y="3896"/>
                </a:cubicBezTo>
                <a:cubicBezTo>
                  <a:pt x="10403" y="2234"/>
                  <a:pt x="4224" y="1162"/>
                  <a:pt x="0" y="0"/>
                </a:cubicBez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/>
          </a:p>
        </p:txBody>
      </p:sp>
      <p:grpSp>
        <p:nvGrpSpPr>
          <p:cNvPr id="118797" name="Group 34">
            <a:extLst>
              <a:ext uri="{FF2B5EF4-FFF2-40B4-BE49-F238E27FC236}">
                <a16:creationId xmlns:a16="http://schemas.microsoft.com/office/drawing/2014/main" id="{8C6B7082-F481-40CB-AA4D-DADD089EF52F}"/>
              </a:ext>
            </a:extLst>
          </p:cNvPr>
          <p:cNvGrpSpPr>
            <a:grpSpLocks/>
          </p:cNvGrpSpPr>
          <p:nvPr/>
        </p:nvGrpSpPr>
        <p:grpSpPr bwMode="auto">
          <a:xfrm>
            <a:off x="5694363" y="1824038"/>
            <a:ext cx="336550" cy="461962"/>
            <a:chOff x="3634" y="1306"/>
            <a:chExt cx="350" cy="477"/>
          </a:xfrm>
        </p:grpSpPr>
        <p:sp>
          <p:nvSpPr>
            <p:cNvPr id="195" name="Oval 35">
              <a:extLst>
                <a:ext uri="{FF2B5EF4-FFF2-40B4-BE49-F238E27FC236}">
                  <a16:creationId xmlns:a16="http://schemas.microsoft.com/office/drawing/2014/main" id="{12789DA3-5F33-4751-9EED-4A293843CA6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47" y="1391"/>
              <a:ext cx="337" cy="336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eaLnBrk="1" hangingPunct="1">
                <a:defRPr/>
              </a:pPr>
              <a:endParaRPr lang="zh-CN" altLang="en-US" sz="2400" b="0" i="1">
                <a:solidFill>
                  <a:prstClr val="black"/>
                </a:solidFill>
                <a:latin typeface="Times New Roman" pitchFamily="18" charset="0"/>
                <a:ea typeface="楷体_GB2312"/>
                <a:cs typeface="Times New Roman" pitchFamily="18" charset="0"/>
              </a:endParaRPr>
            </a:p>
          </p:txBody>
        </p:sp>
        <p:sp>
          <p:nvSpPr>
            <p:cNvPr id="118854" name="Text Box 36">
              <a:extLst>
                <a:ext uri="{FF2B5EF4-FFF2-40B4-BE49-F238E27FC236}">
                  <a16:creationId xmlns:a16="http://schemas.microsoft.com/office/drawing/2014/main" id="{2272B18A-2631-4C44-ABF8-C40DBBD6418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34" y="1306"/>
              <a:ext cx="240" cy="4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kumimoji="1" lang="en-US" altLang="zh-CN" sz="2400" i="1">
                  <a:solidFill>
                    <a:srgbClr val="000000"/>
                  </a:solidFill>
                  <a:latin typeface="Times New Roman" panose="02020603050405020304" pitchFamily="18" charset="0"/>
                </a:rPr>
                <a:t>+</a:t>
              </a:r>
            </a:p>
          </p:txBody>
        </p:sp>
      </p:grpSp>
      <p:sp>
        <p:nvSpPr>
          <p:cNvPr id="118798" name="Text Box 37">
            <a:extLst>
              <a:ext uri="{FF2B5EF4-FFF2-40B4-BE49-F238E27FC236}">
                <a16:creationId xmlns:a16="http://schemas.microsoft.com/office/drawing/2014/main" id="{D7B69CDD-3A24-42E6-8EF2-68EE1FF531D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30913" y="1779588"/>
            <a:ext cx="215900" cy="438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kumimoji="1" lang="en-US" altLang="zh-CN" sz="2400" i="1">
                <a:solidFill>
                  <a:srgbClr val="000000"/>
                </a:solidFill>
                <a:latin typeface="Times New Roman" panose="02020603050405020304" pitchFamily="18" charset="0"/>
              </a:rPr>
              <a:t>F</a:t>
            </a:r>
          </a:p>
        </p:txBody>
      </p:sp>
      <p:sp>
        <p:nvSpPr>
          <p:cNvPr id="118799" name="Freeform 38">
            <a:extLst>
              <a:ext uri="{FF2B5EF4-FFF2-40B4-BE49-F238E27FC236}">
                <a16:creationId xmlns:a16="http://schemas.microsoft.com/office/drawing/2014/main" id="{9E00D845-1630-42AD-9054-056A16C17595}"/>
              </a:ext>
            </a:extLst>
          </p:cNvPr>
          <p:cNvSpPr>
            <a:spLocks/>
          </p:cNvSpPr>
          <p:nvPr/>
        </p:nvSpPr>
        <p:spPr bwMode="auto">
          <a:xfrm>
            <a:off x="5543550" y="2232025"/>
            <a:ext cx="541338" cy="647700"/>
          </a:xfrm>
          <a:custGeom>
            <a:avLst/>
            <a:gdLst>
              <a:gd name="T0" fmla="*/ 2147483646 w 455"/>
              <a:gd name="T1" fmla="*/ 0 h 544"/>
              <a:gd name="T2" fmla="*/ 2147483646 w 455"/>
              <a:gd name="T3" fmla="*/ 2147483646 h 544"/>
              <a:gd name="T4" fmla="*/ 2147483646 w 455"/>
              <a:gd name="T5" fmla="*/ 2147483646 h 544"/>
              <a:gd name="T6" fmla="*/ 0 60000 65536"/>
              <a:gd name="T7" fmla="*/ 0 60000 65536"/>
              <a:gd name="T8" fmla="*/ 0 60000 65536"/>
              <a:gd name="T9" fmla="*/ 0 w 455"/>
              <a:gd name="T10" fmla="*/ 0 h 544"/>
              <a:gd name="T11" fmla="*/ 455 w 455"/>
              <a:gd name="T12" fmla="*/ 544 h 544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455" h="544">
                <a:moveTo>
                  <a:pt x="182" y="0"/>
                </a:moveTo>
                <a:cubicBezTo>
                  <a:pt x="91" y="45"/>
                  <a:pt x="0" y="90"/>
                  <a:pt x="46" y="181"/>
                </a:cubicBezTo>
                <a:cubicBezTo>
                  <a:pt x="92" y="272"/>
                  <a:pt x="273" y="408"/>
                  <a:pt x="455" y="544"/>
                </a:cubicBez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/>
          </a:p>
        </p:txBody>
      </p:sp>
      <p:sp>
        <p:nvSpPr>
          <p:cNvPr id="118800" name="Line 39">
            <a:extLst>
              <a:ext uri="{FF2B5EF4-FFF2-40B4-BE49-F238E27FC236}">
                <a16:creationId xmlns:a16="http://schemas.microsoft.com/office/drawing/2014/main" id="{CC9A0864-C8C6-4F52-8F09-2FFD25CE3F20}"/>
              </a:ext>
            </a:extLst>
          </p:cNvPr>
          <p:cNvSpPr>
            <a:spLocks noChangeShapeType="1"/>
          </p:cNvSpPr>
          <p:nvPr/>
        </p:nvSpPr>
        <p:spPr bwMode="auto">
          <a:xfrm>
            <a:off x="5543550" y="1638300"/>
            <a:ext cx="217488" cy="26987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/>
          </a:p>
        </p:txBody>
      </p:sp>
      <p:grpSp>
        <p:nvGrpSpPr>
          <p:cNvPr id="118801" name="Group 40">
            <a:extLst>
              <a:ext uri="{FF2B5EF4-FFF2-40B4-BE49-F238E27FC236}">
                <a16:creationId xmlns:a16="http://schemas.microsoft.com/office/drawing/2014/main" id="{E6B4041C-5879-4252-8BDF-E7C682FC5827}"/>
              </a:ext>
            </a:extLst>
          </p:cNvPr>
          <p:cNvGrpSpPr>
            <a:grpSpLocks/>
          </p:cNvGrpSpPr>
          <p:nvPr/>
        </p:nvGrpSpPr>
        <p:grpSpPr bwMode="auto">
          <a:xfrm>
            <a:off x="5273675" y="1273175"/>
            <a:ext cx="325438" cy="461963"/>
            <a:chOff x="3646" y="1349"/>
            <a:chExt cx="338" cy="479"/>
          </a:xfrm>
        </p:grpSpPr>
        <p:sp>
          <p:nvSpPr>
            <p:cNvPr id="201" name="Oval 41">
              <a:extLst>
                <a:ext uri="{FF2B5EF4-FFF2-40B4-BE49-F238E27FC236}">
                  <a16:creationId xmlns:a16="http://schemas.microsoft.com/office/drawing/2014/main" id="{19F25744-F097-44F7-B2FB-20F06BB53E6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48" y="1392"/>
              <a:ext cx="336" cy="336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eaLnBrk="1" hangingPunct="1">
                <a:defRPr/>
              </a:pPr>
              <a:endParaRPr lang="zh-CN" altLang="en-US" sz="2400" b="0" i="1">
                <a:solidFill>
                  <a:prstClr val="black"/>
                </a:solidFill>
                <a:latin typeface="Times New Roman" pitchFamily="18" charset="0"/>
                <a:ea typeface="楷体_GB2312"/>
                <a:cs typeface="Times New Roman" pitchFamily="18" charset="0"/>
              </a:endParaRPr>
            </a:p>
          </p:txBody>
        </p:sp>
        <p:sp>
          <p:nvSpPr>
            <p:cNvPr id="118852" name="Text Box 42">
              <a:extLst>
                <a:ext uri="{FF2B5EF4-FFF2-40B4-BE49-F238E27FC236}">
                  <a16:creationId xmlns:a16="http://schemas.microsoft.com/office/drawing/2014/main" id="{DE484257-56D9-469B-B30A-5154CCB95E5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46" y="1349"/>
              <a:ext cx="240" cy="47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kumimoji="1" lang="en-US" altLang="zh-CN" sz="2400" i="1">
                  <a:solidFill>
                    <a:srgbClr val="000000"/>
                  </a:solidFill>
                  <a:latin typeface="Times New Roman" panose="02020603050405020304" pitchFamily="18" charset="0"/>
                </a:rPr>
                <a:t>*</a:t>
              </a:r>
            </a:p>
          </p:txBody>
        </p:sp>
      </p:grpSp>
      <p:sp>
        <p:nvSpPr>
          <p:cNvPr id="118802" name="Text Box 43">
            <a:extLst>
              <a:ext uri="{FF2B5EF4-FFF2-40B4-BE49-F238E27FC236}">
                <a16:creationId xmlns:a16="http://schemas.microsoft.com/office/drawing/2014/main" id="{19D030A8-9FED-432E-845C-100F1BD6E54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99113" y="1314450"/>
            <a:ext cx="323850" cy="438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kumimoji="1" lang="en-US" altLang="zh-CN" sz="2400" i="1">
                <a:solidFill>
                  <a:srgbClr val="000000"/>
                </a:solidFill>
                <a:latin typeface="Times New Roman" panose="02020603050405020304" pitchFamily="18" charset="0"/>
              </a:rPr>
              <a:t>G</a:t>
            </a:r>
          </a:p>
        </p:txBody>
      </p:sp>
      <p:sp>
        <p:nvSpPr>
          <p:cNvPr id="118803" name="Line 44">
            <a:extLst>
              <a:ext uri="{FF2B5EF4-FFF2-40B4-BE49-F238E27FC236}">
                <a16:creationId xmlns:a16="http://schemas.microsoft.com/office/drawing/2014/main" id="{F0AB909D-7545-40BF-8852-0F756AAAAC4C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751388" y="1638300"/>
            <a:ext cx="677862" cy="18081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/>
          </a:p>
        </p:txBody>
      </p:sp>
      <p:grpSp>
        <p:nvGrpSpPr>
          <p:cNvPr id="118804" name="Group 45">
            <a:extLst>
              <a:ext uri="{FF2B5EF4-FFF2-40B4-BE49-F238E27FC236}">
                <a16:creationId xmlns:a16="http://schemas.microsoft.com/office/drawing/2014/main" id="{322A6B19-398D-4815-B225-D953700E8AF3}"/>
              </a:ext>
            </a:extLst>
          </p:cNvPr>
          <p:cNvGrpSpPr>
            <a:grpSpLocks/>
          </p:cNvGrpSpPr>
          <p:nvPr/>
        </p:nvGrpSpPr>
        <p:grpSpPr bwMode="auto">
          <a:xfrm>
            <a:off x="4003675" y="2454275"/>
            <a:ext cx="334963" cy="461963"/>
            <a:chOff x="3636" y="1350"/>
            <a:chExt cx="348" cy="477"/>
          </a:xfrm>
        </p:grpSpPr>
        <p:sp>
          <p:nvSpPr>
            <p:cNvPr id="206" name="Oval 46">
              <a:extLst>
                <a:ext uri="{FF2B5EF4-FFF2-40B4-BE49-F238E27FC236}">
                  <a16:creationId xmlns:a16="http://schemas.microsoft.com/office/drawing/2014/main" id="{A44B874B-019D-483B-8D5C-7A796DB92D9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48" y="1393"/>
              <a:ext cx="336" cy="336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eaLnBrk="1" hangingPunct="1">
                <a:defRPr/>
              </a:pPr>
              <a:endParaRPr lang="zh-CN" altLang="en-US" sz="2400" b="0" i="1">
                <a:solidFill>
                  <a:prstClr val="black"/>
                </a:solidFill>
                <a:latin typeface="Times New Roman" pitchFamily="18" charset="0"/>
                <a:ea typeface="楷体_GB2312"/>
                <a:cs typeface="Times New Roman" pitchFamily="18" charset="0"/>
              </a:endParaRPr>
            </a:p>
          </p:txBody>
        </p:sp>
        <p:sp>
          <p:nvSpPr>
            <p:cNvPr id="118850" name="Text Box 47">
              <a:extLst>
                <a:ext uri="{FF2B5EF4-FFF2-40B4-BE49-F238E27FC236}">
                  <a16:creationId xmlns:a16="http://schemas.microsoft.com/office/drawing/2014/main" id="{7F0D5111-2F2D-445E-A3A4-58781436A3B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36" y="1350"/>
              <a:ext cx="240" cy="4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kumimoji="1" lang="en-US" altLang="zh-CN" sz="2400" i="1">
                  <a:solidFill>
                    <a:srgbClr val="000000"/>
                  </a:solidFill>
                  <a:latin typeface="Times New Roman" panose="02020603050405020304" pitchFamily="18" charset="0"/>
                </a:rPr>
                <a:t>*</a:t>
              </a:r>
            </a:p>
          </p:txBody>
        </p:sp>
      </p:grpSp>
      <p:sp>
        <p:nvSpPr>
          <p:cNvPr id="118805" name="Line 49">
            <a:extLst>
              <a:ext uri="{FF2B5EF4-FFF2-40B4-BE49-F238E27FC236}">
                <a16:creationId xmlns:a16="http://schemas.microsoft.com/office/drawing/2014/main" id="{A8305703-B25D-4AAA-987B-DB8E48873B83}"/>
              </a:ext>
            </a:extLst>
          </p:cNvPr>
          <p:cNvSpPr>
            <a:spLocks noChangeShapeType="1"/>
          </p:cNvSpPr>
          <p:nvPr/>
        </p:nvSpPr>
        <p:spPr bwMode="auto">
          <a:xfrm>
            <a:off x="4275138" y="2803525"/>
            <a:ext cx="301625" cy="61753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/>
          </a:p>
        </p:txBody>
      </p:sp>
      <p:sp>
        <p:nvSpPr>
          <p:cNvPr id="118806" name="Line 50">
            <a:extLst>
              <a:ext uri="{FF2B5EF4-FFF2-40B4-BE49-F238E27FC236}">
                <a16:creationId xmlns:a16="http://schemas.microsoft.com/office/drawing/2014/main" id="{71835FA6-5414-4078-B764-902E44FB117B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633788" y="2820988"/>
            <a:ext cx="471487" cy="6365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/>
          </a:p>
        </p:txBody>
      </p:sp>
      <p:grpSp>
        <p:nvGrpSpPr>
          <p:cNvPr id="118807" name="Group 52">
            <a:extLst>
              <a:ext uri="{FF2B5EF4-FFF2-40B4-BE49-F238E27FC236}">
                <a16:creationId xmlns:a16="http://schemas.microsoft.com/office/drawing/2014/main" id="{D69BF204-7D91-46E5-9E06-86C3B69268B0}"/>
              </a:ext>
            </a:extLst>
          </p:cNvPr>
          <p:cNvGrpSpPr>
            <a:grpSpLocks/>
          </p:cNvGrpSpPr>
          <p:nvPr/>
        </p:nvGrpSpPr>
        <p:grpSpPr bwMode="auto">
          <a:xfrm>
            <a:off x="5159375" y="484188"/>
            <a:ext cx="330200" cy="461962"/>
            <a:chOff x="3642" y="1316"/>
            <a:chExt cx="342" cy="477"/>
          </a:xfrm>
        </p:grpSpPr>
        <p:sp>
          <p:nvSpPr>
            <p:cNvPr id="212" name="Oval 53">
              <a:extLst>
                <a:ext uri="{FF2B5EF4-FFF2-40B4-BE49-F238E27FC236}">
                  <a16:creationId xmlns:a16="http://schemas.microsoft.com/office/drawing/2014/main" id="{7B1A89A2-CCC7-4909-B893-8351B174171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49" y="1391"/>
              <a:ext cx="335" cy="336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eaLnBrk="1" hangingPunct="1">
                <a:defRPr/>
              </a:pPr>
              <a:endParaRPr lang="zh-CN" altLang="en-US" sz="2400" b="0" i="1">
                <a:solidFill>
                  <a:prstClr val="black"/>
                </a:solidFill>
                <a:latin typeface="Times New Roman" pitchFamily="18" charset="0"/>
                <a:ea typeface="楷体_GB2312"/>
                <a:cs typeface="Times New Roman" pitchFamily="18" charset="0"/>
              </a:endParaRPr>
            </a:p>
          </p:txBody>
        </p:sp>
        <p:sp>
          <p:nvSpPr>
            <p:cNvPr id="118848" name="Text Box 54">
              <a:extLst>
                <a:ext uri="{FF2B5EF4-FFF2-40B4-BE49-F238E27FC236}">
                  <a16:creationId xmlns:a16="http://schemas.microsoft.com/office/drawing/2014/main" id="{9F6C4363-ADE1-4A30-A998-D900D967BF2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42" y="1316"/>
              <a:ext cx="240" cy="4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kumimoji="1" lang="en-US" altLang="zh-CN" sz="2400" i="1">
                  <a:solidFill>
                    <a:srgbClr val="000000"/>
                  </a:solidFill>
                  <a:latin typeface="Times New Roman" panose="02020603050405020304" pitchFamily="18" charset="0"/>
                </a:rPr>
                <a:t>+</a:t>
              </a:r>
            </a:p>
          </p:txBody>
        </p:sp>
      </p:grpSp>
      <p:sp>
        <p:nvSpPr>
          <p:cNvPr id="118808" name="Text Box 55">
            <a:extLst>
              <a:ext uri="{FF2B5EF4-FFF2-40B4-BE49-F238E27FC236}">
                <a16:creationId xmlns:a16="http://schemas.microsoft.com/office/drawing/2014/main" id="{C4BEADAB-405A-4247-9857-11E3FE1AD83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89575" y="488950"/>
            <a:ext cx="271463" cy="438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kumimoji="1" lang="en-US" altLang="zh-CN" sz="2400" i="1">
                <a:solidFill>
                  <a:srgbClr val="000000"/>
                </a:solidFill>
                <a:latin typeface="Times New Roman" panose="02020603050405020304" pitchFamily="18" charset="0"/>
              </a:rPr>
              <a:t>L</a:t>
            </a:r>
          </a:p>
        </p:txBody>
      </p:sp>
      <p:sp>
        <p:nvSpPr>
          <p:cNvPr id="118809" name="Line 57">
            <a:extLst>
              <a:ext uri="{FF2B5EF4-FFF2-40B4-BE49-F238E27FC236}">
                <a16:creationId xmlns:a16="http://schemas.microsoft.com/office/drawing/2014/main" id="{10B601A6-464B-4BB0-B671-C28EB1ACDBF9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235450" y="882650"/>
            <a:ext cx="982663" cy="1612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/>
          </a:p>
        </p:txBody>
      </p:sp>
      <p:sp>
        <p:nvSpPr>
          <p:cNvPr id="118810" name="Freeform 58">
            <a:extLst>
              <a:ext uri="{FF2B5EF4-FFF2-40B4-BE49-F238E27FC236}">
                <a16:creationId xmlns:a16="http://schemas.microsoft.com/office/drawing/2014/main" id="{DB4304FD-B3FE-4314-9895-14C2240618F5}"/>
              </a:ext>
            </a:extLst>
          </p:cNvPr>
          <p:cNvSpPr>
            <a:spLocks/>
          </p:cNvSpPr>
          <p:nvPr/>
        </p:nvSpPr>
        <p:spPr bwMode="auto">
          <a:xfrm>
            <a:off x="5381625" y="882650"/>
            <a:ext cx="684213" cy="1025525"/>
          </a:xfrm>
          <a:custGeom>
            <a:avLst/>
            <a:gdLst>
              <a:gd name="T0" fmla="*/ 0 w 575"/>
              <a:gd name="T1" fmla="*/ 0 h 861"/>
              <a:gd name="T2" fmla="*/ 2147483646 w 575"/>
              <a:gd name="T3" fmla="*/ 2147483646 h 861"/>
              <a:gd name="T4" fmla="*/ 2147483646 w 575"/>
              <a:gd name="T5" fmla="*/ 2147483646 h 861"/>
              <a:gd name="T6" fmla="*/ 0 60000 65536"/>
              <a:gd name="T7" fmla="*/ 0 60000 65536"/>
              <a:gd name="T8" fmla="*/ 0 60000 65536"/>
              <a:gd name="T9" fmla="*/ 0 w 575"/>
              <a:gd name="T10" fmla="*/ 0 h 861"/>
              <a:gd name="T11" fmla="*/ 575 w 575"/>
              <a:gd name="T12" fmla="*/ 861 h 861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575" h="861">
                <a:moveTo>
                  <a:pt x="0" y="0"/>
                </a:moveTo>
                <a:cubicBezTo>
                  <a:pt x="211" y="132"/>
                  <a:pt x="423" y="265"/>
                  <a:pt x="499" y="408"/>
                </a:cubicBezTo>
                <a:cubicBezTo>
                  <a:pt x="575" y="551"/>
                  <a:pt x="514" y="706"/>
                  <a:pt x="454" y="861"/>
                </a:cubicBez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/>
          </a:p>
        </p:txBody>
      </p:sp>
      <p:sp>
        <p:nvSpPr>
          <p:cNvPr id="118811" name="Text Box 64">
            <a:extLst>
              <a:ext uri="{FF2B5EF4-FFF2-40B4-BE49-F238E27FC236}">
                <a16:creationId xmlns:a16="http://schemas.microsoft.com/office/drawing/2014/main" id="{F422EBD9-2DD3-4AA4-8635-6C7D3B5BFBB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88125" y="2881313"/>
            <a:ext cx="269875" cy="438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kumimoji="1" lang="en-US" altLang="zh-CN" sz="2400" i="1">
                <a:solidFill>
                  <a:srgbClr val="000000"/>
                </a:solidFill>
                <a:latin typeface="Times New Roman" panose="02020603050405020304" pitchFamily="18" charset="0"/>
              </a:rPr>
              <a:t>H</a:t>
            </a:r>
          </a:p>
        </p:txBody>
      </p:sp>
      <p:sp>
        <p:nvSpPr>
          <p:cNvPr id="118812" name="Text Box 65">
            <a:extLst>
              <a:ext uri="{FF2B5EF4-FFF2-40B4-BE49-F238E27FC236}">
                <a16:creationId xmlns:a16="http://schemas.microsoft.com/office/drawing/2014/main" id="{915896B1-7F42-42E0-B183-4FC27810B6A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42100" y="2339975"/>
            <a:ext cx="161925" cy="438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kumimoji="1" lang="en-US" altLang="zh-CN" sz="2400" i="1">
                <a:solidFill>
                  <a:srgbClr val="000000"/>
                </a:solidFill>
                <a:latin typeface="Times New Roman" panose="02020603050405020304" pitchFamily="18" charset="0"/>
              </a:rPr>
              <a:t>I</a:t>
            </a:r>
          </a:p>
        </p:txBody>
      </p:sp>
      <p:sp>
        <p:nvSpPr>
          <p:cNvPr id="118813" name="Text Box 66">
            <a:extLst>
              <a:ext uri="{FF2B5EF4-FFF2-40B4-BE49-F238E27FC236}">
                <a16:creationId xmlns:a16="http://schemas.microsoft.com/office/drawing/2014/main" id="{A5025AFF-2A28-4274-B56D-B4AB32247E0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302375" y="1779588"/>
            <a:ext cx="214313" cy="438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kumimoji="1" lang="en-US" altLang="zh-CN" sz="2400" i="1">
                <a:solidFill>
                  <a:srgbClr val="000000"/>
                </a:solidFill>
                <a:latin typeface="Times New Roman" panose="02020603050405020304" pitchFamily="18" charset="0"/>
              </a:rPr>
              <a:t>J</a:t>
            </a:r>
          </a:p>
        </p:txBody>
      </p:sp>
      <p:sp>
        <p:nvSpPr>
          <p:cNvPr id="118814" name="Text Box 67">
            <a:extLst>
              <a:ext uri="{FF2B5EF4-FFF2-40B4-BE49-F238E27FC236}">
                <a16:creationId xmlns:a16="http://schemas.microsoft.com/office/drawing/2014/main" id="{665FCA37-8F43-4881-8611-C6F91E568E4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51500" y="484188"/>
            <a:ext cx="271463" cy="438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kumimoji="1" lang="en-US" altLang="zh-CN" sz="2400" i="1">
                <a:solidFill>
                  <a:srgbClr val="000000"/>
                </a:solidFill>
                <a:latin typeface="Times New Roman" panose="02020603050405020304" pitchFamily="18" charset="0"/>
              </a:rPr>
              <a:t>M</a:t>
            </a:r>
          </a:p>
        </p:txBody>
      </p:sp>
      <p:sp>
        <p:nvSpPr>
          <p:cNvPr id="221" name="Oval 68">
            <a:extLst>
              <a:ext uri="{FF2B5EF4-FFF2-40B4-BE49-F238E27FC236}">
                <a16:creationId xmlns:a16="http://schemas.microsoft.com/office/drawing/2014/main" id="{B2FE8531-3E55-4A2C-A667-5DC7F0FADF9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17888" y="3462338"/>
            <a:ext cx="325437" cy="32385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lIns="27000" tIns="34290" rIns="68580" bIns="34290" anchor="ctr"/>
          <a:lstStyle/>
          <a:p>
            <a:pPr eaLnBrk="1" hangingPunct="1">
              <a:defRPr/>
            </a:pPr>
            <a:endParaRPr lang="zh-CN" altLang="en-US" sz="2400" b="0" i="1">
              <a:solidFill>
                <a:prstClr val="black"/>
              </a:solidFill>
              <a:latin typeface="Times New Roman" pitchFamily="18" charset="0"/>
              <a:ea typeface="楷体_GB2312"/>
              <a:cs typeface="Times New Roman" pitchFamily="18" charset="0"/>
            </a:endParaRPr>
          </a:p>
        </p:txBody>
      </p:sp>
      <p:sp>
        <p:nvSpPr>
          <p:cNvPr id="222" name="Oval 69">
            <a:extLst>
              <a:ext uri="{FF2B5EF4-FFF2-40B4-BE49-F238E27FC236}">
                <a16:creationId xmlns:a16="http://schemas.microsoft.com/office/drawing/2014/main" id="{625A37A9-0CF4-4BC2-990D-4431E0CADC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18025" y="3446463"/>
            <a:ext cx="325438" cy="32385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lIns="0" tIns="34290" rIns="68580" bIns="34290" anchor="ctr"/>
          <a:lstStyle>
            <a:lvl1pPr eaLnBrk="0" hangingPunct="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defRPr/>
            </a:pPr>
            <a:r>
              <a:rPr kumimoji="1" lang="en-US" altLang="zh-CN" sz="2400" i="1">
                <a:solidFill>
                  <a:srgbClr val="000000"/>
                </a:solidFill>
                <a:latin typeface="Times New Roman" panose="02020603050405020304" pitchFamily="18" charset="0"/>
                <a:ea typeface="楷体_GB2312" pitchFamily="49" charset="-122"/>
                <a:cs typeface="Times New Roman" panose="02020603050405020304" pitchFamily="18" charset="0"/>
              </a:rPr>
              <a:t>=</a:t>
            </a:r>
          </a:p>
        </p:txBody>
      </p:sp>
      <p:sp>
        <p:nvSpPr>
          <p:cNvPr id="223" name="Oval 70">
            <a:extLst>
              <a:ext uri="{FF2B5EF4-FFF2-40B4-BE49-F238E27FC236}">
                <a16:creationId xmlns:a16="http://schemas.microsoft.com/office/drawing/2014/main" id="{957DDF46-6FE4-46BF-86F3-F9F59D155E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53100" y="3457575"/>
            <a:ext cx="331788" cy="320675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lIns="68580" tIns="34290" rIns="68580" bIns="34290" anchor="ctr"/>
          <a:lstStyle/>
          <a:p>
            <a:pPr eaLnBrk="1" hangingPunct="1">
              <a:defRPr/>
            </a:pPr>
            <a:endParaRPr lang="en-US" altLang="zh-CN" sz="2400" b="0" i="1" baseline="-25000">
              <a:solidFill>
                <a:prstClr val="black"/>
              </a:solidFill>
              <a:latin typeface="Times New Roman" pitchFamily="18" charset="0"/>
            </a:endParaRPr>
          </a:p>
        </p:txBody>
      </p:sp>
      <p:sp>
        <p:nvSpPr>
          <p:cNvPr id="224" name="Oval 71">
            <a:extLst>
              <a:ext uri="{FF2B5EF4-FFF2-40B4-BE49-F238E27FC236}">
                <a16:creationId xmlns:a16="http://schemas.microsoft.com/office/drawing/2014/main" id="{42FAFB39-7C37-4E25-A98A-A4B9740CEA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64325" y="3478213"/>
            <a:ext cx="360363" cy="32385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lIns="68580" tIns="34290" rIns="68580" bIns="34290" anchor="ctr"/>
          <a:lstStyle/>
          <a:p>
            <a:pPr eaLnBrk="1" hangingPunct="1">
              <a:defRPr/>
            </a:pPr>
            <a:endParaRPr lang="en-US" altLang="zh-CN" sz="2400" b="0" i="1" baseline="-25000">
              <a:solidFill>
                <a:prstClr val="black"/>
              </a:solidFill>
              <a:latin typeface="Times New Roman" pitchFamily="18" charset="0"/>
            </a:endParaRPr>
          </a:p>
        </p:txBody>
      </p:sp>
      <p:sp>
        <p:nvSpPr>
          <p:cNvPr id="118819" name="矩形 225">
            <a:extLst>
              <a:ext uri="{FF2B5EF4-FFF2-40B4-BE49-F238E27FC236}">
                <a16:creationId xmlns:a16="http://schemas.microsoft.com/office/drawing/2014/main" id="{F209D51D-37C5-4A9E-BDAE-6C9BBF6609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08400" y="3413125"/>
            <a:ext cx="292100" cy="438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68580" tIns="34290" rIns="68580" bIns="34290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r>
              <a:rPr lang="en-US" altLang="zh-CN" sz="2400" i="1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5</a:t>
            </a:r>
            <a:endParaRPr lang="zh-CN" altLang="en-US" sz="2400" i="1">
              <a:solidFill>
                <a:srgbClr val="000000"/>
              </a:solidFill>
              <a:latin typeface="Times New Roman" panose="02020603050405020304" pitchFamily="18" charset="0"/>
              <a:ea typeface="楷体_GB2312" charset="0"/>
              <a:cs typeface="Times New Roman" panose="02020603050405020304" pitchFamily="18" charset="0"/>
            </a:endParaRPr>
          </a:p>
        </p:txBody>
      </p:sp>
      <p:sp>
        <p:nvSpPr>
          <p:cNvPr id="118820" name="矩形 226">
            <a:extLst>
              <a:ext uri="{FF2B5EF4-FFF2-40B4-BE49-F238E27FC236}">
                <a16:creationId xmlns:a16="http://schemas.microsoft.com/office/drawing/2014/main" id="{B594F5EE-AE23-4EBF-9660-30ACA8BAB8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54725" y="3390900"/>
            <a:ext cx="446088" cy="438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68580" tIns="34290" rIns="68580" bIns="34290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r>
              <a:rPr kumimoji="1" lang="en-US" altLang="zh-CN" sz="2400" i="1">
                <a:solidFill>
                  <a:srgbClr val="000000"/>
                </a:solidFill>
                <a:latin typeface="Times New Roman" panose="02020603050405020304" pitchFamily="18" charset="0"/>
              </a:rPr>
              <a:t>A</a:t>
            </a:r>
            <a:r>
              <a:rPr lang="en-US" altLang="zh-CN" sz="2400" i="1" baseline="-25000">
                <a:solidFill>
                  <a:srgbClr val="000000"/>
                </a:solidFill>
                <a:latin typeface="Times New Roman" panose="02020603050405020304" pitchFamily="18" charset="0"/>
              </a:rPr>
              <a:t>0</a:t>
            </a:r>
          </a:p>
        </p:txBody>
      </p:sp>
      <p:sp>
        <p:nvSpPr>
          <p:cNvPr id="118821" name="矩形 227">
            <a:extLst>
              <a:ext uri="{FF2B5EF4-FFF2-40B4-BE49-F238E27FC236}">
                <a16:creationId xmlns:a16="http://schemas.microsoft.com/office/drawing/2014/main" id="{9278348E-94CD-4BC3-BB0D-12F9AE6FDAD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02463" y="3413125"/>
            <a:ext cx="446087" cy="438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68580" tIns="34290" rIns="68580" bIns="34290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r>
              <a:rPr kumimoji="1" lang="en-US" altLang="zh-CN" sz="2400" i="1">
                <a:solidFill>
                  <a:srgbClr val="000000"/>
                </a:solidFill>
                <a:latin typeface="Times New Roman" panose="02020603050405020304" pitchFamily="18" charset="0"/>
              </a:rPr>
              <a:t>C</a:t>
            </a:r>
            <a:r>
              <a:rPr lang="en-US" altLang="zh-CN" sz="2400" i="1" baseline="-25000">
                <a:solidFill>
                  <a:srgbClr val="000000"/>
                </a:solidFill>
                <a:latin typeface="Times New Roman" panose="02020603050405020304" pitchFamily="18" charset="0"/>
              </a:rPr>
              <a:t>0</a:t>
            </a:r>
          </a:p>
        </p:txBody>
      </p:sp>
      <p:sp>
        <p:nvSpPr>
          <p:cNvPr id="118822" name="Line 50">
            <a:extLst>
              <a:ext uri="{FF2B5EF4-FFF2-40B4-BE49-F238E27FC236}">
                <a16:creationId xmlns:a16="http://schemas.microsoft.com/office/drawing/2014/main" id="{87B5C9DF-C9B4-4EEC-9C3F-4FE18BE777CD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702175" y="3786188"/>
            <a:ext cx="0" cy="2603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/>
          </a:p>
        </p:txBody>
      </p:sp>
      <p:sp>
        <p:nvSpPr>
          <p:cNvPr id="230" name="Oval 68">
            <a:extLst>
              <a:ext uri="{FF2B5EF4-FFF2-40B4-BE49-F238E27FC236}">
                <a16:creationId xmlns:a16="http://schemas.microsoft.com/office/drawing/2014/main" id="{386C6EC7-88C2-4D69-9A0B-92CFEEE8F1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38663" y="4046538"/>
            <a:ext cx="325437" cy="32385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lIns="27000" tIns="34290" rIns="68580" bIns="34290" anchor="ctr"/>
          <a:lstStyle/>
          <a:p>
            <a:pPr eaLnBrk="1" hangingPunct="1">
              <a:defRPr/>
            </a:pPr>
            <a:endParaRPr lang="zh-CN" altLang="en-US" sz="2400" b="0" i="1">
              <a:solidFill>
                <a:prstClr val="black"/>
              </a:solidFill>
              <a:latin typeface="Times New Roman" pitchFamily="18" charset="0"/>
              <a:ea typeface="楷体_GB2312"/>
              <a:cs typeface="Times New Roman" pitchFamily="18" charset="0"/>
            </a:endParaRPr>
          </a:p>
        </p:txBody>
      </p:sp>
      <p:sp>
        <p:nvSpPr>
          <p:cNvPr id="118824" name="矩形 230">
            <a:extLst>
              <a:ext uri="{FF2B5EF4-FFF2-40B4-BE49-F238E27FC236}">
                <a16:creationId xmlns:a16="http://schemas.microsoft.com/office/drawing/2014/main" id="{AD664AF7-57BE-4510-8B04-7922DA36538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38700" y="3992563"/>
            <a:ext cx="293688" cy="438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68580" tIns="34290" rIns="68580" bIns="34290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r>
              <a:rPr lang="en-US" altLang="zh-CN" sz="2400" i="1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3</a:t>
            </a:r>
            <a:endParaRPr lang="zh-CN" altLang="en-US" sz="2400" i="1">
              <a:solidFill>
                <a:srgbClr val="000000"/>
              </a:solidFill>
              <a:latin typeface="Times New Roman" panose="02020603050405020304" pitchFamily="18" charset="0"/>
              <a:ea typeface="楷体_GB2312" charset="0"/>
              <a:cs typeface="Times New Roman" panose="02020603050405020304" pitchFamily="18" charset="0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281EB9F-0DD0-4F0D-AA27-188AC173B5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86575" y="928688"/>
            <a:ext cx="1400175" cy="13208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lIns="68580" tIns="34290" rIns="68580" bIns="34290">
            <a:spAutoFit/>
          </a:bodyPr>
          <a:lstStyle/>
          <a:p>
            <a:pPr eaLnBrk="1" hangingPunct="1">
              <a:defRPr/>
            </a:pPr>
            <a:r>
              <a:rPr lang="en-US" altLang="zh-CN" sz="2000" i="1" dirty="0">
                <a:solidFill>
                  <a:prstClr val="black"/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D</a:t>
            </a:r>
            <a:r>
              <a:rPr lang="en-US" altLang="zh-CN" sz="2000" dirty="0">
                <a:solidFill>
                  <a:prstClr val="black"/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 = </a:t>
            </a:r>
            <a:r>
              <a:rPr lang="en-US" altLang="zh-CN" sz="2000" i="1" dirty="0">
                <a:solidFill>
                  <a:prstClr val="black"/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A</a:t>
            </a:r>
            <a:r>
              <a:rPr lang="en-US" altLang="zh-CN" sz="2000" dirty="0">
                <a:solidFill>
                  <a:prstClr val="black"/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 + </a:t>
            </a:r>
            <a:r>
              <a:rPr lang="en-US" altLang="zh-CN" sz="2000" i="1" dirty="0">
                <a:solidFill>
                  <a:prstClr val="black"/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C</a:t>
            </a:r>
            <a:r>
              <a:rPr lang="en-US" altLang="zh-CN" sz="2000" dirty="0">
                <a:solidFill>
                  <a:prstClr val="black"/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 </a:t>
            </a:r>
          </a:p>
          <a:p>
            <a:pPr eaLnBrk="1" hangingPunct="1">
              <a:defRPr/>
            </a:pPr>
            <a:r>
              <a:rPr lang="en-US" altLang="zh-CN" sz="2000" i="1" dirty="0">
                <a:solidFill>
                  <a:prstClr val="black"/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E</a:t>
            </a:r>
            <a:r>
              <a:rPr lang="en-US" altLang="zh-CN" sz="2000" dirty="0">
                <a:solidFill>
                  <a:prstClr val="black"/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 = </a:t>
            </a:r>
            <a:r>
              <a:rPr lang="en-US" altLang="zh-CN" sz="2000" i="1" dirty="0">
                <a:solidFill>
                  <a:prstClr val="black"/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A</a:t>
            </a:r>
            <a:r>
              <a:rPr lang="en-US" altLang="zh-CN" sz="2000" dirty="0">
                <a:solidFill>
                  <a:prstClr val="black"/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 * </a:t>
            </a:r>
            <a:r>
              <a:rPr lang="en-US" altLang="zh-CN" sz="2000" i="1" dirty="0">
                <a:solidFill>
                  <a:prstClr val="black"/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C </a:t>
            </a:r>
          </a:p>
          <a:p>
            <a:pPr eaLnBrk="1" hangingPunct="1">
              <a:defRPr/>
            </a:pPr>
            <a:r>
              <a:rPr lang="en-US" altLang="zh-CN" sz="2000" i="1" dirty="0">
                <a:solidFill>
                  <a:prstClr val="black"/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F</a:t>
            </a:r>
            <a:r>
              <a:rPr lang="en-US" altLang="zh-CN" sz="2000" dirty="0">
                <a:solidFill>
                  <a:prstClr val="black"/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 = </a:t>
            </a:r>
            <a:r>
              <a:rPr lang="en-US" altLang="zh-CN" sz="2000" i="1" dirty="0">
                <a:solidFill>
                  <a:prstClr val="black"/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E</a:t>
            </a:r>
            <a:r>
              <a:rPr lang="en-US" altLang="zh-CN" sz="2000" dirty="0">
                <a:solidFill>
                  <a:prstClr val="black"/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 + </a:t>
            </a:r>
            <a:r>
              <a:rPr lang="en-US" altLang="zh-CN" sz="2000" i="1" dirty="0">
                <a:solidFill>
                  <a:prstClr val="black"/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D</a:t>
            </a:r>
            <a:r>
              <a:rPr lang="en-US" altLang="zh-CN" sz="2000" dirty="0">
                <a:solidFill>
                  <a:prstClr val="black"/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 </a:t>
            </a:r>
          </a:p>
          <a:p>
            <a:pPr eaLnBrk="1" hangingPunct="1">
              <a:defRPr/>
            </a:pPr>
            <a:r>
              <a:rPr lang="en-US" altLang="zh-CN" sz="2000" i="1" dirty="0">
                <a:solidFill>
                  <a:prstClr val="black"/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L</a:t>
            </a:r>
            <a:r>
              <a:rPr lang="en-US" altLang="zh-CN" sz="2000" dirty="0">
                <a:solidFill>
                  <a:prstClr val="black"/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 = 15 + </a:t>
            </a:r>
            <a:r>
              <a:rPr lang="en-US" altLang="zh-CN" sz="2000" i="1" dirty="0">
                <a:solidFill>
                  <a:prstClr val="black"/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F</a:t>
            </a:r>
            <a:r>
              <a:rPr lang="en-US" altLang="zh-CN" sz="2000" dirty="0">
                <a:solidFill>
                  <a:prstClr val="black"/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 </a:t>
            </a:r>
          </a:p>
        </p:txBody>
      </p:sp>
      <p:sp>
        <p:nvSpPr>
          <p:cNvPr id="118826" name="Rectangle 4">
            <a:extLst>
              <a:ext uri="{FF2B5EF4-FFF2-40B4-BE49-F238E27FC236}">
                <a16:creationId xmlns:a16="http://schemas.microsoft.com/office/drawing/2014/main" id="{B751BE84-05D9-4055-862F-0E0BA9BE60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例</a:t>
            </a:r>
          </a:p>
        </p:txBody>
      </p:sp>
      <p:grpSp>
        <p:nvGrpSpPr>
          <p:cNvPr id="8" name="Group 81">
            <a:extLst>
              <a:ext uri="{FF2B5EF4-FFF2-40B4-BE49-F238E27FC236}">
                <a16:creationId xmlns:a16="http://schemas.microsoft.com/office/drawing/2014/main" id="{E40368B9-9A32-495E-AB8E-B5A2DB59019D}"/>
              </a:ext>
            </a:extLst>
          </p:cNvPr>
          <p:cNvGrpSpPr>
            <a:grpSpLocks/>
          </p:cNvGrpSpPr>
          <p:nvPr/>
        </p:nvGrpSpPr>
        <p:grpSpPr bwMode="auto">
          <a:xfrm>
            <a:off x="6369050" y="1957388"/>
            <a:ext cx="161925" cy="161925"/>
            <a:chOff x="3470" y="1797"/>
            <a:chExt cx="272" cy="363"/>
          </a:xfrm>
        </p:grpSpPr>
        <p:sp>
          <p:nvSpPr>
            <p:cNvPr id="118845" name="Line 82">
              <a:extLst>
                <a:ext uri="{FF2B5EF4-FFF2-40B4-BE49-F238E27FC236}">
                  <a16:creationId xmlns:a16="http://schemas.microsoft.com/office/drawing/2014/main" id="{6B0DAA00-E8BF-4B46-AFA7-6314C995FAE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470" y="1797"/>
              <a:ext cx="272" cy="363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18846" name="Line 83">
              <a:extLst>
                <a:ext uri="{FF2B5EF4-FFF2-40B4-BE49-F238E27FC236}">
                  <a16:creationId xmlns:a16="http://schemas.microsoft.com/office/drawing/2014/main" id="{C96F2C80-00A5-448C-9CB4-FDE89D7DFF3F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3470" y="1797"/>
              <a:ext cx="272" cy="363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9" name="Group 78">
            <a:extLst>
              <a:ext uri="{FF2B5EF4-FFF2-40B4-BE49-F238E27FC236}">
                <a16:creationId xmlns:a16="http://schemas.microsoft.com/office/drawing/2014/main" id="{3E1BFFCE-7752-4DCD-942C-E92D1386DECB}"/>
              </a:ext>
            </a:extLst>
          </p:cNvPr>
          <p:cNvGrpSpPr>
            <a:grpSpLocks/>
          </p:cNvGrpSpPr>
          <p:nvPr/>
        </p:nvGrpSpPr>
        <p:grpSpPr bwMode="auto">
          <a:xfrm>
            <a:off x="6699250" y="2486025"/>
            <a:ext cx="161925" cy="161925"/>
            <a:chOff x="3470" y="1797"/>
            <a:chExt cx="272" cy="363"/>
          </a:xfrm>
        </p:grpSpPr>
        <p:sp>
          <p:nvSpPr>
            <p:cNvPr id="118843" name="Line 79">
              <a:extLst>
                <a:ext uri="{FF2B5EF4-FFF2-40B4-BE49-F238E27FC236}">
                  <a16:creationId xmlns:a16="http://schemas.microsoft.com/office/drawing/2014/main" id="{7A75A170-7250-47AA-A397-8D618347498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470" y="1797"/>
              <a:ext cx="272" cy="363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18844" name="Line 80">
              <a:extLst>
                <a:ext uri="{FF2B5EF4-FFF2-40B4-BE49-F238E27FC236}">
                  <a16:creationId xmlns:a16="http://schemas.microsoft.com/office/drawing/2014/main" id="{C4064819-6272-4C37-814F-51C14FE32EEC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3470" y="1797"/>
              <a:ext cx="272" cy="363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10" name="Group 75">
            <a:extLst>
              <a:ext uri="{FF2B5EF4-FFF2-40B4-BE49-F238E27FC236}">
                <a16:creationId xmlns:a16="http://schemas.microsoft.com/office/drawing/2014/main" id="{A4AA820F-B018-4567-BAED-34BB9A2391EA}"/>
              </a:ext>
            </a:extLst>
          </p:cNvPr>
          <p:cNvGrpSpPr>
            <a:grpSpLocks/>
          </p:cNvGrpSpPr>
          <p:nvPr/>
        </p:nvGrpSpPr>
        <p:grpSpPr bwMode="auto">
          <a:xfrm>
            <a:off x="6697663" y="3057525"/>
            <a:ext cx="161925" cy="161925"/>
            <a:chOff x="3470" y="1797"/>
            <a:chExt cx="272" cy="363"/>
          </a:xfrm>
        </p:grpSpPr>
        <p:sp>
          <p:nvSpPr>
            <p:cNvPr id="118841" name="Line 76">
              <a:extLst>
                <a:ext uri="{FF2B5EF4-FFF2-40B4-BE49-F238E27FC236}">
                  <a16:creationId xmlns:a16="http://schemas.microsoft.com/office/drawing/2014/main" id="{5B628625-27AD-4CC2-A306-6B8422D0815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470" y="1797"/>
              <a:ext cx="272" cy="363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18842" name="Line 77">
              <a:extLst>
                <a:ext uri="{FF2B5EF4-FFF2-40B4-BE49-F238E27FC236}">
                  <a16:creationId xmlns:a16="http://schemas.microsoft.com/office/drawing/2014/main" id="{8E80F4A7-15E4-484C-A908-7C62667D1BFC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3470" y="1797"/>
              <a:ext cx="272" cy="363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11" name="Group 78">
            <a:extLst>
              <a:ext uri="{FF2B5EF4-FFF2-40B4-BE49-F238E27FC236}">
                <a16:creationId xmlns:a16="http://schemas.microsoft.com/office/drawing/2014/main" id="{4802949E-2B1A-42BB-AB9D-23107395AFF4}"/>
              </a:ext>
            </a:extLst>
          </p:cNvPr>
          <p:cNvGrpSpPr>
            <a:grpSpLocks/>
          </p:cNvGrpSpPr>
          <p:nvPr/>
        </p:nvGrpSpPr>
        <p:grpSpPr bwMode="auto">
          <a:xfrm>
            <a:off x="5778500" y="636588"/>
            <a:ext cx="161925" cy="161925"/>
            <a:chOff x="3470" y="1797"/>
            <a:chExt cx="272" cy="363"/>
          </a:xfrm>
        </p:grpSpPr>
        <p:sp>
          <p:nvSpPr>
            <p:cNvPr id="118839" name="Line 79">
              <a:extLst>
                <a:ext uri="{FF2B5EF4-FFF2-40B4-BE49-F238E27FC236}">
                  <a16:creationId xmlns:a16="http://schemas.microsoft.com/office/drawing/2014/main" id="{7430E46E-BCF0-44CE-A92A-D853E0830D0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470" y="1797"/>
              <a:ext cx="272" cy="363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18840" name="Line 80">
              <a:extLst>
                <a:ext uri="{FF2B5EF4-FFF2-40B4-BE49-F238E27FC236}">
                  <a16:creationId xmlns:a16="http://schemas.microsoft.com/office/drawing/2014/main" id="{632F5F0F-C5B1-4F27-A049-341E8BF35C99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3470" y="1797"/>
              <a:ext cx="272" cy="363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12" name="Group 78">
            <a:extLst>
              <a:ext uri="{FF2B5EF4-FFF2-40B4-BE49-F238E27FC236}">
                <a16:creationId xmlns:a16="http://schemas.microsoft.com/office/drawing/2014/main" id="{685DF410-5C71-45E7-9210-9D86D28DA6D8}"/>
              </a:ext>
            </a:extLst>
          </p:cNvPr>
          <p:cNvGrpSpPr>
            <a:grpSpLocks/>
          </p:cNvGrpSpPr>
          <p:nvPr/>
        </p:nvGrpSpPr>
        <p:grpSpPr bwMode="auto">
          <a:xfrm>
            <a:off x="5367338" y="1438275"/>
            <a:ext cx="161925" cy="161925"/>
            <a:chOff x="3470" y="1797"/>
            <a:chExt cx="272" cy="363"/>
          </a:xfrm>
        </p:grpSpPr>
        <p:sp>
          <p:nvSpPr>
            <p:cNvPr id="118837" name="Line 79">
              <a:extLst>
                <a:ext uri="{FF2B5EF4-FFF2-40B4-BE49-F238E27FC236}">
                  <a16:creationId xmlns:a16="http://schemas.microsoft.com/office/drawing/2014/main" id="{547DAEB5-590D-470C-BCFA-9399A311734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470" y="1797"/>
              <a:ext cx="272" cy="363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18838" name="Line 80">
              <a:extLst>
                <a:ext uri="{FF2B5EF4-FFF2-40B4-BE49-F238E27FC236}">
                  <a16:creationId xmlns:a16="http://schemas.microsoft.com/office/drawing/2014/main" id="{C933C236-413E-45B0-B166-F1AB39DD2CAA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3470" y="1797"/>
              <a:ext cx="272" cy="363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</p:grpSp>
      <p:sp>
        <p:nvSpPr>
          <p:cNvPr id="118832" name="Rectangle 3">
            <a:extLst>
              <a:ext uri="{FF2B5EF4-FFF2-40B4-BE49-F238E27FC236}">
                <a16:creationId xmlns:a16="http://schemas.microsoft.com/office/drawing/2014/main" id="{B8798EEB-0D96-4612-A40F-8C459317BA92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428625" y="771550"/>
            <a:ext cx="2979738" cy="4017963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lnSpc>
                <a:spcPct val="80000"/>
              </a:lnSpc>
              <a:buClrTx/>
              <a:buFont typeface="Wingdings" panose="05000000000000000000" pitchFamily="2" charset="2"/>
              <a:buChar char="Ø"/>
            </a:pPr>
            <a:r>
              <a:rPr lang="zh-CN" altLang="en-US" b="1" dirty="0">
                <a:solidFill>
                  <a:schemeClr val="tx1"/>
                </a:solidFill>
                <a:latin typeface="楷体" panose="02010609060101010101" pitchFamily="49" charset="-122"/>
                <a:cs typeface="Times New Roman" panose="02020603050405020304" pitchFamily="18" charset="0"/>
              </a:rPr>
              <a:t>给定一个基本块</a:t>
            </a:r>
          </a:p>
          <a:p>
            <a:pPr marL="301625" lvl="1" indent="0" eaLnBrk="1" hangingPunct="1">
              <a:lnSpc>
                <a:spcPts val="2300"/>
              </a:lnSpc>
              <a:buClrTx/>
              <a:buFont typeface="Symbol" panose="05050102010706020507" pitchFamily="18" charset="2"/>
              <a:buNone/>
            </a:pPr>
            <a:r>
              <a:rPr lang="zh-CN" altLang="en-US" sz="2000" dirty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① </a:t>
            </a:r>
            <a:r>
              <a:rPr lang="en-US" altLang="zh-CN" sz="2000" b="1" i="1" dirty="0">
                <a:solidFill>
                  <a:schemeClr val="tx1"/>
                </a:solidFill>
                <a:ea typeface="楷体_GB2312" charset="0"/>
                <a:cs typeface="Times New Roman" panose="02020603050405020304" pitchFamily="18" charset="0"/>
              </a:rPr>
              <a:t>B</a:t>
            </a:r>
            <a:r>
              <a:rPr lang="en-US" altLang="zh-CN" sz="2000" b="1" dirty="0">
                <a:solidFill>
                  <a:schemeClr val="tx1"/>
                </a:solidFill>
                <a:ea typeface="楷体_GB2312" charset="0"/>
                <a:cs typeface="Times New Roman" panose="02020603050405020304" pitchFamily="18" charset="0"/>
              </a:rPr>
              <a:t> = 3 </a:t>
            </a:r>
          </a:p>
          <a:p>
            <a:pPr marL="301625" lvl="1" indent="0" eaLnBrk="1" hangingPunct="1">
              <a:lnSpc>
                <a:spcPts val="2300"/>
              </a:lnSpc>
              <a:buClrTx/>
              <a:buFont typeface="Symbol" panose="05050102010706020507" pitchFamily="18" charset="2"/>
              <a:buNone/>
            </a:pPr>
            <a:r>
              <a:rPr lang="zh-CN" altLang="en-US" sz="2000" dirty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② </a:t>
            </a:r>
            <a:r>
              <a:rPr lang="en-US" altLang="zh-CN" sz="2000" b="1" i="1" dirty="0">
                <a:solidFill>
                  <a:schemeClr val="tx1"/>
                </a:solidFill>
                <a:ea typeface="楷体_GB2312" charset="0"/>
                <a:cs typeface="Times New Roman" panose="02020603050405020304" pitchFamily="18" charset="0"/>
              </a:rPr>
              <a:t>D</a:t>
            </a:r>
            <a:r>
              <a:rPr lang="en-US" altLang="zh-CN" sz="2000" b="1" dirty="0">
                <a:solidFill>
                  <a:schemeClr val="tx1"/>
                </a:solidFill>
                <a:ea typeface="楷体_GB2312" charset="0"/>
                <a:cs typeface="Times New Roman" panose="02020603050405020304" pitchFamily="18" charset="0"/>
              </a:rPr>
              <a:t> = </a:t>
            </a:r>
            <a:r>
              <a:rPr lang="en-US" altLang="zh-CN" sz="2000" b="1" i="1" dirty="0">
                <a:solidFill>
                  <a:schemeClr val="tx1"/>
                </a:solidFill>
                <a:ea typeface="楷体_GB2312" charset="0"/>
                <a:cs typeface="Times New Roman" panose="02020603050405020304" pitchFamily="18" charset="0"/>
              </a:rPr>
              <a:t>A</a:t>
            </a:r>
            <a:r>
              <a:rPr lang="en-US" altLang="zh-CN" sz="2000" b="1" dirty="0">
                <a:solidFill>
                  <a:schemeClr val="tx1"/>
                </a:solidFill>
                <a:ea typeface="楷体_GB2312" charset="0"/>
                <a:cs typeface="Times New Roman" panose="02020603050405020304" pitchFamily="18" charset="0"/>
              </a:rPr>
              <a:t> + </a:t>
            </a:r>
            <a:r>
              <a:rPr lang="en-US" altLang="zh-CN" sz="2000" b="1" i="1" dirty="0">
                <a:solidFill>
                  <a:schemeClr val="tx1"/>
                </a:solidFill>
                <a:ea typeface="楷体_GB2312" charset="0"/>
                <a:cs typeface="Times New Roman" panose="02020603050405020304" pitchFamily="18" charset="0"/>
              </a:rPr>
              <a:t>C</a:t>
            </a:r>
            <a:r>
              <a:rPr lang="en-US" altLang="zh-CN" sz="2000" b="1" dirty="0">
                <a:solidFill>
                  <a:schemeClr val="tx1"/>
                </a:solidFill>
                <a:ea typeface="楷体_GB2312" charset="0"/>
                <a:cs typeface="Times New Roman" panose="02020603050405020304" pitchFamily="18" charset="0"/>
              </a:rPr>
              <a:t> </a:t>
            </a:r>
          </a:p>
          <a:p>
            <a:pPr marL="301625" lvl="1" indent="0" eaLnBrk="1" hangingPunct="1">
              <a:lnSpc>
                <a:spcPts val="2300"/>
              </a:lnSpc>
              <a:buClrTx/>
              <a:buFont typeface="Symbol" panose="05050102010706020507" pitchFamily="18" charset="2"/>
              <a:buNone/>
            </a:pPr>
            <a:r>
              <a:rPr lang="zh-CN" altLang="en-US" sz="2000" dirty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楷体_GB2312" charset="0"/>
              </a:rPr>
              <a:t>③ </a:t>
            </a:r>
            <a:r>
              <a:rPr lang="en-US" altLang="zh-CN" sz="2000" b="1" i="1" dirty="0">
                <a:solidFill>
                  <a:schemeClr val="tx1"/>
                </a:solidFill>
                <a:ea typeface="宋体" panose="02010600030101010101" pitchFamily="2" charset="-122"/>
                <a:cs typeface="楷体_GB2312" charset="0"/>
              </a:rPr>
              <a:t>E</a:t>
            </a:r>
            <a:r>
              <a:rPr lang="en-US" altLang="zh-CN" sz="2000" b="1" dirty="0">
                <a:solidFill>
                  <a:schemeClr val="tx1"/>
                </a:solidFill>
                <a:ea typeface="宋体" panose="02010600030101010101" pitchFamily="2" charset="-122"/>
                <a:cs typeface="楷体_GB2312" charset="0"/>
              </a:rPr>
              <a:t> =</a:t>
            </a:r>
            <a:r>
              <a:rPr lang="en-US" altLang="zh-CN" sz="2000" b="1" i="1" dirty="0">
                <a:solidFill>
                  <a:schemeClr val="tx1"/>
                </a:solidFill>
                <a:ea typeface="宋体" panose="02010600030101010101" pitchFamily="2" charset="-122"/>
                <a:cs typeface="楷体_GB2312" charset="0"/>
              </a:rPr>
              <a:t> A </a:t>
            </a:r>
            <a:r>
              <a:rPr lang="en-US" altLang="zh-CN" sz="2000" b="1" dirty="0">
                <a:solidFill>
                  <a:schemeClr val="tx1"/>
                </a:solidFill>
                <a:ea typeface="宋体" panose="02010600030101010101" pitchFamily="2" charset="-122"/>
                <a:cs typeface="楷体_GB2312" charset="0"/>
              </a:rPr>
              <a:t>* </a:t>
            </a:r>
            <a:r>
              <a:rPr lang="en-US" altLang="zh-CN" sz="2000" b="1" i="1" dirty="0">
                <a:solidFill>
                  <a:schemeClr val="tx1"/>
                </a:solidFill>
                <a:ea typeface="宋体" panose="02010600030101010101" pitchFamily="2" charset="-122"/>
                <a:cs typeface="楷体_GB2312" charset="0"/>
              </a:rPr>
              <a:t>C</a:t>
            </a:r>
            <a:r>
              <a:rPr lang="en-US" altLang="zh-CN" sz="2000" b="1" dirty="0">
                <a:solidFill>
                  <a:schemeClr val="tx1"/>
                </a:solidFill>
                <a:ea typeface="宋体" panose="02010600030101010101" pitchFamily="2" charset="-122"/>
                <a:cs typeface="楷体_GB2312" charset="0"/>
              </a:rPr>
              <a:t> </a:t>
            </a:r>
          </a:p>
          <a:p>
            <a:pPr marL="301625" lvl="1" indent="0" eaLnBrk="1" hangingPunct="1">
              <a:lnSpc>
                <a:spcPts val="2300"/>
              </a:lnSpc>
              <a:buClrTx/>
              <a:buFont typeface="Symbol" panose="05050102010706020507" pitchFamily="18" charset="2"/>
              <a:buNone/>
            </a:pPr>
            <a:r>
              <a:rPr lang="zh-CN" altLang="en-US" sz="2000" dirty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rPr>
              <a:t>④ </a:t>
            </a:r>
            <a:r>
              <a:rPr lang="en-US" altLang="zh-CN" sz="2000" b="1" i="1" dirty="0">
                <a:solidFill>
                  <a:schemeClr val="tx1"/>
                </a:solidFill>
                <a:ea typeface="宋体" panose="02010600030101010101" pitchFamily="2" charset="-122"/>
              </a:rPr>
              <a:t>F</a:t>
            </a:r>
            <a:r>
              <a:rPr lang="en-US" altLang="zh-CN" sz="2000" b="1" dirty="0">
                <a:solidFill>
                  <a:schemeClr val="tx1"/>
                </a:solidFill>
                <a:ea typeface="宋体" panose="02010600030101010101" pitchFamily="2" charset="-122"/>
              </a:rPr>
              <a:t> = </a:t>
            </a:r>
            <a:r>
              <a:rPr lang="en-US" altLang="zh-CN" sz="2000" b="1" i="1" dirty="0">
                <a:solidFill>
                  <a:schemeClr val="tx1"/>
                </a:solidFill>
                <a:ea typeface="宋体" panose="02010600030101010101" pitchFamily="2" charset="-122"/>
              </a:rPr>
              <a:t>E</a:t>
            </a:r>
            <a:r>
              <a:rPr lang="en-US" altLang="zh-CN" sz="2000" b="1" dirty="0">
                <a:solidFill>
                  <a:schemeClr val="tx1"/>
                </a:solidFill>
                <a:ea typeface="宋体" panose="02010600030101010101" pitchFamily="2" charset="-122"/>
              </a:rPr>
              <a:t> + </a:t>
            </a:r>
            <a:r>
              <a:rPr lang="en-US" altLang="zh-CN" sz="2000" b="1" i="1" dirty="0">
                <a:solidFill>
                  <a:schemeClr val="tx1"/>
                </a:solidFill>
                <a:ea typeface="宋体" panose="02010600030101010101" pitchFamily="2" charset="-122"/>
              </a:rPr>
              <a:t>D</a:t>
            </a:r>
            <a:r>
              <a:rPr lang="en-US" altLang="zh-CN" sz="2000" b="1" dirty="0">
                <a:solidFill>
                  <a:schemeClr val="tx1"/>
                </a:solidFill>
                <a:ea typeface="宋体" panose="02010600030101010101" pitchFamily="2" charset="-122"/>
              </a:rPr>
              <a:t> </a:t>
            </a:r>
          </a:p>
          <a:p>
            <a:pPr marL="301625" lvl="1" indent="0" eaLnBrk="1" hangingPunct="1">
              <a:lnSpc>
                <a:spcPts val="2300"/>
              </a:lnSpc>
              <a:buClrTx/>
              <a:buFont typeface="Symbol" panose="05050102010706020507" pitchFamily="18" charset="2"/>
              <a:buNone/>
            </a:pPr>
            <a:r>
              <a:rPr lang="zh-CN" altLang="en-US" sz="2000" dirty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rPr>
              <a:t>⑤ </a:t>
            </a:r>
            <a:r>
              <a:rPr lang="en-US" altLang="zh-CN" sz="2000" b="1" i="1" dirty="0">
                <a:solidFill>
                  <a:schemeClr val="tx1"/>
                </a:solidFill>
                <a:ea typeface="宋体" panose="02010600030101010101" pitchFamily="2" charset="-122"/>
              </a:rPr>
              <a:t>G</a:t>
            </a:r>
            <a:r>
              <a:rPr lang="en-US" altLang="zh-CN" sz="2000" b="1" dirty="0">
                <a:solidFill>
                  <a:schemeClr val="tx1"/>
                </a:solidFill>
                <a:ea typeface="宋体" panose="02010600030101010101" pitchFamily="2" charset="-122"/>
              </a:rPr>
              <a:t> = </a:t>
            </a:r>
            <a:r>
              <a:rPr lang="en-US" altLang="zh-CN" sz="2000" b="1" i="1" dirty="0">
                <a:solidFill>
                  <a:schemeClr val="tx1"/>
                </a:solidFill>
                <a:ea typeface="宋体" panose="02010600030101010101" pitchFamily="2" charset="-122"/>
              </a:rPr>
              <a:t>B</a:t>
            </a:r>
            <a:r>
              <a:rPr lang="en-US" altLang="zh-CN" sz="2000" b="1" dirty="0">
                <a:solidFill>
                  <a:schemeClr val="tx1"/>
                </a:solidFill>
                <a:ea typeface="宋体" panose="02010600030101010101" pitchFamily="2" charset="-122"/>
              </a:rPr>
              <a:t> * </a:t>
            </a:r>
            <a:r>
              <a:rPr lang="en-US" altLang="zh-CN" sz="2000" b="1" i="1" dirty="0">
                <a:solidFill>
                  <a:schemeClr val="tx1"/>
                </a:solidFill>
                <a:ea typeface="宋体" panose="02010600030101010101" pitchFamily="2" charset="-122"/>
              </a:rPr>
              <a:t>F</a:t>
            </a:r>
            <a:r>
              <a:rPr lang="en-US" altLang="zh-CN" sz="2000" b="1" dirty="0">
                <a:solidFill>
                  <a:schemeClr val="tx1"/>
                </a:solidFill>
                <a:ea typeface="宋体" panose="02010600030101010101" pitchFamily="2" charset="-122"/>
              </a:rPr>
              <a:t> </a:t>
            </a:r>
          </a:p>
          <a:p>
            <a:pPr marL="301625" lvl="1" indent="0" eaLnBrk="1" hangingPunct="1">
              <a:lnSpc>
                <a:spcPts val="2300"/>
              </a:lnSpc>
              <a:buClrTx/>
              <a:buFont typeface="Symbol" panose="05050102010706020507" pitchFamily="18" charset="2"/>
              <a:buNone/>
            </a:pPr>
            <a:r>
              <a:rPr lang="zh-CN" altLang="en-US" sz="2000" dirty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rPr>
              <a:t>⑥ </a:t>
            </a:r>
            <a:r>
              <a:rPr lang="en-US" altLang="zh-CN" sz="2000" b="1" i="1" dirty="0">
                <a:solidFill>
                  <a:schemeClr val="tx1"/>
                </a:solidFill>
                <a:ea typeface="宋体" panose="02010600030101010101" pitchFamily="2" charset="-122"/>
              </a:rPr>
              <a:t>H</a:t>
            </a:r>
            <a:r>
              <a:rPr lang="en-US" altLang="zh-CN" sz="2000" b="1" dirty="0">
                <a:solidFill>
                  <a:schemeClr val="tx1"/>
                </a:solidFill>
                <a:ea typeface="宋体" panose="02010600030101010101" pitchFamily="2" charset="-122"/>
              </a:rPr>
              <a:t> = </a:t>
            </a:r>
            <a:r>
              <a:rPr lang="en-US" altLang="zh-CN" sz="2000" b="1" i="1" dirty="0">
                <a:solidFill>
                  <a:schemeClr val="tx1"/>
                </a:solidFill>
                <a:ea typeface="宋体" panose="02010600030101010101" pitchFamily="2" charset="-122"/>
              </a:rPr>
              <a:t>A</a:t>
            </a:r>
            <a:r>
              <a:rPr lang="en-US" altLang="zh-CN" sz="2000" b="1" dirty="0">
                <a:solidFill>
                  <a:schemeClr val="tx1"/>
                </a:solidFill>
                <a:ea typeface="宋体" panose="02010600030101010101" pitchFamily="2" charset="-122"/>
              </a:rPr>
              <a:t> + </a:t>
            </a:r>
            <a:r>
              <a:rPr lang="en-US" altLang="zh-CN" sz="2000" b="1" i="1" dirty="0">
                <a:solidFill>
                  <a:schemeClr val="tx1"/>
                </a:solidFill>
                <a:ea typeface="宋体" panose="02010600030101010101" pitchFamily="2" charset="-122"/>
              </a:rPr>
              <a:t>C</a:t>
            </a:r>
            <a:r>
              <a:rPr lang="en-US" altLang="zh-CN" sz="2000" b="1" dirty="0">
                <a:solidFill>
                  <a:schemeClr val="tx1"/>
                </a:solidFill>
                <a:ea typeface="宋体" panose="02010600030101010101" pitchFamily="2" charset="-122"/>
              </a:rPr>
              <a:t> </a:t>
            </a:r>
          </a:p>
          <a:p>
            <a:pPr marL="301625" lvl="1" indent="0" eaLnBrk="1" hangingPunct="1">
              <a:lnSpc>
                <a:spcPts val="2300"/>
              </a:lnSpc>
              <a:buClrTx/>
              <a:buFont typeface="Symbol" panose="05050102010706020507" pitchFamily="18" charset="2"/>
              <a:buNone/>
            </a:pPr>
            <a:r>
              <a:rPr lang="zh-CN" altLang="en-US" sz="2000" dirty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rPr>
              <a:t>⑦ </a:t>
            </a:r>
            <a:r>
              <a:rPr lang="en-US" altLang="zh-CN" sz="2000" b="1" i="1" dirty="0">
                <a:solidFill>
                  <a:schemeClr val="tx1"/>
                </a:solidFill>
                <a:ea typeface="宋体" panose="02010600030101010101" pitchFamily="2" charset="-122"/>
              </a:rPr>
              <a:t>I </a:t>
            </a:r>
            <a:r>
              <a:rPr lang="en-US" altLang="zh-CN" sz="2000" b="1" dirty="0">
                <a:solidFill>
                  <a:schemeClr val="tx1"/>
                </a:solidFill>
                <a:ea typeface="宋体" panose="02010600030101010101" pitchFamily="2" charset="-122"/>
              </a:rPr>
              <a:t>= </a:t>
            </a:r>
            <a:r>
              <a:rPr lang="en-US" altLang="zh-CN" sz="2000" b="1" i="1" dirty="0">
                <a:solidFill>
                  <a:schemeClr val="tx1"/>
                </a:solidFill>
                <a:ea typeface="宋体" panose="02010600030101010101" pitchFamily="2" charset="-122"/>
              </a:rPr>
              <a:t>A</a:t>
            </a:r>
            <a:r>
              <a:rPr lang="en-US" altLang="zh-CN" sz="2000" b="1" dirty="0">
                <a:solidFill>
                  <a:schemeClr val="tx1"/>
                </a:solidFill>
                <a:ea typeface="宋体" panose="02010600030101010101" pitchFamily="2" charset="-122"/>
              </a:rPr>
              <a:t> * </a:t>
            </a:r>
            <a:r>
              <a:rPr lang="en-US" altLang="zh-CN" sz="2000" b="1" i="1" dirty="0">
                <a:solidFill>
                  <a:schemeClr val="tx1"/>
                </a:solidFill>
                <a:ea typeface="宋体" panose="02010600030101010101" pitchFamily="2" charset="-122"/>
              </a:rPr>
              <a:t>C</a:t>
            </a:r>
            <a:r>
              <a:rPr lang="en-US" altLang="zh-CN" sz="2000" b="1" dirty="0">
                <a:solidFill>
                  <a:schemeClr val="tx1"/>
                </a:solidFill>
                <a:ea typeface="宋体" panose="02010600030101010101" pitchFamily="2" charset="-122"/>
              </a:rPr>
              <a:t> </a:t>
            </a:r>
          </a:p>
          <a:p>
            <a:pPr marL="301625" lvl="1" indent="0" eaLnBrk="1" hangingPunct="1">
              <a:lnSpc>
                <a:spcPts val="2300"/>
              </a:lnSpc>
              <a:buClrTx/>
              <a:buFont typeface="Symbol" panose="05050102010706020507" pitchFamily="18" charset="2"/>
              <a:buNone/>
            </a:pPr>
            <a:r>
              <a:rPr lang="zh-CN" altLang="en-US" sz="2000" dirty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rPr>
              <a:t>⑧ </a:t>
            </a:r>
            <a:r>
              <a:rPr lang="en-US" altLang="zh-CN" sz="2000" b="1" i="1" dirty="0">
                <a:solidFill>
                  <a:schemeClr val="tx1"/>
                </a:solidFill>
                <a:ea typeface="宋体" panose="02010600030101010101" pitchFamily="2" charset="-122"/>
              </a:rPr>
              <a:t>J</a:t>
            </a:r>
            <a:r>
              <a:rPr lang="en-US" altLang="zh-CN" sz="2000" b="1" dirty="0">
                <a:solidFill>
                  <a:schemeClr val="tx1"/>
                </a:solidFill>
                <a:ea typeface="宋体" panose="02010600030101010101" pitchFamily="2" charset="-122"/>
              </a:rPr>
              <a:t> = </a:t>
            </a:r>
            <a:r>
              <a:rPr lang="en-US" altLang="zh-CN" sz="2000" b="1" i="1" dirty="0">
                <a:solidFill>
                  <a:schemeClr val="tx1"/>
                </a:solidFill>
                <a:ea typeface="宋体" panose="02010600030101010101" pitchFamily="2" charset="-122"/>
              </a:rPr>
              <a:t>H</a:t>
            </a:r>
            <a:r>
              <a:rPr lang="en-US" altLang="zh-CN" sz="2000" b="1" dirty="0">
                <a:solidFill>
                  <a:schemeClr val="tx1"/>
                </a:solidFill>
                <a:ea typeface="宋体" panose="02010600030101010101" pitchFamily="2" charset="-122"/>
              </a:rPr>
              <a:t> + </a:t>
            </a:r>
            <a:r>
              <a:rPr lang="en-US" altLang="zh-CN" sz="2000" b="1" i="1" dirty="0">
                <a:solidFill>
                  <a:schemeClr val="tx1"/>
                </a:solidFill>
                <a:ea typeface="宋体" panose="02010600030101010101" pitchFamily="2" charset="-122"/>
              </a:rPr>
              <a:t>I</a:t>
            </a:r>
            <a:r>
              <a:rPr lang="en-US" altLang="zh-CN" sz="2000" b="1" dirty="0">
                <a:solidFill>
                  <a:schemeClr val="tx1"/>
                </a:solidFill>
                <a:ea typeface="宋体" panose="02010600030101010101" pitchFamily="2" charset="-122"/>
              </a:rPr>
              <a:t> </a:t>
            </a:r>
          </a:p>
          <a:p>
            <a:pPr marL="301625" lvl="1" indent="0" eaLnBrk="1" hangingPunct="1">
              <a:lnSpc>
                <a:spcPts val="2300"/>
              </a:lnSpc>
              <a:buClrTx/>
              <a:buFont typeface="Symbol" panose="05050102010706020507" pitchFamily="18" charset="2"/>
              <a:buNone/>
            </a:pPr>
            <a:r>
              <a:rPr lang="zh-CN" altLang="en-US" sz="2000" dirty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rPr>
              <a:t>⑨ </a:t>
            </a:r>
            <a:r>
              <a:rPr lang="en-US" altLang="zh-CN" sz="2000" b="1" i="1" dirty="0">
                <a:solidFill>
                  <a:schemeClr val="tx1"/>
                </a:solidFill>
                <a:ea typeface="宋体" panose="02010600030101010101" pitchFamily="2" charset="-122"/>
              </a:rPr>
              <a:t>K</a:t>
            </a:r>
            <a:r>
              <a:rPr lang="en-US" altLang="zh-CN" sz="2000" b="1" dirty="0">
                <a:solidFill>
                  <a:schemeClr val="tx1"/>
                </a:solidFill>
                <a:ea typeface="宋体" panose="02010600030101010101" pitchFamily="2" charset="-122"/>
              </a:rPr>
              <a:t> = </a:t>
            </a:r>
            <a:r>
              <a:rPr lang="en-US" altLang="zh-CN" sz="2000" b="1" i="1" dirty="0">
                <a:solidFill>
                  <a:schemeClr val="tx1"/>
                </a:solidFill>
                <a:ea typeface="宋体" panose="02010600030101010101" pitchFamily="2" charset="-122"/>
              </a:rPr>
              <a:t>B</a:t>
            </a:r>
            <a:r>
              <a:rPr lang="en-US" altLang="zh-CN" sz="2000" b="1" dirty="0">
                <a:solidFill>
                  <a:schemeClr val="tx1"/>
                </a:solidFill>
                <a:ea typeface="宋体" panose="02010600030101010101" pitchFamily="2" charset="-122"/>
              </a:rPr>
              <a:t> * 5 </a:t>
            </a:r>
          </a:p>
          <a:p>
            <a:pPr marL="301625" lvl="1" indent="0" eaLnBrk="1" hangingPunct="1">
              <a:lnSpc>
                <a:spcPts val="2300"/>
              </a:lnSpc>
              <a:buClrTx/>
              <a:buFont typeface="Symbol" panose="05050102010706020507" pitchFamily="18" charset="2"/>
              <a:buNone/>
            </a:pPr>
            <a:r>
              <a:rPr lang="zh-CN" altLang="en-US" sz="2000" dirty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rPr>
              <a:t>⑩ </a:t>
            </a:r>
            <a:r>
              <a:rPr lang="en-US" altLang="zh-CN" sz="2000" b="1" i="1" dirty="0">
                <a:solidFill>
                  <a:schemeClr val="tx1"/>
                </a:solidFill>
                <a:ea typeface="宋体" panose="02010600030101010101" pitchFamily="2" charset="-122"/>
              </a:rPr>
              <a:t>L</a:t>
            </a:r>
            <a:r>
              <a:rPr lang="en-US" altLang="zh-CN" sz="2000" b="1" dirty="0">
                <a:solidFill>
                  <a:schemeClr val="tx1"/>
                </a:solidFill>
                <a:ea typeface="宋体" panose="02010600030101010101" pitchFamily="2" charset="-122"/>
              </a:rPr>
              <a:t> = </a:t>
            </a:r>
            <a:r>
              <a:rPr lang="en-US" altLang="zh-CN" sz="2000" b="1" i="1" dirty="0">
                <a:solidFill>
                  <a:schemeClr val="tx1"/>
                </a:solidFill>
                <a:ea typeface="宋体" panose="02010600030101010101" pitchFamily="2" charset="-122"/>
              </a:rPr>
              <a:t>K</a:t>
            </a:r>
            <a:r>
              <a:rPr lang="en-US" altLang="zh-CN" sz="2000" b="1" dirty="0">
                <a:solidFill>
                  <a:schemeClr val="tx1"/>
                </a:solidFill>
                <a:ea typeface="宋体" panose="02010600030101010101" pitchFamily="2" charset="-122"/>
              </a:rPr>
              <a:t> + </a:t>
            </a:r>
            <a:r>
              <a:rPr lang="en-US" altLang="zh-CN" sz="2000" b="1" i="1" dirty="0">
                <a:solidFill>
                  <a:schemeClr val="tx1"/>
                </a:solidFill>
                <a:ea typeface="宋体" panose="02010600030101010101" pitchFamily="2" charset="-122"/>
              </a:rPr>
              <a:t>J</a:t>
            </a:r>
            <a:r>
              <a:rPr lang="en-US" altLang="zh-CN" sz="2000" b="1" dirty="0">
                <a:solidFill>
                  <a:schemeClr val="tx1"/>
                </a:solidFill>
                <a:ea typeface="宋体" panose="02010600030101010101" pitchFamily="2" charset="-122"/>
              </a:rPr>
              <a:t> </a:t>
            </a:r>
          </a:p>
          <a:p>
            <a:pPr marL="301625" lvl="1" indent="0" eaLnBrk="1" hangingPunct="1">
              <a:lnSpc>
                <a:spcPts val="2300"/>
              </a:lnSpc>
              <a:buClrTx/>
              <a:buFont typeface="Symbol" panose="05050102010706020507" pitchFamily="18" charset="2"/>
              <a:buNone/>
            </a:pPr>
            <a:r>
              <a:rPr lang="zh-CN" altLang="en-US" sz="1800" dirty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rPr>
              <a:t>⑪</a:t>
            </a:r>
            <a:r>
              <a:rPr lang="zh-CN" altLang="en-US" sz="2000" dirty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rPr>
              <a:t> </a:t>
            </a:r>
            <a:r>
              <a:rPr lang="en-US" altLang="zh-CN" sz="2000" b="1" i="1" dirty="0">
                <a:solidFill>
                  <a:schemeClr val="tx1"/>
                </a:solidFill>
                <a:ea typeface="宋体" panose="02010600030101010101" pitchFamily="2" charset="-122"/>
              </a:rPr>
              <a:t>M</a:t>
            </a:r>
            <a:r>
              <a:rPr lang="en-US" altLang="zh-CN" sz="2000" b="1" dirty="0">
                <a:solidFill>
                  <a:schemeClr val="tx1"/>
                </a:solidFill>
                <a:ea typeface="宋体" panose="02010600030101010101" pitchFamily="2" charset="-122"/>
              </a:rPr>
              <a:t> = </a:t>
            </a:r>
            <a:r>
              <a:rPr lang="en-US" altLang="zh-CN" sz="2000" b="1" i="1" dirty="0">
                <a:solidFill>
                  <a:schemeClr val="tx1"/>
                </a:solidFill>
                <a:ea typeface="宋体" panose="02010600030101010101" pitchFamily="2" charset="-122"/>
              </a:rPr>
              <a:t>L</a:t>
            </a:r>
            <a:r>
              <a:rPr lang="en-US" altLang="zh-CN" sz="2000" b="1" dirty="0">
                <a:solidFill>
                  <a:schemeClr val="tx1"/>
                </a:solidFill>
                <a:ea typeface="宋体" panose="02010600030101010101" pitchFamily="2" charset="-122"/>
              </a:rPr>
              <a:t> </a:t>
            </a:r>
            <a:endParaRPr lang="zh-CN" altLang="en-US" sz="2000" b="1" dirty="0">
              <a:solidFill>
                <a:schemeClr val="tx1"/>
              </a:solidFill>
              <a:ea typeface="宋体" panose="02010600030101010101" pitchFamily="2" charset="-122"/>
            </a:endParaRPr>
          </a:p>
        </p:txBody>
      </p:sp>
      <p:sp>
        <p:nvSpPr>
          <p:cNvPr id="118833" name="Text Box 48">
            <a:extLst>
              <a:ext uri="{FF2B5EF4-FFF2-40B4-BE49-F238E27FC236}">
                <a16:creationId xmlns:a16="http://schemas.microsoft.com/office/drawing/2014/main" id="{EAD93E3D-5B80-436C-BA81-8CF00CB5F56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94188" y="2408238"/>
            <a:ext cx="852487" cy="438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kumimoji="1" lang="en-US" altLang="zh-CN" sz="2400" i="1">
                <a:solidFill>
                  <a:srgbClr val="000000"/>
                </a:solidFill>
                <a:latin typeface="Times New Roman" panose="02020603050405020304" pitchFamily="18" charset="0"/>
              </a:rPr>
              <a:t>K</a:t>
            </a:r>
          </a:p>
        </p:txBody>
      </p:sp>
      <p:sp>
        <p:nvSpPr>
          <p:cNvPr id="118834" name="矩形 71">
            <a:extLst>
              <a:ext uri="{FF2B5EF4-FFF2-40B4-BE49-F238E27FC236}">
                <a16:creationId xmlns:a16="http://schemas.microsoft.com/office/drawing/2014/main" id="{9C1F2B7E-86C0-489B-9C95-730488FA4E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14850" y="2376488"/>
            <a:ext cx="666750" cy="46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/>
          <a:p>
            <a:r>
              <a:rPr kumimoji="1" lang="en-US" altLang="zh-CN" sz="2400" i="1">
                <a:solidFill>
                  <a:srgbClr val="000000"/>
                </a:solidFill>
                <a:latin typeface="Times New Roman" panose="02020603050405020304" pitchFamily="18" charset="0"/>
              </a:rPr>
              <a:t>=15</a:t>
            </a:r>
            <a:endParaRPr lang="zh-CN" altLang="en-US"/>
          </a:p>
        </p:txBody>
      </p:sp>
      <p:sp>
        <p:nvSpPr>
          <p:cNvPr id="118835" name="矩形 72">
            <a:extLst>
              <a:ext uri="{FF2B5EF4-FFF2-40B4-BE49-F238E27FC236}">
                <a16:creationId xmlns:a16="http://schemas.microsoft.com/office/drawing/2014/main" id="{7DE84E09-8F97-42BF-9AB0-CA905E4367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83138" y="3379788"/>
            <a:ext cx="1039812" cy="438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r>
              <a:rPr kumimoji="1" lang="en-US" altLang="zh-CN" sz="2400" i="1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B</a:t>
            </a:r>
          </a:p>
        </p:txBody>
      </p:sp>
      <p:sp>
        <p:nvSpPr>
          <p:cNvPr id="118836" name="矩形 73">
            <a:extLst>
              <a:ext uri="{FF2B5EF4-FFF2-40B4-BE49-F238E27FC236}">
                <a16:creationId xmlns:a16="http://schemas.microsoft.com/office/drawing/2014/main" id="{44DC2C44-5765-4066-8E8C-6FDD1F037C0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86338" y="3355975"/>
            <a:ext cx="512762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/>
          <a:p>
            <a:r>
              <a:rPr kumimoji="1" lang="en-US" altLang="zh-CN" sz="2400" i="1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=3</a:t>
            </a:r>
            <a:endParaRPr lang="zh-CN" altLang="en-US">
              <a:ea typeface="楷体_GB2312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 nodeType="clickPar">
                      <p:stCondLst>
                        <p:cond delay="indefinite"/>
                      </p:stCondLst>
                      <p:childTnLst>
                        <p:par>
                          <p:cTn id="1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 nodeType="clickPar">
                      <p:stCondLst>
                        <p:cond delay="indefinite"/>
                      </p:stCondLst>
                      <p:childTnLst>
                        <p:par>
                          <p:cTn id="3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6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2">
                                            <p:bg/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2">
                                            <p:bg/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 nodeType="clickPar">
                      <p:stCondLst>
                        <p:cond delay="indefinite"/>
                      </p:stCondLst>
                      <p:childTnLst>
                        <p:par>
                          <p:cTn id="4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5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5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 nodeType="clickPar">
                      <p:stCondLst>
                        <p:cond delay="indefinite"/>
                      </p:stCondLst>
                      <p:childTnLst>
                        <p:par>
                          <p:cTn id="5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7" dur="5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5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 nodeType="clickPar">
                      <p:stCondLst>
                        <p:cond delay="indefinite"/>
                      </p:stCondLst>
                      <p:childTnLst>
                        <p:par>
                          <p:cTn id="6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" dur="5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5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allAtOnce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>
            <a:extLst>
              <a:ext uri="{FF2B5EF4-FFF2-40B4-BE49-F238E27FC236}">
                <a16:creationId xmlns:a16="http://schemas.microsoft.com/office/drawing/2014/main" id="{BAB5FC57-FFAA-43C8-B719-91F4AD8F95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b="1" dirty="0"/>
              <a:t>练习</a:t>
            </a:r>
            <a:r>
              <a:rPr lang="en-US" altLang="zh-CN" b="1" dirty="0"/>
              <a:t>1</a:t>
            </a:r>
            <a:r>
              <a:rPr lang="zh-CN" altLang="en-US" b="1" dirty="0"/>
              <a:t>：为下面的基本块构造</a:t>
            </a:r>
            <a:r>
              <a:rPr lang="en-US" altLang="zh-CN" b="1" dirty="0"/>
              <a:t>DAG</a:t>
            </a:r>
            <a:r>
              <a:rPr lang="zh-CN" altLang="en-US" b="1" dirty="0"/>
              <a:t>，假设只有</a:t>
            </a:r>
            <a:r>
              <a:rPr lang="en-US" altLang="zh-CN" b="1" dirty="0"/>
              <a:t>b</a:t>
            </a:r>
            <a:r>
              <a:rPr lang="zh-CN" altLang="en-US" b="1" dirty="0"/>
              <a:t>在出口处活跃，重组基本块的代码。</a:t>
            </a:r>
            <a:endParaRPr lang="zh-CN" altLang="en-US" dirty="0"/>
          </a:p>
          <a:p>
            <a:r>
              <a:rPr lang="en-US" altLang="zh-CN" dirty="0"/>
              <a:t>d =b * c</a:t>
            </a:r>
          </a:p>
          <a:p>
            <a:r>
              <a:rPr lang="en-US" altLang="zh-CN" dirty="0"/>
              <a:t>e = a + b</a:t>
            </a:r>
          </a:p>
          <a:p>
            <a:r>
              <a:rPr lang="en-US" altLang="zh-CN" dirty="0"/>
              <a:t>b = b * c</a:t>
            </a:r>
          </a:p>
          <a:p>
            <a:r>
              <a:rPr lang="en-US" altLang="zh-CN" dirty="0"/>
              <a:t>a = e – d</a:t>
            </a:r>
          </a:p>
          <a:p>
            <a:endParaRPr lang="zh-CN" altLang="en-US" dirty="0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6C8C550A-6FDC-4777-9E32-2F344BBCBD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练习</a:t>
            </a:r>
            <a:r>
              <a:rPr lang="en-US" altLang="zh-CN" dirty="0"/>
              <a:t>1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57221457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34" name="内容占位符 2">
            <a:extLst>
              <a:ext uri="{FF2B5EF4-FFF2-40B4-BE49-F238E27FC236}">
                <a16:creationId xmlns:a16="http://schemas.microsoft.com/office/drawing/2014/main" id="{8C1B56D5-B208-40C0-8CC7-14EF8D399091}"/>
              </a:ext>
            </a:extLst>
          </p:cNvPr>
          <p:cNvSpPr>
            <a:spLocks noGrp="1"/>
          </p:cNvSpPr>
          <p:nvPr>
            <p:ph idx="1"/>
          </p:nvPr>
        </p:nvSpPr>
        <p:spPr bwMode="auto">
          <a:xfrm>
            <a:off x="4524375" y="1357313"/>
            <a:ext cx="4008065" cy="364490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lnSpc>
                <a:spcPts val="4000"/>
              </a:lnSpc>
              <a:buFont typeface="Symbol" panose="05050102010706020507" pitchFamily="18" charset="2"/>
              <a:buNone/>
            </a:pPr>
            <a:r>
              <a:rPr lang="en-US" altLang="zh-CN" sz="2500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8.1 </a:t>
            </a:r>
            <a:r>
              <a:rPr lang="zh-CN" altLang="en-US" sz="2500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流图</a:t>
            </a:r>
          </a:p>
          <a:p>
            <a:pPr eaLnBrk="1" hangingPunct="1">
              <a:lnSpc>
                <a:spcPts val="4000"/>
              </a:lnSpc>
              <a:buFont typeface="Symbol" panose="05050102010706020507" pitchFamily="18" charset="2"/>
              <a:buNone/>
            </a:pPr>
            <a:r>
              <a:rPr lang="en-US" altLang="zh-CN" sz="2500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8.2 </a:t>
            </a:r>
            <a:r>
              <a:rPr lang="zh-CN" altLang="en-US" sz="2500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优化的分类</a:t>
            </a:r>
          </a:p>
          <a:p>
            <a:pPr eaLnBrk="1" hangingPunct="1">
              <a:lnSpc>
                <a:spcPts val="4000"/>
              </a:lnSpc>
              <a:buFont typeface="Symbol" panose="05050102010706020507" pitchFamily="18" charset="2"/>
              <a:buNone/>
            </a:pPr>
            <a:r>
              <a:rPr lang="en-US" altLang="zh-CN" sz="2500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8.3 </a:t>
            </a:r>
            <a:r>
              <a:rPr lang="zh-CN" altLang="en-US" sz="2500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基本块的优化</a:t>
            </a:r>
          </a:p>
          <a:p>
            <a:pPr eaLnBrk="1" hangingPunct="1">
              <a:lnSpc>
                <a:spcPts val="4000"/>
              </a:lnSpc>
              <a:buFont typeface="Symbol" panose="05050102010706020507" pitchFamily="18" charset="2"/>
              <a:buNone/>
            </a:pPr>
            <a:r>
              <a:rPr lang="en-US" altLang="zh-CN" sz="2500" dirty="0">
                <a:solidFill>
                  <a:srgbClr val="2D83F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8.4 </a:t>
            </a:r>
            <a:r>
              <a:rPr lang="zh-CN" altLang="en-US" sz="2500" dirty="0">
                <a:solidFill>
                  <a:srgbClr val="2D83F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数据流分析</a:t>
            </a:r>
          </a:p>
          <a:p>
            <a:pPr eaLnBrk="1" hangingPunct="1">
              <a:lnSpc>
                <a:spcPts val="4000"/>
              </a:lnSpc>
              <a:buFont typeface="Symbol" panose="05050102010706020507" pitchFamily="18" charset="2"/>
              <a:buNone/>
            </a:pPr>
            <a:r>
              <a:rPr lang="en-US" altLang="zh-CN" sz="2500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8.5 </a:t>
            </a:r>
            <a:r>
              <a:rPr lang="zh-CN" altLang="en-US" sz="2500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流图中的循环</a:t>
            </a:r>
          </a:p>
          <a:p>
            <a:pPr eaLnBrk="1" hangingPunct="1">
              <a:lnSpc>
                <a:spcPts val="4000"/>
              </a:lnSpc>
              <a:buFont typeface="Symbol" panose="05050102010706020507" pitchFamily="18" charset="2"/>
              <a:buNone/>
            </a:pPr>
            <a:r>
              <a:rPr lang="en-US" altLang="zh-CN" sz="2500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8.6 </a:t>
            </a:r>
            <a:r>
              <a:rPr lang="zh-CN" altLang="en-US" sz="2500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全局优化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447C22F2-BC72-4109-B485-A0A18E357714}"/>
              </a:ext>
            </a:extLst>
          </p:cNvPr>
          <p:cNvSpPr/>
          <p:nvPr/>
        </p:nvSpPr>
        <p:spPr>
          <a:xfrm>
            <a:off x="0" y="0"/>
            <a:ext cx="9144000" cy="150018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2870" tIns="51435" rIns="102870" bIns="51435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 sz="1600" b="0" dirty="0">
              <a:solidFill>
                <a:prstClr val="black">
                  <a:lumMod val="85000"/>
                  <a:lumOff val="15000"/>
                </a:prstClr>
              </a:solidFill>
            </a:endParaRPr>
          </a:p>
        </p:txBody>
      </p:sp>
      <p:pic>
        <p:nvPicPr>
          <p:cNvPr id="120836" name="Picture 7" descr="E:\工大编译\ppt\制作\0330e9c554c768200000158fc50d53d.jpg">
            <a:extLst>
              <a:ext uri="{FF2B5EF4-FFF2-40B4-BE49-F238E27FC236}">
                <a16:creationId xmlns:a16="http://schemas.microsoft.com/office/drawing/2014/main" id="{D3E3AF67-DB17-45FD-A841-47A5AD2D368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538" r="21837"/>
          <a:stretch>
            <a:fillRect/>
          </a:stretch>
        </p:blipFill>
        <p:spPr bwMode="auto">
          <a:xfrm>
            <a:off x="-6350" y="0"/>
            <a:ext cx="4295775" cy="5143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矩形 8">
            <a:extLst>
              <a:ext uri="{FF2B5EF4-FFF2-40B4-BE49-F238E27FC236}">
                <a16:creationId xmlns:a16="http://schemas.microsoft.com/office/drawing/2014/main" id="{80B69FF8-703E-433E-BC18-6B100B9DEF67}"/>
              </a:ext>
            </a:extLst>
          </p:cNvPr>
          <p:cNvSpPr/>
          <p:nvPr/>
        </p:nvSpPr>
        <p:spPr>
          <a:xfrm>
            <a:off x="4143375" y="357188"/>
            <a:ext cx="1928813" cy="78581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254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2870" tIns="51435" rIns="102870" bIns="51435" anchor="ctr"/>
          <a:lstStyle/>
          <a:p>
            <a:pPr algn="ctr">
              <a:defRPr/>
            </a:pPr>
            <a:r>
              <a:rPr lang="zh-CN" altLang="en-US" sz="4000">
                <a:solidFill>
                  <a:srgbClr val="FFFFFF"/>
                </a:solidFill>
                <a:latin typeface="微软雅黑" pitchFamily="34" charset="-122"/>
                <a:ea typeface="微软雅黑" pitchFamily="34" charset="-122"/>
              </a:rPr>
              <a:t>提纲</a:t>
            </a:r>
            <a:endParaRPr lang="zh-CN" altLang="en-US" sz="1600" b="0">
              <a:solidFill>
                <a:srgbClr val="262626"/>
              </a:solidFill>
            </a:endParaRP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>
            <a:extLst>
              <a:ext uri="{FF2B5EF4-FFF2-40B4-BE49-F238E27FC236}">
                <a16:creationId xmlns:a16="http://schemas.microsoft.com/office/drawing/2014/main" id="{36C658E0-B53D-4054-8A44-349C1923DB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7543" y="915566"/>
            <a:ext cx="8219257" cy="3960439"/>
          </a:xfrm>
        </p:spPr>
        <p:txBody>
          <a:bodyPr/>
          <a:lstStyle/>
          <a:p>
            <a:r>
              <a:rPr lang="zh-CN" altLang="en-US" b="1" dirty="0">
                <a:solidFill>
                  <a:srgbClr val="0070C0"/>
                </a:solidFill>
              </a:rPr>
              <a:t>程序状态</a:t>
            </a:r>
            <a:endParaRPr lang="en-US" altLang="zh-CN" b="1" dirty="0">
              <a:solidFill>
                <a:srgbClr val="0070C0"/>
              </a:solidFill>
            </a:endParaRPr>
          </a:p>
          <a:p>
            <a:pPr lvl="1"/>
            <a:r>
              <a:rPr lang="zh-CN" altLang="en-US" sz="2000" b="1" dirty="0"/>
              <a:t>程序中所有的变量值以及运行栈的栈帧相关值</a:t>
            </a:r>
            <a:endParaRPr lang="en-US" altLang="zh-CN" sz="2000" b="1" dirty="0"/>
          </a:p>
          <a:p>
            <a:r>
              <a:rPr lang="zh-CN" altLang="en-US" b="1" dirty="0">
                <a:solidFill>
                  <a:srgbClr val="0070C0"/>
                </a:solidFill>
              </a:rPr>
              <a:t>程序点和程序状态</a:t>
            </a:r>
            <a:endParaRPr lang="en-US" altLang="zh-CN" b="1" dirty="0">
              <a:solidFill>
                <a:srgbClr val="0070C0"/>
              </a:solidFill>
            </a:endParaRPr>
          </a:p>
          <a:p>
            <a:pPr lvl="1"/>
            <a:r>
              <a:rPr lang="zh-CN" altLang="en-US" sz="2000" b="1" dirty="0"/>
              <a:t>语句之前和之后的程序点状态：某个中间</a:t>
            </a:r>
            <a:r>
              <a:rPr lang="zh-CN" altLang="en-US" sz="2000" b="1" dirty="0">
                <a:solidFill>
                  <a:srgbClr val="0070C0"/>
                </a:solidFill>
              </a:rPr>
              <a:t>代码</a:t>
            </a:r>
            <a:r>
              <a:rPr lang="zh-CN" altLang="en-US" sz="2000" b="1" dirty="0"/>
              <a:t>语句的</a:t>
            </a:r>
            <a:r>
              <a:rPr lang="zh-CN" altLang="en-US" sz="2000" b="1" dirty="0">
                <a:solidFill>
                  <a:srgbClr val="0070C0"/>
                </a:solidFill>
              </a:rPr>
              <a:t>执行</a:t>
            </a:r>
            <a:r>
              <a:rPr lang="zh-CN" altLang="en-US" sz="2000" b="1" dirty="0"/>
              <a:t>是对程序</a:t>
            </a:r>
            <a:r>
              <a:rPr lang="zh-CN" altLang="en-US" sz="2000" b="1" dirty="0">
                <a:solidFill>
                  <a:srgbClr val="0070C0"/>
                </a:solidFill>
              </a:rPr>
              <a:t>状态</a:t>
            </a:r>
            <a:r>
              <a:rPr lang="zh-CN" altLang="en-US" sz="2000" b="1" dirty="0"/>
              <a:t>的</a:t>
            </a:r>
            <a:r>
              <a:rPr lang="zh-CN" altLang="en-US" sz="2000" b="1" dirty="0">
                <a:solidFill>
                  <a:srgbClr val="0070C0"/>
                </a:solidFill>
              </a:rPr>
              <a:t>转换</a:t>
            </a:r>
            <a:r>
              <a:rPr lang="zh-CN" altLang="en-US" sz="2000" b="1" dirty="0"/>
              <a:t>，将</a:t>
            </a:r>
            <a:r>
              <a:rPr lang="zh-CN" altLang="en-US" sz="2000" b="1" dirty="0">
                <a:solidFill>
                  <a:srgbClr val="0070C0"/>
                </a:solidFill>
              </a:rPr>
              <a:t>输入状态</a:t>
            </a:r>
            <a:r>
              <a:rPr lang="zh-CN" altLang="en-US" sz="2000" b="1" dirty="0"/>
              <a:t>转换为</a:t>
            </a:r>
            <a:r>
              <a:rPr lang="zh-CN" altLang="en-US" sz="2000" b="1" dirty="0">
                <a:solidFill>
                  <a:srgbClr val="0070C0"/>
                </a:solidFill>
              </a:rPr>
              <a:t>输出状态</a:t>
            </a:r>
            <a:r>
              <a:rPr lang="zh-CN" altLang="en-US" sz="2000" b="1" dirty="0"/>
              <a:t>，输入状态与该语句之前的</a:t>
            </a:r>
            <a:r>
              <a:rPr lang="zh-CN" altLang="en-US" sz="2000" b="1" dirty="0">
                <a:solidFill>
                  <a:srgbClr val="0070C0"/>
                </a:solidFill>
              </a:rPr>
              <a:t>程序点</a:t>
            </a:r>
            <a:r>
              <a:rPr lang="zh-CN" altLang="en-US" sz="2000" b="1" dirty="0"/>
              <a:t>相关联，而输出状态与该语句之后的</a:t>
            </a:r>
            <a:r>
              <a:rPr lang="zh-CN" altLang="en-US" sz="2000" b="1" dirty="0">
                <a:solidFill>
                  <a:srgbClr val="0070C0"/>
                </a:solidFill>
              </a:rPr>
              <a:t>程序点</a:t>
            </a:r>
            <a:r>
              <a:rPr lang="zh-CN" altLang="en-US" sz="2000" b="1" dirty="0"/>
              <a:t>相关联</a:t>
            </a:r>
            <a:endParaRPr lang="en-US" altLang="zh-CN" sz="2000" b="1" dirty="0"/>
          </a:p>
          <a:p>
            <a:pPr lvl="1"/>
            <a:r>
              <a:rPr lang="zh-CN" altLang="en-US" sz="2000" b="1" dirty="0"/>
              <a:t>基本块之前和之后的</a:t>
            </a:r>
            <a:r>
              <a:rPr lang="zh-CN" altLang="en-US" sz="2000" b="1" dirty="0">
                <a:solidFill>
                  <a:srgbClr val="0070C0"/>
                </a:solidFill>
              </a:rPr>
              <a:t>程序点</a:t>
            </a:r>
            <a:r>
              <a:rPr lang="zh-CN" altLang="en-US" sz="2000" b="1" dirty="0"/>
              <a:t>的状态也是数据流分析关注的重点</a:t>
            </a:r>
          </a:p>
          <a:p>
            <a:r>
              <a:rPr lang="zh-CN" altLang="en-US" b="1" dirty="0">
                <a:solidFill>
                  <a:srgbClr val="0070C0"/>
                </a:solidFill>
              </a:rPr>
              <a:t>数据流抽象</a:t>
            </a:r>
            <a:endParaRPr lang="en-US" altLang="zh-CN" b="1" dirty="0">
              <a:solidFill>
                <a:srgbClr val="0070C0"/>
              </a:solidFill>
            </a:endParaRPr>
          </a:p>
          <a:p>
            <a:pPr lvl="1"/>
            <a:r>
              <a:rPr lang="zh-CN" altLang="en-US" b="1" dirty="0"/>
              <a:t>为了简化，通常针对特定的分析目标，从各个程序点中抽象出一部分程序状态（数据流）信息，而忽略其它暂不关心的信息</a:t>
            </a:r>
            <a:endParaRPr lang="en-US" altLang="zh-CN" b="1" dirty="0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C4C14D59-D2E0-4021-83D8-D913BCBAF3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latin typeface="微软雅黑" panose="020B0503020204020204" pitchFamily="34" charset="-122"/>
              </a:rPr>
              <a:t>8.4 </a:t>
            </a:r>
            <a:r>
              <a:rPr lang="zh-CN" altLang="en-US" dirty="0">
                <a:latin typeface="微软雅黑" panose="020B0503020204020204" pitchFamily="34" charset="-122"/>
              </a:rPr>
              <a:t>数据流分析</a:t>
            </a:r>
            <a:r>
              <a:rPr lang="en-US" altLang="zh-CN" dirty="0"/>
              <a:t>(data-flow analysis)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4070040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8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11" name="Rectangle 3">
            <a:extLst>
              <a:ext uri="{FF2B5EF4-FFF2-40B4-BE49-F238E27FC236}">
                <a16:creationId xmlns:a16="http://schemas.microsoft.com/office/drawing/2014/main" id="{3C2BBF1C-F81B-4776-979D-60F056D11EA6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430213" y="858839"/>
            <a:ext cx="8285162" cy="3873152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lnSpc>
                <a:spcPts val="3200"/>
              </a:lnSpc>
              <a:buClrTx/>
              <a:buFont typeface="Wingdings" panose="05000000000000000000" pitchFamily="2" charset="2"/>
              <a:buChar char="Ø"/>
            </a:pPr>
            <a:r>
              <a:rPr lang="zh-CN" altLang="en-US" sz="2800" b="1" dirty="0">
                <a:solidFill>
                  <a:srgbClr val="0070C0"/>
                </a:solidFill>
                <a:cs typeface="Times New Roman" panose="02020603050405020304" pitchFamily="18" charset="0"/>
              </a:rPr>
              <a:t>数据流分析</a:t>
            </a:r>
            <a:endParaRPr lang="en-US" altLang="zh-CN" sz="2800" b="1" dirty="0">
              <a:solidFill>
                <a:srgbClr val="0070C0"/>
              </a:solidFill>
              <a:cs typeface="Times New Roman" panose="02020603050405020304" pitchFamily="18" charset="0"/>
            </a:endParaRPr>
          </a:p>
          <a:p>
            <a:pPr lvl="1" eaLnBrk="1" hangingPunct="1">
              <a:lnSpc>
                <a:spcPts val="3200"/>
              </a:lnSpc>
              <a:buClrTx/>
              <a:buFont typeface="Wingdings" panose="05000000000000000000" pitchFamily="2" charset="2"/>
              <a:buChar char="Ø"/>
            </a:pPr>
            <a:r>
              <a:rPr lang="zh-CN" altLang="en-US" sz="2400" b="1" dirty="0">
                <a:solidFill>
                  <a:schemeClr val="tx1"/>
                </a:solidFill>
                <a:cs typeface="Times New Roman" panose="02020603050405020304" pitchFamily="18" charset="0"/>
              </a:rPr>
              <a:t>一组用来获取程序执行路径上的数据流信息的技术</a:t>
            </a:r>
            <a:endParaRPr lang="en-US" altLang="zh-CN" sz="2400" b="1" dirty="0">
              <a:cs typeface="Times New Roman" panose="02020603050405020304" pitchFamily="18" charset="0"/>
            </a:endParaRPr>
          </a:p>
          <a:p>
            <a:pPr eaLnBrk="1" hangingPunct="1">
              <a:lnSpc>
                <a:spcPts val="3200"/>
              </a:lnSpc>
            </a:pPr>
            <a:r>
              <a:rPr lang="zh-CN" altLang="en-US" sz="2800" b="1" dirty="0">
                <a:cs typeface="Times New Roman" panose="02020603050405020304" pitchFamily="18" charset="0"/>
              </a:rPr>
              <a:t>在每一种数据流分析应用中，都会把每个</a:t>
            </a:r>
            <a:r>
              <a:rPr lang="zh-CN" altLang="en-US" sz="2800" b="1" dirty="0">
                <a:solidFill>
                  <a:srgbClr val="0070C0"/>
                </a:solidFill>
                <a:cs typeface="Times New Roman" panose="02020603050405020304" pitchFamily="18" charset="0"/>
              </a:rPr>
              <a:t>程序点</a:t>
            </a:r>
            <a:r>
              <a:rPr lang="zh-CN" altLang="en-US" sz="2800" b="1" dirty="0">
                <a:cs typeface="Times New Roman" panose="02020603050405020304" pitchFamily="18" charset="0"/>
              </a:rPr>
              <a:t>和一个</a:t>
            </a:r>
            <a:r>
              <a:rPr lang="zh-CN" altLang="en-US" sz="2800" b="1" dirty="0">
                <a:solidFill>
                  <a:srgbClr val="0070C0"/>
                </a:solidFill>
                <a:cs typeface="Times New Roman" panose="02020603050405020304" pitchFamily="18" charset="0"/>
              </a:rPr>
              <a:t>数据流值</a:t>
            </a:r>
            <a:r>
              <a:rPr lang="zh-CN" altLang="en-US" sz="2800" b="1" dirty="0">
                <a:cs typeface="Times New Roman" panose="02020603050405020304" pitchFamily="18" charset="0"/>
              </a:rPr>
              <a:t>关联起来</a:t>
            </a:r>
            <a:endParaRPr lang="en-US" altLang="zh-CN" sz="2800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eaLnBrk="1" hangingPunct="1">
              <a:lnSpc>
                <a:spcPts val="3200"/>
              </a:lnSpc>
              <a:buClrTx/>
              <a:buFont typeface="Wingdings" panose="05000000000000000000" pitchFamily="2" charset="2"/>
              <a:buChar char="Ø"/>
            </a:pPr>
            <a:r>
              <a:rPr lang="zh-CN" altLang="en-US" sz="2800" b="1" dirty="0">
                <a:solidFill>
                  <a:srgbClr val="0070C0"/>
                </a:solidFill>
                <a:cs typeface="Times New Roman" panose="02020603050405020304" pitchFamily="18" charset="0"/>
              </a:rPr>
              <a:t>数据流分析应用</a:t>
            </a:r>
            <a:endParaRPr lang="en-US" altLang="zh-CN" sz="2800" b="1" dirty="0">
              <a:solidFill>
                <a:srgbClr val="0070C0"/>
              </a:solidFill>
              <a:cs typeface="Times New Roman" panose="02020603050405020304" pitchFamily="18" charset="0"/>
            </a:endParaRPr>
          </a:p>
          <a:p>
            <a:pPr lvl="1" eaLnBrk="1" hangingPunct="1">
              <a:lnSpc>
                <a:spcPts val="3200"/>
              </a:lnSpc>
              <a:buClrTx/>
              <a:buFont typeface="Wingdings" panose="05000000000000000000" pitchFamily="2" charset="2"/>
              <a:buChar char="Ø"/>
            </a:pPr>
            <a:r>
              <a:rPr lang="zh-CN" altLang="en-US" sz="2400" b="1" dirty="0">
                <a:solidFill>
                  <a:schemeClr val="tx1"/>
                </a:solidFill>
                <a:cs typeface="Times New Roman" panose="02020603050405020304" pitchFamily="18" charset="0"/>
              </a:rPr>
              <a:t>到达</a:t>
            </a:r>
            <a:r>
              <a:rPr lang="en-US" altLang="zh-CN" sz="2400" b="1" dirty="0">
                <a:solidFill>
                  <a:schemeClr val="tx1"/>
                </a:solidFill>
                <a:cs typeface="Times New Roman" panose="02020603050405020304" pitchFamily="18" charset="0"/>
              </a:rPr>
              <a:t>-</a:t>
            </a:r>
            <a:r>
              <a:rPr lang="zh-CN" altLang="en-US" sz="2400" b="1" dirty="0">
                <a:solidFill>
                  <a:schemeClr val="tx1"/>
                </a:solidFill>
                <a:cs typeface="Times New Roman" panose="02020603050405020304" pitchFamily="18" charset="0"/>
              </a:rPr>
              <a:t>定值分析</a:t>
            </a:r>
            <a:r>
              <a:rPr lang="en-US" altLang="zh-CN" sz="2400" b="1" dirty="0">
                <a:solidFill>
                  <a:schemeClr val="tx1"/>
                </a:solidFill>
                <a:cs typeface="Times New Roman" panose="02020603050405020304" pitchFamily="18" charset="0"/>
              </a:rPr>
              <a:t> </a:t>
            </a: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(</a:t>
            </a:r>
            <a:r>
              <a:rPr lang="en-US" altLang="zh-CN" sz="20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Reaching-Definition Analysis</a:t>
            </a: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)</a:t>
            </a:r>
            <a:endParaRPr lang="zh-CN" altLang="en-US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lvl="1" eaLnBrk="1" hangingPunct="1">
              <a:lnSpc>
                <a:spcPts val="3200"/>
              </a:lnSpc>
              <a:buClrTx/>
              <a:buFont typeface="Wingdings" panose="05000000000000000000" pitchFamily="2" charset="2"/>
              <a:buChar char="Ø"/>
            </a:pPr>
            <a:r>
              <a:rPr lang="zh-CN" altLang="en-US" sz="2400" b="1" dirty="0">
                <a:solidFill>
                  <a:schemeClr val="tx1"/>
                </a:solidFill>
                <a:cs typeface="Times New Roman" panose="02020603050405020304" pitchFamily="18" charset="0"/>
              </a:rPr>
              <a:t>活跃变量分析</a:t>
            </a:r>
            <a:r>
              <a:rPr lang="en-US" altLang="zh-CN" sz="2400" b="1" dirty="0">
                <a:solidFill>
                  <a:schemeClr val="tx1"/>
                </a:solidFill>
                <a:cs typeface="Times New Roman" panose="02020603050405020304" pitchFamily="18" charset="0"/>
              </a:rPr>
              <a:t> </a:t>
            </a: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(</a:t>
            </a:r>
            <a:r>
              <a:rPr lang="en-US" altLang="zh-CN" sz="20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Live-Variable Analysis</a:t>
            </a: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)</a:t>
            </a:r>
            <a:endParaRPr lang="zh-CN" altLang="en-US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lvl="1" eaLnBrk="1" hangingPunct="1">
              <a:lnSpc>
                <a:spcPts val="3200"/>
              </a:lnSpc>
              <a:buClrTx/>
              <a:buFont typeface="Wingdings" panose="05000000000000000000" pitchFamily="2" charset="2"/>
              <a:buChar char="Ø"/>
            </a:pPr>
            <a:r>
              <a:rPr lang="zh-CN" altLang="en-US" sz="2400" b="1" dirty="0">
                <a:solidFill>
                  <a:schemeClr val="tx1"/>
                </a:solidFill>
                <a:cs typeface="Times New Roman" panose="02020603050405020304" pitchFamily="18" charset="0"/>
              </a:rPr>
              <a:t>可用表达式分析</a:t>
            </a:r>
            <a:r>
              <a:rPr lang="en-US" altLang="zh-CN" sz="2400" b="1" dirty="0">
                <a:solidFill>
                  <a:schemeClr val="tx1"/>
                </a:solidFill>
                <a:cs typeface="Times New Roman" panose="02020603050405020304" pitchFamily="18" charset="0"/>
              </a:rPr>
              <a:t> </a:t>
            </a: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(</a:t>
            </a:r>
            <a:r>
              <a:rPr lang="en-US" altLang="zh-CN" sz="20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Available-Expression Analysis</a:t>
            </a: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)</a:t>
            </a:r>
            <a:endParaRPr lang="zh-CN" altLang="en-US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</p:txBody>
      </p:sp>
      <p:sp>
        <p:nvSpPr>
          <p:cNvPr id="122883" name="Rectangle 2">
            <a:extLst>
              <a:ext uri="{FF2B5EF4-FFF2-40B4-BE49-F238E27FC236}">
                <a16:creationId xmlns:a16="http://schemas.microsoft.com/office/drawing/2014/main" id="{99D59154-82D9-4045-A13F-3CF00062EC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en-US" altLang="zh-CN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8.4 </a:t>
            </a:r>
            <a:r>
              <a:rPr lang="zh-CN" altLang="en-US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数据流分析</a:t>
            </a:r>
            <a:r>
              <a:rPr lang="en-US" altLang="zh-CN" sz="3000" dirty="0">
                <a:solidFill>
                  <a:schemeClr val="tx1"/>
                </a:solidFill>
                <a:ea typeface="微软雅黑" panose="020B0503020204020204" pitchFamily="34" charset="-122"/>
                <a:cs typeface="Times New Roman" panose="02020603050405020304" pitchFamily="18" charset="0"/>
              </a:rPr>
              <a:t>(data-flow analysis)</a:t>
            </a:r>
            <a:endParaRPr lang="zh-CN" altLang="en-US" sz="3000" dirty="0">
              <a:solidFill>
                <a:schemeClr val="tx1"/>
              </a:solidFill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6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686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686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686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6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86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86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686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6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686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686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86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61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6861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6861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6861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5955" name="Rectangle 3">
            <a:extLst>
              <a:ext uri="{FF2B5EF4-FFF2-40B4-BE49-F238E27FC236}">
                <a16:creationId xmlns:a16="http://schemas.microsoft.com/office/drawing/2014/main" id="{523C4BF6-6F2D-4851-AFBF-7A06C1152A98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323850" y="930275"/>
            <a:ext cx="8213725" cy="3873723"/>
          </a:xfrm>
        </p:spPr>
        <p:txBody>
          <a:bodyPr vert="horz"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lnSpc>
                <a:spcPts val="2800"/>
              </a:lnSpc>
              <a:defRPr/>
            </a:pPr>
            <a:r>
              <a:rPr lang="zh-CN" altLang="en-US" sz="2800" b="1" dirty="0">
                <a:cs typeface="Times New Roman" panose="02020603050405020304" pitchFamily="18" charset="0"/>
              </a:rPr>
              <a:t>数据流分析的途径：建立和求解数据流方程</a:t>
            </a:r>
            <a:endParaRPr lang="en-US" altLang="zh-CN" sz="28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eaLnBrk="1" hangingPunct="1">
              <a:lnSpc>
                <a:spcPts val="28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2800" b="1" dirty="0">
                <a:solidFill>
                  <a:schemeClr val="tx1"/>
                </a:solidFill>
                <a:cs typeface="Times New Roman" panose="02020603050405020304" pitchFamily="18" charset="0"/>
              </a:rPr>
              <a:t>数据流方程</a:t>
            </a:r>
            <a:endParaRPr lang="en-US" altLang="zh-CN" sz="2500" b="1" dirty="0">
              <a:cs typeface="Times New Roman" panose="02020603050405020304" pitchFamily="18" charset="0"/>
            </a:endParaRPr>
          </a:p>
          <a:p>
            <a:pPr lvl="1" eaLnBrk="1" hangingPunct="1">
              <a:lnSpc>
                <a:spcPts val="2800"/>
              </a:lnSpc>
              <a:defRPr/>
            </a:pPr>
            <a:r>
              <a:rPr lang="zh-CN" altLang="en-US" sz="2400" b="1" dirty="0">
                <a:solidFill>
                  <a:schemeClr val="tx1"/>
                </a:solidFill>
                <a:cs typeface="Times New Roman" panose="02020603050405020304" pitchFamily="18" charset="0"/>
              </a:rPr>
              <a:t>用于描述</a:t>
            </a:r>
            <a:r>
              <a:rPr lang="zh-CN" altLang="en-US" sz="2400" b="1" dirty="0">
                <a:solidFill>
                  <a:srgbClr val="0070C0"/>
                </a:solidFill>
                <a:cs typeface="Times New Roman" panose="02020603050405020304" pitchFamily="18" charset="0"/>
              </a:rPr>
              <a:t>流入</a:t>
            </a:r>
            <a:r>
              <a:rPr lang="zh-CN" altLang="en-US" sz="2400" b="1" dirty="0">
                <a:solidFill>
                  <a:schemeClr val="tx1"/>
                </a:solidFill>
                <a:cs typeface="Times New Roman" panose="02020603050405020304" pitchFamily="18" charset="0"/>
              </a:rPr>
              <a:t>和</a:t>
            </a:r>
            <a:r>
              <a:rPr lang="zh-CN" altLang="en-US" sz="2400" b="1" dirty="0">
                <a:solidFill>
                  <a:srgbClr val="0070C0"/>
                </a:solidFill>
                <a:cs typeface="Times New Roman" panose="02020603050405020304" pitchFamily="18" charset="0"/>
              </a:rPr>
              <a:t>流出</a:t>
            </a:r>
            <a:r>
              <a:rPr lang="zh-CN" altLang="en-US" sz="2400" b="1" dirty="0">
                <a:solidFill>
                  <a:schemeClr val="tx1"/>
                </a:solidFill>
                <a:cs typeface="Times New Roman" panose="02020603050405020304" pitchFamily="18" charset="0"/>
              </a:rPr>
              <a:t>某个</a:t>
            </a:r>
            <a:r>
              <a:rPr lang="zh-CN" altLang="en-US" sz="2400" b="1" dirty="0">
                <a:solidFill>
                  <a:srgbClr val="0070C0"/>
                </a:solidFill>
                <a:cs typeface="Times New Roman" panose="02020603050405020304" pitchFamily="18" charset="0"/>
              </a:rPr>
              <a:t>程序单元的</a:t>
            </a:r>
            <a:r>
              <a:rPr lang="zh-CN" altLang="en-US" sz="2400" b="1" dirty="0">
                <a:solidFill>
                  <a:schemeClr val="tx1"/>
                </a:solidFill>
                <a:cs typeface="Times New Roman" panose="02020603050405020304" pitchFamily="18" charset="0"/>
              </a:rPr>
              <a:t>数据流信息之间的联系。程序单元可以是</a:t>
            </a:r>
            <a:r>
              <a:rPr lang="zh-CN" altLang="en-US" sz="2400" b="1" dirty="0">
                <a:solidFill>
                  <a:srgbClr val="0070C0"/>
                </a:solidFill>
                <a:cs typeface="Times New Roman" panose="02020603050405020304" pitchFamily="18" charset="0"/>
              </a:rPr>
              <a:t>单条语句、基本块或循环</a:t>
            </a:r>
            <a:r>
              <a:rPr lang="zh-CN" altLang="en-US" sz="2400" b="1" dirty="0">
                <a:solidFill>
                  <a:schemeClr val="tx1"/>
                </a:solidFill>
                <a:cs typeface="Times New Roman" panose="02020603050405020304" pitchFamily="18" charset="0"/>
              </a:rPr>
              <a:t>等</a:t>
            </a:r>
            <a:endParaRPr lang="en-US" altLang="zh-CN" sz="24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eaLnBrk="1" hangingPunct="1">
              <a:lnSpc>
                <a:spcPts val="2800"/>
              </a:lnSpc>
              <a:defRPr/>
            </a:pPr>
            <a:r>
              <a:rPr lang="zh-CN" altLang="en-US" sz="2700" b="1" dirty="0">
                <a:solidFill>
                  <a:schemeClr val="tx1"/>
                </a:solidFill>
                <a:cs typeface="Times New Roman" panose="02020603050405020304" pitchFamily="18" charset="0"/>
              </a:rPr>
              <a:t>数据流方程的构建：</a:t>
            </a:r>
            <a:endParaRPr lang="en-US" altLang="zh-CN" sz="27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lvl="1" eaLnBrk="1" hangingPunct="1">
              <a:defRPr/>
            </a:pPr>
            <a:r>
              <a:rPr lang="zh-CN" altLang="en-US" sz="2400" b="1" dirty="0">
                <a:solidFill>
                  <a:srgbClr val="0070C0"/>
                </a:solidFill>
                <a:cs typeface="Times New Roman" panose="02020603050405020304" pitchFamily="18" charset="0"/>
              </a:rPr>
              <a:t>语义约束</a:t>
            </a:r>
            <a:r>
              <a:rPr lang="zh-CN" altLang="en-US" sz="2400" b="1" dirty="0">
                <a:solidFill>
                  <a:srgbClr val="2D83F4"/>
                </a:solidFill>
                <a:cs typeface="Times New Roman" panose="02020603050405020304" pitchFamily="18" charset="0"/>
              </a:rPr>
              <a:t>：</a:t>
            </a:r>
            <a:r>
              <a:rPr lang="zh-CN" altLang="en-US" sz="2400" b="1" dirty="0">
                <a:solidFill>
                  <a:schemeClr val="tx1"/>
                </a:solidFill>
                <a:cs typeface="Times New Roman" panose="02020603050405020304" pitchFamily="18" charset="0"/>
              </a:rPr>
              <a:t>一</a:t>
            </a:r>
            <a:r>
              <a:rPr lang="zh-CN" altLang="en-US" sz="2400" b="1" dirty="0">
                <a:cs typeface="Times New Roman" panose="02020603050405020304" pitchFamily="18" charset="0"/>
              </a:rPr>
              <a:t>个</a:t>
            </a:r>
            <a:r>
              <a:rPr lang="zh-CN" altLang="en-US" sz="2400" b="1" dirty="0">
                <a:solidFill>
                  <a:srgbClr val="0070C0"/>
                </a:solidFill>
                <a:cs typeface="Times New Roman" panose="02020603050405020304" pitchFamily="18" charset="0"/>
              </a:rPr>
              <a:t>程序单元</a:t>
            </a:r>
            <a:r>
              <a:rPr lang="en-US" altLang="zh-CN" sz="2400" b="1" i="1" dirty="0">
                <a:solidFill>
                  <a:srgbClr val="0070C0"/>
                </a:solidFill>
                <a:cs typeface="Times New Roman" panose="02020603050405020304" pitchFamily="18" charset="0"/>
              </a:rPr>
              <a:t>u</a:t>
            </a:r>
            <a:r>
              <a:rPr lang="zh-CN" altLang="en-US" sz="2400" b="1" dirty="0">
                <a:solidFill>
                  <a:srgbClr val="0070C0"/>
                </a:solidFill>
                <a:cs typeface="Times New Roman" panose="02020603050405020304" pitchFamily="18" charset="0"/>
              </a:rPr>
              <a:t>之前和之后</a:t>
            </a:r>
            <a:r>
              <a:rPr lang="zh-CN" altLang="en-US" sz="2400" b="1" dirty="0">
                <a:solidFill>
                  <a:schemeClr val="tx1"/>
                </a:solidFill>
                <a:cs typeface="Times New Roman" panose="02020603050405020304" pitchFamily="18" charset="0"/>
              </a:rPr>
              <a:t>的数据流值的关系</a:t>
            </a:r>
            <a:r>
              <a:rPr lang="zh-CN" altLang="en-US" sz="2400" b="1" dirty="0">
                <a:cs typeface="Times New Roman" panose="02020603050405020304" pitchFamily="18" charset="0"/>
              </a:rPr>
              <a:t>，由</a:t>
            </a:r>
            <a:r>
              <a:rPr lang="zh-CN" altLang="en-US" sz="2400" b="1" dirty="0">
                <a:solidFill>
                  <a:srgbClr val="0070C0"/>
                </a:solidFill>
                <a:cs typeface="Times New Roman" panose="02020603050405020304" pitchFamily="18" charset="0"/>
              </a:rPr>
              <a:t>语句语义</a:t>
            </a:r>
            <a:r>
              <a:rPr lang="zh-CN" altLang="en-US" sz="2400" b="1" dirty="0">
                <a:cs typeface="Times New Roman" panose="02020603050405020304" pitchFamily="18" charset="0"/>
              </a:rPr>
              <a:t>推导出来，被称为</a:t>
            </a:r>
            <a:r>
              <a:rPr lang="zh-CN" altLang="en-US" sz="2400" b="1" dirty="0">
                <a:solidFill>
                  <a:srgbClr val="FF0000"/>
                </a:solidFill>
                <a:cs typeface="Times New Roman" panose="02020603050405020304" pitchFamily="18" charset="0"/>
              </a:rPr>
              <a:t>传递函数</a:t>
            </a:r>
            <a:endParaRPr lang="en-US" altLang="zh-CN" sz="2400" b="1" dirty="0">
              <a:cs typeface="Times New Roman" panose="02020603050405020304" pitchFamily="18" charset="0"/>
            </a:endParaRPr>
          </a:p>
          <a:p>
            <a:pPr lvl="1" eaLnBrk="1" hangingPunct="1">
              <a:lnSpc>
                <a:spcPts val="3000"/>
              </a:lnSpc>
              <a:spcBef>
                <a:spcPts val="600"/>
              </a:spcBef>
              <a:defRPr/>
            </a:pPr>
            <a:r>
              <a:rPr lang="zh-CN" altLang="en-US" sz="2400" b="1" dirty="0">
                <a:solidFill>
                  <a:srgbClr val="0070C0"/>
                </a:solidFill>
                <a:cs typeface="Times New Roman" panose="02020603050405020304" pitchFamily="18" charset="0"/>
              </a:rPr>
              <a:t>控制流约束</a:t>
            </a:r>
            <a:r>
              <a:rPr lang="zh-CN" altLang="en-US" sz="2400" b="1" dirty="0">
                <a:cs typeface="Times New Roman" panose="02020603050405020304" pitchFamily="18" charset="0"/>
              </a:rPr>
              <a:t>：由控制流推导出的</a:t>
            </a:r>
            <a:r>
              <a:rPr lang="zh-CN" altLang="en-US" sz="2400" b="1" dirty="0">
                <a:solidFill>
                  <a:srgbClr val="0070C0"/>
                </a:solidFill>
                <a:cs typeface="Times New Roman" panose="02020603050405020304" pitchFamily="18" charset="0"/>
              </a:rPr>
              <a:t>相邻程序单元</a:t>
            </a:r>
            <a:r>
              <a:rPr lang="zh-CN" altLang="en-US" sz="2400" b="1" dirty="0">
                <a:solidFill>
                  <a:schemeClr val="tx1"/>
                </a:solidFill>
                <a:cs typeface="Times New Roman" panose="02020603050405020304" pitchFamily="18" charset="0"/>
              </a:rPr>
              <a:t>之间的数据流值的关系</a:t>
            </a:r>
            <a:endParaRPr lang="en-US" altLang="zh-CN" b="1" dirty="0">
              <a:solidFill>
                <a:schemeClr val="tx1"/>
              </a:solidFill>
              <a:cs typeface="Times New Roman" panose="02020603050405020304" pitchFamily="18" charset="0"/>
            </a:endParaRPr>
          </a:p>
        </p:txBody>
      </p:sp>
      <p:sp>
        <p:nvSpPr>
          <p:cNvPr id="126979" name="Rectangle 2">
            <a:extLst>
              <a:ext uri="{FF2B5EF4-FFF2-40B4-BE49-F238E27FC236}">
                <a16:creationId xmlns:a16="http://schemas.microsoft.com/office/drawing/2014/main" id="{EE255A27-EF9E-477B-9019-C1ADC5E97A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数据流分析</a:t>
            </a:r>
            <a:endParaRPr lang="en-US" altLang="zh-CN" sz="3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8266919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59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7659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595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76595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595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500"/>
                                        <p:tgtEl>
                                          <p:spTgt spid="76595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595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0" dur="500"/>
                                        <p:tgtEl>
                                          <p:spTgt spid="76595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595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3" dur="500"/>
                                        <p:tgtEl>
                                          <p:spTgt spid="76595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595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8" dur="500"/>
                                        <p:tgtEl>
                                          <p:spTgt spid="76595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65955" grpId="0" uiExpand="1" build="p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5955" name="Rectangle 3">
            <a:extLst>
              <a:ext uri="{FF2B5EF4-FFF2-40B4-BE49-F238E27FC236}">
                <a16:creationId xmlns:a16="http://schemas.microsoft.com/office/drawing/2014/main" id="{52E514F0-DB8E-4110-A90B-5146342F357E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323850" y="930275"/>
            <a:ext cx="8213725" cy="4089400"/>
          </a:xfrm>
        </p:spPr>
        <p:txBody>
          <a:bodyPr vert="horz"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lnSpc>
                <a:spcPts val="28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 </a:t>
            </a:r>
            <a:r>
              <a:rPr lang="zh-CN" altLang="en-US" sz="2800" b="1" dirty="0">
                <a:cs typeface="Times New Roman" panose="02020603050405020304" pitchFamily="18" charset="0"/>
              </a:rPr>
              <a:t>语句</a:t>
            </a:r>
            <a:r>
              <a:rPr lang="zh-CN" altLang="en-US" sz="2800" b="1" dirty="0">
                <a:solidFill>
                  <a:schemeClr val="tx1"/>
                </a:solidFill>
                <a:cs typeface="Times New Roman" panose="02020603050405020304" pitchFamily="18" charset="0"/>
              </a:rPr>
              <a:t>的数据流模式</a:t>
            </a:r>
            <a:endParaRPr lang="en-US" altLang="zh-CN" sz="25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lvl="1" eaLnBrk="1" hangingPunct="1">
              <a:lnSpc>
                <a:spcPts val="2800"/>
              </a:lnSpc>
              <a:defRPr/>
            </a:pPr>
            <a:r>
              <a:rPr lang="en-US" altLang="zh-CN" sz="25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 </a:t>
            </a:r>
            <a:r>
              <a:rPr lang="en-US" altLang="zh-CN" b="1" i="1" dirty="0">
                <a:solidFill>
                  <a:srgbClr val="0070C0"/>
                </a:solidFill>
                <a:cs typeface="Times New Roman" panose="02020603050405020304" pitchFamily="18" charset="0"/>
              </a:rPr>
              <a:t>IN</a:t>
            </a:r>
            <a:r>
              <a:rPr lang="en-US" altLang="zh-CN" b="1" dirty="0">
                <a:solidFill>
                  <a:srgbClr val="0070C0"/>
                </a:solidFill>
                <a:cs typeface="Times New Roman" panose="02020603050405020304" pitchFamily="18" charset="0"/>
              </a:rPr>
              <a:t>[</a:t>
            </a:r>
            <a:r>
              <a:rPr lang="en-US" altLang="zh-CN" b="1" i="1" dirty="0">
                <a:solidFill>
                  <a:srgbClr val="0070C0"/>
                </a:solidFill>
                <a:cs typeface="Times New Roman" panose="02020603050405020304" pitchFamily="18" charset="0"/>
              </a:rPr>
              <a:t>s</a:t>
            </a:r>
            <a:r>
              <a:rPr lang="en-US" altLang="zh-CN" b="1" dirty="0">
                <a:solidFill>
                  <a:srgbClr val="0070C0"/>
                </a:solidFill>
                <a:cs typeface="Times New Roman" panose="02020603050405020304" pitchFamily="18" charset="0"/>
              </a:rPr>
              <a:t>]:	</a:t>
            </a:r>
            <a:r>
              <a:rPr lang="zh-CN" altLang="en-US" b="1" dirty="0">
                <a:solidFill>
                  <a:srgbClr val="0070C0"/>
                </a:solidFill>
                <a:cs typeface="Times New Roman" panose="02020603050405020304" pitchFamily="18" charset="0"/>
              </a:rPr>
              <a:t>语句</a:t>
            </a:r>
            <a:r>
              <a:rPr lang="en-US" altLang="zh-CN" b="1" i="1" dirty="0">
                <a:solidFill>
                  <a:srgbClr val="0070C0"/>
                </a:solidFill>
                <a:cs typeface="Times New Roman" panose="02020603050405020304" pitchFamily="18" charset="0"/>
              </a:rPr>
              <a:t>s</a:t>
            </a:r>
            <a:r>
              <a:rPr lang="zh-CN" altLang="en-US" b="1" dirty="0">
                <a:solidFill>
                  <a:srgbClr val="0070C0"/>
                </a:solidFill>
                <a:cs typeface="Times New Roman" panose="02020603050405020304" pitchFamily="18" charset="0"/>
              </a:rPr>
              <a:t>之前</a:t>
            </a:r>
            <a:r>
              <a:rPr lang="zh-CN" altLang="en-US" b="1" dirty="0">
                <a:cs typeface="Times New Roman" panose="02020603050405020304" pitchFamily="18" charset="0"/>
              </a:rPr>
              <a:t>的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数据流值</a:t>
            </a:r>
            <a:endParaRPr lang="en-US" altLang="zh-CN" b="1" i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lvl="1" eaLnBrk="1" hangingPunct="1">
              <a:lnSpc>
                <a:spcPts val="2800"/>
              </a:lnSpc>
              <a:buNone/>
              <a:defRPr/>
            </a:pPr>
            <a:r>
              <a:rPr lang="en-US" altLang="zh-CN" b="1" dirty="0">
                <a:solidFill>
                  <a:schemeClr val="tx1"/>
                </a:solidFill>
                <a:cs typeface="Times New Roman" panose="02020603050405020304" pitchFamily="18" charset="0"/>
              </a:rPr>
              <a:t>	 </a:t>
            </a:r>
            <a:r>
              <a:rPr lang="en-US" altLang="zh-CN" b="1" i="1" dirty="0">
                <a:solidFill>
                  <a:srgbClr val="0070C0"/>
                </a:solidFill>
                <a:cs typeface="Times New Roman" panose="02020603050405020304" pitchFamily="18" charset="0"/>
              </a:rPr>
              <a:t>OUT</a:t>
            </a:r>
            <a:r>
              <a:rPr lang="en-US" altLang="zh-CN" b="1" dirty="0">
                <a:solidFill>
                  <a:srgbClr val="0070C0"/>
                </a:solidFill>
                <a:cs typeface="Times New Roman" panose="02020603050405020304" pitchFamily="18" charset="0"/>
              </a:rPr>
              <a:t>[</a:t>
            </a:r>
            <a:r>
              <a:rPr lang="en-US" altLang="zh-CN" b="1" i="1" dirty="0">
                <a:solidFill>
                  <a:srgbClr val="0070C0"/>
                </a:solidFill>
                <a:cs typeface="Times New Roman" panose="02020603050405020304" pitchFamily="18" charset="0"/>
              </a:rPr>
              <a:t>s</a:t>
            </a:r>
            <a:r>
              <a:rPr lang="en-US" altLang="zh-CN" b="1" dirty="0">
                <a:solidFill>
                  <a:srgbClr val="0070C0"/>
                </a:solidFill>
                <a:cs typeface="Times New Roman" panose="02020603050405020304" pitchFamily="18" charset="0"/>
              </a:rPr>
              <a:t>]:	</a:t>
            </a:r>
            <a:r>
              <a:rPr lang="zh-CN" altLang="en-US" b="1" dirty="0">
                <a:solidFill>
                  <a:srgbClr val="0070C0"/>
                </a:solidFill>
                <a:cs typeface="Times New Roman" panose="02020603050405020304" pitchFamily="18" charset="0"/>
              </a:rPr>
              <a:t>语句</a:t>
            </a:r>
            <a:r>
              <a:rPr lang="en-US" altLang="zh-CN" b="1" i="1" dirty="0">
                <a:solidFill>
                  <a:srgbClr val="0070C0"/>
                </a:solidFill>
                <a:cs typeface="Times New Roman" panose="02020603050405020304" pitchFamily="18" charset="0"/>
              </a:rPr>
              <a:t>s</a:t>
            </a:r>
            <a:r>
              <a:rPr lang="zh-CN" altLang="en-US" b="1" dirty="0">
                <a:solidFill>
                  <a:srgbClr val="0070C0"/>
                </a:solidFill>
                <a:cs typeface="Times New Roman" panose="02020603050405020304" pitchFamily="18" charset="0"/>
              </a:rPr>
              <a:t>之后</a:t>
            </a:r>
            <a:r>
              <a:rPr lang="zh-CN" altLang="en-US" b="1" dirty="0">
                <a:cs typeface="Times New Roman" panose="02020603050405020304" pitchFamily="18" charset="0"/>
              </a:rPr>
              <a:t>的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数据流值</a:t>
            </a:r>
            <a:endParaRPr lang="en-US" altLang="zh-CN" b="1" i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lvl="1" eaLnBrk="1" hangingPunct="1">
              <a:lnSpc>
                <a:spcPts val="2800"/>
              </a:lnSpc>
              <a:defRPr/>
            </a:pPr>
            <a:r>
              <a:rPr lang="zh-CN" altLang="en-US" sz="2400" b="1" dirty="0">
                <a:solidFill>
                  <a:srgbClr val="FF0000"/>
                </a:solidFill>
                <a:cs typeface="Times New Roman" panose="02020603050405020304" pitchFamily="18" charset="0"/>
              </a:rPr>
              <a:t>语义约束</a:t>
            </a:r>
            <a:r>
              <a:rPr lang="zh-CN" altLang="en-US" sz="2400" b="1" dirty="0">
                <a:solidFill>
                  <a:srgbClr val="2D83F4"/>
                </a:solidFill>
                <a:cs typeface="Times New Roman" panose="02020603050405020304" pitchFamily="18" charset="0"/>
              </a:rPr>
              <a:t>：</a:t>
            </a:r>
            <a:r>
              <a:rPr lang="en-US" altLang="zh-CN" sz="2400" b="1" i="1" dirty="0">
                <a:solidFill>
                  <a:srgbClr val="2D83F4"/>
                </a:solidFill>
                <a:cs typeface="Times New Roman" panose="02020603050405020304" pitchFamily="18" charset="0"/>
              </a:rPr>
              <a:t>f</a:t>
            </a:r>
            <a:r>
              <a:rPr lang="en-US" altLang="zh-CN" sz="2400" b="1" i="1" baseline="-30000" dirty="0">
                <a:solidFill>
                  <a:srgbClr val="2D83F4"/>
                </a:solidFill>
                <a:cs typeface="Times New Roman" panose="02020603050405020304" pitchFamily="18" charset="0"/>
              </a:rPr>
              <a:t>s</a:t>
            </a:r>
            <a:r>
              <a:rPr lang="zh-CN" altLang="en-US" sz="2400" b="1" dirty="0">
                <a:solidFill>
                  <a:srgbClr val="2D83F4"/>
                </a:solidFill>
                <a:cs typeface="Times New Roman" panose="02020603050405020304" pitchFamily="18" charset="0"/>
              </a:rPr>
              <a:t>：</a:t>
            </a:r>
            <a:r>
              <a:rPr lang="zh-CN" altLang="en-US" sz="2400" b="1" dirty="0">
                <a:solidFill>
                  <a:schemeClr val="tx1"/>
                </a:solidFill>
                <a:cs typeface="Times New Roman" panose="02020603050405020304" pitchFamily="18" charset="0"/>
              </a:rPr>
              <a:t>语句</a:t>
            </a:r>
            <a:r>
              <a:rPr lang="en-US" altLang="zh-CN" sz="24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s</a:t>
            </a:r>
            <a:r>
              <a:rPr lang="zh-CN" altLang="en-US" sz="2400" b="1" dirty="0">
                <a:solidFill>
                  <a:schemeClr val="tx1"/>
                </a:solidFill>
                <a:cs typeface="Times New Roman" panose="02020603050405020304" pitchFamily="18" charset="0"/>
              </a:rPr>
              <a:t>的</a:t>
            </a:r>
            <a:r>
              <a:rPr lang="zh-CN" altLang="en-US" sz="2400" b="1" dirty="0">
                <a:solidFill>
                  <a:srgbClr val="FF0000"/>
                </a:solidFill>
                <a:cs typeface="Times New Roman" panose="02020603050405020304" pitchFamily="18" charset="0"/>
              </a:rPr>
              <a:t>传递函数</a:t>
            </a:r>
            <a:r>
              <a:rPr lang="en-US" altLang="zh-CN" sz="2400" b="1" dirty="0">
                <a:solidFill>
                  <a:schemeClr val="tx1"/>
                </a:solidFill>
                <a:cs typeface="Times New Roman" panose="02020603050405020304" pitchFamily="18" charset="0"/>
              </a:rPr>
              <a:t>(transfer function)</a:t>
            </a:r>
            <a:endParaRPr lang="en-US" altLang="zh-CN" sz="2400" b="1" i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lvl="2" eaLnBrk="1" hangingPunct="1">
              <a:lnSpc>
                <a:spcPts val="28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2400" b="1" dirty="0">
                <a:solidFill>
                  <a:schemeClr val="tx1"/>
                </a:solidFill>
                <a:cs typeface="Times New Roman" panose="02020603050405020304" pitchFamily="18" charset="0"/>
              </a:rPr>
              <a:t>传递函数的两种风格</a:t>
            </a:r>
            <a:endParaRPr lang="en-US" altLang="zh-CN" sz="24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lvl="3" eaLnBrk="1" hangingPunct="1">
              <a:lnSpc>
                <a:spcPts val="28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2400" b="1" dirty="0">
                <a:solidFill>
                  <a:prstClr val="black"/>
                </a:solidFill>
                <a:cs typeface="Times New Roman" panose="02020603050405020304" pitchFamily="18" charset="0"/>
              </a:rPr>
              <a:t>信息沿执行路径</a:t>
            </a:r>
            <a:r>
              <a:rPr lang="zh-CN" altLang="en-US" sz="2400" b="1" dirty="0">
                <a:solidFill>
                  <a:srgbClr val="0070C0"/>
                </a:solidFill>
                <a:cs typeface="Times New Roman" panose="02020603050405020304" pitchFamily="18" charset="0"/>
              </a:rPr>
              <a:t>前向</a:t>
            </a:r>
            <a:r>
              <a:rPr lang="zh-CN" altLang="en-US" sz="2400" b="1" dirty="0">
                <a:solidFill>
                  <a:prstClr val="black"/>
                </a:solidFill>
                <a:cs typeface="Times New Roman" panose="02020603050405020304" pitchFamily="18" charset="0"/>
              </a:rPr>
              <a:t>传播 </a:t>
            </a:r>
            <a:r>
              <a:rPr lang="en-US" altLang="zh-CN" sz="2400" b="1" dirty="0">
                <a:solidFill>
                  <a:prstClr val="black"/>
                </a:solidFill>
                <a:cs typeface="Times New Roman" panose="02020603050405020304" pitchFamily="18" charset="0"/>
              </a:rPr>
              <a:t>(</a:t>
            </a:r>
            <a:r>
              <a:rPr lang="zh-CN" altLang="en-US" sz="2400" b="1" dirty="0">
                <a:solidFill>
                  <a:prstClr val="black"/>
                </a:solidFill>
                <a:cs typeface="Times New Roman" panose="02020603050405020304" pitchFamily="18" charset="0"/>
              </a:rPr>
              <a:t>前向数据流问题</a:t>
            </a:r>
            <a:r>
              <a:rPr lang="en-US" altLang="zh-CN" sz="2400" b="1" dirty="0">
                <a:solidFill>
                  <a:prstClr val="black"/>
                </a:solidFill>
                <a:cs typeface="Times New Roman" panose="02020603050405020304" pitchFamily="18" charset="0"/>
              </a:rPr>
              <a:t>)</a:t>
            </a:r>
          </a:p>
          <a:p>
            <a:pPr marL="0" indent="0" algn="ctr">
              <a:spcBef>
                <a:spcPts val="600"/>
              </a:spcBef>
              <a:buSzTx/>
              <a:buNone/>
              <a:defRPr/>
            </a:pPr>
            <a:r>
              <a:rPr lang="en-US" altLang="zh-CN" b="1" i="1" dirty="0">
                <a:solidFill>
                  <a:srgbClr val="0070C0"/>
                </a:solidFill>
                <a:ea typeface="楷体_GB2312"/>
                <a:cs typeface="Times New Roman" panose="02020603050405020304" pitchFamily="18" charset="0"/>
              </a:rPr>
              <a:t>OUT</a:t>
            </a:r>
            <a:r>
              <a:rPr lang="en-US" altLang="zh-CN" b="1" dirty="0">
                <a:solidFill>
                  <a:srgbClr val="0070C0"/>
                </a:solidFill>
                <a:ea typeface="楷体_GB2312"/>
                <a:cs typeface="Times New Roman" panose="02020603050405020304" pitchFamily="18" charset="0"/>
              </a:rPr>
              <a:t>[</a:t>
            </a:r>
            <a:r>
              <a:rPr lang="en-US" altLang="zh-CN" b="1" i="1" dirty="0">
                <a:solidFill>
                  <a:srgbClr val="0070C0"/>
                </a:solidFill>
                <a:ea typeface="楷体_GB2312"/>
                <a:cs typeface="Times New Roman" panose="02020603050405020304" pitchFamily="18" charset="0"/>
              </a:rPr>
              <a:t>s</a:t>
            </a:r>
            <a:r>
              <a:rPr lang="en-US" altLang="zh-CN" b="1" dirty="0">
                <a:solidFill>
                  <a:srgbClr val="0070C0"/>
                </a:solidFill>
                <a:ea typeface="楷体_GB2312"/>
                <a:cs typeface="Times New Roman" panose="02020603050405020304" pitchFamily="18" charset="0"/>
              </a:rPr>
              <a:t>] = </a:t>
            </a:r>
            <a:r>
              <a:rPr lang="en-US" altLang="zh-CN" b="1" i="1" dirty="0">
                <a:solidFill>
                  <a:srgbClr val="0070C0"/>
                </a:solidFill>
                <a:ea typeface="楷体_GB2312"/>
                <a:cs typeface="Times New Roman" panose="02020603050405020304" pitchFamily="18" charset="0"/>
              </a:rPr>
              <a:t>f</a:t>
            </a:r>
            <a:r>
              <a:rPr lang="en-US" altLang="zh-CN" b="1" i="1" baseline="-30000" dirty="0">
                <a:solidFill>
                  <a:srgbClr val="0070C0"/>
                </a:solidFill>
                <a:cs typeface="Times New Roman" panose="02020603050405020304" pitchFamily="18" charset="0"/>
              </a:rPr>
              <a:t>s </a:t>
            </a:r>
            <a:r>
              <a:rPr lang="en-US" altLang="zh-CN" b="1" dirty="0">
                <a:solidFill>
                  <a:srgbClr val="0070C0"/>
                </a:solidFill>
                <a:ea typeface="楷体_GB2312"/>
                <a:cs typeface="Times New Roman" panose="02020603050405020304" pitchFamily="18" charset="0"/>
              </a:rPr>
              <a:t>(</a:t>
            </a:r>
            <a:r>
              <a:rPr lang="en-US" altLang="zh-CN" b="1" i="1" dirty="0">
                <a:solidFill>
                  <a:srgbClr val="0070C0"/>
                </a:solidFill>
                <a:ea typeface="楷体_GB2312"/>
                <a:cs typeface="Times New Roman" panose="02020603050405020304" pitchFamily="18" charset="0"/>
              </a:rPr>
              <a:t>IN</a:t>
            </a:r>
            <a:r>
              <a:rPr lang="en-US" altLang="zh-CN" b="1" dirty="0">
                <a:solidFill>
                  <a:srgbClr val="0070C0"/>
                </a:solidFill>
                <a:ea typeface="楷体_GB2312"/>
                <a:cs typeface="Times New Roman" panose="02020603050405020304" pitchFamily="18" charset="0"/>
              </a:rPr>
              <a:t>[</a:t>
            </a:r>
            <a:r>
              <a:rPr lang="en-US" altLang="zh-CN" b="1" i="1" dirty="0">
                <a:solidFill>
                  <a:srgbClr val="0070C0"/>
                </a:solidFill>
                <a:ea typeface="楷体_GB2312"/>
                <a:cs typeface="Times New Roman" panose="02020603050405020304" pitchFamily="18" charset="0"/>
              </a:rPr>
              <a:t>s</a:t>
            </a:r>
            <a:r>
              <a:rPr lang="en-US" altLang="zh-CN" b="1" dirty="0">
                <a:solidFill>
                  <a:srgbClr val="0070C0"/>
                </a:solidFill>
                <a:ea typeface="楷体_GB2312"/>
                <a:cs typeface="Times New Roman" panose="02020603050405020304" pitchFamily="18" charset="0"/>
              </a:rPr>
              <a:t>])</a:t>
            </a:r>
            <a:endParaRPr lang="zh-CN" altLang="en-US" sz="2000" b="1" dirty="0">
              <a:solidFill>
                <a:srgbClr val="0070C0"/>
              </a:solidFill>
              <a:latin typeface="Tahoma" panose="020B0604030504040204" pitchFamily="34" charset="0"/>
              <a:ea typeface="宋体" panose="02010600030101010101" pitchFamily="2" charset="-122"/>
            </a:endParaRPr>
          </a:p>
          <a:p>
            <a:pPr lvl="3" eaLnBrk="1" hangingPunct="1">
              <a:spcBef>
                <a:spcPts val="600"/>
              </a:spcBef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2400" b="1" dirty="0">
                <a:solidFill>
                  <a:prstClr val="black"/>
                </a:solidFill>
                <a:cs typeface="Times New Roman" panose="02020603050405020304" pitchFamily="18" charset="0"/>
              </a:rPr>
              <a:t>信息沿执行路径</a:t>
            </a:r>
            <a:r>
              <a:rPr lang="zh-CN" altLang="en-US" sz="2400" b="1" dirty="0">
                <a:solidFill>
                  <a:srgbClr val="0070C0"/>
                </a:solidFill>
                <a:cs typeface="Times New Roman" panose="02020603050405020304" pitchFamily="18" charset="0"/>
              </a:rPr>
              <a:t>逆向</a:t>
            </a:r>
            <a:r>
              <a:rPr lang="zh-CN" altLang="en-US" sz="2400" b="1" dirty="0">
                <a:solidFill>
                  <a:prstClr val="black"/>
                </a:solidFill>
                <a:cs typeface="Times New Roman" panose="02020603050405020304" pitchFamily="18" charset="0"/>
              </a:rPr>
              <a:t>传播 </a:t>
            </a:r>
            <a:r>
              <a:rPr lang="en-US" altLang="zh-CN" sz="2400" b="1" dirty="0">
                <a:solidFill>
                  <a:prstClr val="black"/>
                </a:solidFill>
                <a:cs typeface="Times New Roman" panose="02020603050405020304" pitchFamily="18" charset="0"/>
              </a:rPr>
              <a:t>(</a:t>
            </a:r>
            <a:r>
              <a:rPr lang="zh-CN" altLang="en-US" sz="2400" b="1" dirty="0">
                <a:solidFill>
                  <a:prstClr val="black"/>
                </a:solidFill>
                <a:cs typeface="Times New Roman" panose="02020603050405020304" pitchFamily="18" charset="0"/>
              </a:rPr>
              <a:t>逆向数据流问题</a:t>
            </a:r>
            <a:r>
              <a:rPr lang="en-US" altLang="zh-CN" sz="2400" b="1" dirty="0">
                <a:solidFill>
                  <a:prstClr val="black"/>
                </a:solidFill>
                <a:cs typeface="Times New Roman" panose="02020603050405020304" pitchFamily="18" charset="0"/>
              </a:rPr>
              <a:t>)</a:t>
            </a:r>
          </a:p>
          <a:p>
            <a:pPr marL="0" indent="0" algn="ctr">
              <a:lnSpc>
                <a:spcPts val="2800"/>
              </a:lnSpc>
              <a:spcBef>
                <a:spcPts val="600"/>
              </a:spcBef>
              <a:buClrTx/>
              <a:buSzTx/>
              <a:buFont typeface="Symbol" panose="05050102010706020507" pitchFamily="18" charset="2"/>
              <a:buNone/>
              <a:defRPr/>
            </a:pPr>
            <a:r>
              <a:rPr lang="en-US" altLang="zh-CN" b="1" i="1" dirty="0">
                <a:solidFill>
                  <a:srgbClr val="0070C0"/>
                </a:solidFill>
                <a:ea typeface="楷体_GB2312"/>
                <a:cs typeface="Times New Roman" panose="02020603050405020304" pitchFamily="18" charset="0"/>
              </a:rPr>
              <a:t>IN</a:t>
            </a:r>
            <a:r>
              <a:rPr lang="en-US" altLang="zh-CN" b="1" dirty="0">
                <a:solidFill>
                  <a:srgbClr val="0070C0"/>
                </a:solidFill>
                <a:ea typeface="楷体_GB2312"/>
                <a:cs typeface="Times New Roman" panose="02020603050405020304" pitchFamily="18" charset="0"/>
              </a:rPr>
              <a:t>[</a:t>
            </a:r>
            <a:r>
              <a:rPr lang="en-US" altLang="zh-CN" b="1" i="1" dirty="0">
                <a:solidFill>
                  <a:srgbClr val="0070C0"/>
                </a:solidFill>
                <a:ea typeface="楷体_GB2312"/>
                <a:cs typeface="Times New Roman" panose="02020603050405020304" pitchFamily="18" charset="0"/>
              </a:rPr>
              <a:t>s</a:t>
            </a:r>
            <a:r>
              <a:rPr lang="en-US" altLang="zh-CN" b="1" dirty="0">
                <a:solidFill>
                  <a:srgbClr val="0070C0"/>
                </a:solidFill>
                <a:ea typeface="楷体_GB2312"/>
                <a:cs typeface="Times New Roman" panose="02020603050405020304" pitchFamily="18" charset="0"/>
              </a:rPr>
              <a:t>] = </a:t>
            </a:r>
            <a:r>
              <a:rPr lang="en-US" altLang="zh-CN" b="1" i="1" dirty="0">
                <a:solidFill>
                  <a:srgbClr val="0070C0"/>
                </a:solidFill>
                <a:ea typeface="楷体_GB2312"/>
                <a:cs typeface="Times New Roman" panose="02020603050405020304" pitchFamily="18" charset="0"/>
              </a:rPr>
              <a:t>f</a:t>
            </a:r>
            <a:r>
              <a:rPr lang="en-US" altLang="zh-CN" b="1" i="1" baseline="-30000" dirty="0">
                <a:solidFill>
                  <a:srgbClr val="0070C0"/>
                </a:solidFill>
                <a:cs typeface="Times New Roman" panose="02020603050405020304" pitchFamily="18" charset="0"/>
              </a:rPr>
              <a:t>s </a:t>
            </a:r>
            <a:r>
              <a:rPr lang="en-US" altLang="zh-CN" b="1" dirty="0">
                <a:solidFill>
                  <a:srgbClr val="0070C0"/>
                </a:solidFill>
                <a:ea typeface="楷体_GB2312"/>
                <a:cs typeface="Times New Roman" panose="02020603050405020304" pitchFamily="18" charset="0"/>
              </a:rPr>
              <a:t>(</a:t>
            </a:r>
            <a:r>
              <a:rPr lang="en-US" altLang="zh-CN" b="1" i="1" dirty="0">
                <a:solidFill>
                  <a:srgbClr val="0070C0"/>
                </a:solidFill>
                <a:ea typeface="楷体_GB2312"/>
                <a:cs typeface="Times New Roman" panose="02020603050405020304" pitchFamily="18" charset="0"/>
              </a:rPr>
              <a:t>OUT</a:t>
            </a:r>
            <a:r>
              <a:rPr lang="en-US" altLang="zh-CN" b="1" dirty="0">
                <a:solidFill>
                  <a:srgbClr val="0070C0"/>
                </a:solidFill>
                <a:ea typeface="楷体_GB2312"/>
                <a:cs typeface="Times New Roman" panose="02020603050405020304" pitchFamily="18" charset="0"/>
              </a:rPr>
              <a:t>[</a:t>
            </a:r>
            <a:r>
              <a:rPr lang="en-US" altLang="zh-CN" b="1" i="1" dirty="0">
                <a:solidFill>
                  <a:srgbClr val="0070C0"/>
                </a:solidFill>
                <a:ea typeface="楷体_GB2312"/>
                <a:cs typeface="Times New Roman" panose="02020603050405020304" pitchFamily="18" charset="0"/>
              </a:rPr>
              <a:t>s</a:t>
            </a:r>
            <a:r>
              <a:rPr lang="en-US" altLang="zh-CN" b="1" dirty="0">
                <a:solidFill>
                  <a:srgbClr val="0070C0"/>
                </a:solidFill>
                <a:ea typeface="楷体_GB2312"/>
                <a:cs typeface="Times New Roman" panose="02020603050405020304" pitchFamily="18" charset="0"/>
              </a:rPr>
              <a:t>])</a:t>
            </a:r>
            <a:endParaRPr lang="zh-CN" altLang="en-US" sz="2000" b="1" dirty="0">
              <a:solidFill>
                <a:srgbClr val="0070C0"/>
              </a:solidFill>
              <a:latin typeface="Tahoma" panose="020B0604030504040204" pitchFamily="34" charset="0"/>
              <a:ea typeface="宋体" panose="02010600030101010101" pitchFamily="2" charset="-122"/>
            </a:endParaRPr>
          </a:p>
        </p:txBody>
      </p:sp>
      <p:sp>
        <p:nvSpPr>
          <p:cNvPr id="124931" name="Rectangle 2">
            <a:extLst>
              <a:ext uri="{FF2B5EF4-FFF2-40B4-BE49-F238E27FC236}">
                <a16:creationId xmlns:a16="http://schemas.microsoft.com/office/drawing/2014/main" id="{632B7A09-00A7-40DD-8295-71E61BFD6F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数据流分析模式</a:t>
            </a:r>
            <a:endParaRPr lang="en-US" altLang="zh-CN" sz="3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8FF93178-6D14-4C98-AF0D-93195325376E}"/>
              </a:ext>
            </a:extLst>
          </p:cNvPr>
          <p:cNvGrpSpPr/>
          <p:nvPr/>
        </p:nvGrpSpPr>
        <p:grpSpPr>
          <a:xfrm>
            <a:off x="7545052" y="2775578"/>
            <a:ext cx="1379123" cy="1043740"/>
            <a:chOff x="7330717" y="3190832"/>
            <a:chExt cx="1379123" cy="1043740"/>
          </a:xfrm>
        </p:grpSpPr>
        <p:sp>
          <p:nvSpPr>
            <p:cNvPr id="2" name="矩形 1">
              <a:extLst>
                <a:ext uri="{FF2B5EF4-FFF2-40B4-BE49-F238E27FC236}">
                  <a16:creationId xmlns:a16="http://schemas.microsoft.com/office/drawing/2014/main" id="{43DFC9F4-13DA-44DC-B167-A28E21C4A418}"/>
                </a:ext>
              </a:extLst>
            </p:cNvPr>
            <p:cNvSpPr/>
            <p:nvPr/>
          </p:nvSpPr>
          <p:spPr>
            <a:xfrm>
              <a:off x="7330717" y="3564682"/>
              <a:ext cx="792088" cy="288032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ts val="2400"/>
                </a:lnSpc>
              </a:pPr>
              <a:r>
                <a:rPr lang="en-US" altLang="zh-CN" sz="2400" i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</a:t>
              </a:r>
              <a:endParaRPr lang="zh-CN" altLang="en-US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4" name="直接箭头连接符 3">
              <a:extLst>
                <a:ext uri="{FF2B5EF4-FFF2-40B4-BE49-F238E27FC236}">
                  <a16:creationId xmlns:a16="http://schemas.microsoft.com/office/drawing/2014/main" id="{7D33CAD7-177A-47D1-822D-A5834092D9FB}"/>
                </a:ext>
              </a:extLst>
            </p:cNvPr>
            <p:cNvCxnSpPr>
              <a:cxnSpLocks/>
              <a:endCxn id="2" idx="0"/>
            </p:cNvCxnSpPr>
            <p:nvPr/>
          </p:nvCxnSpPr>
          <p:spPr>
            <a:xfrm>
              <a:off x="7726761" y="3219822"/>
              <a:ext cx="0" cy="344860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none" w="med" len="med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1934ADF7-4551-4507-9E5A-68250F5FA3BB}"/>
                </a:ext>
              </a:extLst>
            </p:cNvPr>
            <p:cNvSpPr/>
            <p:nvPr/>
          </p:nvSpPr>
          <p:spPr>
            <a:xfrm>
              <a:off x="7788938" y="3190832"/>
              <a:ext cx="684803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i="1" dirty="0">
                  <a:solidFill>
                    <a:schemeClr val="accent5">
                      <a:lumMod val="50000"/>
                    </a:schemeClr>
                  </a:solidFill>
                  <a:latin typeface="Times New Roman" panose="02020603050405020304" pitchFamily="18" charset="0"/>
                  <a:ea typeface="楷体_GB2312"/>
                  <a:cs typeface="Times New Roman" panose="02020603050405020304" pitchFamily="18" charset="0"/>
                </a:rPr>
                <a:t>IN</a:t>
              </a:r>
              <a:r>
                <a:rPr lang="en-US" altLang="zh-CN" dirty="0">
                  <a:solidFill>
                    <a:schemeClr val="accent5">
                      <a:lumMod val="50000"/>
                    </a:schemeClr>
                  </a:solidFill>
                  <a:latin typeface="Times New Roman" panose="02020603050405020304" pitchFamily="18" charset="0"/>
                  <a:ea typeface="楷体_GB2312"/>
                  <a:cs typeface="Times New Roman" panose="02020603050405020304" pitchFamily="18" charset="0"/>
                </a:rPr>
                <a:t>[</a:t>
              </a:r>
              <a:r>
                <a:rPr lang="en-US" altLang="zh-CN" i="1" dirty="0">
                  <a:solidFill>
                    <a:schemeClr val="accent5">
                      <a:lumMod val="50000"/>
                    </a:schemeClr>
                  </a:solidFill>
                  <a:latin typeface="Times New Roman" panose="02020603050405020304" pitchFamily="18" charset="0"/>
                  <a:ea typeface="楷体_GB2312"/>
                  <a:cs typeface="Times New Roman" panose="02020603050405020304" pitchFamily="18" charset="0"/>
                </a:rPr>
                <a:t>s</a:t>
              </a:r>
              <a:r>
                <a:rPr lang="en-US" altLang="zh-CN" dirty="0">
                  <a:solidFill>
                    <a:schemeClr val="accent5">
                      <a:lumMod val="50000"/>
                    </a:schemeClr>
                  </a:solidFill>
                  <a:latin typeface="Times New Roman" panose="02020603050405020304" pitchFamily="18" charset="0"/>
                  <a:ea typeface="楷体_GB2312"/>
                  <a:cs typeface="Times New Roman" panose="02020603050405020304" pitchFamily="18" charset="0"/>
                </a:rPr>
                <a:t>]</a:t>
              </a:r>
              <a:endParaRPr lang="zh-CN" altLang="en-US" dirty="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7544690B-796A-4BCC-87BA-2B261DE8A96E}"/>
                </a:ext>
              </a:extLst>
            </p:cNvPr>
            <p:cNvSpPr/>
            <p:nvPr/>
          </p:nvSpPr>
          <p:spPr>
            <a:xfrm>
              <a:off x="7807029" y="3865240"/>
              <a:ext cx="902811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i="1" dirty="0">
                  <a:solidFill>
                    <a:schemeClr val="accent5">
                      <a:lumMod val="50000"/>
                    </a:schemeClr>
                  </a:solidFill>
                  <a:latin typeface="Times New Roman" panose="02020603050405020304" pitchFamily="18" charset="0"/>
                  <a:ea typeface="楷体_GB2312"/>
                  <a:cs typeface="Times New Roman" panose="02020603050405020304" pitchFamily="18" charset="0"/>
                </a:rPr>
                <a:t>OUT</a:t>
              </a:r>
              <a:r>
                <a:rPr lang="en-US" altLang="zh-CN" dirty="0">
                  <a:solidFill>
                    <a:schemeClr val="accent5">
                      <a:lumMod val="50000"/>
                    </a:schemeClr>
                  </a:solidFill>
                  <a:latin typeface="Times New Roman" panose="02020603050405020304" pitchFamily="18" charset="0"/>
                  <a:ea typeface="楷体_GB2312"/>
                  <a:cs typeface="Times New Roman" panose="02020603050405020304" pitchFamily="18" charset="0"/>
                </a:rPr>
                <a:t>[</a:t>
              </a:r>
              <a:r>
                <a:rPr lang="en-US" altLang="zh-CN" i="1" dirty="0">
                  <a:solidFill>
                    <a:schemeClr val="accent5">
                      <a:lumMod val="50000"/>
                    </a:schemeClr>
                  </a:solidFill>
                  <a:latin typeface="Times New Roman" panose="02020603050405020304" pitchFamily="18" charset="0"/>
                  <a:ea typeface="楷体_GB2312"/>
                  <a:cs typeface="Times New Roman" panose="02020603050405020304" pitchFamily="18" charset="0"/>
                </a:rPr>
                <a:t>s</a:t>
              </a:r>
              <a:r>
                <a:rPr lang="en-US" altLang="zh-CN" dirty="0">
                  <a:solidFill>
                    <a:schemeClr val="accent5">
                      <a:lumMod val="50000"/>
                    </a:schemeClr>
                  </a:solidFill>
                  <a:latin typeface="Times New Roman" panose="02020603050405020304" pitchFamily="18" charset="0"/>
                  <a:ea typeface="楷体_GB2312"/>
                  <a:cs typeface="Times New Roman" panose="02020603050405020304" pitchFamily="18" charset="0"/>
                </a:rPr>
                <a:t>]</a:t>
              </a:r>
              <a:endParaRPr lang="zh-CN" altLang="en-US" dirty="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11" name="直接箭头连接符 10">
              <a:extLst>
                <a:ext uri="{FF2B5EF4-FFF2-40B4-BE49-F238E27FC236}">
                  <a16:creationId xmlns:a16="http://schemas.microsoft.com/office/drawing/2014/main" id="{6156627C-85EA-4754-AA26-3354416B98C8}"/>
                </a:ext>
              </a:extLst>
            </p:cNvPr>
            <p:cNvCxnSpPr>
              <a:cxnSpLocks/>
            </p:cNvCxnSpPr>
            <p:nvPr/>
          </p:nvCxnSpPr>
          <p:spPr>
            <a:xfrm>
              <a:off x="7739124" y="3852134"/>
              <a:ext cx="0" cy="344860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none" w="med" len="med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组合 12">
            <a:extLst>
              <a:ext uri="{FF2B5EF4-FFF2-40B4-BE49-F238E27FC236}">
                <a16:creationId xmlns:a16="http://schemas.microsoft.com/office/drawing/2014/main" id="{89794FA8-D5DB-4041-9739-33DAE5A194A2}"/>
              </a:ext>
            </a:extLst>
          </p:cNvPr>
          <p:cNvGrpSpPr/>
          <p:nvPr/>
        </p:nvGrpSpPr>
        <p:grpSpPr>
          <a:xfrm rot="10800000">
            <a:off x="7564930" y="3890390"/>
            <a:ext cx="1423548" cy="1020634"/>
            <a:chOff x="6699257" y="3188886"/>
            <a:chExt cx="1423548" cy="1020634"/>
          </a:xfrm>
        </p:grpSpPr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768138B4-7691-4849-BFF9-C919C48B2AF3}"/>
                </a:ext>
              </a:extLst>
            </p:cNvPr>
            <p:cNvSpPr/>
            <p:nvPr/>
          </p:nvSpPr>
          <p:spPr>
            <a:xfrm>
              <a:off x="7330717" y="3564682"/>
              <a:ext cx="792088" cy="288032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ts val="2200"/>
                </a:lnSpc>
              </a:pPr>
              <a:r>
                <a:rPr lang="en-US" altLang="zh-CN" sz="2400" i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</a:t>
              </a:r>
              <a:endParaRPr lang="zh-CN" altLang="en-US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15" name="直接箭头连接符 14">
              <a:extLst>
                <a:ext uri="{FF2B5EF4-FFF2-40B4-BE49-F238E27FC236}">
                  <a16:creationId xmlns:a16="http://schemas.microsoft.com/office/drawing/2014/main" id="{E30640BC-18BD-4DA0-B143-C4479A8DE964}"/>
                </a:ext>
              </a:extLst>
            </p:cNvPr>
            <p:cNvCxnSpPr>
              <a:cxnSpLocks/>
              <a:endCxn id="14" idx="0"/>
            </p:cNvCxnSpPr>
            <p:nvPr/>
          </p:nvCxnSpPr>
          <p:spPr>
            <a:xfrm>
              <a:off x="7726761" y="3219822"/>
              <a:ext cx="0" cy="344860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none" w="med" len="med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矩形 15">
              <a:extLst>
                <a:ext uri="{FF2B5EF4-FFF2-40B4-BE49-F238E27FC236}">
                  <a16:creationId xmlns:a16="http://schemas.microsoft.com/office/drawing/2014/main" id="{CE298034-2BA8-4691-B3A4-EF0F800DC5BA}"/>
                </a:ext>
              </a:extLst>
            </p:cNvPr>
            <p:cNvSpPr/>
            <p:nvPr/>
          </p:nvSpPr>
          <p:spPr>
            <a:xfrm rot="10800000">
              <a:off x="6917265" y="3840188"/>
              <a:ext cx="684803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i="1" dirty="0">
                  <a:solidFill>
                    <a:srgbClr val="2D83F4"/>
                  </a:solidFill>
                  <a:latin typeface="Times New Roman" panose="02020603050405020304" pitchFamily="18" charset="0"/>
                  <a:ea typeface="楷体_GB2312"/>
                  <a:cs typeface="Times New Roman" panose="02020603050405020304" pitchFamily="18" charset="0"/>
                </a:rPr>
                <a:t>IN</a:t>
              </a:r>
              <a:r>
                <a:rPr lang="en-US" altLang="zh-CN" dirty="0">
                  <a:solidFill>
                    <a:srgbClr val="2D83F4"/>
                  </a:solidFill>
                  <a:latin typeface="Times New Roman" panose="02020603050405020304" pitchFamily="18" charset="0"/>
                  <a:ea typeface="楷体_GB2312"/>
                  <a:cs typeface="Times New Roman" panose="02020603050405020304" pitchFamily="18" charset="0"/>
                </a:rPr>
                <a:t>[</a:t>
              </a:r>
              <a:r>
                <a:rPr lang="en-US" altLang="zh-CN" i="1" dirty="0">
                  <a:solidFill>
                    <a:srgbClr val="2D83F4"/>
                  </a:solidFill>
                  <a:latin typeface="Times New Roman" panose="02020603050405020304" pitchFamily="18" charset="0"/>
                  <a:ea typeface="楷体_GB2312"/>
                  <a:cs typeface="Times New Roman" panose="02020603050405020304" pitchFamily="18" charset="0"/>
                </a:rPr>
                <a:t>s</a:t>
              </a:r>
              <a:r>
                <a:rPr lang="en-US" altLang="zh-CN" dirty="0">
                  <a:solidFill>
                    <a:srgbClr val="2D83F4"/>
                  </a:solidFill>
                  <a:latin typeface="Times New Roman" panose="02020603050405020304" pitchFamily="18" charset="0"/>
                  <a:ea typeface="楷体_GB2312"/>
                  <a:cs typeface="Times New Roman" panose="02020603050405020304" pitchFamily="18" charset="0"/>
                </a:rPr>
                <a:t>]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7" name="矩形 16">
              <a:extLst>
                <a:ext uri="{FF2B5EF4-FFF2-40B4-BE49-F238E27FC236}">
                  <a16:creationId xmlns:a16="http://schemas.microsoft.com/office/drawing/2014/main" id="{C591EB64-6B64-4DE0-9A27-C923D62C50D3}"/>
                </a:ext>
              </a:extLst>
            </p:cNvPr>
            <p:cNvSpPr/>
            <p:nvPr/>
          </p:nvSpPr>
          <p:spPr>
            <a:xfrm rot="10800000">
              <a:off x="6699257" y="3188886"/>
              <a:ext cx="902811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i="1" dirty="0">
                  <a:solidFill>
                    <a:srgbClr val="2D83F4"/>
                  </a:solidFill>
                  <a:latin typeface="Times New Roman" panose="02020603050405020304" pitchFamily="18" charset="0"/>
                  <a:ea typeface="楷体_GB2312"/>
                  <a:cs typeface="Times New Roman" panose="02020603050405020304" pitchFamily="18" charset="0"/>
                </a:rPr>
                <a:t>OUT</a:t>
              </a:r>
              <a:r>
                <a:rPr lang="en-US" altLang="zh-CN" dirty="0">
                  <a:solidFill>
                    <a:srgbClr val="2D83F4"/>
                  </a:solidFill>
                  <a:latin typeface="Times New Roman" panose="02020603050405020304" pitchFamily="18" charset="0"/>
                  <a:ea typeface="楷体_GB2312"/>
                  <a:cs typeface="Times New Roman" panose="02020603050405020304" pitchFamily="18" charset="0"/>
                </a:rPr>
                <a:t>[</a:t>
              </a:r>
              <a:r>
                <a:rPr lang="en-US" altLang="zh-CN" i="1" dirty="0">
                  <a:solidFill>
                    <a:srgbClr val="2D83F4"/>
                  </a:solidFill>
                  <a:latin typeface="Times New Roman" panose="02020603050405020304" pitchFamily="18" charset="0"/>
                  <a:ea typeface="楷体_GB2312"/>
                  <a:cs typeface="Times New Roman" panose="02020603050405020304" pitchFamily="18" charset="0"/>
                </a:rPr>
                <a:t>s</a:t>
              </a:r>
              <a:r>
                <a:rPr lang="en-US" altLang="zh-CN" dirty="0">
                  <a:solidFill>
                    <a:srgbClr val="2D83F4"/>
                  </a:solidFill>
                  <a:latin typeface="Times New Roman" panose="02020603050405020304" pitchFamily="18" charset="0"/>
                  <a:ea typeface="楷体_GB2312"/>
                  <a:cs typeface="Times New Roman" panose="02020603050405020304" pitchFamily="18" charset="0"/>
                </a:rPr>
                <a:t>]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18" name="直接箭头连接符 17">
              <a:extLst>
                <a:ext uri="{FF2B5EF4-FFF2-40B4-BE49-F238E27FC236}">
                  <a16:creationId xmlns:a16="http://schemas.microsoft.com/office/drawing/2014/main" id="{EA6DA302-C165-4711-8C8C-96F688D1AE27}"/>
                </a:ext>
              </a:extLst>
            </p:cNvPr>
            <p:cNvCxnSpPr>
              <a:cxnSpLocks/>
            </p:cNvCxnSpPr>
            <p:nvPr/>
          </p:nvCxnSpPr>
          <p:spPr>
            <a:xfrm>
              <a:off x="7739124" y="3852134"/>
              <a:ext cx="0" cy="344860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none" w="med" len="med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59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7659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7659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7659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 nodeType="clickPar">
                      <p:stCondLst>
                        <p:cond delay="indefinite"/>
                      </p:stCondLst>
                      <p:childTnLst>
                        <p:par>
                          <p:cTn id="1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595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76595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76595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6595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595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76595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76595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76595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 nodeType="clickPar">
                      <p:stCondLst>
                        <p:cond delay="indefinite"/>
                      </p:stCondLst>
                      <p:childTnLst>
                        <p:par>
                          <p:cTn id="2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4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595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76595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76595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6595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 nodeType="clickPar">
                      <p:stCondLst>
                        <p:cond delay="indefinite"/>
                      </p:stCondLst>
                      <p:childTnLst>
                        <p:par>
                          <p:cTn id="3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1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595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76595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76595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76595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595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76595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76595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76595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595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76595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76595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76595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 nodeType="clickPar">
                      <p:stCondLst>
                        <p:cond delay="indefinite"/>
                      </p:stCondLst>
                      <p:childTnLst>
                        <p:par>
                          <p:cTn id="4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8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595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500" fill="hold"/>
                                        <p:tgtEl>
                                          <p:spTgt spid="76595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500" fill="hold"/>
                                        <p:tgtEl>
                                          <p:spTgt spid="76595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76595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 nodeType="clickPar">
                      <p:stCondLst>
                        <p:cond delay="indefinite"/>
                      </p:stCondLst>
                      <p:childTnLst>
                        <p:par>
                          <p:cTn id="5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595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2" dur="500" fill="hold"/>
                                        <p:tgtEl>
                                          <p:spTgt spid="76595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3" dur="500" fill="hold"/>
                                        <p:tgtEl>
                                          <p:spTgt spid="76595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76595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 nodeType="clickPar">
                      <p:stCondLst>
                        <p:cond delay="indefinite"/>
                      </p:stCondLst>
                      <p:childTnLst>
                        <p:par>
                          <p:cTn id="6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53" presetClass="exit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73" dur="500"/>
                                        <p:tgtEl>
                                          <p:spTgt spid="76595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500"/>
                                        <p:tgtEl>
                                          <p:spTgt spid="76595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75" dur="500"/>
                                        <p:tgtEl>
                                          <p:spTgt spid="76595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6595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53" presetClass="exit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78" dur="500"/>
                                        <p:tgtEl>
                                          <p:spTgt spid="76595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500"/>
                                        <p:tgtEl>
                                          <p:spTgt spid="76595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80" dur="500"/>
                                        <p:tgtEl>
                                          <p:spTgt spid="76595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6595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2" presetID="53" presetClass="exit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83" dur="500"/>
                                        <p:tgtEl>
                                          <p:spTgt spid="76595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500"/>
                                        <p:tgtEl>
                                          <p:spTgt spid="76595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85" dur="500"/>
                                        <p:tgtEl>
                                          <p:spTgt spid="76595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6595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53" presetClass="exit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88" dur="500"/>
                                        <p:tgtEl>
                                          <p:spTgt spid="76595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500"/>
                                        <p:tgtEl>
                                          <p:spTgt spid="76595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90" dur="500"/>
                                        <p:tgtEl>
                                          <p:spTgt spid="76595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6595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2" presetID="53" presetClass="exit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93" dur="500"/>
                                        <p:tgtEl>
                                          <p:spTgt spid="76595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500"/>
                                        <p:tgtEl>
                                          <p:spTgt spid="76595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95" dur="500"/>
                                        <p:tgtEl>
                                          <p:spTgt spid="76595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6595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5955" name="Rectangle 3">
            <a:extLst>
              <a:ext uri="{FF2B5EF4-FFF2-40B4-BE49-F238E27FC236}">
                <a16:creationId xmlns:a16="http://schemas.microsoft.com/office/drawing/2014/main" id="{523C4BF6-6F2D-4851-AFBF-7A06C1152A98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323850" y="930275"/>
            <a:ext cx="8280598" cy="3944937"/>
          </a:xfrm>
        </p:spPr>
        <p:txBody>
          <a:bodyPr vert="horz"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lnSpc>
                <a:spcPts val="28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 </a:t>
            </a:r>
            <a:r>
              <a:rPr lang="zh-CN" altLang="en-US" sz="2800" b="1" dirty="0">
                <a:solidFill>
                  <a:srgbClr val="0070C0"/>
                </a:solidFill>
                <a:cs typeface="Times New Roman" panose="02020603050405020304" pitchFamily="18" charset="0"/>
              </a:rPr>
              <a:t>语句的数据流模式</a:t>
            </a:r>
            <a:endParaRPr lang="en-US" altLang="zh-CN" sz="2500" b="1" dirty="0">
              <a:solidFill>
                <a:srgbClr val="0070C0"/>
              </a:solidFill>
              <a:cs typeface="Times New Roman" panose="02020603050405020304" pitchFamily="18" charset="0"/>
            </a:endParaRPr>
          </a:p>
          <a:p>
            <a:pPr lvl="1" eaLnBrk="1" hangingPunct="1">
              <a:lnSpc>
                <a:spcPts val="2800"/>
              </a:lnSpc>
              <a:defRPr/>
            </a:pPr>
            <a:r>
              <a:rPr lang="en-US" altLang="zh-CN" sz="25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 </a:t>
            </a:r>
            <a:r>
              <a:rPr lang="en-US" altLang="zh-CN" b="1" i="1" dirty="0">
                <a:solidFill>
                  <a:srgbClr val="0070C0"/>
                </a:solidFill>
                <a:cs typeface="Times New Roman" panose="02020603050405020304" pitchFamily="18" charset="0"/>
              </a:rPr>
              <a:t>IN</a:t>
            </a:r>
            <a:r>
              <a:rPr lang="en-US" altLang="zh-CN" b="1" dirty="0">
                <a:solidFill>
                  <a:srgbClr val="0070C0"/>
                </a:solidFill>
                <a:cs typeface="Times New Roman" panose="02020603050405020304" pitchFamily="18" charset="0"/>
              </a:rPr>
              <a:t>[</a:t>
            </a:r>
            <a:r>
              <a:rPr lang="en-US" altLang="zh-CN" b="1" i="1" dirty="0">
                <a:solidFill>
                  <a:srgbClr val="0070C0"/>
                </a:solidFill>
                <a:cs typeface="Times New Roman" panose="02020603050405020304" pitchFamily="18" charset="0"/>
              </a:rPr>
              <a:t>s</a:t>
            </a:r>
            <a:r>
              <a:rPr lang="en-US" altLang="zh-CN" b="1" dirty="0">
                <a:solidFill>
                  <a:srgbClr val="0070C0"/>
                </a:solidFill>
                <a:cs typeface="Times New Roman" panose="02020603050405020304" pitchFamily="18" charset="0"/>
              </a:rPr>
              <a:t>]:</a:t>
            </a:r>
            <a:r>
              <a:rPr lang="en-US" altLang="zh-CN" b="1" dirty="0">
                <a:solidFill>
                  <a:schemeClr val="tx1"/>
                </a:solidFill>
                <a:cs typeface="Times New Roman" panose="02020603050405020304" pitchFamily="18" charset="0"/>
              </a:rPr>
              <a:t>	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语句</a:t>
            </a:r>
            <a:r>
              <a:rPr lang="en-US" altLang="zh-CN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s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之前</a:t>
            </a:r>
            <a:r>
              <a:rPr lang="zh-CN" altLang="en-US" b="1" dirty="0">
                <a:cs typeface="Times New Roman" panose="02020603050405020304" pitchFamily="18" charset="0"/>
              </a:rPr>
              <a:t>的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数据流值</a:t>
            </a:r>
            <a:endParaRPr lang="en-US" altLang="zh-CN" b="1" i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lvl="1" eaLnBrk="1" hangingPunct="1">
              <a:lnSpc>
                <a:spcPts val="2800"/>
              </a:lnSpc>
              <a:buNone/>
              <a:defRPr/>
            </a:pPr>
            <a:r>
              <a:rPr lang="en-US" altLang="zh-CN" b="1" dirty="0">
                <a:solidFill>
                  <a:schemeClr val="tx1"/>
                </a:solidFill>
                <a:cs typeface="Times New Roman" panose="02020603050405020304" pitchFamily="18" charset="0"/>
              </a:rPr>
              <a:t>	 </a:t>
            </a:r>
            <a:r>
              <a:rPr lang="en-US" altLang="zh-CN" b="1" i="1" dirty="0">
                <a:solidFill>
                  <a:srgbClr val="0070C0"/>
                </a:solidFill>
                <a:cs typeface="Times New Roman" panose="02020603050405020304" pitchFamily="18" charset="0"/>
              </a:rPr>
              <a:t>OUT</a:t>
            </a:r>
            <a:r>
              <a:rPr lang="en-US" altLang="zh-CN" b="1" dirty="0">
                <a:solidFill>
                  <a:srgbClr val="0070C0"/>
                </a:solidFill>
                <a:cs typeface="Times New Roman" panose="02020603050405020304" pitchFamily="18" charset="0"/>
              </a:rPr>
              <a:t>[</a:t>
            </a:r>
            <a:r>
              <a:rPr lang="en-US" altLang="zh-CN" b="1" i="1" dirty="0">
                <a:solidFill>
                  <a:srgbClr val="0070C0"/>
                </a:solidFill>
                <a:cs typeface="Times New Roman" panose="02020603050405020304" pitchFamily="18" charset="0"/>
              </a:rPr>
              <a:t>s</a:t>
            </a:r>
            <a:r>
              <a:rPr lang="en-US" altLang="zh-CN" b="1" dirty="0">
                <a:solidFill>
                  <a:srgbClr val="0070C0"/>
                </a:solidFill>
                <a:cs typeface="Times New Roman" panose="02020603050405020304" pitchFamily="18" charset="0"/>
              </a:rPr>
              <a:t>]:</a:t>
            </a:r>
            <a:r>
              <a:rPr lang="en-US" altLang="zh-CN" b="1" dirty="0">
                <a:solidFill>
                  <a:srgbClr val="2D83F4"/>
                </a:solidFill>
                <a:cs typeface="Times New Roman" panose="02020603050405020304" pitchFamily="18" charset="0"/>
              </a:rPr>
              <a:t>	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语句</a:t>
            </a:r>
            <a:r>
              <a:rPr lang="en-US" altLang="zh-CN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s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之后</a:t>
            </a:r>
            <a:r>
              <a:rPr lang="zh-CN" altLang="en-US" b="1" dirty="0">
                <a:cs typeface="Times New Roman" panose="02020603050405020304" pitchFamily="18" charset="0"/>
              </a:rPr>
              <a:t>的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数据流值</a:t>
            </a:r>
            <a:endParaRPr lang="en-US" altLang="zh-CN" b="1" i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lvl="1" eaLnBrk="1" hangingPunct="1"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2400" b="1" dirty="0">
                <a:solidFill>
                  <a:srgbClr val="FF0000"/>
                </a:solidFill>
                <a:cs typeface="Times New Roman" panose="02020603050405020304" pitchFamily="18" charset="0"/>
              </a:rPr>
              <a:t>语义约束</a:t>
            </a:r>
            <a:r>
              <a:rPr lang="zh-CN" altLang="en-US" sz="2400" b="1" dirty="0">
                <a:solidFill>
                  <a:srgbClr val="2D83F4"/>
                </a:solidFill>
                <a:cs typeface="Times New Roman" panose="02020603050405020304" pitchFamily="18" charset="0"/>
              </a:rPr>
              <a:t>：</a:t>
            </a:r>
            <a:r>
              <a:rPr lang="en-US" altLang="zh-CN" sz="2400" b="1" i="1" dirty="0">
                <a:solidFill>
                  <a:srgbClr val="0070C0"/>
                </a:solidFill>
                <a:cs typeface="Times New Roman" panose="02020603050405020304" pitchFamily="18" charset="0"/>
              </a:rPr>
              <a:t>f</a:t>
            </a:r>
            <a:r>
              <a:rPr lang="en-US" altLang="zh-CN" sz="2400" b="1" i="1" baseline="-30000" dirty="0">
                <a:solidFill>
                  <a:srgbClr val="0070C0"/>
                </a:solidFill>
                <a:cs typeface="Times New Roman" panose="02020603050405020304" pitchFamily="18" charset="0"/>
              </a:rPr>
              <a:t>s</a:t>
            </a:r>
            <a:r>
              <a:rPr lang="zh-CN" altLang="en-US" sz="2400" b="1" dirty="0">
                <a:solidFill>
                  <a:srgbClr val="2D83F4"/>
                </a:solidFill>
                <a:cs typeface="Times New Roman" panose="02020603050405020304" pitchFamily="18" charset="0"/>
              </a:rPr>
              <a:t>：</a:t>
            </a:r>
            <a:r>
              <a:rPr lang="zh-CN" altLang="en-US" sz="2400" b="1" dirty="0">
                <a:solidFill>
                  <a:schemeClr val="tx1"/>
                </a:solidFill>
                <a:cs typeface="Times New Roman" panose="02020603050405020304" pitchFamily="18" charset="0"/>
              </a:rPr>
              <a:t>语句</a:t>
            </a:r>
            <a:r>
              <a:rPr lang="en-US" altLang="zh-CN" sz="24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s</a:t>
            </a:r>
            <a:r>
              <a:rPr lang="zh-CN" altLang="en-US" sz="2400" b="1" dirty="0">
                <a:solidFill>
                  <a:schemeClr val="tx1"/>
                </a:solidFill>
                <a:cs typeface="Times New Roman" panose="02020603050405020304" pitchFamily="18" charset="0"/>
              </a:rPr>
              <a:t>的</a:t>
            </a:r>
            <a:r>
              <a:rPr lang="zh-CN" altLang="en-US" sz="2400" b="1" dirty="0">
                <a:solidFill>
                  <a:srgbClr val="FF0000"/>
                </a:solidFill>
                <a:cs typeface="Times New Roman" panose="02020603050405020304" pitchFamily="18" charset="0"/>
              </a:rPr>
              <a:t>传递函数</a:t>
            </a:r>
            <a:r>
              <a:rPr lang="en-US" altLang="zh-CN" sz="2400" b="1" dirty="0">
                <a:solidFill>
                  <a:schemeClr val="tx1"/>
                </a:solidFill>
                <a:cs typeface="Times New Roman" panose="02020603050405020304" pitchFamily="18" charset="0"/>
              </a:rPr>
              <a:t>(transfer function)</a:t>
            </a:r>
            <a:endParaRPr lang="en-US" altLang="zh-CN" sz="2400" b="1" i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lvl="1" eaLnBrk="1" hangingPunct="1">
              <a:defRPr/>
            </a:pPr>
            <a:r>
              <a:rPr lang="zh-CN" altLang="en-US" sz="2400" b="1" dirty="0">
                <a:solidFill>
                  <a:srgbClr val="FF0000"/>
                </a:solidFill>
                <a:cs typeface="Times New Roman" panose="02020603050405020304" pitchFamily="18" charset="0"/>
              </a:rPr>
              <a:t>控制流约束</a:t>
            </a:r>
            <a:r>
              <a:rPr lang="zh-CN" altLang="en-US" sz="2400" b="1" dirty="0">
                <a:cs typeface="Times New Roman" panose="02020603050405020304" pitchFamily="18" charset="0"/>
              </a:rPr>
              <a:t>：</a:t>
            </a:r>
            <a:r>
              <a:rPr lang="zh-CN" altLang="en-US" sz="2400" b="1" dirty="0">
                <a:solidFill>
                  <a:srgbClr val="0070C0"/>
                </a:solidFill>
                <a:cs typeface="Times New Roman" panose="02020603050405020304" pitchFamily="18" charset="0"/>
              </a:rPr>
              <a:t>基本块内</a:t>
            </a:r>
            <a:r>
              <a:rPr lang="zh-CN" altLang="en-US" sz="2400" b="1" dirty="0">
                <a:cs typeface="Times New Roman" panose="02020603050405020304" pitchFamily="18" charset="0"/>
              </a:rPr>
              <a:t>相邻两个语句</a:t>
            </a:r>
            <a:r>
              <a:rPr lang="zh-CN" altLang="en-US" sz="2400" b="1" dirty="0">
                <a:solidFill>
                  <a:schemeClr val="tx1"/>
                </a:solidFill>
                <a:cs typeface="Times New Roman" panose="02020603050405020304" pitchFamily="18" charset="0"/>
              </a:rPr>
              <a:t>之间的数据流值的</a:t>
            </a:r>
            <a:r>
              <a:rPr lang="zh-CN" altLang="en-US" sz="2400" b="1" dirty="0">
                <a:solidFill>
                  <a:srgbClr val="0070C0"/>
                </a:solidFill>
                <a:cs typeface="Times New Roman" panose="02020603050405020304" pitchFamily="18" charset="0"/>
              </a:rPr>
              <a:t>关系简单</a:t>
            </a:r>
            <a:r>
              <a:rPr lang="zh-CN" altLang="en-US" sz="2400" b="1" dirty="0">
                <a:solidFill>
                  <a:schemeClr val="tx1"/>
                </a:solidFill>
                <a:cs typeface="Times New Roman" panose="02020603050405020304" pitchFamily="18" charset="0"/>
              </a:rPr>
              <a:t>，而</a:t>
            </a:r>
            <a:r>
              <a:rPr lang="zh-CN" altLang="en-US" sz="2400" b="1" dirty="0">
                <a:solidFill>
                  <a:srgbClr val="0070C0"/>
                </a:solidFill>
                <a:cs typeface="Times New Roman" panose="02020603050405020304" pitchFamily="18" charset="0"/>
              </a:rPr>
              <a:t>基本块之间</a:t>
            </a:r>
            <a:r>
              <a:rPr lang="zh-CN" altLang="en-US" sz="2400" b="1" dirty="0">
                <a:cs typeface="Times New Roman" panose="02020603050405020304" pitchFamily="18" charset="0"/>
              </a:rPr>
              <a:t>相邻两个语句之间的数据流值的</a:t>
            </a:r>
            <a:r>
              <a:rPr lang="zh-CN" altLang="en-US" sz="2400" b="1" dirty="0">
                <a:solidFill>
                  <a:srgbClr val="0070C0"/>
                </a:solidFill>
                <a:cs typeface="Times New Roman" panose="02020603050405020304" pitchFamily="18" charset="0"/>
              </a:rPr>
              <a:t>关系复杂</a:t>
            </a:r>
            <a:r>
              <a:rPr lang="zh-CN" altLang="en-US" sz="2400" b="1" dirty="0">
                <a:solidFill>
                  <a:schemeClr val="accent2"/>
                </a:solidFill>
                <a:cs typeface="Times New Roman" panose="02020603050405020304" pitchFamily="18" charset="0"/>
              </a:rPr>
              <a:t>，</a:t>
            </a:r>
            <a:r>
              <a:rPr lang="zh-CN" altLang="en-US" sz="2400" b="1" dirty="0">
                <a:cs typeface="Times New Roman" panose="02020603050405020304" pitchFamily="18" charset="0"/>
              </a:rPr>
              <a:t>先考虑</a:t>
            </a:r>
            <a:r>
              <a:rPr lang="zh-CN" altLang="en-US" sz="2400" b="1" dirty="0">
                <a:solidFill>
                  <a:srgbClr val="0070C0"/>
                </a:solidFill>
                <a:cs typeface="Times New Roman" panose="02020603050405020304" pitchFamily="18" charset="0"/>
              </a:rPr>
              <a:t>基本块内</a:t>
            </a:r>
            <a:r>
              <a:rPr lang="zh-CN" altLang="en-US" sz="2400" b="1" dirty="0">
                <a:cs typeface="Times New Roman" panose="02020603050405020304" pitchFamily="18" charset="0"/>
              </a:rPr>
              <a:t>的情况：</a:t>
            </a:r>
            <a:endParaRPr lang="en-US" altLang="zh-CN" sz="2400" b="1" dirty="0">
              <a:cs typeface="Times New Roman" panose="02020603050405020304" pitchFamily="18" charset="0"/>
            </a:endParaRPr>
          </a:p>
          <a:p>
            <a:pPr lvl="2" eaLnBrk="1" hangingPunct="1">
              <a:spcBef>
                <a:spcPts val="600"/>
              </a:spcBef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2400" b="1" dirty="0">
                <a:solidFill>
                  <a:prstClr val="black"/>
                </a:solidFill>
                <a:cs typeface="Times New Roman" panose="02020603050405020304" pitchFamily="18" charset="0"/>
              </a:rPr>
              <a:t>设基本块</a:t>
            </a:r>
            <a:r>
              <a:rPr lang="en-US" altLang="zh-CN" sz="2400" b="1" i="1" dirty="0">
                <a:solidFill>
                  <a:prstClr val="black"/>
                </a:solidFill>
                <a:cs typeface="Times New Roman" panose="02020603050405020304" pitchFamily="18" charset="0"/>
              </a:rPr>
              <a:t>B</a:t>
            </a:r>
            <a:r>
              <a:rPr lang="zh-CN" altLang="en-US" sz="2400" b="1" dirty="0">
                <a:solidFill>
                  <a:prstClr val="black"/>
                </a:solidFill>
                <a:cs typeface="Times New Roman" panose="02020603050405020304" pitchFamily="18" charset="0"/>
              </a:rPr>
              <a:t>由语句</a:t>
            </a:r>
            <a:r>
              <a:rPr lang="en-US" altLang="zh-CN" sz="2400" b="1" i="1" dirty="0">
                <a:solidFill>
                  <a:prstClr val="black"/>
                </a:solidFill>
                <a:ea typeface="楷体_GB2312"/>
                <a:cs typeface="Times New Roman" panose="02020603050405020304" pitchFamily="18" charset="0"/>
              </a:rPr>
              <a:t>s</a:t>
            </a:r>
            <a:r>
              <a:rPr lang="en-US" altLang="zh-CN" sz="2400" b="1" i="1" baseline="-30000" dirty="0">
                <a:solidFill>
                  <a:prstClr val="black"/>
                </a:solidFill>
                <a:cs typeface="Times New Roman" panose="02020603050405020304" pitchFamily="18" charset="0"/>
              </a:rPr>
              <a:t>1</a:t>
            </a:r>
            <a:r>
              <a:rPr lang="en-US" altLang="zh-CN" sz="2400" b="1" i="1" dirty="0">
                <a:solidFill>
                  <a:prstClr val="black"/>
                </a:solidFill>
                <a:ea typeface="楷体_GB2312"/>
                <a:cs typeface="Times New Roman" panose="02020603050405020304" pitchFamily="18" charset="0"/>
              </a:rPr>
              <a:t>, s</a:t>
            </a:r>
            <a:r>
              <a:rPr lang="en-US" altLang="zh-CN" sz="2400" b="1" i="1" baseline="-30000" dirty="0">
                <a:solidFill>
                  <a:prstClr val="black"/>
                </a:solidFill>
                <a:cs typeface="Times New Roman" panose="02020603050405020304" pitchFamily="18" charset="0"/>
              </a:rPr>
              <a:t>2</a:t>
            </a:r>
            <a:r>
              <a:rPr lang="en-US" altLang="zh-CN" sz="2400" b="1" i="1" dirty="0">
                <a:solidFill>
                  <a:prstClr val="black"/>
                </a:solidFill>
                <a:ea typeface="楷体_GB2312"/>
                <a:cs typeface="Times New Roman" panose="02020603050405020304" pitchFamily="18" charset="0"/>
              </a:rPr>
              <a:t>, … , </a:t>
            </a:r>
            <a:r>
              <a:rPr lang="en-US" altLang="zh-CN" sz="2400" b="1" i="1" dirty="0" err="1">
                <a:solidFill>
                  <a:prstClr val="black"/>
                </a:solidFill>
                <a:ea typeface="楷体_GB2312"/>
                <a:cs typeface="Times New Roman" panose="02020603050405020304" pitchFamily="18" charset="0"/>
              </a:rPr>
              <a:t>s</a:t>
            </a:r>
            <a:r>
              <a:rPr lang="en-US" altLang="zh-CN" sz="2400" b="1" i="1" baseline="-30000" dirty="0" err="1">
                <a:solidFill>
                  <a:prstClr val="black"/>
                </a:solidFill>
                <a:cs typeface="Times New Roman" panose="02020603050405020304" pitchFamily="18" charset="0"/>
              </a:rPr>
              <a:t>n</a:t>
            </a:r>
            <a:r>
              <a:rPr lang="en-US" altLang="zh-CN" sz="2400" b="1" dirty="0">
                <a:solidFill>
                  <a:prstClr val="black"/>
                </a:solidFill>
                <a:cs typeface="Times New Roman" panose="02020603050405020304" pitchFamily="18" charset="0"/>
              </a:rPr>
              <a:t> </a:t>
            </a:r>
            <a:r>
              <a:rPr lang="zh-CN" altLang="en-US" sz="2400" b="1" dirty="0">
                <a:solidFill>
                  <a:prstClr val="black"/>
                </a:solidFill>
                <a:cs typeface="Times New Roman" panose="02020603050405020304" pitchFamily="18" charset="0"/>
              </a:rPr>
              <a:t>顺序组成</a:t>
            </a:r>
            <a:r>
              <a:rPr lang="en-US" altLang="zh-CN" sz="2400" b="1" dirty="0">
                <a:solidFill>
                  <a:prstClr val="black"/>
                </a:solidFill>
                <a:cs typeface="Times New Roman" panose="02020603050405020304" pitchFamily="18" charset="0"/>
              </a:rPr>
              <a:t>, </a:t>
            </a:r>
            <a:r>
              <a:rPr lang="zh-CN" altLang="en-US" sz="2400" b="1" dirty="0">
                <a:solidFill>
                  <a:prstClr val="black"/>
                </a:solidFill>
                <a:cs typeface="Times New Roman" panose="02020603050405020304" pitchFamily="18" charset="0"/>
              </a:rPr>
              <a:t>则</a:t>
            </a:r>
            <a:endParaRPr lang="en-US" altLang="zh-CN" sz="2400" b="1" dirty="0">
              <a:solidFill>
                <a:prstClr val="black"/>
              </a:solidFill>
              <a:cs typeface="Times New Roman" panose="02020603050405020304" pitchFamily="18" charset="0"/>
            </a:endParaRPr>
          </a:p>
          <a:p>
            <a:pPr marL="627062" lvl="2" indent="0" eaLnBrk="1" hangingPunct="1">
              <a:lnSpc>
                <a:spcPts val="3200"/>
              </a:lnSpc>
              <a:buClrTx/>
              <a:buFont typeface="Symbol" panose="05050102010706020507" pitchFamily="18" charset="2"/>
              <a:buNone/>
              <a:defRPr/>
            </a:pPr>
            <a:r>
              <a:rPr lang="en-US" altLang="zh-CN" sz="2200" b="1" i="1" dirty="0">
                <a:solidFill>
                  <a:prstClr val="black"/>
                </a:solidFill>
                <a:ea typeface="楷体_GB2312"/>
                <a:cs typeface="Times New Roman" panose="02020603050405020304" pitchFamily="18" charset="0"/>
              </a:rPr>
              <a:t>                  </a:t>
            </a:r>
            <a:r>
              <a:rPr lang="en-US" altLang="zh-CN" sz="2200" b="1" i="1" dirty="0">
                <a:solidFill>
                  <a:srgbClr val="0070C0"/>
                </a:solidFill>
                <a:ea typeface="楷体_GB2312"/>
                <a:cs typeface="Times New Roman" panose="02020603050405020304" pitchFamily="18" charset="0"/>
              </a:rPr>
              <a:t>IN</a:t>
            </a:r>
            <a:r>
              <a:rPr lang="en-US" altLang="zh-CN" sz="2200" b="1" dirty="0">
                <a:solidFill>
                  <a:srgbClr val="0070C0"/>
                </a:solidFill>
                <a:ea typeface="楷体_GB2312"/>
                <a:cs typeface="Times New Roman" panose="02020603050405020304" pitchFamily="18" charset="0"/>
              </a:rPr>
              <a:t>[</a:t>
            </a:r>
            <a:r>
              <a:rPr lang="en-US" altLang="zh-CN" sz="2200" b="1" i="1" dirty="0">
                <a:solidFill>
                  <a:srgbClr val="0070C0"/>
                </a:solidFill>
                <a:ea typeface="楷体_GB2312"/>
                <a:cs typeface="Times New Roman" panose="02020603050405020304" pitchFamily="18" charset="0"/>
              </a:rPr>
              <a:t>s</a:t>
            </a:r>
            <a:r>
              <a:rPr lang="en-US" altLang="zh-CN" sz="2200" b="1" i="1" baseline="-30000" dirty="0">
                <a:solidFill>
                  <a:srgbClr val="0070C0"/>
                </a:solidFill>
                <a:cs typeface="Times New Roman" panose="02020603050405020304" pitchFamily="18" charset="0"/>
              </a:rPr>
              <a:t>i+1</a:t>
            </a:r>
            <a:r>
              <a:rPr lang="en-US" altLang="zh-CN" sz="2200" b="1" dirty="0">
                <a:solidFill>
                  <a:srgbClr val="0070C0"/>
                </a:solidFill>
                <a:ea typeface="楷体_GB2312"/>
                <a:cs typeface="Times New Roman" panose="02020603050405020304" pitchFamily="18" charset="0"/>
              </a:rPr>
              <a:t>]= </a:t>
            </a:r>
            <a:r>
              <a:rPr lang="en-US" altLang="zh-CN" sz="2200" b="1" i="1" dirty="0">
                <a:solidFill>
                  <a:srgbClr val="0070C0"/>
                </a:solidFill>
                <a:ea typeface="楷体_GB2312"/>
                <a:cs typeface="Times New Roman" panose="02020603050405020304" pitchFamily="18" charset="0"/>
              </a:rPr>
              <a:t>OUT</a:t>
            </a:r>
            <a:r>
              <a:rPr lang="en-US" altLang="zh-CN" sz="2200" b="1" dirty="0">
                <a:solidFill>
                  <a:srgbClr val="0070C0"/>
                </a:solidFill>
                <a:ea typeface="楷体_GB2312"/>
                <a:cs typeface="Times New Roman" panose="02020603050405020304" pitchFamily="18" charset="0"/>
              </a:rPr>
              <a:t>[</a:t>
            </a:r>
            <a:r>
              <a:rPr lang="en-US" altLang="zh-CN" sz="2200" b="1" i="1" dirty="0" err="1">
                <a:solidFill>
                  <a:srgbClr val="0070C0"/>
                </a:solidFill>
                <a:ea typeface="楷体_GB2312"/>
                <a:cs typeface="Times New Roman" panose="02020603050405020304" pitchFamily="18" charset="0"/>
              </a:rPr>
              <a:t>s</a:t>
            </a:r>
            <a:r>
              <a:rPr lang="en-US" altLang="zh-CN" sz="2200" b="1" i="1" baseline="-30000" dirty="0" err="1">
                <a:solidFill>
                  <a:srgbClr val="0070C0"/>
                </a:solidFill>
                <a:cs typeface="Times New Roman" panose="02020603050405020304" pitchFamily="18" charset="0"/>
              </a:rPr>
              <a:t>i</a:t>
            </a:r>
            <a:r>
              <a:rPr lang="en-US" altLang="zh-CN" sz="2200" b="1" dirty="0">
                <a:solidFill>
                  <a:srgbClr val="0070C0"/>
                </a:solidFill>
                <a:ea typeface="楷体_GB2312"/>
                <a:cs typeface="Times New Roman" panose="02020603050405020304" pitchFamily="18" charset="0"/>
              </a:rPr>
              <a:t>]  </a:t>
            </a:r>
            <a:r>
              <a:rPr lang="en-US" altLang="zh-CN" sz="2200" b="1" i="1" dirty="0">
                <a:solidFill>
                  <a:prstClr val="black"/>
                </a:solidFill>
                <a:ea typeface="楷体_GB2312"/>
                <a:cs typeface="Times New Roman" panose="02020603050405020304" pitchFamily="18" charset="0"/>
              </a:rPr>
              <a:t>i</a:t>
            </a:r>
            <a:r>
              <a:rPr lang="en-US" altLang="zh-CN" sz="2200" b="1" dirty="0">
                <a:solidFill>
                  <a:prstClr val="black"/>
                </a:solidFill>
                <a:ea typeface="楷体_GB2312"/>
                <a:cs typeface="Times New Roman" panose="02020603050405020304" pitchFamily="18" charset="0"/>
              </a:rPr>
              <a:t>=1, 2, … , </a:t>
            </a:r>
            <a:r>
              <a:rPr lang="en-US" altLang="zh-CN" sz="2200" b="1" i="1" dirty="0">
                <a:solidFill>
                  <a:prstClr val="black"/>
                </a:solidFill>
                <a:ea typeface="楷体_GB2312"/>
                <a:cs typeface="Times New Roman" panose="02020603050405020304" pitchFamily="18" charset="0"/>
              </a:rPr>
              <a:t>n</a:t>
            </a:r>
            <a:r>
              <a:rPr lang="en-US" altLang="zh-CN" sz="2200" b="1" dirty="0">
                <a:solidFill>
                  <a:prstClr val="black"/>
                </a:solidFill>
                <a:ea typeface="楷体_GB2312"/>
                <a:cs typeface="Times New Roman" panose="02020603050405020304" pitchFamily="18" charset="0"/>
              </a:rPr>
              <a:t>-1 </a:t>
            </a:r>
            <a:endParaRPr lang="zh-CN" altLang="en-US" sz="2200" b="1" dirty="0">
              <a:solidFill>
                <a:prstClr val="black"/>
              </a:solidFill>
              <a:ea typeface="楷体_GB2312"/>
              <a:cs typeface="Times New Roman" panose="02020603050405020304" pitchFamily="18" charset="0"/>
            </a:endParaRPr>
          </a:p>
          <a:p>
            <a:pPr marL="627062" lvl="2" indent="0" eaLnBrk="1" hangingPunct="1">
              <a:lnSpc>
                <a:spcPts val="2800"/>
              </a:lnSpc>
              <a:buClrTx/>
              <a:buNone/>
              <a:defRPr/>
            </a:pPr>
            <a:endParaRPr lang="en-US" altLang="zh-CN" sz="22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</p:txBody>
      </p:sp>
      <p:sp>
        <p:nvSpPr>
          <p:cNvPr id="126979" name="Rectangle 2">
            <a:extLst>
              <a:ext uri="{FF2B5EF4-FFF2-40B4-BE49-F238E27FC236}">
                <a16:creationId xmlns:a16="http://schemas.microsoft.com/office/drawing/2014/main" id="{EE255A27-EF9E-477B-9019-C1ADC5E97A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数据流分析模式</a:t>
            </a:r>
            <a:endParaRPr lang="en-US" altLang="zh-CN" sz="3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595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76595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595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76595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595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500"/>
                                        <p:tgtEl>
                                          <p:spTgt spid="76595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65955" grpId="0" uiExpand="1" build="p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8003" name="Rectangle 3">
            <a:extLst>
              <a:ext uri="{FF2B5EF4-FFF2-40B4-BE49-F238E27FC236}">
                <a16:creationId xmlns:a16="http://schemas.microsoft.com/office/drawing/2014/main" id="{353E6F7D-FCE6-4874-AE15-991CC5B98EBA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430213" y="930275"/>
            <a:ext cx="7813675" cy="4089748"/>
          </a:xfrm>
        </p:spPr>
        <p:txBody>
          <a:bodyPr vert="horz"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lnSpc>
                <a:spcPts val="27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en-US" altLang="zh-CN" sz="22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 </a:t>
            </a:r>
            <a:r>
              <a:rPr lang="en-US" altLang="zh-CN" sz="2200" b="1" i="1" dirty="0">
                <a:solidFill>
                  <a:srgbClr val="0070C0"/>
                </a:solidFill>
                <a:cs typeface="Times New Roman" panose="02020603050405020304" pitchFamily="18" charset="0"/>
              </a:rPr>
              <a:t>IN</a:t>
            </a:r>
            <a:r>
              <a:rPr lang="en-US" altLang="zh-CN" sz="2200" b="1" dirty="0">
                <a:solidFill>
                  <a:srgbClr val="0070C0"/>
                </a:solidFill>
                <a:cs typeface="Times New Roman" panose="02020603050405020304" pitchFamily="18" charset="0"/>
              </a:rPr>
              <a:t>[</a:t>
            </a:r>
            <a:r>
              <a:rPr lang="en-US" altLang="zh-CN" sz="2200" b="1" i="1" dirty="0">
                <a:solidFill>
                  <a:srgbClr val="0070C0"/>
                </a:solidFill>
                <a:cs typeface="Times New Roman" panose="02020603050405020304" pitchFamily="18" charset="0"/>
              </a:rPr>
              <a:t>B</a:t>
            </a:r>
            <a:r>
              <a:rPr lang="en-US" altLang="zh-CN" sz="2200" b="1" dirty="0">
                <a:solidFill>
                  <a:srgbClr val="0070C0"/>
                </a:solidFill>
                <a:cs typeface="Times New Roman" panose="02020603050405020304" pitchFamily="18" charset="0"/>
              </a:rPr>
              <a:t>]:    </a:t>
            </a:r>
            <a:r>
              <a:rPr lang="zh-CN" altLang="en-US" sz="2200" b="1" dirty="0">
                <a:solidFill>
                  <a:schemeClr val="tx1"/>
                </a:solidFill>
                <a:cs typeface="Times New Roman" panose="02020603050405020304" pitchFamily="18" charset="0"/>
              </a:rPr>
              <a:t>紧靠基本块</a:t>
            </a:r>
            <a:r>
              <a:rPr lang="en-US" altLang="zh-CN" sz="22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B</a:t>
            </a:r>
            <a:r>
              <a:rPr lang="zh-CN" altLang="en-US" sz="2200" b="1" dirty="0">
                <a:solidFill>
                  <a:srgbClr val="0070C0"/>
                </a:solidFill>
                <a:cs typeface="Times New Roman" panose="02020603050405020304" pitchFamily="18" charset="0"/>
              </a:rPr>
              <a:t>之前</a:t>
            </a:r>
            <a:r>
              <a:rPr lang="zh-CN" altLang="en-US" sz="2200" b="1" dirty="0">
                <a:solidFill>
                  <a:schemeClr val="tx1"/>
                </a:solidFill>
                <a:cs typeface="Times New Roman" panose="02020603050405020304" pitchFamily="18" charset="0"/>
              </a:rPr>
              <a:t>的数据流值</a:t>
            </a:r>
            <a:endParaRPr lang="en-US" altLang="zh-CN" sz="2200" b="1" i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indent="0" eaLnBrk="1" hangingPunct="1">
              <a:lnSpc>
                <a:spcPts val="2700"/>
              </a:lnSpc>
              <a:buClrTx/>
              <a:buFont typeface="Symbol" panose="05050102010706020507" pitchFamily="18" charset="2"/>
              <a:buNone/>
              <a:defRPr/>
            </a:pPr>
            <a:r>
              <a:rPr lang="en-US" altLang="zh-CN" sz="22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    </a:t>
            </a:r>
            <a:r>
              <a:rPr lang="en-US" altLang="zh-CN" sz="2200" b="1" i="1" dirty="0">
                <a:solidFill>
                  <a:srgbClr val="0070C0"/>
                </a:solidFill>
                <a:cs typeface="Times New Roman" panose="02020603050405020304" pitchFamily="18" charset="0"/>
              </a:rPr>
              <a:t>OUT</a:t>
            </a:r>
            <a:r>
              <a:rPr lang="en-US" altLang="zh-CN" sz="2200" b="1" dirty="0">
                <a:solidFill>
                  <a:srgbClr val="0070C0"/>
                </a:solidFill>
                <a:cs typeface="Times New Roman" panose="02020603050405020304" pitchFamily="18" charset="0"/>
              </a:rPr>
              <a:t>[</a:t>
            </a:r>
            <a:r>
              <a:rPr lang="en-US" altLang="zh-CN" sz="2200" b="1" i="1" dirty="0">
                <a:solidFill>
                  <a:srgbClr val="0070C0"/>
                </a:solidFill>
                <a:cs typeface="Times New Roman" panose="02020603050405020304" pitchFamily="18" charset="0"/>
              </a:rPr>
              <a:t>B</a:t>
            </a:r>
            <a:r>
              <a:rPr lang="en-US" altLang="zh-CN" sz="2200" b="1" dirty="0">
                <a:solidFill>
                  <a:srgbClr val="0070C0"/>
                </a:solidFill>
                <a:cs typeface="Times New Roman" panose="02020603050405020304" pitchFamily="18" charset="0"/>
              </a:rPr>
              <a:t>]: </a:t>
            </a:r>
            <a:r>
              <a:rPr lang="zh-CN" altLang="en-US" sz="2200" b="1" dirty="0">
                <a:solidFill>
                  <a:schemeClr val="tx1"/>
                </a:solidFill>
                <a:cs typeface="Times New Roman" panose="02020603050405020304" pitchFamily="18" charset="0"/>
              </a:rPr>
              <a:t>紧随基本块</a:t>
            </a:r>
            <a:r>
              <a:rPr lang="en-US" altLang="zh-CN" sz="22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B</a:t>
            </a:r>
            <a:r>
              <a:rPr lang="zh-CN" altLang="en-US" sz="2200" b="1" dirty="0">
                <a:solidFill>
                  <a:srgbClr val="0070C0"/>
                </a:solidFill>
                <a:cs typeface="Times New Roman" panose="02020603050405020304" pitchFamily="18" charset="0"/>
              </a:rPr>
              <a:t>之后</a:t>
            </a:r>
            <a:r>
              <a:rPr lang="zh-CN" altLang="en-US" sz="2200" b="1" dirty="0">
                <a:solidFill>
                  <a:schemeClr val="tx1"/>
                </a:solidFill>
                <a:cs typeface="Times New Roman" panose="02020603050405020304" pitchFamily="18" charset="0"/>
              </a:rPr>
              <a:t>的数据流值</a:t>
            </a:r>
            <a:endParaRPr lang="en-US" altLang="zh-CN" sz="2200" b="1" i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eaLnBrk="1" hangingPunct="1">
              <a:lnSpc>
                <a:spcPts val="27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2200" b="1" dirty="0">
                <a:solidFill>
                  <a:schemeClr val="tx1"/>
                </a:solidFill>
                <a:cs typeface="Times New Roman" panose="02020603050405020304" pitchFamily="18" charset="0"/>
              </a:rPr>
              <a:t>设基本块</a:t>
            </a:r>
            <a:r>
              <a:rPr lang="en-US" altLang="zh-CN" sz="22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B</a:t>
            </a:r>
            <a:r>
              <a:rPr lang="zh-CN" altLang="en-US" sz="2200" b="1" dirty="0">
                <a:solidFill>
                  <a:schemeClr val="tx1"/>
                </a:solidFill>
                <a:cs typeface="Times New Roman" panose="02020603050405020304" pitchFamily="18" charset="0"/>
              </a:rPr>
              <a:t>由语句</a:t>
            </a:r>
            <a:r>
              <a:rPr lang="en-US" altLang="zh-CN" sz="2200" b="1" i="1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s</a:t>
            </a:r>
            <a:r>
              <a:rPr lang="en-US" altLang="zh-CN" sz="2200" b="1" i="1" baseline="-30000" dirty="0">
                <a:solidFill>
                  <a:schemeClr val="tx1"/>
                </a:solidFill>
                <a:cs typeface="Times New Roman" panose="02020603050405020304" pitchFamily="18" charset="0"/>
              </a:rPr>
              <a:t>1</a:t>
            </a:r>
            <a:r>
              <a:rPr lang="en-US" altLang="zh-CN" sz="2200" b="1" i="1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, s</a:t>
            </a:r>
            <a:r>
              <a:rPr lang="en-US" altLang="zh-CN" sz="2200" b="1" i="1" baseline="-30000" dirty="0">
                <a:solidFill>
                  <a:schemeClr val="tx1"/>
                </a:solidFill>
                <a:cs typeface="Times New Roman" panose="02020603050405020304" pitchFamily="18" charset="0"/>
              </a:rPr>
              <a:t>2</a:t>
            </a:r>
            <a:r>
              <a:rPr lang="en-US" altLang="zh-CN" sz="2200" b="1" i="1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, …, </a:t>
            </a:r>
            <a:r>
              <a:rPr lang="en-US" altLang="zh-CN" sz="2200" b="1" i="1" dirty="0" err="1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s</a:t>
            </a:r>
            <a:r>
              <a:rPr lang="en-US" altLang="zh-CN" sz="2200" b="1" i="1" baseline="-30000" dirty="0" err="1">
                <a:solidFill>
                  <a:schemeClr val="tx1"/>
                </a:solidFill>
                <a:cs typeface="Times New Roman" panose="02020603050405020304" pitchFamily="18" charset="0"/>
              </a:rPr>
              <a:t>n</a:t>
            </a:r>
            <a:r>
              <a:rPr lang="en-US" altLang="zh-CN" sz="2200" b="1" dirty="0">
                <a:solidFill>
                  <a:schemeClr val="tx1"/>
                </a:solidFill>
                <a:cs typeface="Times New Roman" panose="02020603050405020304" pitchFamily="18" charset="0"/>
              </a:rPr>
              <a:t> </a:t>
            </a:r>
            <a:r>
              <a:rPr lang="zh-CN" altLang="en-US" sz="2200" b="1" dirty="0">
                <a:solidFill>
                  <a:schemeClr val="tx1"/>
                </a:solidFill>
                <a:cs typeface="Times New Roman" panose="02020603050405020304" pitchFamily="18" charset="0"/>
              </a:rPr>
              <a:t>顺序组成，则</a:t>
            </a:r>
            <a:endParaRPr lang="en-US" altLang="zh-CN" sz="22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lvl="1" eaLnBrk="1" hangingPunct="1">
              <a:lnSpc>
                <a:spcPts val="27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 </a:t>
            </a:r>
            <a:r>
              <a:rPr lang="en-US" altLang="zh-CN" b="1" i="1" dirty="0">
                <a:solidFill>
                  <a:srgbClr val="0070C0"/>
                </a:solidFill>
                <a:ea typeface="楷体_GB2312"/>
                <a:cs typeface="Times New Roman" panose="02020603050405020304" pitchFamily="18" charset="0"/>
              </a:rPr>
              <a:t>IN</a:t>
            </a:r>
            <a:r>
              <a:rPr lang="en-US" altLang="zh-CN" b="1" dirty="0">
                <a:solidFill>
                  <a:srgbClr val="0070C0"/>
                </a:solidFill>
                <a:ea typeface="楷体_GB2312"/>
                <a:cs typeface="Times New Roman" panose="02020603050405020304" pitchFamily="18" charset="0"/>
              </a:rPr>
              <a:t>[</a:t>
            </a:r>
            <a:r>
              <a:rPr lang="en-US" altLang="zh-CN" b="1" i="1" dirty="0">
                <a:solidFill>
                  <a:srgbClr val="0070C0"/>
                </a:solidFill>
                <a:ea typeface="楷体_GB2312"/>
                <a:cs typeface="Times New Roman" panose="02020603050405020304" pitchFamily="18" charset="0"/>
              </a:rPr>
              <a:t>B</a:t>
            </a:r>
            <a:r>
              <a:rPr lang="en-US" altLang="zh-CN" b="1" dirty="0">
                <a:solidFill>
                  <a:srgbClr val="0070C0"/>
                </a:solidFill>
                <a:ea typeface="楷体_GB2312"/>
                <a:cs typeface="Times New Roman" panose="02020603050405020304" pitchFamily="18" charset="0"/>
              </a:rPr>
              <a:t>]  = </a:t>
            </a:r>
            <a:r>
              <a:rPr lang="en-US" altLang="zh-CN" b="1" i="1" dirty="0">
                <a:solidFill>
                  <a:srgbClr val="0070C0"/>
                </a:solidFill>
                <a:ea typeface="楷体_GB2312"/>
                <a:cs typeface="Times New Roman" panose="02020603050405020304" pitchFamily="18" charset="0"/>
              </a:rPr>
              <a:t>IN</a:t>
            </a:r>
            <a:r>
              <a:rPr lang="en-US" altLang="zh-CN" b="1" dirty="0">
                <a:solidFill>
                  <a:srgbClr val="0070C0"/>
                </a:solidFill>
                <a:ea typeface="楷体_GB2312"/>
                <a:cs typeface="Times New Roman" panose="02020603050405020304" pitchFamily="18" charset="0"/>
              </a:rPr>
              <a:t>[</a:t>
            </a:r>
            <a:r>
              <a:rPr lang="en-US" altLang="zh-CN" b="1" i="1" dirty="0">
                <a:solidFill>
                  <a:srgbClr val="0070C0"/>
                </a:solidFill>
                <a:ea typeface="楷体_GB2312"/>
                <a:cs typeface="Times New Roman" panose="02020603050405020304" pitchFamily="18" charset="0"/>
              </a:rPr>
              <a:t>s</a:t>
            </a:r>
            <a:r>
              <a:rPr lang="en-US" altLang="zh-CN" b="1" i="1" baseline="-30000" dirty="0">
                <a:solidFill>
                  <a:srgbClr val="0070C0"/>
                </a:solidFill>
                <a:cs typeface="Times New Roman" panose="02020603050405020304" pitchFamily="18" charset="0"/>
              </a:rPr>
              <a:t>1</a:t>
            </a:r>
            <a:r>
              <a:rPr lang="en-US" altLang="zh-CN" b="1" dirty="0">
                <a:solidFill>
                  <a:srgbClr val="0070C0"/>
                </a:solidFill>
                <a:ea typeface="楷体_GB2312"/>
                <a:cs typeface="Times New Roman" panose="02020603050405020304" pitchFamily="18" charset="0"/>
              </a:rPr>
              <a:t>]</a:t>
            </a:r>
          </a:p>
          <a:p>
            <a:pPr lvl="1" eaLnBrk="1" hangingPunct="1">
              <a:lnSpc>
                <a:spcPts val="27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 </a:t>
            </a:r>
            <a:r>
              <a:rPr lang="en-US" altLang="zh-CN" b="1" i="1" dirty="0">
                <a:solidFill>
                  <a:srgbClr val="0070C0"/>
                </a:solidFill>
                <a:ea typeface="楷体_GB2312"/>
                <a:cs typeface="Times New Roman" panose="02020603050405020304" pitchFamily="18" charset="0"/>
              </a:rPr>
              <a:t>OUT</a:t>
            </a:r>
            <a:r>
              <a:rPr lang="en-US" altLang="zh-CN" b="1" dirty="0">
                <a:solidFill>
                  <a:srgbClr val="0070C0"/>
                </a:solidFill>
                <a:ea typeface="楷体_GB2312"/>
                <a:cs typeface="Times New Roman" panose="02020603050405020304" pitchFamily="18" charset="0"/>
              </a:rPr>
              <a:t>[</a:t>
            </a:r>
            <a:r>
              <a:rPr lang="en-US" altLang="zh-CN" b="1" i="1" dirty="0">
                <a:solidFill>
                  <a:srgbClr val="0070C0"/>
                </a:solidFill>
                <a:ea typeface="楷体_GB2312"/>
                <a:cs typeface="Times New Roman" panose="02020603050405020304" pitchFamily="18" charset="0"/>
              </a:rPr>
              <a:t>B</a:t>
            </a:r>
            <a:r>
              <a:rPr lang="en-US" altLang="zh-CN" b="1" dirty="0">
                <a:solidFill>
                  <a:srgbClr val="0070C0"/>
                </a:solidFill>
                <a:ea typeface="楷体_GB2312"/>
                <a:cs typeface="Times New Roman" panose="02020603050405020304" pitchFamily="18" charset="0"/>
              </a:rPr>
              <a:t>] = </a:t>
            </a:r>
            <a:r>
              <a:rPr lang="en-US" altLang="zh-CN" b="1" i="1" dirty="0">
                <a:solidFill>
                  <a:srgbClr val="0070C0"/>
                </a:solidFill>
                <a:ea typeface="楷体_GB2312"/>
                <a:cs typeface="Times New Roman" panose="02020603050405020304" pitchFamily="18" charset="0"/>
              </a:rPr>
              <a:t>OUT</a:t>
            </a:r>
            <a:r>
              <a:rPr lang="en-US" altLang="zh-CN" b="1" dirty="0">
                <a:solidFill>
                  <a:srgbClr val="0070C0"/>
                </a:solidFill>
                <a:ea typeface="楷体_GB2312"/>
                <a:cs typeface="Times New Roman" panose="02020603050405020304" pitchFamily="18" charset="0"/>
              </a:rPr>
              <a:t>[</a:t>
            </a:r>
            <a:r>
              <a:rPr lang="en-US" altLang="zh-CN" b="1" i="1" dirty="0" err="1">
                <a:solidFill>
                  <a:srgbClr val="0070C0"/>
                </a:solidFill>
                <a:ea typeface="楷体_GB2312"/>
                <a:cs typeface="Times New Roman" panose="02020603050405020304" pitchFamily="18" charset="0"/>
              </a:rPr>
              <a:t>s</a:t>
            </a:r>
            <a:r>
              <a:rPr lang="en-US" altLang="zh-CN" b="1" i="1" baseline="-30000" dirty="0" err="1">
                <a:solidFill>
                  <a:srgbClr val="0070C0"/>
                </a:solidFill>
                <a:cs typeface="Times New Roman" panose="02020603050405020304" pitchFamily="18" charset="0"/>
              </a:rPr>
              <a:t>n</a:t>
            </a:r>
            <a:r>
              <a:rPr lang="en-US" altLang="zh-CN" b="1" dirty="0">
                <a:solidFill>
                  <a:srgbClr val="0070C0"/>
                </a:solidFill>
                <a:ea typeface="楷体_GB2312"/>
                <a:cs typeface="Times New Roman" panose="02020603050405020304" pitchFamily="18" charset="0"/>
              </a:rPr>
              <a:t>] </a:t>
            </a:r>
          </a:p>
          <a:p>
            <a:pPr eaLnBrk="1" hangingPunct="1">
              <a:lnSpc>
                <a:spcPts val="27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2200" b="1" dirty="0">
                <a:solidFill>
                  <a:srgbClr val="0070C0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Times New Roman" panose="02020603050405020304" pitchFamily="18" charset="0"/>
              </a:rPr>
              <a:t>语义约束</a:t>
            </a:r>
            <a:r>
              <a:rPr lang="en-US" altLang="zh-CN" sz="2200" b="1" i="1" dirty="0">
                <a:solidFill>
                  <a:srgbClr val="0070C0"/>
                </a:solidFill>
                <a:ea typeface="楷体_GB2312"/>
                <a:cs typeface="Times New Roman" panose="02020603050405020304" pitchFamily="18" charset="0"/>
              </a:rPr>
              <a:t> f</a:t>
            </a:r>
            <a:r>
              <a:rPr lang="en-US" altLang="zh-CN" sz="2200" b="1" i="1" baseline="-30000" dirty="0">
                <a:solidFill>
                  <a:srgbClr val="0070C0"/>
                </a:solidFill>
                <a:cs typeface="Times New Roman" panose="02020603050405020304" pitchFamily="18" charset="0"/>
              </a:rPr>
              <a:t>B</a:t>
            </a:r>
            <a:r>
              <a:rPr lang="zh-CN" altLang="en-US" sz="2200" b="1" dirty="0">
                <a:solidFill>
                  <a:srgbClr val="0070C0"/>
                </a:solidFill>
                <a:cs typeface="Times New Roman" panose="02020603050405020304" pitchFamily="18" charset="0"/>
              </a:rPr>
              <a:t>：</a:t>
            </a:r>
            <a:r>
              <a:rPr lang="zh-CN" altLang="en-US" sz="2200" b="1" dirty="0">
                <a:solidFill>
                  <a:schemeClr val="tx1"/>
                </a:solidFill>
                <a:cs typeface="Times New Roman" panose="02020603050405020304" pitchFamily="18" charset="0"/>
              </a:rPr>
              <a:t>基本块</a:t>
            </a:r>
            <a:r>
              <a:rPr lang="en-US" altLang="zh-CN" sz="22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B</a:t>
            </a:r>
            <a:r>
              <a:rPr lang="zh-CN" altLang="en-US" sz="2200" b="1" dirty="0">
                <a:solidFill>
                  <a:schemeClr val="tx1"/>
                </a:solidFill>
                <a:cs typeface="Times New Roman" panose="02020603050405020304" pitchFamily="18" charset="0"/>
              </a:rPr>
              <a:t>的传递函数</a:t>
            </a:r>
            <a:endParaRPr lang="en-US" altLang="zh-CN" sz="22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lvl="1" eaLnBrk="1" hangingPunct="1">
              <a:lnSpc>
                <a:spcPts val="27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b="1" dirty="0">
                <a:solidFill>
                  <a:prstClr val="black"/>
                </a:solidFill>
                <a:cs typeface="Times New Roman" panose="02020603050405020304" pitchFamily="18" charset="0"/>
              </a:rPr>
              <a:t>前向数据流问题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：</a:t>
            </a:r>
            <a:r>
              <a:rPr lang="en-US" altLang="zh-CN" b="1" i="1" dirty="0">
                <a:solidFill>
                  <a:srgbClr val="0070C0"/>
                </a:solidFill>
                <a:cs typeface="Times New Roman" panose="02020603050405020304" pitchFamily="18" charset="0"/>
              </a:rPr>
              <a:t>OUT</a:t>
            </a:r>
            <a:r>
              <a:rPr lang="en-US" altLang="zh-CN" b="1" dirty="0">
                <a:solidFill>
                  <a:srgbClr val="0070C0"/>
                </a:solidFill>
                <a:cs typeface="Times New Roman" panose="02020603050405020304" pitchFamily="18" charset="0"/>
              </a:rPr>
              <a:t>[</a:t>
            </a:r>
            <a:r>
              <a:rPr lang="en-US" altLang="zh-CN" b="1" i="1" dirty="0">
                <a:solidFill>
                  <a:srgbClr val="0070C0"/>
                </a:solidFill>
                <a:cs typeface="Times New Roman" panose="02020603050405020304" pitchFamily="18" charset="0"/>
              </a:rPr>
              <a:t>B</a:t>
            </a:r>
            <a:r>
              <a:rPr lang="en-US" altLang="zh-CN" b="1" dirty="0">
                <a:solidFill>
                  <a:srgbClr val="0070C0"/>
                </a:solidFill>
                <a:cs typeface="Times New Roman" panose="02020603050405020304" pitchFamily="18" charset="0"/>
              </a:rPr>
              <a:t>]</a:t>
            </a:r>
            <a:r>
              <a:rPr lang="en-US" altLang="zh-CN" b="1" i="1" dirty="0">
                <a:solidFill>
                  <a:srgbClr val="0070C0"/>
                </a:solidFill>
                <a:cs typeface="Times New Roman" panose="02020603050405020304" pitchFamily="18" charset="0"/>
              </a:rPr>
              <a:t> </a:t>
            </a:r>
            <a:r>
              <a:rPr lang="en-US" altLang="zh-CN" b="1" dirty="0">
                <a:solidFill>
                  <a:srgbClr val="0070C0"/>
                </a:solidFill>
                <a:cs typeface="Times New Roman" panose="02020603050405020304" pitchFamily="18" charset="0"/>
              </a:rPr>
              <a:t>= </a:t>
            </a:r>
            <a:r>
              <a:rPr lang="en-US" altLang="zh-CN" b="1" i="1" dirty="0">
                <a:solidFill>
                  <a:srgbClr val="0070C0"/>
                </a:solidFill>
                <a:cs typeface="Times New Roman" panose="02020603050405020304" pitchFamily="18" charset="0"/>
              </a:rPr>
              <a:t>f</a:t>
            </a:r>
            <a:r>
              <a:rPr lang="en-US" altLang="zh-CN" b="1" i="1" baseline="-30000" dirty="0">
                <a:solidFill>
                  <a:srgbClr val="0070C0"/>
                </a:solidFill>
                <a:cs typeface="Times New Roman" panose="02020603050405020304" pitchFamily="18" charset="0"/>
              </a:rPr>
              <a:t>B</a:t>
            </a:r>
            <a:r>
              <a:rPr lang="en-US" altLang="zh-CN" b="1" dirty="0">
                <a:solidFill>
                  <a:srgbClr val="0070C0"/>
                </a:solidFill>
                <a:cs typeface="Times New Roman" panose="02020603050405020304" pitchFamily="18" charset="0"/>
              </a:rPr>
              <a:t>(</a:t>
            </a:r>
            <a:r>
              <a:rPr lang="en-US" altLang="zh-CN" b="1" i="1" dirty="0">
                <a:solidFill>
                  <a:srgbClr val="0070C0"/>
                </a:solidFill>
                <a:cs typeface="Times New Roman" panose="02020603050405020304" pitchFamily="18" charset="0"/>
              </a:rPr>
              <a:t>IN</a:t>
            </a:r>
            <a:r>
              <a:rPr lang="en-US" altLang="zh-CN" b="1" dirty="0">
                <a:solidFill>
                  <a:srgbClr val="0070C0"/>
                </a:solidFill>
                <a:cs typeface="Times New Roman" panose="02020603050405020304" pitchFamily="18" charset="0"/>
              </a:rPr>
              <a:t>[</a:t>
            </a:r>
            <a:r>
              <a:rPr lang="en-US" altLang="zh-CN" b="1" i="1" dirty="0">
                <a:solidFill>
                  <a:srgbClr val="0070C0"/>
                </a:solidFill>
                <a:cs typeface="Times New Roman" panose="02020603050405020304" pitchFamily="18" charset="0"/>
              </a:rPr>
              <a:t>B</a:t>
            </a:r>
            <a:r>
              <a:rPr lang="en-US" altLang="zh-CN" b="1" dirty="0">
                <a:solidFill>
                  <a:srgbClr val="0070C0"/>
                </a:solidFill>
                <a:cs typeface="Times New Roman" panose="02020603050405020304" pitchFamily="18" charset="0"/>
              </a:rPr>
              <a:t>])</a:t>
            </a:r>
          </a:p>
          <a:p>
            <a:pPr marL="303212" lvl="1" indent="0" eaLnBrk="1" hangingPunct="1">
              <a:lnSpc>
                <a:spcPts val="2700"/>
              </a:lnSpc>
              <a:buClrTx/>
              <a:buFont typeface="Symbol" panose="05050102010706020507" pitchFamily="18" charset="2"/>
              <a:buNone/>
              <a:defRPr/>
            </a:pPr>
            <a:r>
              <a:rPr lang="en-US" altLang="zh-CN" b="1" i="1" dirty="0">
                <a:solidFill>
                  <a:srgbClr val="0070C0"/>
                </a:solidFill>
                <a:ea typeface="楷体_GB2312"/>
                <a:cs typeface="Times New Roman" panose="02020603050405020304" pitchFamily="18" charset="0"/>
              </a:rPr>
              <a:t>                                     f</a:t>
            </a:r>
            <a:r>
              <a:rPr lang="en-US" altLang="zh-CN" b="1" i="1" baseline="-30000" dirty="0">
                <a:solidFill>
                  <a:srgbClr val="0070C0"/>
                </a:solidFill>
                <a:cs typeface="Times New Roman" panose="02020603050405020304" pitchFamily="18" charset="0"/>
              </a:rPr>
              <a:t>B </a:t>
            </a:r>
            <a:r>
              <a:rPr lang="en-US" altLang="zh-CN" b="1" dirty="0">
                <a:solidFill>
                  <a:srgbClr val="0070C0"/>
                </a:solidFill>
                <a:ea typeface="楷体_GB2312"/>
                <a:cs typeface="Times New Roman" panose="02020603050405020304" pitchFamily="18" charset="0"/>
              </a:rPr>
              <a:t>= </a:t>
            </a:r>
            <a:r>
              <a:rPr lang="en-US" altLang="zh-CN" b="1" i="1" dirty="0" err="1">
                <a:solidFill>
                  <a:srgbClr val="0070C0"/>
                </a:solidFill>
                <a:ea typeface="楷体_GB2312"/>
                <a:cs typeface="Times New Roman" panose="02020603050405020304" pitchFamily="18" charset="0"/>
              </a:rPr>
              <a:t>f</a:t>
            </a:r>
            <a:r>
              <a:rPr lang="en-US" altLang="zh-CN" b="1" i="1" baseline="-30000" dirty="0" err="1">
                <a:solidFill>
                  <a:srgbClr val="0070C0"/>
                </a:solidFill>
                <a:cs typeface="Times New Roman" panose="02020603050405020304" pitchFamily="18" charset="0"/>
              </a:rPr>
              <a:t>sn</a:t>
            </a:r>
            <a:r>
              <a:rPr lang="en-US" altLang="zh-CN" b="1" i="1" dirty="0">
                <a:solidFill>
                  <a:srgbClr val="0070C0"/>
                </a:solidFill>
                <a:cs typeface="Times New Roman" panose="02020603050405020304" pitchFamily="18" charset="0"/>
              </a:rPr>
              <a:t>·</a:t>
            </a:r>
            <a:r>
              <a:rPr lang="en-US" altLang="zh-CN" b="1" i="1" dirty="0">
                <a:solidFill>
                  <a:srgbClr val="0070C0"/>
                </a:solidFill>
                <a:ea typeface="楷体_GB2312"/>
                <a:cs typeface="Times New Roman" panose="02020603050405020304" pitchFamily="18" charset="0"/>
              </a:rPr>
              <a:t>…</a:t>
            </a:r>
            <a:r>
              <a:rPr lang="en-US" altLang="zh-CN" b="1" i="1" dirty="0">
                <a:solidFill>
                  <a:srgbClr val="0070C0"/>
                </a:solidFill>
                <a:cs typeface="Times New Roman" panose="02020603050405020304" pitchFamily="18" charset="0"/>
              </a:rPr>
              <a:t>·</a:t>
            </a:r>
            <a:r>
              <a:rPr lang="en-US" altLang="zh-CN" b="1" i="1" dirty="0">
                <a:solidFill>
                  <a:srgbClr val="0070C0"/>
                </a:solidFill>
                <a:ea typeface="楷体_GB2312"/>
                <a:cs typeface="Times New Roman" panose="02020603050405020304" pitchFamily="18" charset="0"/>
              </a:rPr>
              <a:t>f</a:t>
            </a:r>
            <a:r>
              <a:rPr lang="en-US" altLang="zh-CN" b="1" i="1" baseline="-30000" dirty="0">
                <a:solidFill>
                  <a:srgbClr val="0070C0"/>
                </a:solidFill>
                <a:cs typeface="Times New Roman" panose="02020603050405020304" pitchFamily="18" charset="0"/>
              </a:rPr>
              <a:t>s2 </a:t>
            </a:r>
            <a:r>
              <a:rPr lang="en-US" altLang="zh-CN" b="1" i="1" dirty="0">
                <a:solidFill>
                  <a:srgbClr val="0070C0"/>
                </a:solidFill>
                <a:cs typeface="Times New Roman" panose="02020603050405020304" pitchFamily="18" charset="0"/>
              </a:rPr>
              <a:t>·</a:t>
            </a:r>
            <a:r>
              <a:rPr lang="en-US" altLang="zh-CN" b="1" i="1" dirty="0">
                <a:solidFill>
                  <a:srgbClr val="0070C0"/>
                </a:solidFill>
                <a:ea typeface="楷体_GB2312"/>
                <a:cs typeface="Times New Roman" panose="02020603050405020304" pitchFamily="18" charset="0"/>
              </a:rPr>
              <a:t>f</a:t>
            </a:r>
            <a:r>
              <a:rPr lang="en-US" altLang="zh-CN" b="1" i="1" baseline="-30000" dirty="0">
                <a:solidFill>
                  <a:srgbClr val="0070C0"/>
                </a:solidFill>
                <a:cs typeface="Times New Roman" panose="02020603050405020304" pitchFamily="18" charset="0"/>
              </a:rPr>
              <a:t>s1</a:t>
            </a:r>
          </a:p>
          <a:p>
            <a:pPr lvl="1" eaLnBrk="1" hangingPunct="1">
              <a:lnSpc>
                <a:spcPts val="27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b="1" dirty="0">
                <a:solidFill>
                  <a:prstClr val="black"/>
                </a:solidFill>
                <a:cs typeface="Times New Roman" panose="02020603050405020304" pitchFamily="18" charset="0"/>
              </a:rPr>
              <a:t>逆向数据流问题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：</a:t>
            </a:r>
            <a:r>
              <a:rPr lang="en-US" altLang="zh-CN" b="1" i="1" dirty="0">
                <a:solidFill>
                  <a:srgbClr val="0070C0"/>
                </a:solidFill>
                <a:cs typeface="Times New Roman" panose="02020603050405020304" pitchFamily="18" charset="0"/>
              </a:rPr>
              <a:t>IN</a:t>
            </a:r>
            <a:r>
              <a:rPr lang="en-US" altLang="zh-CN" b="1" dirty="0">
                <a:solidFill>
                  <a:srgbClr val="0070C0"/>
                </a:solidFill>
                <a:cs typeface="Times New Roman" panose="02020603050405020304" pitchFamily="18" charset="0"/>
              </a:rPr>
              <a:t>[</a:t>
            </a:r>
            <a:r>
              <a:rPr lang="en-US" altLang="zh-CN" b="1" i="1" dirty="0">
                <a:solidFill>
                  <a:srgbClr val="0070C0"/>
                </a:solidFill>
                <a:cs typeface="Times New Roman" panose="02020603050405020304" pitchFamily="18" charset="0"/>
              </a:rPr>
              <a:t>B</a:t>
            </a:r>
            <a:r>
              <a:rPr lang="en-US" altLang="zh-CN" b="1" dirty="0">
                <a:solidFill>
                  <a:srgbClr val="0070C0"/>
                </a:solidFill>
                <a:cs typeface="Times New Roman" panose="02020603050405020304" pitchFamily="18" charset="0"/>
              </a:rPr>
              <a:t>]</a:t>
            </a:r>
            <a:r>
              <a:rPr lang="en-US" altLang="zh-CN" b="1" i="1" dirty="0">
                <a:solidFill>
                  <a:srgbClr val="0070C0"/>
                </a:solidFill>
                <a:cs typeface="Times New Roman" panose="02020603050405020304" pitchFamily="18" charset="0"/>
              </a:rPr>
              <a:t> </a:t>
            </a:r>
            <a:r>
              <a:rPr lang="en-US" altLang="zh-CN" b="1" dirty="0">
                <a:solidFill>
                  <a:srgbClr val="0070C0"/>
                </a:solidFill>
                <a:cs typeface="Times New Roman" panose="02020603050405020304" pitchFamily="18" charset="0"/>
              </a:rPr>
              <a:t>= </a:t>
            </a:r>
            <a:r>
              <a:rPr lang="en-US" altLang="zh-CN" b="1" i="1" dirty="0">
                <a:solidFill>
                  <a:srgbClr val="0070C0"/>
                </a:solidFill>
                <a:cs typeface="Times New Roman" panose="02020603050405020304" pitchFamily="18" charset="0"/>
              </a:rPr>
              <a:t>f</a:t>
            </a:r>
            <a:r>
              <a:rPr lang="en-US" altLang="zh-CN" b="1" i="1" baseline="-30000" dirty="0">
                <a:solidFill>
                  <a:srgbClr val="0070C0"/>
                </a:solidFill>
                <a:cs typeface="Times New Roman" panose="02020603050405020304" pitchFamily="18" charset="0"/>
              </a:rPr>
              <a:t>B</a:t>
            </a:r>
            <a:r>
              <a:rPr lang="en-US" altLang="zh-CN" b="1" dirty="0">
                <a:solidFill>
                  <a:srgbClr val="0070C0"/>
                </a:solidFill>
                <a:cs typeface="Times New Roman" panose="02020603050405020304" pitchFamily="18" charset="0"/>
              </a:rPr>
              <a:t>(</a:t>
            </a:r>
            <a:r>
              <a:rPr lang="en-US" altLang="zh-CN" b="1" i="1" dirty="0">
                <a:solidFill>
                  <a:srgbClr val="0070C0"/>
                </a:solidFill>
                <a:cs typeface="Times New Roman" panose="02020603050405020304" pitchFamily="18" charset="0"/>
              </a:rPr>
              <a:t>OUT</a:t>
            </a:r>
            <a:r>
              <a:rPr lang="en-US" altLang="zh-CN" b="1" dirty="0">
                <a:solidFill>
                  <a:srgbClr val="0070C0"/>
                </a:solidFill>
                <a:cs typeface="Times New Roman" panose="02020603050405020304" pitchFamily="18" charset="0"/>
              </a:rPr>
              <a:t>[</a:t>
            </a:r>
            <a:r>
              <a:rPr lang="en-US" altLang="zh-CN" b="1" i="1" dirty="0">
                <a:solidFill>
                  <a:srgbClr val="0070C0"/>
                </a:solidFill>
                <a:cs typeface="Times New Roman" panose="02020603050405020304" pitchFamily="18" charset="0"/>
              </a:rPr>
              <a:t>B</a:t>
            </a:r>
            <a:r>
              <a:rPr lang="en-US" altLang="zh-CN" b="1" dirty="0">
                <a:solidFill>
                  <a:srgbClr val="0070C0"/>
                </a:solidFill>
                <a:cs typeface="Times New Roman" panose="02020603050405020304" pitchFamily="18" charset="0"/>
              </a:rPr>
              <a:t>])</a:t>
            </a:r>
          </a:p>
          <a:p>
            <a:pPr marL="303212" lvl="1" indent="0" eaLnBrk="1" hangingPunct="1">
              <a:lnSpc>
                <a:spcPts val="2700"/>
              </a:lnSpc>
              <a:buClrTx/>
              <a:buFont typeface="Symbol" panose="05050102010706020507" pitchFamily="18" charset="2"/>
              <a:buNone/>
              <a:defRPr/>
            </a:pPr>
            <a:r>
              <a:rPr lang="en-US" altLang="zh-CN" b="1" i="1" dirty="0">
                <a:solidFill>
                  <a:srgbClr val="0070C0"/>
                </a:solidFill>
                <a:ea typeface="楷体_GB2312"/>
                <a:cs typeface="Times New Roman" panose="02020603050405020304" pitchFamily="18" charset="0"/>
              </a:rPr>
              <a:t>                                     f</a:t>
            </a:r>
            <a:r>
              <a:rPr lang="en-US" altLang="zh-CN" b="1" i="1" baseline="-30000" dirty="0">
                <a:solidFill>
                  <a:srgbClr val="0070C0"/>
                </a:solidFill>
                <a:cs typeface="Times New Roman" panose="02020603050405020304" pitchFamily="18" charset="0"/>
              </a:rPr>
              <a:t>B </a:t>
            </a:r>
            <a:r>
              <a:rPr lang="en-US" altLang="zh-CN" b="1" dirty="0">
                <a:solidFill>
                  <a:srgbClr val="0070C0"/>
                </a:solidFill>
                <a:ea typeface="楷体_GB2312"/>
                <a:cs typeface="Times New Roman" panose="02020603050405020304" pitchFamily="18" charset="0"/>
              </a:rPr>
              <a:t>= </a:t>
            </a:r>
            <a:r>
              <a:rPr lang="en-US" altLang="zh-CN" b="1" i="1" dirty="0">
                <a:solidFill>
                  <a:srgbClr val="0070C0"/>
                </a:solidFill>
                <a:ea typeface="楷体_GB2312"/>
                <a:cs typeface="Times New Roman" panose="02020603050405020304" pitchFamily="18" charset="0"/>
              </a:rPr>
              <a:t>f</a:t>
            </a:r>
            <a:r>
              <a:rPr lang="en-US" altLang="zh-CN" b="1" i="1" baseline="-30000" dirty="0">
                <a:solidFill>
                  <a:srgbClr val="0070C0"/>
                </a:solidFill>
                <a:cs typeface="Times New Roman" panose="02020603050405020304" pitchFamily="18" charset="0"/>
              </a:rPr>
              <a:t>s1</a:t>
            </a:r>
            <a:r>
              <a:rPr lang="en-US" altLang="zh-CN" b="1" i="1" dirty="0">
                <a:solidFill>
                  <a:srgbClr val="0070C0"/>
                </a:solidFill>
                <a:cs typeface="Times New Roman" panose="02020603050405020304" pitchFamily="18" charset="0"/>
              </a:rPr>
              <a:t>·</a:t>
            </a:r>
            <a:r>
              <a:rPr lang="en-US" altLang="zh-CN" b="1" i="1" dirty="0">
                <a:solidFill>
                  <a:srgbClr val="0070C0"/>
                </a:solidFill>
                <a:ea typeface="楷体_GB2312"/>
                <a:cs typeface="Times New Roman" panose="02020603050405020304" pitchFamily="18" charset="0"/>
              </a:rPr>
              <a:t> f</a:t>
            </a:r>
            <a:r>
              <a:rPr lang="en-US" altLang="zh-CN" b="1" i="1" baseline="-30000" dirty="0">
                <a:solidFill>
                  <a:srgbClr val="0070C0"/>
                </a:solidFill>
                <a:cs typeface="Times New Roman" panose="02020603050405020304" pitchFamily="18" charset="0"/>
              </a:rPr>
              <a:t>s2 </a:t>
            </a:r>
            <a:r>
              <a:rPr lang="en-US" altLang="zh-CN" b="1" i="1" dirty="0">
                <a:solidFill>
                  <a:srgbClr val="0070C0"/>
                </a:solidFill>
                <a:cs typeface="Times New Roman" panose="02020603050405020304" pitchFamily="18" charset="0"/>
              </a:rPr>
              <a:t>· </a:t>
            </a:r>
            <a:r>
              <a:rPr lang="en-US" altLang="zh-CN" b="1" i="1" dirty="0">
                <a:solidFill>
                  <a:srgbClr val="0070C0"/>
                </a:solidFill>
                <a:ea typeface="楷体_GB2312"/>
                <a:cs typeface="Times New Roman" panose="02020603050405020304" pitchFamily="18" charset="0"/>
              </a:rPr>
              <a:t>…</a:t>
            </a:r>
            <a:r>
              <a:rPr lang="en-US" altLang="zh-CN" b="1" i="1" dirty="0">
                <a:solidFill>
                  <a:srgbClr val="0070C0"/>
                </a:solidFill>
                <a:cs typeface="Times New Roman" panose="02020603050405020304" pitchFamily="18" charset="0"/>
              </a:rPr>
              <a:t>·</a:t>
            </a:r>
            <a:r>
              <a:rPr lang="en-US" altLang="zh-CN" b="1" i="1" dirty="0" err="1">
                <a:solidFill>
                  <a:srgbClr val="0070C0"/>
                </a:solidFill>
                <a:ea typeface="楷体_GB2312"/>
                <a:cs typeface="Times New Roman" panose="02020603050405020304" pitchFamily="18" charset="0"/>
              </a:rPr>
              <a:t>f</a:t>
            </a:r>
            <a:r>
              <a:rPr lang="en-US" altLang="zh-CN" b="1" i="1" baseline="-30000" dirty="0" err="1">
                <a:solidFill>
                  <a:srgbClr val="0070C0"/>
                </a:solidFill>
                <a:cs typeface="Times New Roman" panose="02020603050405020304" pitchFamily="18" charset="0"/>
              </a:rPr>
              <a:t>sn</a:t>
            </a:r>
            <a:endParaRPr lang="en-US" altLang="zh-CN" b="1" i="1" baseline="-30000" dirty="0">
              <a:solidFill>
                <a:srgbClr val="0070C0"/>
              </a:solidFill>
              <a:cs typeface="Times New Roman" panose="02020603050405020304" pitchFamily="18" charset="0"/>
            </a:endParaRPr>
          </a:p>
          <a:p>
            <a:pPr lvl="1" eaLnBrk="1" hangingPunct="1">
              <a:lnSpc>
                <a:spcPts val="2700"/>
              </a:lnSpc>
              <a:buClrTx/>
              <a:buFont typeface="Wingdings" panose="05000000000000000000" pitchFamily="2" charset="2"/>
              <a:buChar char="Ø"/>
              <a:defRPr/>
            </a:pPr>
            <a:endParaRPr lang="en-US" altLang="zh-CN" b="1" i="1" baseline="-30000" dirty="0">
              <a:solidFill>
                <a:srgbClr val="2D83F4"/>
              </a:solidFill>
              <a:cs typeface="Times New Roman" panose="02020603050405020304" pitchFamily="18" charset="0"/>
            </a:endParaRPr>
          </a:p>
        </p:txBody>
      </p:sp>
      <p:sp>
        <p:nvSpPr>
          <p:cNvPr id="129027" name="Rectangle 2">
            <a:extLst>
              <a:ext uri="{FF2B5EF4-FFF2-40B4-BE49-F238E27FC236}">
                <a16:creationId xmlns:a16="http://schemas.microsoft.com/office/drawing/2014/main" id="{59D8B994-F7E0-4222-B3C1-1EA1806A3F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基本块上的数据流模式</a:t>
            </a:r>
            <a:endParaRPr lang="en-US" altLang="zh-CN" sz="3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66DFC62-C382-4ECF-A152-010837ADD1F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27079" y="930275"/>
            <a:ext cx="3059112" cy="4035425"/>
          </a:xfrm>
          <a:prstGeom prst="rect">
            <a:avLst/>
          </a:prstGeom>
          <a:noFill/>
          <a:ln>
            <a:noFill/>
          </a:ln>
          <a:effectLst/>
        </p:spPr>
        <p:txBody>
          <a:bodyPr lIns="68580" tIns="34290" rIns="68580" bIns="34290"/>
          <a:lstStyle/>
          <a:p>
            <a:pPr marL="257175" indent="-257175" eaLnBrk="1" hangingPunct="1">
              <a:lnSpc>
                <a:spcPts val="2500"/>
              </a:lnSpc>
              <a:spcBef>
                <a:spcPct val="20000"/>
              </a:spcBef>
              <a:buClr>
                <a:srgbClr val="5EAEFF"/>
              </a:buClr>
              <a:buSzPct val="60000"/>
              <a:defRPr/>
            </a:pPr>
            <a:r>
              <a:rPr lang="en-US" altLang="zh-CN" sz="2000" dirty="0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   </a:t>
            </a:r>
            <a:r>
              <a:rPr lang="en-US" altLang="zh-CN" sz="2000" i="1" dirty="0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OUT</a:t>
            </a:r>
            <a:r>
              <a:rPr lang="en-US" altLang="zh-CN" sz="2000" dirty="0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[</a:t>
            </a:r>
            <a:r>
              <a:rPr lang="en-US" altLang="zh-CN" sz="2000" i="1" dirty="0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B</a:t>
            </a:r>
            <a:r>
              <a:rPr lang="en-US" altLang="zh-CN" sz="2000" dirty="0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]</a:t>
            </a:r>
          </a:p>
          <a:p>
            <a:pPr marL="257175" indent="-257175" eaLnBrk="1" hangingPunct="1">
              <a:lnSpc>
                <a:spcPts val="2500"/>
              </a:lnSpc>
              <a:spcBef>
                <a:spcPct val="20000"/>
              </a:spcBef>
              <a:buClr>
                <a:srgbClr val="5EAEFF"/>
              </a:buClr>
              <a:buSzPct val="60000"/>
              <a:defRPr/>
            </a:pPr>
            <a:r>
              <a:rPr lang="en-US" altLang="zh-CN" sz="2000" dirty="0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= </a:t>
            </a:r>
            <a:r>
              <a:rPr lang="en-US" altLang="zh-CN" sz="2000" i="1" dirty="0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OUT</a:t>
            </a:r>
            <a:r>
              <a:rPr lang="en-US" altLang="zh-CN" sz="2000" dirty="0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[</a:t>
            </a:r>
            <a:r>
              <a:rPr lang="en-US" altLang="zh-CN" sz="2000" i="1" dirty="0" err="1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s</a:t>
            </a:r>
            <a:r>
              <a:rPr lang="en-US" altLang="zh-CN" sz="2000" i="1" baseline="-30000" dirty="0" err="1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n</a:t>
            </a:r>
            <a:r>
              <a:rPr lang="en-US" altLang="zh-CN" sz="2000" dirty="0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]</a:t>
            </a:r>
          </a:p>
          <a:p>
            <a:pPr marL="257175" indent="-257175" eaLnBrk="1" hangingPunct="1">
              <a:lnSpc>
                <a:spcPts val="2500"/>
              </a:lnSpc>
              <a:spcBef>
                <a:spcPct val="20000"/>
              </a:spcBef>
              <a:buClr>
                <a:srgbClr val="5EAEFF"/>
              </a:buClr>
              <a:buSzPct val="60000"/>
              <a:defRPr/>
            </a:pPr>
            <a:r>
              <a:rPr lang="en-US" altLang="zh-CN" sz="2000" dirty="0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= </a:t>
            </a:r>
            <a:r>
              <a:rPr lang="en-US" altLang="zh-CN" sz="2000" i="1" dirty="0" err="1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f</a:t>
            </a:r>
            <a:r>
              <a:rPr lang="en-US" altLang="zh-CN" sz="2000" i="1" baseline="-30000" dirty="0" err="1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sn</a:t>
            </a:r>
            <a:r>
              <a:rPr lang="en-US" altLang="zh-CN" sz="2000" dirty="0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(</a:t>
            </a:r>
            <a:r>
              <a:rPr lang="en-US" altLang="zh-CN" sz="2000" i="1" dirty="0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IN</a:t>
            </a:r>
            <a:r>
              <a:rPr lang="en-US" altLang="zh-CN" sz="2000" dirty="0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[</a:t>
            </a:r>
            <a:r>
              <a:rPr lang="en-US" altLang="zh-CN" sz="2000" i="1" dirty="0" err="1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s</a:t>
            </a:r>
            <a:r>
              <a:rPr lang="en-US" altLang="zh-CN" sz="2000" i="1" baseline="-30000" dirty="0" err="1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n</a:t>
            </a:r>
            <a:r>
              <a:rPr lang="en-US" altLang="zh-CN" sz="2000" dirty="0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])</a:t>
            </a:r>
          </a:p>
          <a:p>
            <a:pPr marL="257175" indent="-257175" eaLnBrk="1" hangingPunct="1">
              <a:lnSpc>
                <a:spcPts val="2500"/>
              </a:lnSpc>
              <a:spcBef>
                <a:spcPct val="20000"/>
              </a:spcBef>
              <a:buClr>
                <a:srgbClr val="5EAEFF"/>
              </a:buClr>
              <a:buSzPct val="60000"/>
              <a:defRPr/>
            </a:pPr>
            <a:r>
              <a:rPr lang="en-US" altLang="zh-CN" sz="2000" dirty="0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= </a:t>
            </a:r>
            <a:r>
              <a:rPr lang="en-US" altLang="zh-CN" sz="2000" i="1" dirty="0" err="1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f</a:t>
            </a:r>
            <a:r>
              <a:rPr lang="en-US" altLang="zh-CN" sz="2000" i="1" baseline="-30000" dirty="0" err="1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sn</a:t>
            </a:r>
            <a:r>
              <a:rPr lang="en-US" altLang="zh-CN" sz="2000" dirty="0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(</a:t>
            </a:r>
            <a:r>
              <a:rPr lang="en-US" altLang="zh-CN" sz="2000" i="1" dirty="0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OUT</a:t>
            </a:r>
            <a:r>
              <a:rPr lang="en-US" altLang="zh-CN" sz="2000" dirty="0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[</a:t>
            </a:r>
            <a:r>
              <a:rPr lang="en-US" altLang="zh-CN" sz="2000" i="1" dirty="0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s</a:t>
            </a:r>
            <a:r>
              <a:rPr lang="en-US" altLang="zh-CN" sz="2000" i="1" baseline="-30000" dirty="0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n-1</a:t>
            </a:r>
            <a:r>
              <a:rPr lang="en-US" altLang="zh-CN" sz="2000" dirty="0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])</a:t>
            </a:r>
          </a:p>
          <a:p>
            <a:pPr marL="257175" indent="-257175" eaLnBrk="1" hangingPunct="1">
              <a:lnSpc>
                <a:spcPts val="2500"/>
              </a:lnSpc>
              <a:spcBef>
                <a:spcPct val="20000"/>
              </a:spcBef>
              <a:buClr>
                <a:srgbClr val="5EAEFF"/>
              </a:buClr>
              <a:buSzPct val="60000"/>
              <a:defRPr/>
            </a:pPr>
            <a:r>
              <a:rPr lang="en-US" altLang="zh-CN" sz="2000" dirty="0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= </a:t>
            </a:r>
            <a:r>
              <a:rPr lang="en-US" altLang="zh-CN" sz="2000" i="1" dirty="0" err="1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f</a:t>
            </a:r>
            <a:r>
              <a:rPr lang="en-US" altLang="zh-CN" sz="2000" i="1" baseline="-30000" dirty="0" err="1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sn</a:t>
            </a:r>
            <a:r>
              <a:rPr lang="en-US" altLang="zh-CN" sz="2000" i="1" dirty="0" err="1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·f</a:t>
            </a:r>
            <a:r>
              <a:rPr lang="en-US" altLang="zh-CN" sz="2000" i="1" baseline="-30000" dirty="0" err="1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s</a:t>
            </a:r>
            <a:r>
              <a:rPr lang="en-US" altLang="zh-CN" sz="2000" i="1" baseline="-30000" dirty="0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(n-1)</a:t>
            </a:r>
            <a:r>
              <a:rPr lang="en-US" altLang="zh-CN" sz="2000" dirty="0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(</a:t>
            </a:r>
            <a:r>
              <a:rPr lang="en-US" altLang="zh-CN" sz="2000" i="1" dirty="0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IN</a:t>
            </a:r>
            <a:r>
              <a:rPr lang="en-US" altLang="zh-CN" sz="2000" dirty="0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[</a:t>
            </a:r>
            <a:r>
              <a:rPr lang="en-US" altLang="zh-CN" sz="2000" i="1" dirty="0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s</a:t>
            </a:r>
            <a:r>
              <a:rPr lang="en-US" altLang="zh-CN" sz="2000" i="1" baseline="-30000" dirty="0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n-1</a:t>
            </a:r>
            <a:r>
              <a:rPr lang="en-US" altLang="zh-CN" sz="2000" dirty="0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])</a:t>
            </a:r>
          </a:p>
          <a:p>
            <a:pPr marL="257175" indent="-257175" eaLnBrk="1" hangingPunct="1">
              <a:lnSpc>
                <a:spcPts val="2500"/>
              </a:lnSpc>
              <a:spcBef>
                <a:spcPct val="20000"/>
              </a:spcBef>
              <a:buClr>
                <a:srgbClr val="5EAEFF"/>
              </a:buClr>
              <a:buSzPct val="60000"/>
              <a:defRPr/>
            </a:pPr>
            <a:r>
              <a:rPr lang="en-US" altLang="zh-CN" sz="2000" dirty="0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= </a:t>
            </a:r>
            <a:r>
              <a:rPr lang="en-US" altLang="zh-CN" sz="2000" i="1" dirty="0" err="1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f</a:t>
            </a:r>
            <a:r>
              <a:rPr lang="en-US" altLang="zh-CN" sz="2000" i="1" baseline="-30000" dirty="0" err="1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sn</a:t>
            </a:r>
            <a:r>
              <a:rPr lang="en-US" altLang="zh-CN" sz="2000" i="1" dirty="0" err="1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·f</a:t>
            </a:r>
            <a:r>
              <a:rPr lang="en-US" altLang="zh-CN" sz="2000" i="1" baseline="-30000" dirty="0" err="1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s</a:t>
            </a:r>
            <a:r>
              <a:rPr lang="en-US" altLang="zh-CN" sz="2000" i="1" baseline="-30000" dirty="0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(n-1)</a:t>
            </a:r>
            <a:r>
              <a:rPr lang="en-US" altLang="zh-CN" sz="2000" dirty="0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(</a:t>
            </a:r>
            <a:r>
              <a:rPr lang="en-US" altLang="zh-CN" sz="2000" i="1" dirty="0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OUT</a:t>
            </a:r>
            <a:r>
              <a:rPr lang="en-US" altLang="zh-CN" sz="2000" dirty="0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[</a:t>
            </a:r>
            <a:r>
              <a:rPr lang="en-US" altLang="zh-CN" sz="2000" i="1" dirty="0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s</a:t>
            </a:r>
            <a:r>
              <a:rPr lang="en-US" altLang="zh-CN" sz="2000" i="1" baseline="-30000" dirty="0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n-2</a:t>
            </a:r>
            <a:r>
              <a:rPr lang="en-US" altLang="zh-CN" sz="2000" dirty="0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])</a:t>
            </a:r>
          </a:p>
          <a:p>
            <a:pPr marL="257175" indent="-257175" eaLnBrk="1" hangingPunct="1">
              <a:lnSpc>
                <a:spcPts val="2500"/>
              </a:lnSpc>
              <a:spcBef>
                <a:spcPct val="20000"/>
              </a:spcBef>
              <a:buClr>
                <a:srgbClr val="5EAEFF"/>
              </a:buClr>
              <a:buSzPct val="60000"/>
              <a:defRPr/>
            </a:pPr>
            <a:r>
              <a:rPr lang="en-US" altLang="zh-CN" sz="2000" dirty="0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……</a:t>
            </a:r>
            <a:endParaRPr lang="en-US" altLang="zh-CN" sz="2000" kern="0" dirty="0">
              <a:solidFill>
                <a:prstClr val="black"/>
              </a:solidFill>
              <a:latin typeface="Times New Roman" pitchFamily="18" charset="0"/>
              <a:ea typeface="楷体" pitchFamily="49" charset="-122"/>
              <a:cs typeface="Times New Roman" pitchFamily="18" charset="0"/>
            </a:endParaRPr>
          </a:p>
          <a:p>
            <a:pPr marL="257175" indent="-257175" eaLnBrk="1" hangingPunct="1">
              <a:lnSpc>
                <a:spcPts val="2500"/>
              </a:lnSpc>
              <a:spcBef>
                <a:spcPct val="20000"/>
              </a:spcBef>
              <a:buClr>
                <a:srgbClr val="5EAEFF"/>
              </a:buClr>
              <a:buSzPct val="60000"/>
              <a:defRPr/>
            </a:pPr>
            <a:r>
              <a:rPr lang="en-US" altLang="zh-CN" sz="2000" dirty="0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= </a:t>
            </a:r>
            <a:r>
              <a:rPr lang="en-US" altLang="zh-CN" sz="2000" i="1" dirty="0" err="1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f</a:t>
            </a:r>
            <a:r>
              <a:rPr lang="en-US" altLang="zh-CN" sz="2000" i="1" baseline="-30000" dirty="0" err="1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sn</a:t>
            </a:r>
            <a:r>
              <a:rPr lang="en-US" altLang="zh-CN" sz="2000" i="1" dirty="0" err="1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·f</a:t>
            </a:r>
            <a:r>
              <a:rPr lang="en-US" altLang="zh-CN" sz="2000" i="1" baseline="-30000" dirty="0" err="1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s</a:t>
            </a:r>
            <a:r>
              <a:rPr lang="en-US" altLang="zh-CN" sz="2000" i="1" baseline="-30000" dirty="0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(n-1)</a:t>
            </a:r>
            <a:r>
              <a:rPr lang="en-US" altLang="zh-CN" sz="2000" i="1" dirty="0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·…·f</a:t>
            </a:r>
            <a:r>
              <a:rPr lang="en-US" altLang="zh-CN" sz="2000" i="1" baseline="-30000" dirty="0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s2</a:t>
            </a:r>
            <a:r>
              <a:rPr lang="en-US" altLang="zh-CN" sz="2000" dirty="0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(</a:t>
            </a:r>
            <a:r>
              <a:rPr lang="en-US" altLang="zh-CN" sz="2000" i="1" dirty="0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OUT</a:t>
            </a:r>
            <a:r>
              <a:rPr lang="en-US" altLang="zh-CN" sz="2000" dirty="0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[</a:t>
            </a:r>
            <a:r>
              <a:rPr lang="en-US" altLang="zh-CN" sz="2000" i="1" dirty="0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s</a:t>
            </a:r>
            <a:r>
              <a:rPr lang="en-US" altLang="zh-CN" sz="2000" i="1" baseline="-30000" dirty="0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1</a:t>
            </a:r>
            <a:r>
              <a:rPr lang="en-US" altLang="zh-CN" sz="2000" dirty="0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])</a:t>
            </a:r>
          </a:p>
          <a:p>
            <a:pPr marL="257175" indent="-257175" eaLnBrk="1" hangingPunct="1">
              <a:lnSpc>
                <a:spcPts val="2500"/>
              </a:lnSpc>
              <a:spcBef>
                <a:spcPct val="20000"/>
              </a:spcBef>
              <a:buClr>
                <a:srgbClr val="5EAEFF"/>
              </a:buClr>
              <a:buSzPct val="60000"/>
              <a:defRPr/>
            </a:pPr>
            <a:r>
              <a:rPr lang="en-US" altLang="zh-CN" sz="2000" dirty="0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= </a:t>
            </a:r>
            <a:r>
              <a:rPr lang="en-US" altLang="zh-CN" sz="2000" i="1" dirty="0" err="1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f</a:t>
            </a:r>
            <a:r>
              <a:rPr lang="en-US" altLang="zh-CN" sz="2000" i="1" baseline="-30000" dirty="0" err="1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sn</a:t>
            </a:r>
            <a:r>
              <a:rPr lang="en-US" altLang="zh-CN" sz="2000" i="1" dirty="0" err="1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·f</a:t>
            </a:r>
            <a:r>
              <a:rPr lang="en-US" altLang="zh-CN" sz="2000" i="1" baseline="-30000" dirty="0" err="1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s</a:t>
            </a:r>
            <a:r>
              <a:rPr lang="en-US" altLang="zh-CN" sz="2000" i="1" baseline="-30000" dirty="0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(n-1)</a:t>
            </a:r>
            <a:r>
              <a:rPr lang="en-US" altLang="zh-CN" sz="2000" i="1" dirty="0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·…</a:t>
            </a:r>
            <a:r>
              <a:rPr lang="en-US" altLang="zh-CN" sz="2000" i="1" baseline="-30000" dirty="0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 </a:t>
            </a:r>
            <a:r>
              <a:rPr lang="en-US" altLang="zh-CN" sz="2000" i="1" dirty="0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·f</a:t>
            </a:r>
            <a:r>
              <a:rPr lang="en-US" altLang="zh-CN" sz="2000" i="1" baseline="-30000" dirty="0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s2</a:t>
            </a:r>
            <a:r>
              <a:rPr lang="en-US" altLang="zh-CN" sz="2000" i="1" dirty="0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·f</a:t>
            </a:r>
            <a:r>
              <a:rPr lang="en-US" altLang="zh-CN" sz="2000" i="1" baseline="-30000" dirty="0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s1</a:t>
            </a:r>
            <a:r>
              <a:rPr lang="en-US" altLang="zh-CN" sz="2000" dirty="0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(</a:t>
            </a:r>
            <a:r>
              <a:rPr lang="en-US" altLang="zh-CN" sz="2000" i="1" dirty="0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IN</a:t>
            </a:r>
            <a:r>
              <a:rPr lang="en-US" altLang="zh-CN" sz="2000" dirty="0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[</a:t>
            </a:r>
            <a:r>
              <a:rPr lang="en-US" altLang="zh-CN" sz="2000" i="1" dirty="0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s</a:t>
            </a:r>
            <a:r>
              <a:rPr lang="en-US" altLang="zh-CN" sz="2000" i="1" baseline="-30000" dirty="0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1</a:t>
            </a:r>
            <a:r>
              <a:rPr lang="en-US" altLang="zh-CN" sz="2000" dirty="0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])</a:t>
            </a:r>
          </a:p>
          <a:p>
            <a:pPr marL="257175" indent="-257175" eaLnBrk="1" hangingPunct="1">
              <a:lnSpc>
                <a:spcPts val="2500"/>
              </a:lnSpc>
              <a:spcBef>
                <a:spcPct val="20000"/>
              </a:spcBef>
              <a:buClr>
                <a:srgbClr val="5EAEFF"/>
              </a:buClr>
              <a:buSzPct val="60000"/>
              <a:defRPr/>
            </a:pPr>
            <a:r>
              <a:rPr lang="en-US" altLang="zh-CN" sz="2000" kern="0" dirty="0">
                <a:solidFill>
                  <a:prstClr val="black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=</a:t>
            </a:r>
            <a:r>
              <a:rPr lang="en-US" altLang="zh-CN" sz="2000" dirty="0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  </a:t>
            </a:r>
            <a:r>
              <a:rPr lang="en-US" altLang="zh-CN" sz="2000" i="1" dirty="0" err="1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f</a:t>
            </a:r>
            <a:r>
              <a:rPr lang="en-US" altLang="zh-CN" sz="2000" i="1" baseline="-30000" dirty="0" err="1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sn</a:t>
            </a:r>
            <a:r>
              <a:rPr lang="en-US" altLang="zh-CN" sz="2000" i="1" dirty="0" err="1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·f</a:t>
            </a:r>
            <a:r>
              <a:rPr lang="en-US" altLang="zh-CN" sz="2000" i="1" baseline="-30000" dirty="0" err="1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s</a:t>
            </a:r>
            <a:r>
              <a:rPr lang="en-US" altLang="zh-CN" sz="2000" i="1" baseline="-30000" dirty="0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(n-1)</a:t>
            </a:r>
            <a:r>
              <a:rPr lang="en-US" altLang="zh-CN" sz="2000" i="1" dirty="0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·…</a:t>
            </a:r>
            <a:r>
              <a:rPr lang="en-US" altLang="zh-CN" sz="2000" i="1" baseline="-30000" dirty="0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 </a:t>
            </a:r>
            <a:r>
              <a:rPr lang="en-US" altLang="zh-CN" sz="2000" i="1" dirty="0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·f</a:t>
            </a:r>
            <a:r>
              <a:rPr lang="en-US" altLang="zh-CN" sz="2000" i="1" baseline="-30000" dirty="0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s2</a:t>
            </a:r>
            <a:r>
              <a:rPr lang="en-US" altLang="zh-CN" sz="2000" i="1" dirty="0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·f</a:t>
            </a:r>
            <a:r>
              <a:rPr lang="en-US" altLang="zh-CN" sz="2000" i="1" baseline="-30000" dirty="0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s1 </a:t>
            </a:r>
            <a:r>
              <a:rPr lang="en-US" altLang="zh-CN" sz="2000" dirty="0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(</a:t>
            </a:r>
            <a:r>
              <a:rPr lang="en-US" altLang="zh-CN" sz="2000" i="1" dirty="0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IN</a:t>
            </a:r>
            <a:r>
              <a:rPr lang="en-US" altLang="zh-CN" sz="2000" dirty="0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[</a:t>
            </a:r>
            <a:r>
              <a:rPr lang="en-US" altLang="zh-CN" sz="2000" i="1" dirty="0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B</a:t>
            </a:r>
            <a:r>
              <a:rPr lang="en-US" altLang="zh-CN" sz="2000" dirty="0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])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800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76800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76800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76800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800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6800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6800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76800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800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76800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76800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6800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 nodeType="clickPar">
                      <p:stCondLst>
                        <p:cond delay="indefinite"/>
                      </p:stCondLst>
                      <p:childTnLst>
                        <p:par>
                          <p:cTn id="2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800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76800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76800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76800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800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76800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76800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76800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 nodeType="clickPar">
                      <p:stCondLst>
                        <p:cond delay="indefinite"/>
                      </p:stCondLst>
                      <p:childTnLst>
                        <p:par>
                          <p:cTn id="3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6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 nodeType="clickPar">
                      <p:stCondLst>
                        <p:cond delay="indefinite"/>
                      </p:stCondLst>
                      <p:childTnLst>
                        <p:par>
                          <p:cTn id="4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8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 nodeType="clickPar">
                      <p:stCondLst>
                        <p:cond delay="indefinite"/>
                      </p:stCondLst>
                      <p:childTnLst>
                        <p:par>
                          <p:cTn id="5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5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7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 nodeType="clickPar">
                      <p:stCondLst>
                        <p:cond delay="indefinite"/>
                      </p:stCondLst>
                      <p:childTnLst>
                        <p:par>
                          <p:cTn id="6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2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" dur="5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5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 nodeType="clickPar">
                      <p:stCondLst>
                        <p:cond delay="indefinite"/>
                      </p:stCondLst>
                      <p:childTnLst>
                        <p:par>
                          <p:cTn id="6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9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1" dur="5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5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 nodeType="clickPar">
                      <p:stCondLst>
                        <p:cond delay="indefinite"/>
                      </p:stCondLst>
                      <p:childTnLst>
                        <p:par>
                          <p:cTn id="7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6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500" fill="hold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500" fill="hold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3" dur="500" fill="hold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500" fill="hold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 nodeType="clickPar">
                      <p:stCondLst>
                        <p:cond delay="indefinite"/>
                      </p:stCondLst>
                      <p:childTnLst>
                        <p:par>
                          <p:cTn id="8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8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0" dur="500" fill="hold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1" dur="500" fill="hold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 nodeType="clickPar">
                      <p:stCondLst>
                        <p:cond delay="indefinite"/>
                      </p:stCondLst>
                      <p:childTnLst>
                        <p:par>
                          <p:cTn id="9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5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7" dur="500" fill="hold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8" dur="500" fill="hold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0" fill="hold" nodeType="clickPar">
                      <p:stCondLst>
                        <p:cond delay="indefinite"/>
                      </p:stCondLst>
                      <p:childTnLst>
                        <p:par>
                          <p:cTn id="10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800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4" dur="500" fill="hold"/>
                                        <p:tgtEl>
                                          <p:spTgt spid="76800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5" dur="500" fill="hold"/>
                                        <p:tgtEl>
                                          <p:spTgt spid="76800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76800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 nodeType="clickPar">
                      <p:stCondLst>
                        <p:cond delay="indefinite"/>
                      </p:stCondLst>
                      <p:childTnLst>
                        <p:par>
                          <p:cTn id="10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9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800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1" dur="500" fill="hold"/>
                                        <p:tgtEl>
                                          <p:spTgt spid="76800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2" dur="500" fill="hold"/>
                                        <p:tgtEl>
                                          <p:spTgt spid="76800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3" dur="500"/>
                                        <p:tgtEl>
                                          <p:spTgt spid="76800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800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6" dur="500" fill="hold"/>
                                        <p:tgtEl>
                                          <p:spTgt spid="76800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7" dur="500" fill="hold"/>
                                        <p:tgtEl>
                                          <p:spTgt spid="76800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76800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768003" name="Rectangle 3">
                <a:extLst>
                  <a:ext uri="{FF2B5EF4-FFF2-40B4-BE49-F238E27FC236}">
                    <a16:creationId xmlns:a16="http://schemas.microsoft.com/office/drawing/2014/main" id="{353E6F7D-FCE6-4874-AE15-991CC5B98EBA}"/>
                  </a:ext>
                </a:extLst>
              </p:cNvPr>
              <p:cNvSpPr>
                <a:spLocks noGrp="1" noChangeArrowheads="1"/>
              </p:cNvSpPr>
              <p:nvPr>
                <p:ph idx="1"/>
              </p:nvPr>
            </p:nvSpPr>
            <p:spPr bwMode="auto">
              <a:xfrm>
                <a:off x="430213" y="930275"/>
                <a:ext cx="8256587" cy="3873723"/>
              </a:xfrm>
            </p:spPr>
            <p:txBody>
              <a:bodyPr vert="horz" wrap="square" numCol="1" anchor="t" anchorCtr="0" compatLnSpc="1">
                <a:prstTxWarp prst="textNoShape">
                  <a:avLst/>
                </a:prstTxWarp>
              </a:bodyPr>
              <a:lstStyle/>
              <a:p>
                <a:pPr eaLnBrk="1" hangingPunct="1">
                  <a:lnSpc>
                    <a:spcPts val="2700"/>
                  </a:lnSpc>
                  <a:buClrTx/>
                  <a:buFont typeface="Wingdings" panose="05000000000000000000" pitchFamily="2" charset="2"/>
                  <a:buChar char="Ø"/>
                  <a:defRPr/>
                </a:pPr>
                <a:r>
                  <a:rPr lang="en-US" altLang="zh-CN" sz="2200" b="1" i="1" dirty="0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 </a:t>
                </a:r>
                <a:r>
                  <a:rPr lang="en-US" altLang="zh-CN" sz="2200" b="1" i="1" dirty="0">
                    <a:solidFill>
                      <a:srgbClr val="0070C0"/>
                    </a:solidFill>
                    <a:cs typeface="Times New Roman" panose="02020603050405020304" pitchFamily="18" charset="0"/>
                  </a:rPr>
                  <a:t>IN</a:t>
                </a:r>
                <a:r>
                  <a:rPr lang="en-US" altLang="zh-CN" sz="2200" b="1" dirty="0">
                    <a:solidFill>
                      <a:srgbClr val="0070C0"/>
                    </a:solidFill>
                    <a:cs typeface="Times New Roman" panose="02020603050405020304" pitchFamily="18" charset="0"/>
                  </a:rPr>
                  <a:t>[</a:t>
                </a:r>
                <a:r>
                  <a:rPr lang="en-US" altLang="zh-CN" sz="2200" b="1" i="1" dirty="0">
                    <a:solidFill>
                      <a:srgbClr val="0070C0"/>
                    </a:solidFill>
                    <a:cs typeface="Times New Roman" panose="02020603050405020304" pitchFamily="18" charset="0"/>
                  </a:rPr>
                  <a:t>B</a:t>
                </a:r>
                <a:r>
                  <a:rPr lang="en-US" altLang="zh-CN" sz="2200" b="1" dirty="0">
                    <a:solidFill>
                      <a:srgbClr val="0070C0"/>
                    </a:solidFill>
                    <a:cs typeface="Times New Roman" panose="02020603050405020304" pitchFamily="18" charset="0"/>
                  </a:rPr>
                  <a:t>]:    </a:t>
                </a:r>
                <a:r>
                  <a:rPr lang="zh-CN" altLang="en-US" sz="2200" b="1" dirty="0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紧靠基本块</a:t>
                </a:r>
                <a:r>
                  <a:rPr lang="en-US" altLang="zh-CN" sz="2200" b="1" i="1" dirty="0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B</a:t>
                </a:r>
                <a:r>
                  <a:rPr lang="zh-CN" altLang="en-US" sz="2200" b="1" dirty="0">
                    <a:solidFill>
                      <a:srgbClr val="0070C0"/>
                    </a:solidFill>
                    <a:cs typeface="Times New Roman" panose="02020603050405020304" pitchFamily="18" charset="0"/>
                  </a:rPr>
                  <a:t>之前</a:t>
                </a:r>
                <a:r>
                  <a:rPr lang="zh-CN" altLang="en-US" sz="2200" b="1" dirty="0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的数据流值</a:t>
                </a:r>
                <a:endParaRPr lang="en-US" altLang="zh-CN" sz="2200" b="1" i="1" dirty="0">
                  <a:solidFill>
                    <a:schemeClr val="tx1"/>
                  </a:solidFill>
                  <a:cs typeface="Times New Roman" panose="02020603050405020304" pitchFamily="18" charset="0"/>
                </a:endParaRPr>
              </a:p>
              <a:p>
                <a:pPr marL="0" indent="0" eaLnBrk="1" hangingPunct="1">
                  <a:lnSpc>
                    <a:spcPts val="2700"/>
                  </a:lnSpc>
                  <a:buClrTx/>
                  <a:buFont typeface="Symbol" panose="05050102010706020507" pitchFamily="18" charset="2"/>
                  <a:buNone/>
                  <a:defRPr/>
                </a:pPr>
                <a:r>
                  <a:rPr lang="en-US" altLang="zh-CN" sz="2200" b="1" i="1" dirty="0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    </a:t>
                </a:r>
                <a:r>
                  <a:rPr lang="en-US" altLang="zh-CN" sz="2200" b="1" i="1" dirty="0">
                    <a:solidFill>
                      <a:srgbClr val="0070C0"/>
                    </a:solidFill>
                    <a:cs typeface="Times New Roman" panose="02020603050405020304" pitchFamily="18" charset="0"/>
                  </a:rPr>
                  <a:t>OUT</a:t>
                </a:r>
                <a:r>
                  <a:rPr lang="en-US" altLang="zh-CN" sz="2200" b="1" dirty="0">
                    <a:solidFill>
                      <a:srgbClr val="0070C0"/>
                    </a:solidFill>
                    <a:cs typeface="Times New Roman" panose="02020603050405020304" pitchFamily="18" charset="0"/>
                  </a:rPr>
                  <a:t>[</a:t>
                </a:r>
                <a:r>
                  <a:rPr lang="en-US" altLang="zh-CN" sz="2200" b="1" i="1" dirty="0">
                    <a:solidFill>
                      <a:srgbClr val="0070C0"/>
                    </a:solidFill>
                    <a:cs typeface="Times New Roman" panose="02020603050405020304" pitchFamily="18" charset="0"/>
                  </a:rPr>
                  <a:t>B</a:t>
                </a:r>
                <a:r>
                  <a:rPr lang="en-US" altLang="zh-CN" sz="2200" b="1" dirty="0">
                    <a:solidFill>
                      <a:srgbClr val="0070C0"/>
                    </a:solidFill>
                    <a:cs typeface="Times New Roman" panose="02020603050405020304" pitchFamily="18" charset="0"/>
                  </a:rPr>
                  <a:t>]: </a:t>
                </a:r>
                <a:r>
                  <a:rPr lang="zh-CN" altLang="en-US" sz="2200" b="1" dirty="0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紧随基本块</a:t>
                </a:r>
                <a:r>
                  <a:rPr lang="en-US" altLang="zh-CN" sz="2200" b="1" i="1" dirty="0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B</a:t>
                </a:r>
                <a:r>
                  <a:rPr lang="zh-CN" altLang="en-US" sz="2200" b="1" dirty="0">
                    <a:solidFill>
                      <a:srgbClr val="0070C0"/>
                    </a:solidFill>
                    <a:cs typeface="Times New Roman" panose="02020603050405020304" pitchFamily="18" charset="0"/>
                  </a:rPr>
                  <a:t>之后</a:t>
                </a:r>
                <a:r>
                  <a:rPr lang="zh-CN" altLang="en-US" sz="2200" b="1" dirty="0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的数据流值</a:t>
                </a:r>
                <a:endParaRPr lang="en-US" altLang="zh-CN" b="1" dirty="0">
                  <a:solidFill>
                    <a:srgbClr val="2D83F4"/>
                  </a:solidFill>
                  <a:ea typeface="楷体_GB2312"/>
                  <a:cs typeface="Times New Roman" panose="02020603050405020304" pitchFamily="18" charset="0"/>
                </a:endParaRPr>
              </a:p>
              <a:p>
                <a:pPr eaLnBrk="1" hangingPunct="1">
                  <a:lnSpc>
                    <a:spcPts val="2700"/>
                  </a:lnSpc>
                  <a:defRPr/>
                </a:pPr>
                <a:r>
                  <a:rPr lang="zh-CN" altLang="en-US" sz="2200" b="1" dirty="0">
                    <a:solidFill>
                      <a:srgbClr val="0070C0"/>
                    </a:solidFill>
                    <a:latin typeface="华文楷体" panose="02010600040101010101" pitchFamily="2" charset="-122"/>
                    <a:cs typeface="Times New Roman" panose="02020603050405020304" pitchFamily="18" charset="0"/>
                  </a:rPr>
                  <a:t>语义约束</a:t>
                </a:r>
                <a:r>
                  <a:rPr lang="en-US" altLang="zh-CN" sz="2200" b="1" i="1" dirty="0">
                    <a:solidFill>
                      <a:srgbClr val="0070C0"/>
                    </a:solidFill>
                    <a:ea typeface="楷体_GB2312"/>
                    <a:cs typeface="Times New Roman" panose="02020603050405020304" pitchFamily="18" charset="0"/>
                  </a:rPr>
                  <a:t> f</a:t>
                </a:r>
                <a:r>
                  <a:rPr lang="en-US" altLang="zh-CN" sz="2200" b="1" i="1" baseline="-30000" dirty="0">
                    <a:solidFill>
                      <a:srgbClr val="0070C0"/>
                    </a:solidFill>
                    <a:cs typeface="Times New Roman" panose="02020603050405020304" pitchFamily="18" charset="0"/>
                  </a:rPr>
                  <a:t>B</a:t>
                </a:r>
                <a:r>
                  <a:rPr lang="zh-CN" altLang="en-US" sz="2200" b="1" dirty="0">
                    <a:solidFill>
                      <a:srgbClr val="2D83F4"/>
                    </a:solidFill>
                    <a:cs typeface="Times New Roman" panose="02020603050405020304" pitchFamily="18" charset="0"/>
                  </a:rPr>
                  <a:t>：</a:t>
                </a:r>
                <a:r>
                  <a:rPr lang="zh-CN" altLang="en-US" sz="2200" b="1" dirty="0">
                    <a:cs typeface="Times New Roman" panose="02020603050405020304" pitchFamily="18" charset="0"/>
                  </a:rPr>
                  <a:t>基本块</a:t>
                </a:r>
                <a:r>
                  <a:rPr lang="en-US" altLang="zh-CN" sz="2200" b="1" i="1" dirty="0">
                    <a:cs typeface="Times New Roman" panose="02020603050405020304" pitchFamily="18" charset="0"/>
                  </a:rPr>
                  <a:t>B</a:t>
                </a:r>
                <a:r>
                  <a:rPr lang="zh-CN" altLang="en-US" sz="2200" b="1" dirty="0">
                    <a:cs typeface="Times New Roman" panose="02020603050405020304" pitchFamily="18" charset="0"/>
                  </a:rPr>
                  <a:t>的传递函数</a:t>
                </a:r>
                <a:endParaRPr lang="en-US" altLang="zh-CN" sz="2200" b="1" dirty="0">
                  <a:cs typeface="Times New Roman" panose="02020603050405020304" pitchFamily="18" charset="0"/>
                </a:endParaRPr>
              </a:p>
              <a:p>
                <a:pPr lvl="1" eaLnBrk="1" hangingPunct="1">
                  <a:lnSpc>
                    <a:spcPts val="2700"/>
                  </a:lnSpc>
                  <a:defRPr/>
                </a:pPr>
                <a:r>
                  <a:rPr lang="zh-CN" altLang="en-US" b="1" dirty="0">
                    <a:solidFill>
                      <a:prstClr val="black"/>
                    </a:solidFill>
                    <a:cs typeface="Times New Roman" panose="02020603050405020304" pitchFamily="18" charset="0"/>
                  </a:rPr>
                  <a:t>前向数据流问题</a:t>
                </a:r>
                <a:r>
                  <a:rPr lang="zh-CN" altLang="en-US" b="1" dirty="0">
                    <a:cs typeface="Times New Roman" panose="02020603050405020304" pitchFamily="18" charset="0"/>
                  </a:rPr>
                  <a:t>：</a:t>
                </a:r>
                <a:r>
                  <a:rPr lang="en-US" altLang="zh-CN" b="1" i="1" dirty="0">
                    <a:solidFill>
                      <a:srgbClr val="0070C0"/>
                    </a:solidFill>
                    <a:cs typeface="Times New Roman" panose="02020603050405020304" pitchFamily="18" charset="0"/>
                  </a:rPr>
                  <a:t>OUT</a:t>
                </a:r>
                <a:r>
                  <a:rPr lang="en-US" altLang="zh-CN" b="1" dirty="0">
                    <a:solidFill>
                      <a:srgbClr val="0070C0"/>
                    </a:solidFill>
                    <a:cs typeface="Times New Roman" panose="02020603050405020304" pitchFamily="18" charset="0"/>
                  </a:rPr>
                  <a:t>[</a:t>
                </a:r>
                <a:r>
                  <a:rPr lang="en-US" altLang="zh-CN" b="1" i="1" dirty="0">
                    <a:solidFill>
                      <a:srgbClr val="0070C0"/>
                    </a:solidFill>
                    <a:cs typeface="Times New Roman" panose="02020603050405020304" pitchFamily="18" charset="0"/>
                  </a:rPr>
                  <a:t>B</a:t>
                </a:r>
                <a:r>
                  <a:rPr lang="en-US" altLang="zh-CN" b="1" dirty="0">
                    <a:solidFill>
                      <a:srgbClr val="0070C0"/>
                    </a:solidFill>
                    <a:cs typeface="Times New Roman" panose="02020603050405020304" pitchFamily="18" charset="0"/>
                  </a:rPr>
                  <a:t>]</a:t>
                </a:r>
                <a:r>
                  <a:rPr lang="en-US" altLang="zh-CN" b="1" i="1" dirty="0">
                    <a:solidFill>
                      <a:srgbClr val="0070C0"/>
                    </a:solidFill>
                    <a:cs typeface="Times New Roman" panose="02020603050405020304" pitchFamily="18" charset="0"/>
                  </a:rPr>
                  <a:t> </a:t>
                </a:r>
                <a:r>
                  <a:rPr lang="en-US" altLang="zh-CN" b="1" dirty="0">
                    <a:solidFill>
                      <a:srgbClr val="0070C0"/>
                    </a:solidFill>
                    <a:cs typeface="Times New Roman" panose="02020603050405020304" pitchFamily="18" charset="0"/>
                  </a:rPr>
                  <a:t>= </a:t>
                </a:r>
                <a:r>
                  <a:rPr lang="en-US" altLang="zh-CN" b="1" i="1" dirty="0">
                    <a:solidFill>
                      <a:srgbClr val="0070C0"/>
                    </a:solidFill>
                    <a:cs typeface="Times New Roman" panose="02020603050405020304" pitchFamily="18" charset="0"/>
                  </a:rPr>
                  <a:t>f</a:t>
                </a:r>
                <a:r>
                  <a:rPr lang="en-US" altLang="zh-CN" b="1" i="1" baseline="-30000" dirty="0">
                    <a:solidFill>
                      <a:srgbClr val="0070C0"/>
                    </a:solidFill>
                    <a:cs typeface="Times New Roman" panose="02020603050405020304" pitchFamily="18" charset="0"/>
                  </a:rPr>
                  <a:t>B</a:t>
                </a:r>
                <a:r>
                  <a:rPr lang="en-US" altLang="zh-CN" b="1" dirty="0">
                    <a:solidFill>
                      <a:srgbClr val="0070C0"/>
                    </a:solidFill>
                    <a:cs typeface="Times New Roman" panose="02020603050405020304" pitchFamily="18" charset="0"/>
                  </a:rPr>
                  <a:t>(</a:t>
                </a:r>
                <a:r>
                  <a:rPr lang="en-US" altLang="zh-CN" b="1" i="1" dirty="0">
                    <a:solidFill>
                      <a:srgbClr val="0070C0"/>
                    </a:solidFill>
                    <a:cs typeface="Times New Roman" panose="02020603050405020304" pitchFamily="18" charset="0"/>
                  </a:rPr>
                  <a:t>IN</a:t>
                </a:r>
                <a:r>
                  <a:rPr lang="en-US" altLang="zh-CN" b="1" dirty="0">
                    <a:solidFill>
                      <a:srgbClr val="0070C0"/>
                    </a:solidFill>
                    <a:cs typeface="Times New Roman" panose="02020603050405020304" pitchFamily="18" charset="0"/>
                  </a:rPr>
                  <a:t>[</a:t>
                </a:r>
                <a:r>
                  <a:rPr lang="en-US" altLang="zh-CN" b="1" i="1" dirty="0">
                    <a:solidFill>
                      <a:srgbClr val="0070C0"/>
                    </a:solidFill>
                    <a:cs typeface="Times New Roman" panose="02020603050405020304" pitchFamily="18" charset="0"/>
                  </a:rPr>
                  <a:t>B</a:t>
                </a:r>
                <a:r>
                  <a:rPr lang="en-US" altLang="zh-CN" b="1" dirty="0">
                    <a:solidFill>
                      <a:srgbClr val="0070C0"/>
                    </a:solidFill>
                    <a:cs typeface="Times New Roman" panose="02020603050405020304" pitchFamily="18" charset="0"/>
                  </a:rPr>
                  <a:t>])</a:t>
                </a:r>
              </a:p>
              <a:p>
                <a:pPr lvl="1" eaLnBrk="1" hangingPunct="1">
                  <a:lnSpc>
                    <a:spcPts val="2700"/>
                  </a:lnSpc>
                  <a:defRPr/>
                </a:pPr>
                <a:r>
                  <a:rPr lang="zh-CN" altLang="en-US" b="1" dirty="0">
                    <a:solidFill>
                      <a:prstClr val="black"/>
                    </a:solidFill>
                    <a:cs typeface="Times New Roman" panose="02020603050405020304" pitchFamily="18" charset="0"/>
                  </a:rPr>
                  <a:t>逆向数据流问题</a:t>
                </a:r>
                <a:r>
                  <a:rPr lang="zh-CN" altLang="en-US" b="1" dirty="0">
                    <a:cs typeface="Times New Roman" panose="02020603050405020304" pitchFamily="18" charset="0"/>
                  </a:rPr>
                  <a:t>：</a:t>
                </a:r>
                <a:r>
                  <a:rPr lang="en-US" altLang="zh-CN" b="1" i="1" dirty="0">
                    <a:solidFill>
                      <a:srgbClr val="0070C0"/>
                    </a:solidFill>
                    <a:cs typeface="Times New Roman" panose="02020603050405020304" pitchFamily="18" charset="0"/>
                  </a:rPr>
                  <a:t>IN</a:t>
                </a:r>
                <a:r>
                  <a:rPr lang="en-US" altLang="zh-CN" b="1" dirty="0">
                    <a:solidFill>
                      <a:srgbClr val="0070C0"/>
                    </a:solidFill>
                    <a:cs typeface="Times New Roman" panose="02020603050405020304" pitchFamily="18" charset="0"/>
                  </a:rPr>
                  <a:t>[</a:t>
                </a:r>
                <a:r>
                  <a:rPr lang="en-US" altLang="zh-CN" b="1" i="1" dirty="0">
                    <a:solidFill>
                      <a:srgbClr val="0070C0"/>
                    </a:solidFill>
                    <a:cs typeface="Times New Roman" panose="02020603050405020304" pitchFamily="18" charset="0"/>
                  </a:rPr>
                  <a:t>B</a:t>
                </a:r>
                <a:r>
                  <a:rPr lang="en-US" altLang="zh-CN" b="1" dirty="0">
                    <a:solidFill>
                      <a:srgbClr val="0070C0"/>
                    </a:solidFill>
                    <a:cs typeface="Times New Roman" panose="02020603050405020304" pitchFamily="18" charset="0"/>
                  </a:rPr>
                  <a:t>]</a:t>
                </a:r>
                <a:r>
                  <a:rPr lang="en-US" altLang="zh-CN" b="1" i="1" dirty="0">
                    <a:solidFill>
                      <a:srgbClr val="0070C0"/>
                    </a:solidFill>
                    <a:cs typeface="Times New Roman" panose="02020603050405020304" pitchFamily="18" charset="0"/>
                  </a:rPr>
                  <a:t> </a:t>
                </a:r>
                <a:r>
                  <a:rPr lang="en-US" altLang="zh-CN" b="1" dirty="0">
                    <a:solidFill>
                      <a:srgbClr val="0070C0"/>
                    </a:solidFill>
                    <a:cs typeface="Times New Roman" panose="02020603050405020304" pitchFamily="18" charset="0"/>
                  </a:rPr>
                  <a:t>= </a:t>
                </a:r>
                <a:r>
                  <a:rPr lang="en-US" altLang="zh-CN" b="1" i="1" dirty="0">
                    <a:solidFill>
                      <a:srgbClr val="0070C0"/>
                    </a:solidFill>
                    <a:cs typeface="Times New Roman" panose="02020603050405020304" pitchFamily="18" charset="0"/>
                  </a:rPr>
                  <a:t>f</a:t>
                </a:r>
                <a:r>
                  <a:rPr lang="en-US" altLang="zh-CN" b="1" i="1" baseline="-30000" dirty="0">
                    <a:solidFill>
                      <a:srgbClr val="0070C0"/>
                    </a:solidFill>
                    <a:cs typeface="Times New Roman" panose="02020603050405020304" pitchFamily="18" charset="0"/>
                  </a:rPr>
                  <a:t>B</a:t>
                </a:r>
                <a:r>
                  <a:rPr lang="en-US" altLang="zh-CN" b="1" dirty="0">
                    <a:solidFill>
                      <a:srgbClr val="0070C0"/>
                    </a:solidFill>
                    <a:cs typeface="Times New Roman" panose="02020603050405020304" pitchFamily="18" charset="0"/>
                  </a:rPr>
                  <a:t>(</a:t>
                </a:r>
                <a:r>
                  <a:rPr lang="en-US" altLang="zh-CN" b="1" i="1" dirty="0">
                    <a:solidFill>
                      <a:srgbClr val="0070C0"/>
                    </a:solidFill>
                    <a:cs typeface="Times New Roman" panose="02020603050405020304" pitchFamily="18" charset="0"/>
                  </a:rPr>
                  <a:t>OUT</a:t>
                </a:r>
                <a:r>
                  <a:rPr lang="en-US" altLang="zh-CN" b="1" dirty="0">
                    <a:solidFill>
                      <a:srgbClr val="0070C0"/>
                    </a:solidFill>
                    <a:cs typeface="Times New Roman" panose="02020603050405020304" pitchFamily="18" charset="0"/>
                  </a:rPr>
                  <a:t>[</a:t>
                </a:r>
                <a:r>
                  <a:rPr lang="en-US" altLang="zh-CN" b="1" i="1" dirty="0">
                    <a:solidFill>
                      <a:srgbClr val="0070C0"/>
                    </a:solidFill>
                    <a:cs typeface="Times New Roman" panose="02020603050405020304" pitchFamily="18" charset="0"/>
                  </a:rPr>
                  <a:t>B</a:t>
                </a:r>
                <a:r>
                  <a:rPr lang="en-US" altLang="zh-CN" b="1" dirty="0">
                    <a:solidFill>
                      <a:srgbClr val="0070C0"/>
                    </a:solidFill>
                    <a:cs typeface="Times New Roman" panose="02020603050405020304" pitchFamily="18" charset="0"/>
                  </a:rPr>
                  <a:t>])</a:t>
                </a:r>
              </a:p>
              <a:p>
                <a:pPr eaLnBrk="1" hangingPunct="1">
                  <a:lnSpc>
                    <a:spcPts val="3000"/>
                  </a:lnSpc>
                  <a:spcBef>
                    <a:spcPts val="600"/>
                  </a:spcBef>
                  <a:defRPr/>
                </a:pPr>
                <a:r>
                  <a:rPr lang="zh-CN" altLang="en-US" b="1" dirty="0">
                    <a:solidFill>
                      <a:srgbClr val="0070C0"/>
                    </a:solidFill>
                    <a:cs typeface="Times New Roman" panose="02020603050405020304" pitchFamily="18" charset="0"/>
                  </a:rPr>
                  <a:t>控制流约束</a:t>
                </a:r>
                <a:r>
                  <a:rPr lang="zh-CN" altLang="en-US" b="1" dirty="0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：相邻基本块之间的</a:t>
                </a:r>
                <a:r>
                  <a:rPr lang="zh-CN" altLang="en-US" b="1" dirty="0">
                    <a:cs typeface="Times New Roman" panose="02020603050405020304" pitchFamily="18" charset="0"/>
                  </a:rPr>
                  <a:t>数据流值的关系</a:t>
                </a:r>
                <a:r>
                  <a:rPr lang="zh-CN" altLang="en-US" b="1" dirty="0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，与具体的数据流分析</a:t>
                </a:r>
                <a:r>
                  <a:rPr lang="zh-CN" altLang="en-US" b="1" dirty="0">
                    <a:cs typeface="Times New Roman" panose="02020603050405020304" pitchFamily="18" charset="0"/>
                  </a:rPr>
                  <a:t>目标</a:t>
                </a:r>
                <a:r>
                  <a:rPr lang="zh-CN" altLang="en-US" b="1" dirty="0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有关。</a:t>
                </a:r>
                <a:endParaRPr lang="en-US" altLang="zh-CN" b="1" dirty="0">
                  <a:solidFill>
                    <a:schemeClr val="tx1"/>
                  </a:solidFill>
                  <a:cs typeface="Times New Roman" panose="02020603050405020304" pitchFamily="18" charset="0"/>
                </a:endParaRPr>
              </a:p>
              <a:p>
                <a:pPr lvl="1" eaLnBrk="1" hangingPunct="1">
                  <a:lnSpc>
                    <a:spcPts val="2700"/>
                  </a:lnSpc>
                  <a:defRPr/>
                </a:pPr>
                <a:r>
                  <a:rPr lang="zh-CN" altLang="en-US" b="1" dirty="0">
                    <a:cs typeface="Times New Roman" panose="02020603050405020304" pitchFamily="18" charset="0"/>
                  </a:rPr>
                  <a:t>前向流问题：如可用表达式分析：</a:t>
                </a:r>
                <a:r>
                  <a:rPr lang="en-US" altLang="zh-CN" sz="2000" b="1" i="1" dirty="0">
                    <a:solidFill>
                      <a:srgbClr val="0070C0"/>
                    </a:solidFill>
                    <a:cs typeface="Times New Roman" panose="02020603050405020304" pitchFamily="18" charset="0"/>
                  </a:rPr>
                  <a:t>IN</a:t>
                </a:r>
                <a:r>
                  <a:rPr lang="en-US" altLang="zh-CN" sz="2000" b="1" dirty="0">
                    <a:solidFill>
                      <a:srgbClr val="0070C0"/>
                    </a:solidFill>
                    <a:cs typeface="Times New Roman" panose="02020603050405020304" pitchFamily="18" charset="0"/>
                  </a:rPr>
                  <a:t>[</a:t>
                </a:r>
                <a:r>
                  <a:rPr lang="en-US" altLang="zh-CN" sz="2000" b="1" i="1" dirty="0">
                    <a:solidFill>
                      <a:srgbClr val="0070C0"/>
                    </a:solidFill>
                    <a:cs typeface="Times New Roman" panose="02020603050405020304" pitchFamily="18" charset="0"/>
                  </a:rPr>
                  <a:t>B</a:t>
                </a:r>
                <a:r>
                  <a:rPr lang="en-US" altLang="zh-CN" sz="2000" b="1" dirty="0">
                    <a:solidFill>
                      <a:srgbClr val="0070C0"/>
                    </a:solidFill>
                    <a:cs typeface="Times New Roman" panose="02020603050405020304" pitchFamily="18" charset="0"/>
                  </a:rPr>
                  <a:t>] =</a:t>
                </a:r>
                <a:r>
                  <a:rPr lang="en-US" altLang="zh-CN" sz="2000" b="1" dirty="0">
                    <a:solidFill>
                      <a:srgbClr val="0070C0"/>
                    </a:solidFill>
                    <a:ea typeface="Cambria Math" panose="020405030504060302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sz="2000" b="1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∩</m:t>
                    </m:r>
                    <m:r>
                      <m:rPr>
                        <m:sty m:val="p"/>
                      </m:rPr>
                      <a:rPr lang="en-US" altLang="zh-CN" sz="2000" b="1" i="1" baseline="-25000">
                        <a:solidFill>
                          <a:srgbClr val="0070C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P</m:t>
                    </m:r>
                    <m:r>
                      <a:rPr lang="zh-CN" altLang="en-US" sz="2000" b="1" i="1" baseline="-25000">
                        <a:solidFill>
                          <a:srgbClr val="0070C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是</m:t>
                    </m:r>
                    <m:r>
                      <m:rPr>
                        <m:sty m:val="p"/>
                      </m:rPr>
                      <a:rPr lang="en-US" altLang="zh-CN" sz="2000" b="1" i="1" baseline="-25000">
                        <a:solidFill>
                          <a:srgbClr val="0070C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B</m:t>
                    </m:r>
                    <m:r>
                      <a:rPr lang="zh-CN" altLang="en-US" sz="2000" b="1" i="1" baseline="-25000">
                        <a:solidFill>
                          <a:srgbClr val="0070C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的前驱</m:t>
                    </m:r>
                  </m:oMath>
                </a14:m>
                <a:r>
                  <a:rPr lang="en-US" altLang="zh-CN" sz="2000" b="1" i="1" dirty="0">
                    <a:solidFill>
                      <a:srgbClr val="0070C0"/>
                    </a:solidFill>
                    <a:cs typeface="Times New Roman" panose="02020603050405020304" pitchFamily="18" charset="0"/>
                  </a:rPr>
                  <a:t>OUT</a:t>
                </a:r>
                <a:r>
                  <a:rPr lang="en-US" altLang="zh-CN" sz="2000" b="1" dirty="0">
                    <a:solidFill>
                      <a:srgbClr val="0070C0"/>
                    </a:solidFill>
                    <a:cs typeface="Times New Roman" panose="02020603050405020304" pitchFamily="18" charset="0"/>
                  </a:rPr>
                  <a:t>[</a:t>
                </a:r>
                <a:r>
                  <a:rPr lang="en-US" altLang="zh-CN" sz="2000" b="1" i="1" dirty="0">
                    <a:solidFill>
                      <a:srgbClr val="0070C0"/>
                    </a:solidFill>
                    <a:cs typeface="Times New Roman" panose="02020603050405020304" pitchFamily="18" charset="0"/>
                  </a:rPr>
                  <a:t>P</a:t>
                </a:r>
                <a:r>
                  <a:rPr lang="en-US" altLang="zh-CN" sz="2000" b="1" dirty="0">
                    <a:solidFill>
                      <a:srgbClr val="0070C0"/>
                    </a:solidFill>
                    <a:cs typeface="Times New Roman" panose="02020603050405020304" pitchFamily="18" charset="0"/>
                  </a:rPr>
                  <a:t>] </a:t>
                </a:r>
                <a:endParaRPr lang="en-US" altLang="zh-CN" b="1" dirty="0">
                  <a:solidFill>
                    <a:srgbClr val="2D83F4"/>
                  </a:solidFill>
                  <a:cs typeface="Times New Roman" panose="02020603050405020304" pitchFamily="18" charset="0"/>
                </a:endParaRPr>
              </a:p>
              <a:p>
                <a:pPr lvl="1" eaLnBrk="1" hangingPunct="1">
                  <a:lnSpc>
                    <a:spcPts val="2700"/>
                  </a:lnSpc>
                  <a:defRPr/>
                </a:pPr>
                <a:r>
                  <a:rPr lang="zh-CN" altLang="en-US" b="1" dirty="0">
                    <a:cs typeface="Times New Roman" panose="02020603050405020304" pitchFamily="18" charset="0"/>
                  </a:rPr>
                  <a:t>逆向流问题：如活跃变量分析：</a:t>
                </a:r>
                <a:r>
                  <a:rPr lang="en-US" altLang="zh-CN" sz="2000" b="1" i="1" dirty="0">
                    <a:solidFill>
                      <a:srgbClr val="0070C0"/>
                    </a:solidFill>
                    <a:cs typeface="Times New Roman" panose="02020603050405020304" pitchFamily="18" charset="0"/>
                  </a:rPr>
                  <a:t>OUT</a:t>
                </a:r>
                <a:r>
                  <a:rPr lang="en-US" altLang="zh-CN" sz="2000" b="1" dirty="0">
                    <a:solidFill>
                      <a:srgbClr val="0070C0"/>
                    </a:solidFill>
                    <a:cs typeface="Times New Roman" panose="02020603050405020304" pitchFamily="18" charset="0"/>
                  </a:rPr>
                  <a:t>[</a:t>
                </a:r>
                <a:r>
                  <a:rPr lang="en-US" altLang="zh-CN" sz="2000" b="1" i="1" dirty="0">
                    <a:solidFill>
                      <a:srgbClr val="0070C0"/>
                    </a:solidFill>
                    <a:cs typeface="Times New Roman" panose="02020603050405020304" pitchFamily="18" charset="0"/>
                  </a:rPr>
                  <a:t>B</a:t>
                </a:r>
                <a:r>
                  <a:rPr lang="en-US" altLang="zh-CN" sz="2000" b="1" dirty="0">
                    <a:solidFill>
                      <a:srgbClr val="0070C0"/>
                    </a:solidFill>
                    <a:cs typeface="Times New Roman" panose="02020603050405020304" pitchFamily="18" charset="0"/>
                  </a:rPr>
                  <a:t>]</a:t>
                </a:r>
                <a:r>
                  <a:rPr lang="en-US" altLang="zh-CN" sz="2000" b="1" i="1" dirty="0">
                    <a:solidFill>
                      <a:srgbClr val="0070C0"/>
                    </a:solidFill>
                    <a:cs typeface="Times New Roman" panose="02020603050405020304" pitchFamily="18" charset="0"/>
                  </a:rPr>
                  <a:t> </a:t>
                </a:r>
                <a:r>
                  <a:rPr lang="en-US" altLang="zh-CN" sz="2000" b="1" dirty="0">
                    <a:solidFill>
                      <a:srgbClr val="0070C0"/>
                    </a:solidFill>
                    <a:cs typeface="Times New Roman" panose="02020603050405020304" pitchFamily="18" charset="0"/>
                  </a:rPr>
                  <a:t>= </a:t>
                </a:r>
                <a14:m>
                  <m:oMath xmlns:m="http://schemas.openxmlformats.org/officeDocument/2006/math">
                    <m:r>
                      <a:rPr lang="en-US" altLang="zh-CN" sz="2000" b="1" i="1">
                        <a:solidFill>
                          <a:srgbClr val="0070C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⋃</m:t>
                    </m:r>
                    <m:r>
                      <m:rPr>
                        <m:sty m:val="p"/>
                      </m:rPr>
                      <a:rPr lang="en-US" altLang="zh-CN" sz="2000" b="1" i="1" baseline="-25000">
                        <a:solidFill>
                          <a:srgbClr val="0070C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S</m:t>
                    </m:r>
                    <m:r>
                      <a:rPr lang="zh-CN" altLang="en-US" sz="2000" b="1" i="1" baseline="-25000">
                        <a:solidFill>
                          <a:srgbClr val="0070C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是</m:t>
                    </m:r>
                    <m:r>
                      <m:rPr>
                        <m:sty m:val="p"/>
                      </m:rPr>
                      <a:rPr lang="en-US" altLang="zh-CN" sz="2000" b="1" i="1" baseline="-25000">
                        <a:solidFill>
                          <a:srgbClr val="0070C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B</m:t>
                    </m:r>
                    <m:r>
                      <a:rPr lang="zh-CN" altLang="en-US" sz="2000" b="1" i="1" baseline="-25000">
                        <a:solidFill>
                          <a:srgbClr val="0070C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的后继</m:t>
                    </m:r>
                    <m:r>
                      <a:rPr lang="en-US" altLang="zh-CN" sz="2000" b="1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𝑰𝑵</m:t>
                    </m:r>
                  </m:oMath>
                </a14:m>
                <a:r>
                  <a:rPr lang="en-US" altLang="zh-CN" sz="2000" b="1" dirty="0">
                    <a:solidFill>
                      <a:srgbClr val="0070C0"/>
                    </a:solidFill>
                    <a:cs typeface="Times New Roman" panose="02020603050405020304" pitchFamily="18" charset="0"/>
                  </a:rPr>
                  <a:t>[</a:t>
                </a:r>
                <a:r>
                  <a:rPr lang="en-US" altLang="zh-CN" sz="2000" b="1" i="1" dirty="0">
                    <a:solidFill>
                      <a:srgbClr val="0070C0"/>
                    </a:solidFill>
                    <a:cs typeface="Times New Roman" panose="02020603050405020304" pitchFamily="18" charset="0"/>
                  </a:rPr>
                  <a:t>S</a:t>
                </a:r>
                <a:r>
                  <a:rPr lang="en-US" altLang="zh-CN" sz="2000" b="1" dirty="0">
                    <a:solidFill>
                      <a:srgbClr val="0070C0"/>
                    </a:solidFill>
                    <a:cs typeface="Times New Roman" panose="02020603050405020304" pitchFamily="18" charset="0"/>
                  </a:rPr>
                  <a:t>] </a:t>
                </a:r>
                <a:endParaRPr lang="en-US" altLang="zh-CN" sz="2000" b="1" dirty="0">
                  <a:solidFill>
                    <a:srgbClr val="2D83F4"/>
                  </a:solidFill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768003" name="Rectangle 3">
                <a:extLst>
                  <a:ext uri="{FF2B5EF4-FFF2-40B4-BE49-F238E27FC236}">
                    <a16:creationId xmlns:a16="http://schemas.microsoft.com/office/drawing/2014/main" id="{353E6F7D-FCE6-4874-AE15-991CC5B98EB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 bwMode="auto">
              <a:xfrm>
                <a:off x="430213" y="930275"/>
                <a:ext cx="8256587" cy="3873723"/>
              </a:xfrm>
              <a:blipFill>
                <a:blip r:embed="rId3"/>
                <a:stretch>
                  <a:fillRect l="-1329" t="-173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9027" name="Rectangle 2">
            <a:extLst>
              <a:ext uri="{FF2B5EF4-FFF2-40B4-BE49-F238E27FC236}">
                <a16:creationId xmlns:a16="http://schemas.microsoft.com/office/drawing/2014/main" id="{59D8B994-F7E0-4222-B3C1-1EA1806A3F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基本块上的数据流模式</a:t>
            </a:r>
            <a:endParaRPr lang="en-US" altLang="zh-CN" sz="3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822772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800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76800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800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76800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800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76800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68003" grpId="0" uiExpand="1" build="p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0963" name="Rectangle 3">
            <a:extLst>
              <a:ext uri="{FF2B5EF4-FFF2-40B4-BE49-F238E27FC236}">
                <a16:creationId xmlns:a16="http://schemas.microsoft.com/office/drawing/2014/main" id="{B91B7371-9B5B-45E0-A93D-D18F63ACCB90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430213" y="714374"/>
            <a:ext cx="8356600" cy="4160837"/>
          </a:xfrm>
        </p:spPr>
        <p:txBody>
          <a:bodyPr vert="horz"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lnSpc>
                <a:spcPts val="32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2500" b="1" dirty="0">
                <a:solidFill>
                  <a:srgbClr val="FF0000"/>
                </a:solidFill>
                <a:cs typeface="Times New Roman" panose="02020603050405020304" pitchFamily="18" charset="0"/>
              </a:rPr>
              <a:t>定值</a:t>
            </a:r>
            <a:r>
              <a:rPr lang="en-US" altLang="zh-CN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 </a:t>
            </a:r>
            <a:r>
              <a:rPr lang="en-US" altLang="zh-CN" sz="1800" b="1" dirty="0">
                <a:solidFill>
                  <a:schemeClr val="tx1"/>
                </a:solidFill>
                <a:cs typeface="Times New Roman" panose="02020603050405020304" pitchFamily="18" charset="0"/>
              </a:rPr>
              <a:t>(</a:t>
            </a:r>
            <a:r>
              <a:rPr lang="en-US" altLang="zh-CN" sz="18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Definition</a:t>
            </a:r>
            <a:r>
              <a:rPr lang="en-US" altLang="zh-CN" sz="1800" b="1" dirty="0">
                <a:solidFill>
                  <a:schemeClr val="tx1"/>
                </a:solidFill>
                <a:cs typeface="Times New Roman" panose="02020603050405020304" pitchFamily="18" charset="0"/>
              </a:rPr>
              <a:t>)</a:t>
            </a:r>
            <a:endParaRPr lang="zh-CN" altLang="en-US" sz="18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lvl="1" eaLnBrk="1" hangingPunct="1"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b="1" dirty="0">
                <a:solidFill>
                  <a:srgbClr val="0070C0"/>
                </a:solidFill>
                <a:cs typeface="Times New Roman" panose="02020603050405020304" pitchFamily="18" charset="0"/>
              </a:rPr>
              <a:t>变量</a:t>
            </a:r>
            <a:r>
              <a:rPr lang="en-US" altLang="zh-CN" b="1" i="1" dirty="0">
                <a:solidFill>
                  <a:srgbClr val="0070C0"/>
                </a:solidFill>
                <a:cs typeface="Times New Roman" panose="02020603050405020304" pitchFamily="18" charset="0"/>
              </a:rPr>
              <a:t>x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的</a:t>
            </a:r>
            <a:r>
              <a:rPr lang="zh-CN" altLang="en-US" b="1" dirty="0">
                <a:solidFill>
                  <a:srgbClr val="FF0000"/>
                </a:solidFill>
                <a:cs typeface="Times New Roman" panose="02020603050405020304" pitchFamily="18" charset="0"/>
              </a:rPr>
              <a:t>定值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是</a:t>
            </a:r>
            <a:r>
              <a:rPr lang="en-US" altLang="zh-CN" b="1" dirty="0">
                <a:solidFill>
                  <a:schemeClr val="tx1"/>
                </a:solidFill>
                <a:cs typeface="Times New Roman" panose="02020603050405020304" pitchFamily="18" charset="0"/>
              </a:rPr>
              <a:t>(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可能</a:t>
            </a:r>
            <a:r>
              <a:rPr lang="en-US" altLang="zh-CN" b="1" dirty="0">
                <a:solidFill>
                  <a:schemeClr val="tx1"/>
                </a:solidFill>
                <a:cs typeface="Times New Roman" panose="02020603050405020304" pitchFamily="18" charset="0"/>
              </a:rPr>
              <a:t>)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将一个值赋给</a:t>
            </a:r>
            <a:r>
              <a:rPr lang="en-US" altLang="zh-CN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x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的</a:t>
            </a:r>
            <a:r>
              <a:rPr lang="zh-CN" altLang="en-US" b="1" dirty="0">
                <a:solidFill>
                  <a:srgbClr val="0070C0"/>
                </a:solidFill>
                <a:cs typeface="Times New Roman" panose="02020603050405020304" pitchFamily="18" charset="0"/>
              </a:rPr>
              <a:t>语句</a:t>
            </a:r>
            <a:endParaRPr lang="en-US" altLang="zh-CN" b="1" dirty="0">
              <a:solidFill>
                <a:srgbClr val="0070C0"/>
              </a:solidFill>
              <a:cs typeface="Times New Roman" panose="02020603050405020304" pitchFamily="18" charset="0"/>
            </a:endParaRPr>
          </a:p>
          <a:p>
            <a:pPr eaLnBrk="1" hangingPunct="1">
              <a:lnSpc>
                <a:spcPts val="32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2500" b="1" dirty="0">
                <a:solidFill>
                  <a:srgbClr val="FF0000"/>
                </a:solidFill>
                <a:cs typeface="Times New Roman" panose="02020603050405020304" pitchFamily="18" charset="0"/>
              </a:rPr>
              <a:t>到达定值</a:t>
            </a:r>
            <a:r>
              <a:rPr lang="en-US" altLang="zh-CN" sz="1800" b="1" dirty="0">
                <a:solidFill>
                  <a:schemeClr val="tx1"/>
                </a:solidFill>
                <a:cs typeface="Times New Roman" panose="02020603050405020304" pitchFamily="18" charset="0"/>
              </a:rPr>
              <a:t>(</a:t>
            </a:r>
            <a:r>
              <a:rPr lang="en-US" altLang="zh-CN" sz="18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Reaching Definition</a:t>
            </a:r>
            <a:r>
              <a:rPr lang="en-US" altLang="zh-CN" sz="1800" b="1" dirty="0">
                <a:solidFill>
                  <a:schemeClr val="tx1"/>
                </a:solidFill>
                <a:cs typeface="Times New Roman" panose="02020603050405020304" pitchFamily="18" charset="0"/>
              </a:rPr>
              <a:t>)</a:t>
            </a:r>
          </a:p>
          <a:p>
            <a:pPr lvl="1" eaLnBrk="1" hangingPunct="1">
              <a:lnSpc>
                <a:spcPts val="3000"/>
              </a:lnSpc>
              <a:spcBef>
                <a:spcPts val="600"/>
              </a:spcBef>
              <a:defRPr/>
            </a:pP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如果</a:t>
            </a:r>
            <a:r>
              <a:rPr lang="zh-CN" altLang="en-US" b="1" dirty="0">
                <a:solidFill>
                  <a:srgbClr val="0070C0"/>
                </a:solidFill>
                <a:cs typeface="Times New Roman" panose="02020603050405020304" pitchFamily="18" charset="0"/>
              </a:rPr>
              <a:t>存在一条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从紧跟在</a:t>
            </a:r>
            <a:r>
              <a:rPr lang="en-US" altLang="zh-CN" sz="24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x</a:t>
            </a:r>
            <a:r>
              <a:rPr lang="zh-CN" altLang="en-US" sz="2400" b="1" dirty="0">
                <a:solidFill>
                  <a:schemeClr val="tx1"/>
                </a:solidFill>
                <a:cs typeface="Times New Roman" panose="02020603050405020304" pitchFamily="18" charset="0"/>
              </a:rPr>
              <a:t>的</a:t>
            </a:r>
            <a:r>
              <a:rPr lang="zh-CN" altLang="en-US" b="1" dirty="0">
                <a:solidFill>
                  <a:srgbClr val="0070C0"/>
                </a:solidFill>
                <a:cs typeface="Times New Roman" panose="02020603050405020304" pitchFamily="18" charset="0"/>
              </a:rPr>
              <a:t>定值</a:t>
            </a:r>
            <a:r>
              <a:rPr lang="en-US" altLang="zh-CN" b="1" i="1" dirty="0">
                <a:solidFill>
                  <a:srgbClr val="0070C0"/>
                </a:solidFill>
                <a:cs typeface="Times New Roman" panose="02020603050405020304" pitchFamily="18" charset="0"/>
              </a:rPr>
              <a:t>d</a:t>
            </a:r>
            <a:r>
              <a:rPr lang="zh-CN" altLang="en-US" b="1" dirty="0">
                <a:solidFill>
                  <a:srgbClr val="0070C0"/>
                </a:solidFill>
                <a:cs typeface="Times New Roman" panose="02020603050405020304" pitchFamily="18" charset="0"/>
              </a:rPr>
              <a:t>后面的点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到达某一</a:t>
            </a:r>
            <a:r>
              <a:rPr lang="zh-CN" altLang="en-US" b="1" dirty="0">
                <a:solidFill>
                  <a:srgbClr val="0070C0"/>
                </a:solidFill>
                <a:cs typeface="Times New Roman" panose="02020603050405020304" pitchFamily="18" charset="0"/>
              </a:rPr>
              <a:t>程序点 </a:t>
            </a:r>
            <a:r>
              <a:rPr lang="en-US" altLang="zh-CN" b="1" i="1" dirty="0">
                <a:solidFill>
                  <a:srgbClr val="0070C0"/>
                </a:solidFill>
                <a:cs typeface="Times New Roman" panose="02020603050405020304" pitchFamily="18" charset="0"/>
              </a:rPr>
              <a:t>p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的</a:t>
            </a:r>
            <a:r>
              <a:rPr lang="zh-CN" altLang="en-US" b="1" dirty="0">
                <a:solidFill>
                  <a:srgbClr val="0070C0"/>
                </a:solidFill>
                <a:cs typeface="Times New Roman" panose="02020603050405020304" pitchFamily="18" charset="0"/>
              </a:rPr>
              <a:t>路径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，而且在此路径上</a:t>
            </a:r>
            <a:r>
              <a:rPr lang="zh-CN" altLang="en-US" b="1" dirty="0">
                <a:solidFill>
                  <a:srgbClr val="0070C0"/>
                </a:solidFill>
                <a:cs typeface="Times New Roman" panose="02020603050405020304" pitchFamily="18" charset="0"/>
              </a:rPr>
              <a:t>没有对</a:t>
            </a:r>
            <a:r>
              <a:rPr lang="en-US" altLang="zh-CN" b="1" i="1" dirty="0">
                <a:solidFill>
                  <a:srgbClr val="0070C0"/>
                </a:solidFill>
                <a:cs typeface="Times New Roman" panose="02020603050405020304" pitchFamily="18" charset="0"/>
              </a:rPr>
              <a:t>x</a:t>
            </a:r>
            <a:r>
              <a:rPr lang="zh-CN" altLang="en-US" b="1" dirty="0">
                <a:solidFill>
                  <a:srgbClr val="0070C0"/>
                </a:solidFill>
                <a:cs typeface="Times New Roman" panose="02020603050405020304" pitchFamily="18" charset="0"/>
              </a:rPr>
              <a:t>的其它定值</a:t>
            </a:r>
            <a:r>
              <a:rPr lang="zh-CN" altLang="en-US" b="1" dirty="0">
                <a:cs typeface="Times New Roman" panose="02020603050405020304" pitchFamily="18" charset="0"/>
              </a:rPr>
              <a:t>，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则称</a:t>
            </a:r>
            <a:r>
              <a:rPr lang="zh-CN" altLang="en-US" b="1" dirty="0">
                <a:solidFill>
                  <a:srgbClr val="FF0000"/>
                </a:solidFill>
                <a:cs typeface="Times New Roman" panose="02020603050405020304" pitchFamily="18" charset="0"/>
              </a:rPr>
              <a:t>定值</a:t>
            </a:r>
            <a:r>
              <a:rPr lang="en-US" altLang="zh-CN" b="1" i="1" dirty="0">
                <a:solidFill>
                  <a:schemeClr val="accent2"/>
                </a:solidFill>
                <a:cs typeface="Times New Roman" panose="02020603050405020304" pitchFamily="18" charset="0"/>
              </a:rPr>
              <a:t>d</a:t>
            </a:r>
            <a:r>
              <a:rPr lang="zh-CN" altLang="en-US" b="1" dirty="0">
                <a:solidFill>
                  <a:srgbClr val="FF0000"/>
                </a:solidFill>
                <a:cs typeface="Times New Roman" panose="02020603050405020304" pitchFamily="18" charset="0"/>
              </a:rPr>
              <a:t>到达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程序点 </a:t>
            </a:r>
            <a:r>
              <a:rPr lang="en-US" altLang="zh-CN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p</a:t>
            </a:r>
          </a:p>
          <a:p>
            <a:pPr lvl="1" eaLnBrk="1" hangingPunct="1">
              <a:lnSpc>
                <a:spcPts val="3000"/>
              </a:lnSpc>
              <a:defRPr/>
            </a:pPr>
            <a:r>
              <a:rPr lang="zh-CN" altLang="en-US" b="1" dirty="0">
                <a:cs typeface="Times New Roman" panose="02020603050405020304" pitchFamily="18" charset="0"/>
              </a:rPr>
              <a:t>如果在此路径上</a:t>
            </a:r>
            <a:r>
              <a:rPr lang="zh-CN" altLang="en-US" b="1" dirty="0">
                <a:solidFill>
                  <a:srgbClr val="0070C0"/>
                </a:solidFill>
                <a:cs typeface="Times New Roman" panose="02020603050405020304" pitchFamily="18" charset="0"/>
              </a:rPr>
              <a:t>有</a:t>
            </a:r>
            <a:r>
              <a:rPr lang="zh-CN" altLang="en-US" b="1" dirty="0">
                <a:cs typeface="Times New Roman" panose="02020603050405020304" pitchFamily="18" charset="0"/>
              </a:rPr>
              <a:t>对变量</a:t>
            </a:r>
            <a:r>
              <a:rPr lang="en-US" altLang="zh-CN" b="1" i="1" dirty="0">
                <a:cs typeface="Times New Roman" panose="02020603050405020304" pitchFamily="18" charset="0"/>
              </a:rPr>
              <a:t>x</a:t>
            </a:r>
            <a:r>
              <a:rPr lang="zh-CN" altLang="en-US" b="1" dirty="0">
                <a:cs typeface="Times New Roman" panose="02020603050405020304" pitchFamily="18" charset="0"/>
              </a:rPr>
              <a:t>的</a:t>
            </a:r>
            <a:r>
              <a:rPr lang="zh-CN" altLang="en-US" b="1" dirty="0">
                <a:solidFill>
                  <a:srgbClr val="0070C0"/>
                </a:solidFill>
                <a:cs typeface="Times New Roman" panose="02020603050405020304" pitchFamily="18" charset="0"/>
              </a:rPr>
              <a:t>其它定值</a:t>
            </a:r>
            <a:r>
              <a:rPr lang="en-US" altLang="zh-CN" b="1" i="1" dirty="0">
                <a:solidFill>
                  <a:srgbClr val="0070C0"/>
                </a:solidFill>
                <a:cs typeface="Times New Roman" panose="02020603050405020304" pitchFamily="18" charset="0"/>
              </a:rPr>
              <a:t>d</a:t>
            </a:r>
            <a:r>
              <a:rPr lang="en-US" altLang="zh-CN" b="1" i="1" dirty="0">
                <a:solidFill>
                  <a:srgbClr val="0070C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′</a:t>
            </a:r>
            <a:r>
              <a:rPr lang="zh-CN" altLang="en-US" b="1" dirty="0">
                <a:cs typeface="Times New Roman" panose="02020603050405020304" pitchFamily="18" charset="0"/>
              </a:rPr>
              <a:t>，则称定值</a:t>
            </a:r>
            <a:r>
              <a:rPr lang="en-US" altLang="zh-CN" b="1" i="1" dirty="0">
                <a:cs typeface="Times New Roman" panose="02020603050405020304" pitchFamily="18" charset="0"/>
              </a:rPr>
              <a:t>d</a:t>
            </a:r>
            <a:r>
              <a:rPr lang="zh-CN" altLang="en-US" b="1" dirty="0">
                <a:cs typeface="Times New Roman" panose="02020603050405020304" pitchFamily="18" charset="0"/>
              </a:rPr>
              <a:t>被定值</a:t>
            </a:r>
            <a:r>
              <a:rPr lang="en-US" altLang="zh-CN" b="1" i="1" dirty="0">
                <a:cs typeface="Times New Roman" panose="02020603050405020304" pitchFamily="18" charset="0"/>
              </a:rPr>
              <a:t>d</a:t>
            </a:r>
            <a:r>
              <a:rPr lang="en-US" altLang="zh-CN" b="1" i="1" dirty="0">
                <a:ea typeface="楷体" panose="02010609060101010101" pitchFamily="49" charset="-122"/>
                <a:cs typeface="Times New Roman" panose="02020603050405020304" pitchFamily="18" charset="0"/>
              </a:rPr>
              <a:t>′</a:t>
            </a:r>
            <a:r>
              <a:rPr lang="zh-CN" altLang="en-US" b="1" dirty="0">
                <a:cs typeface="Times New Roman" panose="02020603050405020304" pitchFamily="18" charset="0"/>
              </a:rPr>
              <a:t>“</a:t>
            </a:r>
            <a:r>
              <a:rPr lang="zh-CN" altLang="en-US" b="1" dirty="0">
                <a:solidFill>
                  <a:srgbClr val="FF0000"/>
                </a:solidFill>
                <a:cs typeface="Times New Roman" panose="02020603050405020304" pitchFamily="18" charset="0"/>
              </a:rPr>
              <a:t>注销</a:t>
            </a:r>
            <a:r>
              <a:rPr lang="en-US" altLang="zh-CN" b="1" dirty="0">
                <a:cs typeface="Times New Roman" panose="02020603050405020304" pitchFamily="18" charset="0"/>
              </a:rPr>
              <a:t>(</a:t>
            </a:r>
            <a:r>
              <a:rPr lang="zh-CN" altLang="en-US" b="1" dirty="0">
                <a:cs typeface="Times New Roman" panose="02020603050405020304" pitchFamily="18" charset="0"/>
              </a:rPr>
              <a:t>杀死</a:t>
            </a:r>
            <a:r>
              <a:rPr lang="en-US" altLang="zh-CN" b="1" dirty="0">
                <a:cs typeface="Times New Roman" panose="02020603050405020304" pitchFamily="18" charset="0"/>
              </a:rPr>
              <a:t>)</a:t>
            </a:r>
            <a:r>
              <a:rPr lang="zh-CN" altLang="en-US" b="1" dirty="0">
                <a:cs typeface="Times New Roman" panose="02020603050405020304" pitchFamily="18" charset="0"/>
              </a:rPr>
              <a:t>”了，即定值</a:t>
            </a:r>
            <a:r>
              <a:rPr lang="en-US" altLang="zh-CN" b="1" i="1" dirty="0">
                <a:solidFill>
                  <a:srgbClr val="0070C0"/>
                </a:solidFill>
                <a:cs typeface="Times New Roman" panose="02020603050405020304" pitchFamily="18" charset="0"/>
              </a:rPr>
              <a:t>d</a:t>
            </a:r>
            <a:r>
              <a:rPr lang="zh-CN" altLang="en-US" b="1" dirty="0">
                <a:solidFill>
                  <a:srgbClr val="0070C0"/>
                </a:solidFill>
                <a:cs typeface="Times New Roman" panose="02020603050405020304" pitchFamily="18" charset="0"/>
              </a:rPr>
              <a:t>不能到达</a:t>
            </a:r>
            <a:r>
              <a:rPr lang="zh-CN" altLang="en-US" b="1" dirty="0">
                <a:cs typeface="Times New Roman" panose="02020603050405020304" pitchFamily="18" charset="0"/>
              </a:rPr>
              <a:t>程序点 </a:t>
            </a:r>
            <a:r>
              <a:rPr lang="en-US" altLang="zh-CN" b="1" i="1" dirty="0">
                <a:cs typeface="Times New Roman" panose="02020603050405020304" pitchFamily="18" charset="0"/>
              </a:rPr>
              <a:t>p</a:t>
            </a:r>
            <a:endParaRPr lang="en-US" altLang="zh-CN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lvl="1" eaLnBrk="1" hangingPunct="1">
              <a:lnSpc>
                <a:spcPts val="30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直观地讲，如果某个变量</a:t>
            </a:r>
            <a:r>
              <a:rPr lang="en-US" altLang="zh-CN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x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的一个定值</a:t>
            </a:r>
            <a:r>
              <a:rPr lang="en-US" altLang="zh-CN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d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到达点 </a:t>
            </a:r>
            <a:r>
              <a:rPr lang="en-US" altLang="zh-CN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p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，在点 </a:t>
            </a:r>
            <a:r>
              <a:rPr lang="en-US" altLang="zh-CN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p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处使用的</a:t>
            </a:r>
            <a:r>
              <a:rPr lang="en-US" altLang="zh-CN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x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的值</a:t>
            </a:r>
            <a:r>
              <a:rPr lang="zh-CN" altLang="en-US" b="1" dirty="0">
                <a:solidFill>
                  <a:srgbClr val="0070C0"/>
                </a:solidFill>
                <a:cs typeface="Times New Roman" panose="02020603050405020304" pitchFamily="18" charset="0"/>
              </a:rPr>
              <a:t>可能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就是由</a:t>
            </a:r>
            <a:r>
              <a:rPr lang="en-US" altLang="zh-CN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d</a:t>
            </a:r>
            <a:r>
              <a:rPr lang="zh-CN" altLang="en-US" b="1" dirty="0">
                <a:solidFill>
                  <a:srgbClr val="0070C0"/>
                </a:solidFill>
                <a:cs typeface="Times New Roman" panose="02020603050405020304" pitchFamily="18" charset="0"/>
              </a:rPr>
              <a:t>最后赋予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的</a:t>
            </a:r>
          </a:p>
        </p:txBody>
      </p:sp>
      <p:sp>
        <p:nvSpPr>
          <p:cNvPr id="131075" name="Rectangle 2">
            <a:extLst>
              <a:ext uri="{FF2B5EF4-FFF2-40B4-BE49-F238E27FC236}">
                <a16:creationId xmlns:a16="http://schemas.microsoft.com/office/drawing/2014/main" id="{06083311-84BD-4656-AAD3-2C34775FE8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en-US" altLang="zh-CN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8.4.1 </a:t>
            </a:r>
            <a:r>
              <a:rPr lang="zh-CN" altLang="en-US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到达定值分析</a:t>
            </a:r>
            <a:r>
              <a:rPr lang="en-US" altLang="zh-CN" sz="3000" dirty="0">
                <a:solidFill>
                  <a:schemeClr val="tx1"/>
                </a:solidFill>
              </a:rPr>
              <a:t>(</a:t>
            </a:r>
            <a:r>
              <a:rPr lang="en-US" altLang="zh-CN" sz="2400" i="1" dirty="0">
                <a:solidFill>
                  <a:schemeClr val="tx1"/>
                </a:solidFill>
              </a:rPr>
              <a:t>Reachin</a:t>
            </a:r>
            <a:r>
              <a:rPr lang="en-US" altLang="zh-CN" sz="2400" i="1" dirty="0"/>
              <a:t>g definitions</a:t>
            </a:r>
            <a:r>
              <a:rPr lang="en-US" altLang="zh-CN" sz="3000" dirty="0">
                <a:solidFill>
                  <a:schemeClr val="tx1"/>
                </a:solidFill>
              </a:rPr>
              <a:t>)</a:t>
            </a:r>
            <a:endParaRPr lang="zh-CN" altLang="en-US" sz="30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096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68096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68096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68096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096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8096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8096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68096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096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68096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68096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68096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096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68096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68096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68096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096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68096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68096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68096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 nodeType="clickPar">
                      <p:stCondLst>
                        <p:cond delay="indefinite"/>
                      </p:stCondLst>
                      <p:childTnLst>
                        <p:par>
                          <p:cTn id="3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6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096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68096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68096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68096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22" name="Rectangle 2">
            <a:extLst>
              <a:ext uri="{FF2B5EF4-FFF2-40B4-BE49-F238E27FC236}">
                <a16:creationId xmlns:a16="http://schemas.microsoft.com/office/drawing/2014/main" id="{633B097F-D583-4B38-AA69-E1E9F2655F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例：可以到达各基本块的入口处的定值</a:t>
            </a:r>
          </a:p>
        </p:txBody>
      </p:sp>
      <p:sp>
        <p:nvSpPr>
          <p:cNvPr id="78897" name="矩形 1">
            <a:extLst>
              <a:ext uri="{FF2B5EF4-FFF2-40B4-BE49-F238E27FC236}">
                <a16:creationId xmlns:a16="http://schemas.microsoft.com/office/drawing/2014/main" id="{8E5FA3F4-792B-49DC-9310-56062762C5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71938" y="843558"/>
            <a:ext cx="4357687" cy="1300163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lIns="68580" tIns="34290" rIns="68580" bIns="34290">
            <a:spAutoFit/>
          </a:bodyPr>
          <a:lstStyle/>
          <a:p>
            <a:pPr eaLnBrk="1" hangingPunct="1">
              <a:defRPr/>
            </a:pPr>
            <a:r>
              <a:rPr lang="zh-CN" altLang="en-US" sz="2000" dirty="0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假设每个控制流图都有两个</a:t>
            </a:r>
            <a:r>
              <a:rPr lang="zh-CN" altLang="en-US" sz="2000" dirty="0">
                <a:solidFill>
                  <a:srgbClr val="0000FF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空基本块</a:t>
            </a:r>
            <a:r>
              <a:rPr lang="zh-CN" altLang="en-US" sz="2000" dirty="0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，分别是表示流图的开始点的</a:t>
            </a:r>
            <a:r>
              <a:rPr lang="en-US" altLang="zh-CN" sz="2000" i="1" dirty="0">
                <a:solidFill>
                  <a:srgbClr val="0000FF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ENTRY</a:t>
            </a:r>
            <a:r>
              <a:rPr lang="zh-CN" altLang="en-US" sz="2000" dirty="0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结点和结束点的</a:t>
            </a:r>
            <a:r>
              <a:rPr lang="en-US" altLang="zh-CN" sz="2000" i="1" dirty="0">
                <a:solidFill>
                  <a:srgbClr val="0000FF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EXIT</a:t>
            </a:r>
            <a:r>
              <a:rPr lang="zh-CN" altLang="en-US" sz="2000" dirty="0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结点（所有离开该图的控制流都流向它）</a:t>
            </a:r>
            <a:endParaRPr lang="en-US" altLang="zh-CN" sz="2000" dirty="0">
              <a:solidFill>
                <a:schemeClr val="hlink"/>
              </a:solidFill>
              <a:latin typeface="Times New Roman" pitchFamily="18" charset="0"/>
              <a:ea typeface="楷体" pitchFamily="49" charset="-122"/>
              <a:cs typeface="Times New Roman" pitchFamily="18" charset="0"/>
            </a:endParaRPr>
          </a:p>
        </p:txBody>
      </p:sp>
      <p:grpSp>
        <p:nvGrpSpPr>
          <p:cNvPr id="133124" name="组合 29">
            <a:extLst>
              <a:ext uri="{FF2B5EF4-FFF2-40B4-BE49-F238E27FC236}">
                <a16:creationId xmlns:a16="http://schemas.microsoft.com/office/drawing/2014/main" id="{AFBD820E-F2D5-48C3-A192-381C374A6A28}"/>
              </a:ext>
            </a:extLst>
          </p:cNvPr>
          <p:cNvGrpSpPr>
            <a:grpSpLocks/>
          </p:cNvGrpSpPr>
          <p:nvPr/>
        </p:nvGrpSpPr>
        <p:grpSpPr bwMode="auto">
          <a:xfrm>
            <a:off x="428625" y="928688"/>
            <a:ext cx="3500438" cy="3786187"/>
            <a:chOff x="52811" y="1214428"/>
            <a:chExt cx="3499996" cy="3786229"/>
          </a:xfrm>
        </p:grpSpPr>
        <p:sp>
          <p:nvSpPr>
            <p:cNvPr id="133193" name="Line 29">
              <a:extLst>
                <a:ext uri="{FF2B5EF4-FFF2-40B4-BE49-F238E27FC236}">
                  <a16:creationId xmlns:a16="http://schemas.microsoft.com/office/drawing/2014/main" id="{D2D69F5A-0B02-4C22-A529-A3A31772369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267084" y="2500312"/>
              <a:ext cx="0" cy="271463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133194" name="Line 31">
              <a:extLst>
                <a:ext uri="{FF2B5EF4-FFF2-40B4-BE49-F238E27FC236}">
                  <a16:creationId xmlns:a16="http://schemas.microsoft.com/office/drawing/2014/main" id="{66D29DFB-C60E-4493-AECE-B78B1FD4D1D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267084" y="3286133"/>
              <a:ext cx="0" cy="86400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46" name="Rectangle 23">
              <a:extLst>
                <a:ext uri="{FF2B5EF4-FFF2-40B4-BE49-F238E27FC236}">
                  <a16:creationId xmlns:a16="http://schemas.microsoft.com/office/drawing/2014/main" id="{8439BBE2-B788-4530-8A8E-95717172687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643285" y="1214428"/>
              <a:ext cx="1266665" cy="285753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8580" tIns="27000" rIns="68580" bIns="0" anchor="b"/>
            <a:lstStyle>
              <a:lvl1pPr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ctr">
                <a:lnSpc>
                  <a:spcPct val="70000"/>
                </a:lnSpc>
                <a:defRPr/>
              </a:pPr>
              <a:r>
                <a:rPr lang="en-US" altLang="zh-CN" sz="2000" i="1" dirty="0">
                  <a:latin typeface="Times New Roman" charset="0"/>
                </a:rPr>
                <a:t>ENTRY</a:t>
              </a:r>
              <a:endParaRPr lang="en-US" altLang="zh-CN" sz="2000" dirty="0">
                <a:latin typeface="Times New Roman" charset="0"/>
              </a:endParaRPr>
            </a:p>
          </p:txBody>
        </p:sp>
        <p:sp>
          <p:nvSpPr>
            <p:cNvPr id="47" name="Rectangle 24">
              <a:extLst>
                <a:ext uri="{FF2B5EF4-FFF2-40B4-BE49-F238E27FC236}">
                  <a16:creationId xmlns:a16="http://schemas.microsoft.com/office/drawing/2014/main" id="{34805E20-A6C5-4041-8492-1DD45363BAB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627412" y="1727196"/>
              <a:ext cx="1282538" cy="844559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8580" tIns="54000" rIns="68580" bIns="0"/>
            <a:lstStyle>
              <a:lvl1pPr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just">
                <a:lnSpc>
                  <a:spcPts val="1900"/>
                </a:lnSpc>
                <a:defRPr/>
              </a:pPr>
              <a:r>
                <a:rPr lang="en-US" altLang="zh-CN" sz="2000" i="1" dirty="0">
                  <a:latin typeface="Times New Roman" charset="0"/>
                </a:rPr>
                <a:t>d</a:t>
              </a:r>
              <a:r>
                <a:rPr lang="en-US" altLang="zh-CN" sz="2000" i="1" baseline="-25000" dirty="0">
                  <a:latin typeface="Times New Roman" charset="0"/>
                </a:rPr>
                <a:t>1</a:t>
              </a:r>
              <a:r>
                <a:rPr lang="en-US" altLang="zh-CN" sz="2000" dirty="0">
                  <a:latin typeface="Times New Roman" charset="0"/>
                </a:rPr>
                <a:t>: </a:t>
              </a:r>
              <a:r>
                <a:rPr lang="en-US" altLang="zh-CN" sz="2000" i="1" dirty="0">
                  <a:latin typeface="Times New Roman" charset="0"/>
                </a:rPr>
                <a:t>i = m-1</a:t>
              </a:r>
            </a:p>
            <a:p>
              <a:pPr algn="just">
                <a:lnSpc>
                  <a:spcPts val="1900"/>
                </a:lnSpc>
                <a:defRPr/>
              </a:pPr>
              <a:r>
                <a:rPr lang="en-US" altLang="zh-CN" sz="2000" i="1" dirty="0">
                  <a:latin typeface="Times New Roman" charset="0"/>
                </a:rPr>
                <a:t>d</a:t>
              </a:r>
              <a:r>
                <a:rPr lang="en-US" altLang="zh-CN" sz="2000" i="1" baseline="-25000" dirty="0">
                  <a:latin typeface="Times New Roman" charset="0"/>
                </a:rPr>
                <a:t>2</a:t>
              </a:r>
              <a:r>
                <a:rPr lang="en-US" altLang="zh-CN" sz="2000" dirty="0">
                  <a:latin typeface="Times New Roman" charset="0"/>
                </a:rPr>
                <a:t>: </a:t>
              </a:r>
              <a:r>
                <a:rPr lang="en-US" altLang="zh-CN" sz="2000" i="1" dirty="0">
                  <a:latin typeface="Times New Roman" charset="0"/>
                </a:rPr>
                <a:t>j = n</a:t>
              </a:r>
            </a:p>
            <a:p>
              <a:pPr algn="just">
                <a:lnSpc>
                  <a:spcPts val="1900"/>
                </a:lnSpc>
                <a:defRPr/>
              </a:pPr>
              <a:r>
                <a:rPr lang="en-US" altLang="zh-CN" sz="2000" i="1" dirty="0">
                  <a:latin typeface="Times New Roman" charset="0"/>
                </a:rPr>
                <a:t>d</a:t>
              </a:r>
              <a:r>
                <a:rPr lang="en-US" altLang="zh-CN" sz="2000" i="1" baseline="-25000" dirty="0">
                  <a:latin typeface="Times New Roman" charset="0"/>
                </a:rPr>
                <a:t>3</a:t>
              </a:r>
              <a:r>
                <a:rPr lang="en-US" altLang="zh-CN" sz="2000" dirty="0">
                  <a:latin typeface="Times New Roman" charset="0"/>
                </a:rPr>
                <a:t>: </a:t>
              </a:r>
              <a:r>
                <a:rPr lang="en-US" altLang="zh-CN" sz="2000" i="1" dirty="0">
                  <a:latin typeface="Times New Roman" charset="0"/>
                </a:rPr>
                <a:t>a = u1</a:t>
              </a:r>
              <a:endParaRPr lang="en-US" altLang="zh-CN" sz="2000" i="1" baseline="-25000" dirty="0">
                <a:latin typeface="Times New Roman" charset="0"/>
              </a:endParaRPr>
            </a:p>
            <a:p>
              <a:pPr algn="just">
                <a:lnSpc>
                  <a:spcPts val="2000"/>
                </a:lnSpc>
                <a:defRPr/>
              </a:pPr>
              <a:endParaRPr lang="en-US" altLang="zh-CN" sz="1500" i="1" baseline="-25000" dirty="0">
                <a:latin typeface="Times New Roman" charset="0"/>
              </a:endParaRPr>
            </a:p>
            <a:p>
              <a:pPr algn="just">
                <a:lnSpc>
                  <a:spcPct val="70000"/>
                </a:lnSpc>
                <a:defRPr/>
              </a:pPr>
              <a:endParaRPr lang="en-US" altLang="zh-CN" sz="1500" i="1" baseline="-25000" dirty="0">
                <a:latin typeface="Times New Roman" charset="0"/>
              </a:endParaRPr>
            </a:p>
          </p:txBody>
        </p:sp>
        <p:sp>
          <p:nvSpPr>
            <p:cNvPr id="133197" name="Rectangle 25">
              <a:extLst>
                <a:ext uri="{FF2B5EF4-FFF2-40B4-BE49-F238E27FC236}">
                  <a16:creationId xmlns:a16="http://schemas.microsoft.com/office/drawing/2014/main" id="{E770591F-ADCD-446E-B5FE-7F64ED8C1D9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16250" y="1708139"/>
              <a:ext cx="393700" cy="22066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0" rIns="0" bIns="0"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sz="2000" i="1" dirty="0">
                  <a:latin typeface="Times New Roman" panose="02020603050405020304" pitchFamily="18" charset="0"/>
                </a:rPr>
                <a:t>B</a:t>
              </a:r>
              <a:r>
                <a:rPr lang="en-US" altLang="zh-CN" sz="2000" baseline="-25000" dirty="0">
                  <a:latin typeface="Times New Roman" panose="02020603050405020304" pitchFamily="18" charset="0"/>
                </a:rPr>
                <a:t>1</a:t>
              </a:r>
              <a:endParaRPr lang="en-US" altLang="zh-CN" sz="2000" dirty="0">
                <a:latin typeface="Times New Roman" panose="02020603050405020304" pitchFamily="18" charset="0"/>
              </a:endParaRPr>
            </a:p>
          </p:txBody>
        </p:sp>
        <p:sp>
          <p:nvSpPr>
            <p:cNvPr id="133198" name="Rectangle 26">
              <a:extLst>
                <a:ext uri="{FF2B5EF4-FFF2-40B4-BE49-F238E27FC236}">
                  <a16:creationId xmlns:a16="http://schemas.microsoft.com/office/drawing/2014/main" id="{3FAB3360-6601-4ADD-A8AB-55D2D4495B0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27332" y="2746379"/>
              <a:ext cx="625475" cy="3254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sz="2000" i="1">
                  <a:latin typeface="Times New Roman" panose="02020603050405020304" pitchFamily="18" charset="0"/>
                </a:rPr>
                <a:t>B</a:t>
              </a:r>
              <a:r>
                <a:rPr lang="en-US" altLang="zh-CN" sz="2000" baseline="-25000">
                  <a:latin typeface="Times New Roman" panose="02020603050405020304" pitchFamily="18" charset="0"/>
                </a:rPr>
                <a:t>2</a:t>
              </a:r>
              <a:endParaRPr lang="en-US" altLang="zh-CN" sz="2000">
                <a:latin typeface="Times New Roman" panose="02020603050405020304" pitchFamily="18" charset="0"/>
              </a:endParaRPr>
            </a:p>
          </p:txBody>
        </p:sp>
        <p:sp>
          <p:nvSpPr>
            <p:cNvPr id="50" name="Rectangle 27">
              <a:extLst>
                <a:ext uri="{FF2B5EF4-FFF2-40B4-BE49-F238E27FC236}">
                  <a16:creationId xmlns:a16="http://schemas.microsoft.com/office/drawing/2014/main" id="{AB5EEF27-31DD-4D85-B575-E1D6507F6FE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644873" y="2786070"/>
              <a:ext cx="1265077" cy="571506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8580" tIns="54000" rIns="68580" bIns="0"/>
            <a:lstStyle>
              <a:lvl1pPr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just">
                <a:lnSpc>
                  <a:spcPts val="1900"/>
                </a:lnSpc>
                <a:defRPr/>
              </a:pPr>
              <a:r>
                <a:rPr lang="en-US" altLang="zh-CN" sz="2000" i="1" dirty="0">
                  <a:latin typeface="Times New Roman" charset="0"/>
                </a:rPr>
                <a:t>d</a:t>
              </a:r>
              <a:r>
                <a:rPr lang="en-US" altLang="zh-CN" sz="2000" i="1" baseline="-25000" dirty="0">
                  <a:latin typeface="Times New Roman" charset="0"/>
                </a:rPr>
                <a:t>4</a:t>
              </a:r>
              <a:r>
                <a:rPr lang="en-US" altLang="zh-CN" sz="2000" dirty="0">
                  <a:latin typeface="Times New Roman" charset="0"/>
                </a:rPr>
                <a:t>: </a:t>
              </a:r>
              <a:r>
                <a:rPr lang="en-US" altLang="zh-CN" sz="2000" i="1" dirty="0">
                  <a:latin typeface="Times New Roman" charset="0"/>
                </a:rPr>
                <a:t>i = i+1</a:t>
              </a:r>
            </a:p>
            <a:p>
              <a:pPr algn="just">
                <a:lnSpc>
                  <a:spcPts val="1900"/>
                </a:lnSpc>
                <a:defRPr/>
              </a:pPr>
              <a:r>
                <a:rPr lang="en-US" altLang="zh-CN" sz="2000" i="1" dirty="0">
                  <a:latin typeface="Times New Roman" charset="0"/>
                </a:rPr>
                <a:t>d</a:t>
              </a:r>
              <a:r>
                <a:rPr lang="en-US" altLang="zh-CN" sz="2000" i="1" baseline="-25000" dirty="0">
                  <a:latin typeface="Times New Roman" charset="0"/>
                </a:rPr>
                <a:t>5</a:t>
              </a:r>
              <a:r>
                <a:rPr lang="en-US" altLang="zh-CN" sz="2000" dirty="0">
                  <a:latin typeface="Times New Roman" charset="0"/>
                </a:rPr>
                <a:t>: </a:t>
              </a:r>
              <a:r>
                <a:rPr lang="en-US" altLang="zh-CN" sz="2000" i="1" dirty="0">
                  <a:latin typeface="Times New Roman" charset="0"/>
                </a:rPr>
                <a:t>j = j-1</a:t>
              </a:r>
            </a:p>
          </p:txBody>
        </p:sp>
        <p:sp>
          <p:nvSpPr>
            <p:cNvPr id="133200" name="Line 28">
              <a:extLst>
                <a:ext uri="{FF2B5EF4-FFF2-40B4-BE49-F238E27FC236}">
                  <a16:creationId xmlns:a16="http://schemas.microsoft.com/office/drawing/2014/main" id="{3CB138E1-EB09-40AF-8FB2-51695487B5D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267084" y="1500180"/>
              <a:ext cx="0" cy="239712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52" name="Rectangle 30">
              <a:extLst>
                <a:ext uri="{FF2B5EF4-FFF2-40B4-BE49-F238E27FC236}">
                  <a16:creationId xmlns:a16="http://schemas.microsoft.com/office/drawing/2014/main" id="{D4B7E874-9498-4D3A-AD93-72EA7E3E041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9954" y="3643330"/>
              <a:ext cx="1214284" cy="285753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7500" tIns="0" rIns="0" bIns="0" anchor="ctr"/>
            <a:lstStyle>
              <a:lvl1pPr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just">
                <a:lnSpc>
                  <a:spcPts val="1900"/>
                </a:lnSpc>
                <a:defRPr/>
              </a:pPr>
              <a:r>
                <a:rPr lang="en-US" altLang="zh-CN" sz="2000" i="1" dirty="0">
                  <a:latin typeface="Times New Roman" charset="0"/>
                </a:rPr>
                <a:t>d</a:t>
              </a:r>
              <a:r>
                <a:rPr lang="en-US" altLang="zh-CN" sz="2000" i="1" baseline="-25000" dirty="0">
                  <a:latin typeface="Times New Roman" charset="0"/>
                </a:rPr>
                <a:t>6</a:t>
              </a:r>
              <a:r>
                <a:rPr lang="en-US" altLang="zh-CN" sz="2000" dirty="0">
                  <a:latin typeface="Times New Roman" charset="0"/>
                </a:rPr>
                <a:t>: </a:t>
              </a:r>
              <a:r>
                <a:rPr lang="en-US" altLang="zh-CN" sz="2000" i="1" dirty="0">
                  <a:latin typeface="Times New Roman" charset="0"/>
                </a:rPr>
                <a:t>a = u2</a:t>
              </a:r>
              <a:endParaRPr lang="en-US" altLang="zh-CN" sz="2000" i="1" baseline="-25000" dirty="0">
                <a:latin typeface="Times New Roman" charset="0"/>
              </a:endParaRPr>
            </a:p>
          </p:txBody>
        </p:sp>
        <p:sp>
          <p:nvSpPr>
            <p:cNvPr id="133202" name="Rectangle 33">
              <a:extLst>
                <a:ext uri="{FF2B5EF4-FFF2-40B4-BE49-F238E27FC236}">
                  <a16:creationId xmlns:a16="http://schemas.microsoft.com/office/drawing/2014/main" id="{A3A19D5B-7E04-4FD2-8136-1903601D1AD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25744" y="4071956"/>
              <a:ext cx="627063" cy="3238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sz="2000" i="1">
                  <a:latin typeface="Times New Roman" panose="02020603050405020304" pitchFamily="18" charset="0"/>
                </a:rPr>
                <a:t>B</a:t>
              </a:r>
              <a:r>
                <a:rPr lang="en-US" altLang="zh-CN" sz="2000" baseline="-25000">
                  <a:latin typeface="Times New Roman" panose="02020603050405020304" pitchFamily="18" charset="0"/>
                </a:rPr>
                <a:t>4</a:t>
              </a:r>
              <a:endParaRPr lang="en-US" altLang="zh-CN" sz="2000">
                <a:latin typeface="Times New Roman" panose="02020603050405020304" pitchFamily="18" charset="0"/>
              </a:endParaRPr>
            </a:p>
          </p:txBody>
        </p:sp>
        <p:sp>
          <p:nvSpPr>
            <p:cNvPr id="133203" name="Rectangle 34">
              <a:extLst>
                <a:ext uri="{FF2B5EF4-FFF2-40B4-BE49-F238E27FC236}">
                  <a16:creationId xmlns:a16="http://schemas.microsoft.com/office/drawing/2014/main" id="{1B65847A-A600-453B-8136-2149C802CCA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638434" y="3571883"/>
              <a:ext cx="628650" cy="3270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sz="2000" i="1">
                  <a:latin typeface="Times New Roman" panose="02020603050405020304" pitchFamily="18" charset="0"/>
                </a:rPr>
                <a:t>B</a:t>
              </a:r>
              <a:r>
                <a:rPr lang="en-US" altLang="zh-CN" sz="2000" baseline="-25000">
                  <a:latin typeface="Times New Roman" panose="02020603050405020304" pitchFamily="18" charset="0"/>
                </a:rPr>
                <a:t>3</a:t>
              </a:r>
              <a:endParaRPr lang="en-US" altLang="zh-CN" sz="2000">
                <a:latin typeface="Times New Roman" panose="02020603050405020304" pitchFamily="18" charset="0"/>
              </a:endParaRPr>
            </a:p>
          </p:txBody>
        </p:sp>
        <p:sp>
          <p:nvSpPr>
            <p:cNvPr id="133204" name="Line 37">
              <a:extLst>
                <a:ext uri="{FF2B5EF4-FFF2-40B4-BE49-F238E27FC236}">
                  <a16:creationId xmlns:a16="http://schemas.microsoft.com/office/drawing/2014/main" id="{DFF0B2A1-E4B3-4597-9933-F7F8E170A63C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928661" y="3357568"/>
              <a:ext cx="941389" cy="285752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133205" name="Line 38">
              <a:extLst>
                <a:ext uri="{FF2B5EF4-FFF2-40B4-BE49-F238E27FC236}">
                  <a16:creationId xmlns:a16="http://schemas.microsoft.com/office/drawing/2014/main" id="{21378A3B-B42E-45C3-8FAC-F310C923FFB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000100" y="3929072"/>
              <a:ext cx="928694" cy="214314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133206" name="Freeform 42">
              <a:extLst>
                <a:ext uri="{FF2B5EF4-FFF2-40B4-BE49-F238E27FC236}">
                  <a16:creationId xmlns:a16="http://schemas.microsoft.com/office/drawing/2014/main" id="{3B842A46-1988-44A5-A67F-15956BB6BA52}"/>
                </a:ext>
              </a:extLst>
            </p:cNvPr>
            <p:cNvSpPr>
              <a:spLocks/>
            </p:cNvSpPr>
            <p:nvPr/>
          </p:nvSpPr>
          <p:spPr bwMode="auto">
            <a:xfrm rot="-906172">
              <a:off x="52811" y="2748547"/>
              <a:ext cx="1807873" cy="1979317"/>
            </a:xfrm>
            <a:custGeom>
              <a:avLst/>
              <a:gdLst>
                <a:gd name="T0" fmla="*/ 2147483646 w 627"/>
                <a:gd name="T1" fmla="*/ 2147483646 h 3190"/>
                <a:gd name="T2" fmla="*/ 2147483646 w 627"/>
                <a:gd name="T3" fmla="*/ 2147483646 h 3190"/>
                <a:gd name="T4" fmla="*/ 2147483646 w 627"/>
                <a:gd name="T5" fmla="*/ 2147483646 h 3190"/>
                <a:gd name="T6" fmla="*/ 2147483646 w 627"/>
                <a:gd name="T7" fmla="*/ 2147483646 h 3190"/>
                <a:gd name="T8" fmla="*/ 2147483646 w 627"/>
                <a:gd name="T9" fmla="*/ 2147483646 h 319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627"/>
                <a:gd name="T16" fmla="*/ 0 h 3190"/>
                <a:gd name="T17" fmla="*/ 627 w 627"/>
                <a:gd name="T18" fmla="*/ 3190 h 319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627" h="3190">
                  <a:moveTo>
                    <a:pt x="491" y="2994"/>
                  </a:moveTo>
                  <a:cubicBezTo>
                    <a:pt x="430" y="3092"/>
                    <a:pt x="369" y="3190"/>
                    <a:pt x="309" y="3130"/>
                  </a:cubicBezTo>
                  <a:cubicBezTo>
                    <a:pt x="249" y="3070"/>
                    <a:pt x="166" y="3092"/>
                    <a:pt x="128" y="2631"/>
                  </a:cubicBezTo>
                  <a:cubicBezTo>
                    <a:pt x="90" y="2170"/>
                    <a:pt x="0" y="726"/>
                    <a:pt x="83" y="363"/>
                  </a:cubicBezTo>
                  <a:cubicBezTo>
                    <a:pt x="166" y="0"/>
                    <a:pt x="396" y="227"/>
                    <a:pt x="627" y="454"/>
                  </a:cubicBezTo>
                </a:path>
              </a:pathLst>
            </a:cu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58" name="Rectangle 30">
              <a:extLst>
                <a:ext uri="{FF2B5EF4-FFF2-40B4-BE49-F238E27FC236}">
                  <a16:creationId xmlns:a16="http://schemas.microsoft.com/office/drawing/2014/main" id="{DBF80C19-3D68-49D5-9B39-58760029C63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643285" y="4143397"/>
              <a:ext cx="1266665" cy="309566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7500" tIns="0" rIns="0" bIns="0" anchor="ctr"/>
            <a:lstStyle>
              <a:lvl1pPr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just">
                <a:lnSpc>
                  <a:spcPts val="1900"/>
                </a:lnSpc>
                <a:defRPr/>
              </a:pPr>
              <a:r>
                <a:rPr lang="en-US" altLang="zh-CN" sz="2000" i="1" dirty="0">
                  <a:latin typeface="Times New Roman" charset="0"/>
                </a:rPr>
                <a:t>d</a:t>
              </a:r>
              <a:r>
                <a:rPr lang="en-US" altLang="zh-CN" sz="2000" i="1" baseline="-25000" dirty="0">
                  <a:latin typeface="Times New Roman" charset="0"/>
                </a:rPr>
                <a:t>7</a:t>
              </a:r>
              <a:r>
                <a:rPr lang="en-US" altLang="zh-CN" sz="2000" dirty="0">
                  <a:latin typeface="Times New Roman" charset="0"/>
                </a:rPr>
                <a:t>: </a:t>
              </a:r>
              <a:r>
                <a:rPr lang="en-US" altLang="zh-CN" sz="2000" i="1" dirty="0">
                  <a:latin typeface="Times New Roman" charset="0"/>
                </a:rPr>
                <a:t>i = u3</a:t>
              </a:r>
              <a:endParaRPr lang="en-US" altLang="zh-CN" sz="2000" i="1" baseline="-25000" dirty="0">
                <a:latin typeface="Times New Roman" charset="0"/>
              </a:endParaRPr>
            </a:p>
          </p:txBody>
        </p:sp>
        <p:sp>
          <p:nvSpPr>
            <p:cNvPr id="59" name="Rectangle 23">
              <a:extLst>
                <a:ext uri="{FF2B5EF4-FFF2-40B4-BE49-F238E27FC236}">
                  <a16:creationId xmlns:a16="http://schemas.microsoft.com/office/drawing/2014/main" id="{B9E86D4A-2916-4C50-94E8-A0E05D39179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643285" y="4714904"/>
              <a:ext cx="1266665" cy="285753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8580" tIns="27000" rIns="68580" bIns="0" anchor="b"/>
            <a:lstStyle>
              <a:lvl1pPr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ctr">
                <a:lnSpc>
                  <a:spcPct val="70000"/>
                </a:lnSpc>
                <a:defRPr/>
              </a:pPr>
              <a:r>
                <a:rPr lang="en-US" altLang="zh-CN" sz="2000" i="1" dirty="0">
                  <a:latin typeface="Times New Roman" charset="0"/>
                </a:rPr>
                <a:t>EXIT</a:t>
              </a:r>
              <a:endParaRPr lang="en-US" altLang="zh-CN" sz="2000" dirty="0">
                <a:latin typeface="Times New Roman" charset="0"/>
              </a:endParaRPr>
            </a:p>
          </p:txBody>
        </p:sp>
        <p:sp>
          <p:nvSpPr>
            <p:cNvPr id="133209" name="Line 28">
              <a:extLst>
                <a:ext uri="{FF2B5EF4-FFF2-40B4-BE49-F238E27FC236}">
                  <a16:creationId xmlns:a16="http://schemas.microsoft.com/office/drawing/2014/main" id="{76C25641-889A-4EA3-A6C8-05DA8D75ABE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267084" y="4475191"/>
              <a:ext cx="0" cy="239712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</p:grpSp>
      <p:graphicFrame>
        <p:nvGraphicFramePr>
          <p:cNvPr id="61" name="Group 182">
            <a:extLst>
              <a:ext uri="{FF2B5EF4-FFF2-40B4-BE49-F238E27FC236}">
                <a16:creationId xmlns:a16="http://schemas.microsoft.com/office/drawing/2014/main" id="{449D48AF-7B5C-439A-9B2A-D391A9027C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2461322"/>
              </p:ext>
            </p:extLst>
          </p:nvPr>
        </p:nvGraphicFramePr>
        <p:xfrm>
          <a:off x="5003800" y="2251422"/>
          <a:ext cx="2232026" cy="2744784"/>
        </p:xfrm>
        <a:graphic>
          <a:graphicData uri="http://schemas.openxmlformats.org/drawingml/2006/table">
            <a:tbl>
              <a:tblPr/>
              <a:tblGrid>
                <a:gridCol w="71760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652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39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039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309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800" b="1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IN</a:t>
                      </a:r>
                      <a:r>
                        <a:rPr kumimoji="0" lang="en-US" altLang="zh-CN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[</a:t>
                      </a:r>
                      <a:r>
                        <a:rPr kumimoji="0" lang="en-US" altLang="zh-CN" sz="1800" b="1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B</a:t>
                      </a:r>
                      <a:r>
                        <a:rPr kumimoji="0" lang="en-US" altLang="zh-CN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]</a:t>
                      </a:r>
                    </a:p>
                  </a:txBody>
                  <a:tcPr marL="68586" marR="68586" marT="34318" marB="34318" horzOverflow="overflow">
                    <a:lnL cap="flat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800" b="1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B</a:t>
                      </a:r>
                      <a:r>
                        <a:rPr kumimoji="0" lang="en-US" altLang="zh-CN" sz="1800" b="1" i="1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2</a:t>
                      </a:r>
                    </a:p>
                  </a:txBody>
                  <a:tcPr marL="68586" marR="68586" marT="34318" marB="3431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800" b="1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B</a:t>
                      </a:r>
                      <a:r>
                        <a:rPr kumimoji="0" lang="en-US" altLang="zh-CN" sz="1800" b="1" i="1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3</a:t>
                      </a:r>
                    </a:p>
                  </a:txBody>
                  <a:tcPr marL="68586" marR="68586" marT="34318" marB="3431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800" b="1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B</a:t>
                      </a:r>
                      <a:r>
                        <a:rPr kumimoji="0" lang="en-US" altLang="zh-CN" sz="1800" b="1" i="1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4</a:t>
                      </a:r>
                    </a:p>
                  </a:txBody>
                  <a:tcPr marL="68586" marR="68586" marT="34318" marB="3431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309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800" b="1" i="1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d</a:t>
                      </a:r>
                      <a:r>
                        <a:rPr kumimoji="0" lang="en-US" altLang="zh-CN" sz="1800" b="1" i="1" u="none" strike="noStrike" cap="none" normalizeH="0" baseline="-2500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1</a:t>
                      </a:r>
                    </a:p>
                  </a:txBody>
                  <a:tcPr marL="68586" marR="68586" marT="34318" marB="34318" horzOverflow="overflow">
                    <a:lnL cap="flat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8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86" marR="68586" marT="34318" marB="3431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8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86" marR="68586" marT="34318" marB="3431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8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86" marR="68586" marT="34318" marB="3431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309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800" b="1" i="1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d</a:t>
                      </a:r>
                      <a:r>
                        <a:rPr kumimoji="0" lang="en-US" altLang="zh-CN" sz="1800" b="1" i="1" u="none" strike="noStrike" cap="none" normalizeH="0" baseline="-2500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2</a:t>
                      </a:r>
                      <a:endParaRPr kumimoji="0" lang="zh-CN" altLang="en-US" sz="1800" b="1" i="1" u="none" strike="noStrike" cap="none" normalizeH="0" baseline="-2500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86" marR="68586" marT="34318" marB="34318" horzOverflow="overflow">
                    <a:lnL cap="flat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8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86" marR="68586" marT="34318" marB="3431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8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86" marR="68586" marT="34318" marB="3431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8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86" marR="68586" marT="34318" marB="3431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309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800" b="1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d</a:t>
                      </a:r>
                      <a:r>
                        <a:rPr kumimoji="0" lang="en-US" altLang="zh-CN" sz="1800" b="1" i="1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3</a:t>
                      </a:r>
                      <a:endParaRPr kumimoji="0" lang="zh-CN" altLang="en-US" sz="1800" b="1" i="1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86" marR="68586" marT="34318" marB="34318" horzOverflow="overflow">
                    <a:lnL cap="flat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8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86" marR="68586" marT="34318" marB="3431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8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86" marR="68586" marT="34318" marB="3431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8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86" marR="68586" marT="34318" marB="3431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309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800" b="1" i="1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d</a:t>
                      </a:r>
                      <a:r>
                        <a:rPr kumimoji="0" lang="en-US" altLang="zh-CN" sz="1800" b="1" i="1" u="none" strike="noStrike" cap="none" normalizeH="0" baseline="-2500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4</a:t>
                      </a:r>
                      <a:endParaRPr kumimoji="0" lang="zh-CN" altLang="en-US" sz="1800" b="1" i="1" u="none" strike="noStrike" cap="none" normalizeH="0" baseline="-2500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86" marR="68586" marT="34318" marB="34318" horzOverflow="overflow">
                    <a:lnL cap="flat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8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86" marR="68586" marT="34318" marB="3431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8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86" marR="68586" marT="34318" marB="3431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8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86" marR="68586" marT="34318" marB="3431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309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800" b="1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d</a:t>
                      </a:r>
                      <a:r>
                        <a:rPr kumimoji="0" lang="en-US" altLang="zh-CN" sz="1800" b="1" i="1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5</a:t>
                      </a:r>
                      <a:endParaRPr kumimoji="0" lang="zh-CN" altLang="en-US" sz="1800" b="1" i="1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86" marR="68586" marT="34318" marB="34318" horzOverflow="overflow">
                    <a:lnL cap="flat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8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86" marR="68586" marT="34318" marB="3431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8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86" marR="68586" marT="34318" marB="3431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8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86" marR="68586" marT="34318" marB="3431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309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800" b="1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d</a:t>
                      </a:r>
                      <a:r>
                        <a:rPr kumimoji="0" lang="en-US" altLang="zh-CN" sz="1800" b="1" i="1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6</a:t>
                      </a:r>
                      <a:endParaRPr kumimoji="0" lang="zh-CN" altLang="en-US" sz="1800" b="1" i="1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86" marR="68586" marT="34318" marB="34318" horzOverflow="overflow">
                    <a:lnL cap="flat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8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86" marR="68586" marT="34318" marB="3431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8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86" marR="68586" marT="34318" marB="3431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8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86" marR="68586" marT="34318" marB="3431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309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800" b="1" i="1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d</a:t>
                      </a:r>
                      <a:r>
                        <a:rPr kumimoji="0" lang="en-US" altLang="zh-CN" sz="1800" b="1" i="1" u="none" strike="noStrike" cap="none" normalizeH="0" baseline="-2500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7</a:t>
                      </a:r>
                      <a:endParaRPr kumimoji="0" lang="zh-CN" altLang="en-US" sz="1800" b="1" i="1" u="none" strike="noStrike" cap="none" normalizeH="0" baseline="-2500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86" marR="68586" marT="34318" marB="34318" horzOverflow="overflow">
                    <a:lnL cap="flat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8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86" marR="68586" marT="34318" marB="3431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8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86" marR="68586" marT="34318" marB="3431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8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86" marR="68586" marT="34318" marB="3431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62" name="Line 31">
            <a:extLst>
              <a:ext uri="{FF2B5EF4-FFF2-40B4-BE49-F238E27FC236}">
                <a16:creationId xmlns:a16="http://schemas.microsoft.com/office/drawing/2014/main" id="{BA6F2681-9FC1-432E-80ED-90F266D0827F}"/>
              </a:ext>
            </a:extLst>
          </p:cNvPr>
          <p:cNvSpPr>
            <a:spLocks noChangeShapeType="1"/>
          </p:cNvSpPr>
          <p:nvPr/>
        </p:nvSpPr>
        <p:spPr bwMode="auto">
          <a:xfrm>
            <a:off x="5003800" y="2237134"/>
            <a:ext cx="0" cy="2759075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 type="non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/>
          </a:p>
        </p:txBody>
      </p:sp>
      <p:sp>
        <p:nvSpPr>
          <p:cNvPr id="63" name="Line 31">
            <a:extLst>
              <a:ext uri="{FF2B5EF4-FFF2-40B4-BE49-F238E27FC236}">
                <a16:creationId xmlns:a16="http://schemas.microsoft.com/office/drawing/2014/main" id="{66A4E43C-9C6A-48EA-8CF2-8247B4625F77}"/>
              </a:ext>
            </a:extLst>
          </p:cNvPr>
          <p:cNvSpPr>
            <a:spLocks noChangeShapeType="1"/>
          </p:cNvSpPr>
          <p:nvPr/>
        </p:nvSpPr>
        <p:spPr bwMode="auto">
          <a:xfrm>
            <a:off x="7235825" y="2264122"/>
            <a:ext cx="0" cy="27432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 type="non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/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746A8D57-21FA-42C0-A318-2F5577B3E13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92788" y="2600672"/>
            <a:ext cx="311150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zh-CN" altLang="en-US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√</a:t>
            </a:r>
            <a:endParaRPr lang="en-US" altLang="zh-CN">
              <a:solidFill>
                <a:srgbClr val="000000"/>
              </a:solidFill>
              <a:latin typeface="Times New Roman" panose="02020603050405020304" pitchFamily="18" charset="0"/>
              <a:ea typeface="楷体_GB2312" charset="0"/>
              <a:cs typeface="Times New Roman" panose="02020603050405020304" pitchFamily="18" charset="0"/>
            </a:endParaRPr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C8A8017C-625B-4C78-A4D7-5CE6AFAE48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40400" y="3594447"/>
            <a:ext cx="415925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en-US" altLang="zh-CN" dirty="0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×</a:t>
            </a:r>
            <a:endParaRPr lang="zh-CN" altLang="en-US" dirty="0">
              <a:solidFill>
                <a:srgbClr val="000000"/>
              </a:solidFill>
              <a:latin typeface="Times New Roman" panose="02020603050405020304" pitchFamily="18" charset="0"/>
              <a:ea typeface="楷体_GB2312" charset="0"/>
              <a:cs typeface="Times New Roman" panose="02020603050405020304" pitchFamily="18" charset="0"/>
            </a:endParaRPr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9D964C87-91A1-4918-B2D2-8F217E98E81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92788" y="3978622"/>
            <a:ext cx="311150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zh-CN" altLang="en-US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√</a:t>
            </a:r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6063B2C3-3A77-4BB2-84D4-2ADD18F09A7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92788" y="4300884"/>
            <a:ext cx="311150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zh-CN" altLang="en-US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√</a:t>
            </a:r>
            <a:endParaRPr lang="en-US" altLang="zh-CN">
              <a:solidFill>
                <a:srgbClr val="000000"/>
              </a:solidFill>
              <a:latin typeface="Times New Roman" panose="02020603050405020304" pitchFamily="18" charset="0"/>
              <a:ea typeface="楷体_GB2312" charset="0"/>
              <a:cs typeface="Times New Roman" panose="02020603050405020304" pitchFamily="18" charset="0"/>
            </a:endParaRPr>
          </a:p>
        </p:txBody>
      </p:sp>
      <p:sp>
        <p:nvSpPr>
          <p:cNvPr id="68" name="矩形 67">
            <a:extLst>
              <a:ext uri="{FF2B5EF4-FFF2-40B4-BE49-F238E27FC236}">
                <a16:creationId xmlns:a16="http://schemas.microsoft.com/office/drawing/2014/main" id="{4D72A699-0AEF-44DD-A272-7D27831BFB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99200" y="2610197"/>
            <a:ext cx="417513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en-US" altLang="zh-CN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×</a:t>
            </a:r>
            <a:endParaRPr lang="zh-CN" altLang="en-US">
              <a:solidFill>
                <a:srgbClr val="000000"/>
              </a:solidFill>
              <a:latin typeface="Times New Roman" panose="02020603050405020304" pitchFamily="18" charset="0"/>
              <a:ea typeface="楷体_GB2312" charset="0"/>
              <a:cs typeface="Times New Roman" panose="02020603050405020304" pitchFamily="18" charset="0"/>
            </a:endParaRPr>
          </a:p>
        </p:txBody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24701CA8-37AF-48EA-ADDA-DF6A1D4E71F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99200" y="2970559"/>
            <a:ext cx="417513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en-US" altLang="zh-CN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×</a:t>
            </a:r>
            <a:endParaRPr lang="zh-CN" altLang="en-US">
              <a:solidFill>
                <a:srgbClr val="000000"/>
              </a:solidFill>
              <a:latin typeface="Times New Roman" panose="02020603050405020304" pitchFamily="18" charset="0"/>
              <a:ea typeface="楷体_GB2312" charset="0"/>
              <a:cs typeface="Times New Roman" panose="02020603050405020304" pitchFamily="18" charset="0"/>
            </a:endParaRPr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665754CE-DC5E-4561-8F8D-B4931A7BAF7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48413" y="3267422"/>
            <a:ext cx="311150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zh-CN" altLang="en-US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√</a:t>
            </a:r>
          </a:p>
        </p:txBody>
      </p:sp>
      <p:sp>
        <p:nvSpPr>
          <p:cNvPr id="71" name="矩形 70">
            <a:extLst>
              <a:ext uri="{FF2B5EF4-FFF2-40B4-BE49-F238E27FC236}">
                <a16:creationId xmlns:a16="http://schemas.microsoft.com/office/drawing/2014/main" id="{E9E8BD3A-24C7-4680-949B-F62ABC95F0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48413" y="3618259"/>
            <a:ext cx="368300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zh-CN" altLang="en-US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√ </a:t>
            </a:r>
            <a:endParaRPr lang="en-US" altLang="zh-CN">
              <a:solidFill>
                <a:srgbClr val="000000"/>
              </a:solidFill>
              <a:latin typeface="Times New Roman" panose="02020603050405020304" pitchFamily="18" charset="0"/>
              <a:ea typeface="楷体_GB2312" charset="0"/>
              <a:cs typeface="Times New Roman" panose="02020603050405020304" pitchFamily="18" charset="0"/>
            </a:endParaRPr>
          </a:p>
        </p:txBody>
      </p:sp>
      <p:sp>
        <p:nvSpPr>
          <p:cNvPr id="72" name="矩形 71">
            <a:extLst>
              <a:ext uri="{FF2B5EF4-FFF2-40B4-BE49-F238E27FC236}">
                <a16:creationId xmlns:a16="http://schemas.microsoft.com/office/drawing/2014/main" id="{9D1FB222-AB7A-437C-8143-3F8EEAA0752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48413" y="4337397"/>
            <a:ext cx="311150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zh-CN" altLang="en-US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√</a:t>
            </a:r>
          </a:p>
        </p:txBody>
      </p:sp>
      <p:sp>
        <p:nvSpPr>
          <p:cNvPr id="73" name="矩形 72">
            <a:extLst>
              <a:ext uri="{FF2B5EF4-FFF2-40B4-BE49-F238E27FC236}">
                <a16:creationId xmlns:a16="http://schemas.microsoft.com/office/drawing/2014/main" id="{EB555C72-F992-4A8F-8966-036D9E6EC4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15075" y="4626322"/>
            <a:ext cx="415925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en-US" altLang="zh-CN" dirty="0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×</a:t>
            </a:r>
            <a:endParaRPr lang="zh-CN" altLang="en-US" dirty="0">
              <a:solidFill>
                <a:srgbClr val="000000"/>
              </a:solidFill>
              <a:latin typeface="Times New Roman" panose="02020603050405020304" pitchFamily="18" charset="0"/>
              <a:ea typeface="楷体_GB2312" charset="0"/>
              <a:cs typeface="Times New Roman" panose="02020603050405020304" pitchFamily="18" charset="0"/>
            </a:endParaRPr>
          </a:p>
        </p:txBody>
      </p:sp>
      <p:sp>
        <p:nvSpPr>
          <p:cNvPr id="74" name="矩形 73">
            <a:extLst>
              <a:ext uri="{FF2B5EF4-FFF2-40B4-BE49-F238E27FC236}">
                <a16:creationId xmlns:a16="http://schemas.microsoft.com/office/drawing/2014/main" id="{DA0AAF68-62EF-4841-9C30-E01E27F752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04025" y="2619722"/>
            <a:ext cx="417513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en-US" altLang="zh-CN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×</a:t>
            </a:r>
          </a:p>
        </p:txBody>
      </p:sp>
      <p:sp>
        <p:nvSpPr>
          <p:cNvPr id="75" name="矩形 74">
            <a:extLst>
              <a:ext uri="{FF2B5EF4-FFF2-40B4-BE49-F238E27FC236}">
                <a16:creationId xmlns:a16="http://schemas.microsoft.com/office/drawing/2014/main" id="{CBE6AC76-0171-487C-8A3F-F452E44365D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51650" y="3267422"/>
            <a:ext cx="312738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zh-CN" altLang="en-US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√</a:t>
            </a:r>
          </a:p>
        </p:txBody>
      </p:sp>
      <p:sp>
        <p:nvSpPr>
          <p:cNvPr id="76" name="矩形 75">
            <a:extLst>
              <a:ext uri="{FF2B5EF4-FFF2-40B4-BE49-F238E27FC236}">
                <a16:creationId xmlns:a16="http://schemas.microsoft.com/office/drawing/2014/main" id="{B5F77BD7-2CCE-4827-87C7-B03112A004F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65938" y="3627784"/>
            <a:ext cx="368300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zh-CN" altLang="en-US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√ </a:t>
            </a:r>
            <a:endParaRPr lang="en-US" altLang="zh-CN">
              <a:solidFill>
                <a:srgbClr val="000000"/>
              </a:solidFill>
              <a:latin typeface="Times New Roman" panose="02020603050405020304" pitchFamily="18" charset="0"/>
              <a:ea typeface="楷体_GB2312" charset="0"/>
              <a:cs typeface="Times New Roman" panose="02020603050405020304" pitchFamily="18" charset="0"/>
            </a:endParaRPr>
          </a:p>
        </p:txBody>
      </p:sp>
      <p:sp>
        <p:nvSpPr>
          <p:cNvPr id="77" name="矩形 76">
            <a:extLst>
              <a:ext uri="{FF2B5EF4-FFF2-40B4-BE49-F238E27FC236}">
                <a16:creationId xmlns:a16="http://schemas.microsoft.com/office/drawing/2014/main" id="{EFFD3F8D-B76F-4782-890C-D643FBD5D18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51650" y="4346922"/>
            <a:ext cx="312738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zh-CN" altLang="en-US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√</a:t>
            </a:r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D72F8575-492C-4A3F-AA60-69D09CE39D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18313" y="4635847"/>
            <a:ext cx="417512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en-US" altLang="zh-CN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×</a:t>
            </a:r>
            <a:endParaRPr lang="zh-CN" altLang="en-US">
              <a:solidFill>
                <a:srgbClr val="000000"/>
              </a:solidFill>
              <a:latin typeface="Times New Roman" panose="02020603050405020304" pitchFamily="18" charset="0"/>
              <a:ea typeface="楷体_GB2312" charset="0"/>
              <a:cs typeface="Times New Roman" panose="02020603050405020304" pitchFamily="18" charset="0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9C94366B-4F13-4DB9-9D20-3D9617910F1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95963" y="2945159"/>
            <a:ext cx="417512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/>
          <a:p>
            <a:pPr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zh-CN" altLang="en-US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√</a:t>
            </a:r>
            <a:endParaRPr lang="en-US" altLang="zh-CN">
              <a:solidFill>
                <a:srgbClr val="000000"/>
              </a:solidFill>
              <a:latin typeface="Times New Roman" panose="02020603050405020304" pitchFamily="18" charset="0"/>
              <a:ea typeface="楷体_GB2312" charset="0"/>
              <a:cs typeface="Times New Roman" panose="02020603050405020304" pitchFamily="18" charset="0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8D8577C4-1C8D-401B-809B-0B4B45758A7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92788" y="3332509"/>
            <a:ext cx="311150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/>
          <a:p>
            <a:pPr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zh-CN" altLang="en-US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√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32EB8AB-F91D-426A-B8C7-4C631FF1D8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92788" y="4650134"/>
            <a:ext cx="311150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/>
          <a:p>
            <a:pPr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zh-CN" altLang="en-US" dirty="0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√</a:t>
            </a:r>
            <a:endParaRPr lang="en-US" altLang="zh-CN" dirty="0">
              <a:solidFill>
                <a:srgbClr val="000000"/>
              </a:solidFill>
              <a:latin typeface="Times New Roman" panose="02020603050405020304" pitchFamily="18" charset="0"/>
              <a:ea typeface="楷体_GB2312" charset="0"/>
              <a:cs typeface="Times New Roman" panose="02020603050405020304" pitchFamily="18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B9495CAE-0299-408A-8EAD-85A844C89D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57938" y="3956397"/>
            <a:ext cx="312737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/>
          <a:p>
            <a:pPr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zh-CN" altLang="en-US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√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1159EE9-A09D-4B4F-B08C-53A0BCA67B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04025" y="2926109"/>
            <a:ext cx="417513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/>
          <a:p>
            <a:pPr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en-US" altLang="zh-CN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×</a:t>
            </a:r>
            <a:endParaRPr lang="zh-CN" altLang="en-US">
              <a:solidFill>
                <a:srgbClr val="000000"/>
              </a:solidFill>
              <a:latin typeface="Times New Roman" panose="02020603050405020304" pitchFamily="18" charset="0"/>
              <a:ea typeface="楷体_GB2312" charset="0"/>
              <a:cs typeface="Times New Roman" panose="02020603050405020304" pitchFamily="18" charset="0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D025633-CFA9-4B67-98F2-30E11AA120E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58000" y="3967509"/>
            <a:ext cx="312738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/>
          <a:p>
            <a:pPr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zh-CN" altLang="en-US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√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8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788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788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788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 nodeType="clickPar">
                      <p:stCondLst>
                        <p:cond delay="indefinite"/>
                      </p:stCondLst>
                      <p:childTnLst>
                        <p:par>
                          <p:cTn id="1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 nodeType="clickPar">
                      <p:stCondLst>
                        <p:cond delay="indefinite"/>
                      </p:stCondLst>
                      <p:childTnLst>
                        <p:par>
                          <p:cTn id="3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6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 nodeType="clickPar">
                      <p:stCondLst>
                        <p:cond delay="indefinite"/>
                      </p:stCondLst>
                      <p:childTnLst>
                        <p:par>
                          <p:cTn id="4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5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 nodeType="clickPar">
                      <p:stCondLst>
                        <p:cond delay="indefinite"/>
                      </p:stCondLst>
                      <p:childTnLst>
                        <p:par>
                          <p:cTn id="4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0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2" dur="5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5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" dur="5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5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 nodeType="clickPar">
                      <p:stCondLst>
                        <p:cond delay="indefinite"/>
                      </p:stCondLst>
                      <p:childTnLst>
                        <p:par>
                          <p:cTn id="6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1" dur="5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5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 nodeType="clickPar">
                      <p:stCondLst>
                        <p:cond delay="indefinite"/>
                      </p:stCondLst>
                      <p:childTnLst>
                        <p:par>
                          <p:cTn id="7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6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5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5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 nodeType="clickPar">
                      <p:stCondLst>
                        <p:cond delay="indefinite"/>
                      </p:stCondLst>
                      <p:childTnLst>
                        <p:par>
                          <p:cTn id="8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5" dur="5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6" dur="5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 nodeType="clickPar">
                      <p:stCondLst>
                        <p:cond delay="indefinite"/>
                      </p:stCondLst>
                      <p:childTnLst>
                        <p:par>
                          <p:cTn id="8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0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2" dur="5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3" dur="5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 nodeType="clickPar">
                      <p:stCondLst>
                        <p:cond delay="indefinite"/>
                      </p:stCondLst>
                      <p:childTnLst>
                        <p:par>
                          <p:cTn id="9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9" dur="5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0" dur="5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 nodeType="clickPar">
                      <p:stCondLst>
                        <p:cond delay="indefinite"/>
                      </p:stCondLst>
                      <p:childTnLst>
                        <p:par>
                          <p:cTn id="10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9" fill="hold" nodeType="clickPar">
                      <p:stCondLst>
                        <p:cond delay="indefinite"/>
                      </p:stCondLst>
                      <p:childTnLst>
                        <p:par>
                          <p:cTn id="1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3" dur="500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4" dur="500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6" fill="hold" nodeType="clickPar">
                      <p:stCondLst>
                        <p:cond delay="indefinite"/>
                      </p:stCondLst>
                      <p:childTnLst>
                        <p:par>
                          <p:cTn id="11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0" dur="5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1" dur="5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 nodeType="clickPar">
                      <p:stCondLst>
                        <p:cond delay="indefinite"/>
                      </p:stCondLst>
                      <p:childTnLst>
                        <p:par>
                          <p:cTn id="1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2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7" dur="5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8" dur="5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9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0" fill="hold" nodeType="clickPar">
                      <p:stCondLst>
                        <p:cond delay="indefinite"/>
                      </p:stCondLst>
                      <p:childTnLst>
                        <p:par>
                          <p:cTn id="13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7" fill="hold" nodeType="clickPar">
                      <p:stCondLst>
                        <p:cond delay="indefinite"/>
                      </p:stCondLst>
                      <p:childTnLst>
                        <p:par>
                          <p:cTn id="13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1" dur="5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2" dur="5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4" fill="hold" nodeType="clickPar">
                      <p:stCondLst>
                        <p:cond delay="indefinite"/>
                      </p:stCondLst>
                      <p:childTnLst>
                        <p:par>
                          <p:cTn id="14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46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8" dur="5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9" dur="5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0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1" fill="hold" nodeType="clickPar">
                      <p:stCondLst>
                        <p:cond delay="indefinite"/>
                      </p:stCondLst>
                      <p:childTnLst>
                        <p:par>
                          <p:cTn id="15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8" fill="hold" nodeType="clickPar">
                      <p:stCondLst>
                        <p:cond delay="indefinite"/>
                      </p:stCondLst>
                      <p:childTnLst>
                        <p:par>
                          <p:cTn id="15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60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2" dur="5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3" dur="5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4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5" fill="hold" nodeType="clickPar">
                      <p:stCondLst>
                        <p:cond delay="indefinite"/>
                      </p:stCondLst>
                      <p:childTnLst>
                        <p:par>
                          <p:cTn id="16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6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9" dur="5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0" dur="5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1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8897" grpId="0" animBg="1"/>
      <p:bldP spid="64" grpId="0"/>
      <p:bldP spid="65" grpId="0"/>
      <p:bldP spid="66" grpId="0"/>
      <p:bldP spid="67" grpId="0"/>
      <p:bldP spid="68" grpId="0"/>
      <p:bldP spid="69" grpId="0"/>
      <p:bldP spid="70" grpId="0"/>
      <p:bldP spid="71" grpId="0"/>
      <p:bldP spid="72" grpId="0"/>
      <p:bldP spid="73" grpId="0"/>
      <p:bldP spid="74" grpId="0"/>
      <p:bldP spid="75" grpId="0"/>
      <p:bldP spid="76" grpId="0"/>
      <p:bldP spid="77" grpId="0"/>
      <p:bldP spid="78" grpId="0"/>
      <p:bldP spid="2" grpId="0"/>
      <p:bldP spid="3" grpId="0"/>
      <p:bldP spid="4" grpId="0"/>
      <p:bldP spid="5" grpId="0"/>
      <p:bldP spid="6" grpId="0"/>
      <p:bldP spid="7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2691" name="Rectangle 3">
            <a:extLst>
              <a:ext uri="{FF2B5EF4-FFF2-40B4-BE49-F238E27FC236}">
                <a16:creationId xmlns:a16="http://schemas.microsoft.com/office/drawing/2014/main" id="{E399DF6F-F75B-4A32-A127-31268244230E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430213" y="846138"/>
            <a:ext cx="8356600" cy="322580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numCol="1" anchor="t" anchorCtr="0" compatLnSpc="1">
            <a:prstTxWarp prst="textNoShape">
              <a:avLst/>
            </a:prstTxWarp>
          </a:bodyPr>
          <a:lstStyle/>
          <a:p>
            <a:pPr>
              <a:lnSpc>
                <a:spcPts val="3500"/>
              </a:lnSpc>
              <a:buClrTx/>
              <a:buFont typeface="Wingdings" panose="05000000000000000000" pitchFamily="2" charset="2"/>
              <a:buChar char="Ø"/>
            </a:pP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循环不变计算的检测</a:t>
            </a:r>
          </a:p>
          <a:p>
            <a:pPr lvl="1">
              <a:lnSpc>
                <a:spcPts val="3500"/>
              </a:lnSpc>
              <a:buClrTx/>
              <a:buFont typeface="Wingdings" panose="05000000000000000000" pitchFamily="2" charset="2"/>
              <a:buChar char="Ø"/>
            </a:pPr>
            <a:r>
              <a:rPr lang="zh-CN" altLang="en-US" sz="2400" b="1" dirty="0">
                <a:solidFill>
                  <a:srgbClr val="333333"/>
                </a:solidFill>
                <a:cs typeface="Times New Roman" panose="02020603050405020304" pitchFamily="18" charset="0"/>
              </a:rPr>
              <a:t>如果循环中含有赋值</a:t>
            </a:r>
            <a:r>
              <a:rPr lang="en-US" altLang="zh-CN" sz="2400" b="1" i="1" dirty="0">
                <a:solidFill>
                  <a:srgbClr val="0070C0"/>
                </a:solidFill>
                <a:cs typeface="Times New Roman" panose="02020603050405020304" pitchFamily="18" charset="0"/>
              </a:rPr>
              <a:t>x</a:t>
            </a:r>
            <a:r>
              <a:rPr lang="en-US" altLang="zh-CN" sz="2400" b="1" dirty="0">
                <a:solidFill>
                  <a:srgbClr val="0070C0"/>
                </a:solidFill>
                <a:cs typeface="Times New Roman" panose="02020603050405020304" pitchFamily="18" charset="0"/>
              </a:rPr>
              <a:t>=</a:t>
            </a:r>
            <a:r>
              <a:rPr lang="en-US" altLang="zh-CN" sz="2400" b="1" i="1" dirty="0" err="1">
                <a:solidFill>
                  <a:srgbClr val="0070C0"/>
                </a:solidFill>
                <a:cs typeface="Times New Roman" panose="02020603050405020304" pitchFamily="18" charset="0"/>
              </a:rPr>
              <a:t>y</a:t>
            </a:r>
            <a:r>
              <a:rPr lang="en-US" altLang="zh-CN" sz="2400" b="1" dirty="0" err="1">
                <a:solidFill>
                  <a:srgbClr val="0070C0"/>
                </a:solidFill>
                <a:cs typeface="Times New Roman" panose="02020603050405020304" pitchFamily="18" charset="0"/>
              </a:rPr>
              <a:t>+</a:t>
            </a:r>
            <a:r>
              <a:rPr lang="en-US" altLang="zh-CN" sz="2400" b="1" i="1" dirty="0" err="1">
                <a:solidFill>
                  <a:srgbClr val="0070C0"/>
                </a:solidFill>
                <a:cs typeface="Times New Roman" panose="02020603050405020304" pitchFamily="18" charset="0"/>
              </a:rPr>
              <a:t>z</a:t>
            </a:r>
            <a:r>
              <a:rPr lang="en-US" altLang="zh-CN" sz="2400" b="1" dirty="0">
                <a:solidFill>
                  <a:srgbClr val="333333"/>
                </a:solidFill>
                <a:cs typeface="Times New Roman" panose="02020603050405020304" pitchFamily="18" charset="0"/>
              </a:rPr>
              <a:t> </a:t>
            </a:r>
            <a:r>
              <a:rPr lang="zh-CN" altLang="en-US" sz="2400" b="1" dirty="0">
                <a:solidFill>
                  <a:srgbClr val="333333"/>
                </a:solidFill>
                <a:cs typeface="Times New Roman" panose="02020603050405020304" pitchFamily="18" charset="0"/>
              </a:rPr>
              <a:t>，而</a:t>
            </a:r>
            <a:r>
              <a:rPr lang="en-US" altLang="zh-CN" sz="2400" b="1" i="1" dirty="0">
                <a:solidFill>
                  <a:srgbClr val="333333"/>
                </a:solidFill>
                <a:cs typeface="Times New Roman" panose="02020603050405020304" pitchFamily="18" charset="0"/>
              </a:rPr>
              <a:t>y</a:t>
            </a:r>
            <a:r>
              <a:rPr lang="zh-CN" altLang="en-US" sz="2400" b="1" dirty="0">
                <a:solidFill>
                  <a:srgbClr val="333333"/>
                </a:solidFill>
                <a:cs typeface="Times New Roman" panose="02020603050405020304" pitchFamily="18" charset="0"/>
              </a:rPr>
              <a:t>和</a:t>
            </a:r>
            <a:r>
              <a:rPr lang="en-US" altLang="zh-CN" sz="2400" b="1" i="1" dirty="0">
                <a:solidFill>
                  <a:srgbClr val="333333"/>
                </a:solidFill>
                <a:cs typeface="Times New Roman" panose="02020603050405020304" pitchFamily="18" charset="0"/>
              </a:rPr>
              <a:t>z</a:t>
            </a:r>
            <a:r>
              <a:rPr lang="zh-CN" altLang="en-US" sz="2400" b="1" dirty="0">
                <a:solidFill>
                  <a:srgbClr val="333333"/>
                </a:solidFill>
                <a:cs typeface="Times New Roman" panose="02020603050405020304" pitchFamily="18" charset="0"/>
              </a:rPr>
              <a:t>所有</a:t>
            </a:r>
            <a:r>
              <a:rPr lang="zh-CN" altLang="en-US" sz="2400" b="1" dirty="0">
                <a:solidFill>
                  <a:srgbClr val="0070C0"/>
                </a:solidFill>
                <a:cs typeface="Times New Roman" panose="02020603050405020304" pitchFamily="18" charset="0"/>
              </a:rPr>
              <a:t>可能的定值</a:t>
            </a:r>
            <a:r>
              <a:rPr lang="zh-CN" altLang="en-US" sz="2400" b="1" dirty="0">
                <a:solidFill>
                  <a:srgbClr val="333333"/>
                </a:solidFill>
                <a:cs typeface="Times New Roman" panose="02020603050405020304" pitchFamily="18" charset="0"/>
              </a:rPr>
              <a:t>都在</a:t>
            </a:r>
            <a:r>
              <a:rPr lang="zh-CN" altLang="en-US" sz="2400" b="1" dirty="0">
                <a:solidFill>
                  <a:srgbClr val="0070C0"/>
                </a:solidFill>
                <a:cs typeface="Times New Roman" panose="02020603050405020304" pitchFamily="18" charset="0"/>
              </a:rPr>
              <a:t>循环外面</a:t>
            </a:r>
            <a:r>
              <a:rPr lang="en-US" altLang="zh-CN" sz="2400" b="1" dirty="0">
                <a:solidFill>
                  <a:schemeClr val="tx1"/>
                </a:solidFill>
                <a:ea typeface="楷体_GB2312" charset="0"/>
                <a:cs typeface="Times New Roman" panose="02020603050405020304" pitchFamily="18" charset="0"/>
              </a:rPr>
              <a:t>(</a:t>
            </a:r>
            <a:r>
              <a:rPr lang="zh-CN" altLang="en-US" sz="2400" b="1" dirty="0">
                <a:solidFill>
                  <a:srgbClr val="333333"/>
                </a:solidFill>
                <a:cs typeface="Times New Roman" panose="02020603050405020304" pitchFamily="18" charset="0"/>
              </a:rPr>
              <a:t>包括</a:t>
            </a:r>
            <a:r>
              <a:rPr lang="en-US" altLang="zh-CN" sz="2400" b="1" i="1" dirty="0">
                <a:solidFill>
                  <a:srgbClr val="333333"/>
                </a:solidFill>
                <a:cs typeface="Times New Roman" panose="02020603050405020304" pitchFamily="18" charset="0"/>
              </a:rPr>
              <a:t>y</a:t>
            </a:r>
            <a:r>
              <a:rPr lang="zh-CN" altLang="en-US" sz="2400" b="1" dirty="0">
                <a:solidFill>
                  <a:schemeClr val="tx1"/>
                </a:solidFill>
                <a:cs typeface="Times New Roman" panose="02020603050405020304" pitchFamily="18" charset="0"/>
              </a:rPr>
              <a:t>或</a:t>
            </a:r>
            <a:r>
              <a:rPr lang="en-US" altLang="zh-CN" sz="2400" b="1" i="1" dirty="0">
                <a:solidFill>
                  <a:srgbClr val="333333"/>
                </a:solidFill>
                <a:cs typeface="Times New Roman" panose="02020603050405020304" pitchFamily="18" charset="0"/>
              </a:rPr>
              <a:t>z</a:t>
            </a:r>
            <a:r>
              <a:rPr lang="zh-CN" altLang="en-US" sz="2400" b="1" dirty="0">
                <a:solidFill>
                  <a:srgbClr val="333333"/>
                </a:solidFill>
                <a:cs typeface="Times New Roman" panose="02020603050405020304" pitchFamily="18" charset="0"/>
              </a:rPr>
              <a:t>是常数的特殊情况</a:t>
            </a:r>
            <a:r>
              <a:rPr lang="en-US" altLang="zh-CN" sz="2400" b="1" dirty="0">
                <a:solidFill>
                  <a:schemeClr val="tx1"/>
                </a:solidFill>
                <a:cs typeface="Times New Roman" panose="02020603050405020304" pitchFamily="18" charset="0"/>
              </a:rPr>
              <a:t>) </a:t>
            </a:r>
            <a:r>
              <a:rPr lang="zh-CN" altLang="en-US" sz="2400" b="1" dirty="0">
                <a:solidFill>
                  <a:srgbClr val="333333"/>
                </a:solidFill>
                <a:cs typeface="Times New Roman" panose="02020603050405020304" pitchFamily="18" charset="0"/>
              </a:rPr>
              <a:t>，那么</a:t>
            </a:r>
            <a:r>
              <a:rPr lang="en-US" altLang="zh-CN" sz="2400" b="1" i="1" dirty="0" err="1">
                <a:solidFill>
                  <a:srgbClr val="333333"/>
                </a:solidFill>
                <a:cs typeface="Times New Roman" panose="02020603050405020304" pitchFamily="18" charset="0"/>
              </a:rPr>
              <a:t>y</a:t>
            </a:r>
            <a:r>
              <a:rPr lang="en-US" altLang="zh-CN" sz="2400" b="1" dirty="0" err="1">
                <a:solidFill>
                  <a:srgbClr val="333333"/>
                </a:solidFill>
                <a:cs typeface="Times New Roman" panose="02020603050405020304" pitchFamily="18" charset="0"/>
              </a:rPr>
              <a:t>+</a:t>
            </a:r>
            <a:r>
              <a:rPr lang="en-US" altLang="zh-CN" sz="2400" b="1" i="1" dirty="0" err="1">
                <a:solidFill>
                  <a:srgbClr val="333333"/>
                </a:solidFill>
                <a:cs typeface="Times New Roman" panose="02020603050405020304" pitchFamily="18" charset="0"/>
              </a:rPr>
              <a:t>z</a:t>
            </a:r>
            <a:r>
              <a:rPr lang="zh-CN" altLang="en-US" sz="2400" b="1" dirty="0">
                <a:solidFill>
                  <a:srgbClr val="333333"/>
                </a:solidFill>
                <a:cs typeface="Times New Roman" panose="02020603050405020304" pitchFamily="18" charset="0"/>
              </a:rPr>
              <a:t>就是</a:t>
            </a:r>
            <a:r>
              <a:rPr lang="zh-CN" altLang="en-US" sz="2400" b="1" dirty="0">
                <a:solidFill>
                  <a:srgbClr val="0070C0"/>
                </a:solidFill>
                <a:cs typeface="Times New Roman" panose="02020603050405020304" pitchFamily="18" charset="0"/>
              </a:rPr>
              <a:t>循环不变计算</a:t>
            </a:r>
          </a:p>
        </p:txBody>
      </p:sp>
      <p:sp>
        <p:nvSpPr>
          <p:cNvPr id="135171" name="Rectangle 2">
            <a:extLst>
              <a:ext uri="{FF2B5EF4-FFF2-40B4-BE49-F238E27FC236}">
                <a16:creationId xmlns:a16="http://schemas.microsoft.com/office/drawing/2014/main" id="{5D2F3A23-FF2E-4269-88F9-5F19FD4924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到达定值分析的主要用途</a:t>
            </a:r>
            <a:endParaRPr lang="zh-CN" altLang="en-US" sz="3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楷体_GB2312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26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8826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8826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8826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269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88269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88269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88269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53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8" dur="500"/>
                                        <p:tgtEl>
                                          <p:spTgt spid="88269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/>
                                        <p:tgtEl>
                                          <p:spTgt spid="88269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20" dur="500"/>
                                        <p:tgtEl>
                                          <p:spTgt spid="88269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8269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2691" name="Rectangle 3">
            <a:extLst>
              <a:ext uri="{FF2B5EF4-FFF2-40B4-BE49-F238E27FC236}">
                <a16:creationId xmlns:a16="http://schemas.microsoft.com/office/drawing/2014/main" id="{C51AB18A-B9E9-42F5-BC99-A92F85FBB705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430213" y="1285875"/>
            <a:ext cx="8142287" cy="322580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numCol="1" anchor="t" anchorCtr="0" compatLnSpc="1">
            <a:prstTxWarp prst="textNoShape">
              <a:avLst/>
            </a:prstTxWarp>
          </a:bodyPr>
          <a:lstStyle/>
          <a:p>
            <a:pPr>
              <a:lnSpc>
                <a:spcPts val="3500"/>
              </a:lnSpc>
              <a:buClrTx/>
              <a:buFont typeface="Wingdings" panose="05000000000000000000" pitchFamily="2" charset="2"/>
              <a:buChar char="Ø"/>
            </a:pP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常量合并</a:t>
            </a:r>
            <a:endParaRPr lang="en-US" altLang="zh-CN" sz="25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lvl="1">
              <a:lnSpc>
                <a:spcPts val="3500"/>
              </a:lnSpc>
              <a:buClrTx/>
              <a:buFont typeface="Wingdings" panose="05000000000000000000" pitchFamily="2" charset="2"/>
              <a:buChar char="Ø"/>
            </a:pPr>
            <a:r>
              <a:rPr lang="zh-CN" altLang="en-US" sz="2400" b="1" dirty="0">
                <a:solidFill>
                  <a:schemeClr val="tx1"/>
                </a:solidFill>
                <a:cs typeface="Times New Roman" panose="02020603050405020304" pitchFamily="18" charset="0"/>
              </a:rPr>
              <a:t>如果对变量</a:t>
            </a:r>
            <a:r>
              <a:rPr lang="en-US" altLang="zh-CN" sz="2400" b="1" i="1" dirty="0">
                <a:solidFill>
                  <a:srgbClr val="0070C0"/>
                </a:solidFill>
                <a:cs typeface="Times New Roman" panose="02020603050405020304" pitchFamily="18" charset="0"/>
              </a:rPr>
              <a:t>x</a:t>
            </a:r>
            <a:r>
              <a:rPr lang="zh-CN" altLang="en-US" sz="2400" b="1" dirty="0">
                <a:solidFill>
                  <a:schemeClr val="tx1"/>
                </a:solidFill>
                <a:cs typeface="Times New Roman" panose="02020603050405020304" pitchFamily="18" charset="0"/>
              </a:rPr>
              <a:t>的某次使用</a:t>
            </a:r>
            <a:r>
              <a:rPr lang="zh-CN" altLang="en-US" sz="2400" b="1" dirty="0">
                <a:solidFill>
                  <a:srgbClr val="0070C0"/>
                </a:solidFill>
                <a:cs typeface="Times New Roman" panose="02020603050405020304" pitchFamily="18" charset="0"/>
              </a:rPr>
              <a:t>只有一个定值</a:t>
            </a:r>
            <a:r>
              <a:rPr lang="zh-CN" altLang="en-US" sz="2400" b="1" dirty="0">
                <a:solidFill>
                  <a:schemeClr val="tx1"/>
                </a:solidFill>
                <a:cs typeface="Times New Roman" panose="02020603050405020304" pitchFamily="18" charset="0"/>
              </a:rPr>
              <a:t>可以到达，并且该定值把</a:t>
            </a:r>
            <a:r>
              <a:rPr lang="zh-CN" altLang="en-US" sz="2400" b="1" dirty="0">
                <a:solidFill>
                  <a:srgbClr val="0070C0"/>
                </a:solidFill>
                <a:cs typeface="Times New Roman" panose="02020603050405020304" pitchFamily="18" charset="0"/>
              </a:rPr>
              <a:t>一个常量赋给</a:t>
            </a:r>
            <a:r>
              <a:rPr lang="en-US" altLang="zh-CN" sz="2400" b="1" i="1" dirty="0">
                <a:solidFill>
                  <a:srgbClr val="0070C0"/>
                </a:solidFill>
                <a:cs typeface="Times New Roman" panose="02020603050405020304" pitchFamily="18" charset="0"/>
              </a:rPr>
              <a:t>x </a:t>
            </a:r>
            <a:r>
              <a:rPr lang="zh-CN" altLang="en-US" sz="2400" b="1" dirty="0">
                <a:solidFill>
                  <a:schemeClr val="tx1"/>
                </a:solidFill>
                <a:cs typeface="Times New Roman" panose="02020603050405020304" pitchFamily="18" charset="0"/>
              </a:rPr>
              <a:t>，那么可以简单地</a:t>
            </a:r>
            <a:r>
              <a:rPr lang="zh-CN" altLang="en-US" sz="2400" b="1" dirty="0">
                <a:solidFill>
                  <a:srgbClr val="0070C0"/>
                </a:solidFill>
                <a:cs typeface="Times New Roman" panose="02020603050405020304" pitchFamily="18" charset="0"/>
              </a:rPr>
              <a:t>把</a:t>
            </a:r>
            <a:r>
              <a:rPr lang="en-US" altLang="zh-CN" sz="2400" b="1" i="1" dirty="0">
                <a:solidFill>
                  <a:srgbClr val="0070C0"/>
                </a:solidFill>
                <a:cs typeface="Times New Roman" panose="02020603050405020304" pitchFamily="18" charset="0"/>
              </a:rPr>
              <a:t>x</a:t>
            </a:r>
            <a:r>
              <a:rPr lang="zh-CN" altLang="en-US" sz="2400" b="1" dirty="0">
                <a:solidFill>
                  <a:srgbClr val="0070C0"/>
                </a:solidFill>
                <a:cs typeface="Times New Roman" panose="02020603050405020304" pitchFamily="18" charset="0"/>
              </a:rPr>
              <a:t>替换为该常量</a:t>
            </a:r>
            <a:endParaRPr lang="en-US" altLang="zh-CN" sz="2400" b="1" dirty="0">
              <a:solidFill>
                <a:srgbClr val="0070C0"/>
              </a:solidFill>
              <a:cs typeface="Times New Roman" panose="02020603050405020304" pitchFamily="18" charset="0"/>
            </a:endParaRPr>
          </a:p>
        </p:txBody>
      </p:sp>
      <p:sp>
        <p:nvSpPr>
          <p:cNvPr id="137219" name="Rectangle 2">
            <a:extLst>
              <a:ext uri="{FF2B5EF4-FFF2-40B4-BE49-F238E27FC236}">
                <a16:creationId xmlns:a16="http://schemas.microsoft.com/office/drawing/2014/main" id="{0EF6C38C-A313-4A16-B4AD-B409756E36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到达定值分析的主要用途</a:t>
            </a:r>
            <a:endParaRPr lang="zh-CN" altLang="en-US" sz="3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楷体_GB2312" charset="0"/>
            </a:endParaRPr>
          </a:p>
        </p:txBody>
      </p:sp>
      <p:sp>
        <p:nvSpPr>
          <p:cNvPr id="137220" name="Rectangle 3">
            <a:extLst>
              <a:ext uri="{FF2B5EF4-FFF2-40B4-BE49-F238E27FC236}">
                <a16:creationId xmlns:a16="http://schemas.microsoft.com/office/drawing/2014/main" id="{F134208B-5CFA-4485-815E-56375139739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0213" y="846138"/>
            <a:ext cx="8142287" cy="511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 marL="271463" indent="-271463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>
              <a:lnSpc>
                <a:spcPts val="3500"/>
              </a:lnSpc>
              <a:spcBef>
                <a:spcPct val="20000"/>
              </a:spcBef>
              <a:buSzPct val="100000"/>
              <a:buFont typeface="Wingdings" panose="05000000000000000000" pitchFamily="2" charset="2"/>
              <a:buChar char="Ø"/>
            </a:pPr>
            <a:r>
              <a:rPr lang="zh-CN" altLang="en-US" sz="2500"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循环不变计算的检测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26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8826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8826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8826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 nodeType="clickPar">
                      <p:stCondLst>
                        <p:cond delay="indefinite"/>
                      </p:stCondLst>
                      <p:childTnLst>
                        <p:par>
                          <p:cTn id="1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269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88269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88269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88269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53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20" dur="500"/>
                                        <p:tgtEl>
                                          <p:spTgt spid="88269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500"/>
                                        <p:tgtEl>
                                          <p:spTgt spid="88269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22" dur="500"/>
                                        <p:tgtEl>
                                          <p:spTgt spid="88269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8269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2691" name="Rectangle 3">
            <a:extLst>
              <a:ext uri="{FF2B5EF4-FFF2-40B4-BE49-F238E27FC236}">
                <a16:creationId xmlns:a16="http://schemas.microsoft.com/office/drawing/2014/main" id="{94BC2AFA-BF32-4AA0-B679-D832A3B8BE1F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430213" y="1785938"/>
            <a:ext cx="7142162" cy="200025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lnSpc>
                <a:spcPts val="3200"/>
              </a:lnSpc>
              <a:spcBef>
                <a:spcPts val="600"/>
              </a:spcBef>
              <a:buClrTx/>
              <a:buFont typeface="Wingdings" panose="05000000000000000000" pitchFamily="2" charset="2"/>
              <a:buChar char="Ø"/>
            </a:pP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判定变量</a:t>
            </a:r>
            <a:r>
              <a:rPr lang="en-US" altLang="zh-CN" sz="25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x</a:t>
            </a: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在</a:t>
            </a:r>
            <a:r>
              <a:rPr lang="en-US" altLang="zh-CN" sz="25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p</a:t>
            </a: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点上是否</a:t>
            </a:r>
            <a:r>
              <a:rPr lang="zh-CN" altLang="en-US" sz="2500" b="1" dirty="0">
                <a:cs typeface="Times New Roman" panose="02020603050405020304" pitchFamily="18" charset="0"/>
              </a:rPr>
              <a:t>有可能</a:t>
            </a:r>
            <a:r>
              <a:rPr lang="zh-CN" altLang="en-US" sz="2500" b="1" dirty="0">
                <a:solidFill>
                  <a:srgbClr val="0070C0"/>
                </a:solidFill>
                <a:cs typeface="Times New Roman" panose="02020603050405020304" pitchFamily="18" charset="0"/>
              </a:rPr>
              <a:t>未经定值</a:t>
            </a: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就</a:t>
            </a:r>
            <a:r>
              <a:rPr lang="zh-CN" altLang="en-US" sz="2500" b="1" dirty="0">
                <a:solidFill>
                  <a:srgbClr val="0070C0"/>
                </a:solidFill>
                <a:cs typeface="Times New Roman" panose="02020603050405020304" pitchFamily="18" charset="0"/>
              </a:rPr>
              <a:t>被引用</a:t>
            </a:r>
            <a:endParaRPr lang="en-US" altLang="zh-CN" sz="2500" b="1" dirty="0">
              <a:solidFill>
                <a:srgbClr val="0070C0"/>
              </a:solidFill>
              <a:cs typeface="Times New Roman" panose="02020603050405020304" pitchFamily="18" charset="0"/>
            </a:endParaRPr>
          </a:p>
          <a:p>
            <a:pPr lvl="1" eaLnBrk="1" hangingPunct="1">
              <a:lnSpc>
                <a:spcPts val="3200"/>
              </a:lnSpc>
              <a:spcBef>
                <a:spcPts val="600"/>
              </a:spcBef>
            </a:pPr>
            <a:r>
              <a:rPr lang="zh-CN" altLang="en-US" sz="2400" b="1" dirty="0">
                <a:cs typeface="Times New Roman" panose="02020603050405020304" pitchFamily="18" charset="0"/>
              </a:rPr>
              <a:t>在流图的入口点对每个</a:t>
            </a:r>
            <a:r>
              <a:rPr lang="zh-CN" altLang="en-US" sz="2400" b="1" dirty="0">
                <a:solidFill>
                  <a:srgbClr val="0070C0"/>
                </a:solidFill>
                <a:cs typeface="Times New Roman" panose="02020603050405020304" pitchFamily="18" charset="0"/>
              </a:rPr>
              <a:t>变量</a:t>
            </a:r>
            <a:r>
              <a:rPr lang="en-US" altLang="zh-CN" sz="2400" b="1" i="1" dirty="0">
                <a:solidFill>
                  <a:srgbClr val="0070C0"/>
                </a:solidFill>
                <a:cs typeface="Times New Roman" panose="02020603050405020304" pitchFamily="18" charset="0"/>
              </a:rPr>
              <a:t>x</a:t>
            </a:r>
            <a:r>
              <a:rPr lang="zh-CN" altLang="en-US" sz="2400" b="1" dirty="0">
                <a:cs typeface="Times New Roman" panose="02020603050405020304" pitchFamily="18" charset="0"/>
              </a:rPr>
              <a:t>引入一个</a:t>
            </a:r>
            <a:r>
              <a:rPr lang="zh-CN" altLang="en-US" sz="2400" b="1" dirty="0">
                <a:solidFill>
                  <a:srgbClr val="0070C0"/>
                </a:solidFill>
                <a:cs typeface="Times New Roman" panose="02020603050405020304" pitchFamily="18" charset="0"/>
              </a:rPr>
              <a:t>哑定值</a:t>
            </a:r>
            <a:r>
              <a:rPr lang="zh-CN" altLang="en-US" sz="2400" b="1" dirty="0">
                <a:cs typeface="Times New Roman" panose="02020603050405020304" pitchFamily="18" charset="0"/>
              </a:rPr>
              <a:t>。如果</a:t>
            </a:r>
            <a:r>
              <a:rPr lang="en-US" altLang="zh-CN" sz="2400" b="1" i="1" dirty="0">
                <a:cs typeface="Times New Roman" panose="02020603050405020304" pitchFamily="18" charset="0"/>
              </a:rPr>
              <a:t>x</a:t>
            </a:r>
            <a:r>
              <a:rPr lang="zh-CN" altLang="en-US" sz="2400" b="1" dirty="0">
                <a:cs typeface="Times New Roman" panose="02020603050405020304" pitchFamily="18" charset="0"/>
              </a:rPr>
              <a:t>的</a:t>
            </a:r>
            <a:r>
              <a:rPr lang="zh-CN" altLang="en-US" sz="2400" b="1" dirty="0">
                <a:solidFill>
                  <a:srgbClr val="0070C0"/>
                </a:solidFill>
                <a:cs typeface="Times New Roman" panose="02020603050405020304" pitchFamily="18" charset="0"/>
              </a:rPr>
              <a:t>哑定值到达</a:t>
            </a:r>
            <a:r>
              <a:rPr lang="zh-CN" altLang="en-US" sz="2400" b="1" dirty="0">
                <a:cs typeface="Times New Roman" panose="02020603050405020304" pitchFamily="18" charset="0"/>
              </a:rPr>
              <a:t>了一个可能使用</a:t>
            </a:r>
            <a:r>
              <a:rPr lang="en-US" altLang="zh-CN" sz="2400" b="1" i="1" dirty="0">
                <a:solidFill>
                  <a:srgbClr val="0070C0"/>
                </a:solidFill>
                <a:cs typeface="Times New Roman" panose="02020603050405020304" pitchFamily="18" charset="0"/>
              </a:rPr>
              <a:t>x</a:t>
            </a:r>
            <a:r>
              <a:rPr lang="zh-CN" altLang="en-US" sz="2400" b="1" dirty="0">
                <a:cs typeface="Times New Roman" panose="02020603050405020304" pitchFamily="18" charset="0"/>
              </a:rPr>
              <a:t>的程序点</a:t>
            </a:r>
            <a:r>
              <a:rPr lang="en-US" altLang="zh-CN" sz="2400" b="1" i="1" dirty="0">
                <a:cs typeface="Times New Roman" panose="02020603050405020304" pitchFamily="18" charset="0"/>
              </a:rPr>
              <a:t>p</a:t>
            </a:r>
            <a:r>
              <a:rPr lang="zh-CN" altLang="en-US" sz="2400" b="1" dirty="0">
                <a:cs typeface="Times New Roman" panose="02020603050405020304" pitchFamily="18" charset="0"/>
              </a:rPr>
              <a:t>，那么</a:t>
            </a:r>
            <a:r>
              <a:rPr lang="en-US" altLang="zh-CN" sz="2400" b="1" i="1" dirty="0">
                <a:cs typeface="Times New Roman" panose="02020603050405020304" pitchFamily="18" charset="0"/>
              </a:rPr>
              <a:t>x</a:t>
            </a:r>
            <a:r>
              <a:rPr lang="zh-CN" altLang="en-US" sz="2400" b="1" dirty="0">
                <a:cs typeface="Times New Roman" panose="02020603050405020304" pitchFamily="18" charset="0"/>
              </a:rPr>
              <a:t>，就</a:t>
            </a:r>
            <a:r>
              <a:rPr lang="zh-CN" altLang="en-US" sz="2400" b="1" dirty="0">
                <a:solidFill>
                  <a:srgbClr val="0070C0"/>
                </a:solidFill>
                <a:cs typeface="Times New Roman" panose="02020603050405020304" pitchFamily="18" charset="0"/>
              </a:rPr>
              <a:t>可能</a:t>
            </a:r>
            <a:r>
              <a:rPr lang="zh-CN" altLang="en-US" sz="2400" b="1" dirty="0">
                <a:cs typeface="Times New Roman" panose="02020603050405020304" pitchFamily="18" charset="0"/>
              </a:rPr>
              <a:t>在</a:t>
            </a:r>
            <a:r>
              <a:rPr lang="zh-CN" altLang="en-US" sz="2400" b="1" dirty="0">
                <a:solidFill>
                  <a:srgbClr val="0070C0"/>
                </a:solidFill>
                <a:cs typeface="Times New Roman" panose="02020603050405020304" pitchFamily="18" charset="0"/>
              </a:rPr>
              <a:t>定值之前被引用</a:t>
            </a:r>
            <a:endParaRPr lang="en-US" altLang="zh-CN" sz="2400" b="1" dirty="0">
              <a:solidFill>
                <a:srgbClr val="0070C0"/>
              </a:solidFill>
              <a:cs typeface="Times New Roman" panose="02020603050405020304" pitchFamily="18" charset="0"/>
            </a:endParaRPr>
          </a:p>
          <a:p>
            <a:pPr eaLnBrk="1" hangingPunct="1"/>
            <a:endParaRPr lang="zh-CN" altLang="en-US" sz="2500" b="1" dirty="0">
              <a:solidFill>
                <a:schemeClr val="tx1"/>
              </a:solidFill>
              <a:latin typeface="楷体_GB2312" charset="0"/>
              <a:ea typeface="楷体_GB2312" charset="0"/>
              <a:cs typeface="Times New Roman" panose="02020603050405020304" pitchFamily="18" charset="0"/>
            </a:endParaRPr>
          </a:p>
        </p:txBody>
      </p:sp>
      <p:sp>
        <p:nvSpPr>
          <p:cNvPr id="139267" name="Rectangle 2">
            <a:extLst>
              <a:ext uri="{FF2B5EF4-FFF2-40B4-BE49-F238E27FC236}">
                <a16:creationId xmlns:a16="http://schemas.microsoft.com/office/drawing/2014/main" id="{5F426B58-863A-49B1-9921-3BD62403C4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到达定值分析的主要用途</a:t>
            </a:r>
            <a:endParaRPr lang="zh-CN" altLang="en-US" sz="3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楷体_GB2312" charset="0"/>
            </a:endParaRP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C2B3594E-48BE-4558-AC73-1980D4DF051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0213" y="1285875"/>
            <a:ext cx="8142287" cy="500063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lIns="68580" tIns="34290" rIns="68580" bIns="34290"/>
          <a:lstStyle/>
          <a:p>
            <a:pPr marL="271463" indent="-271463">
              <a:lnSpc>
                <a:spcPts val="3500"/>
              </a:lnSpc>
              <a:spcBef>
                <a:spcPct val="20000"/>
              </a:spcBef>
              <a:buSzPct val="100000"/>
              <a:buFont typeface="Wingdings" pitchFamily="2" charset="2"/>
              <a:buChar char="Ø"/>
              <a:defRPr/>
            </a:pPr>
            <a:r>
              <a:rPr lang="zh-CN" altLang="en-US" sz="2500" dirty="0">
                <a:latin typeface="Times New Roman" panose="02020603050405020304" pitchFamily="18" charset="0"/>
                <a:ea typeface="+mn-ea"/>
                <a:cs typeface="Times New Roman" pitchFamily="18" charset="0"/>
              </a:rPr>
              <a:t>常量合并</a:t>
            </a:r>
            <a:endParaRPr lang="en-US" altLang="zh-CN" sz="2500" dirty="0">
              <a:latin typeface="Times New Roman" panose="02020603050405020304" pitchFamily="18" charset="0"/>
              <a:ea typeface="+mn-ea"/>
              <a:cs typeface="Times New Roman" pitchFamily="18" charset="0"/>
            </a:endParaRPr>
          </a:p>
        </p:txBody>
      </p:sp>
      <p:sp>
        <p:nvSpPr>
          <p:cNvPr id="139269" name="Rectangle 3">
            <a:extLst>
              <a:ext uri="{FF2B5EF4-FFF2-40B4-BE49-F238E27FC236}">
                <a16:creationId xmlns:a16="http://schemas.microsoft.com/office/drawing/2014/main" id="{32C647B4-A31A-43A2-BCB6-A87705B835D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0213" y="846138"/>
            <a:ext cx="8142287" cy="511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 marL="271463" indent="-271463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>
              <a:lnSpc>
                <a:spcPts val="3500"/>
              </a:lnSpc>
              <a:spcBef>
                <a:spcPct val="20000"/>
              </a:spcBef>
              <a:buSzPct val="100000"/>
              <a:buFont typeface="Wingdings" panose="05000000000000000000" pitchFamily="2" charset="2"/>
              <a:buChar char="Ø"/>
            </a:pPr>
            <a:r>
              <a:rPr lang="zh-CN" altLang="en-US" sz="2500"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循环不变计算的检测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26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8826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8826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8826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269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88269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88269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88269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314" name="Rectangle 3">
            <a:extLst>
              <a:ext uri="{FF2B5EF4-FFF2-40B4-BE49-F238E27FC236}">
                <a16:creationId xmlns:a16="http://schemas.microsoft.com/office/drawing/2014/main" id="{87581A0B-7B2F-42D2-A2A9-324E55632195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03250" y="1995612"/>
            <a:ext cx="8070850" cy="2088306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buClrTx/>
              <a:buFont typeface="Wingdings" panose="05000000000000000000" pitchFamily="2" charset="2"/>
              <a:buChar char="Ø"/>
            </a:pPr>
            <a:r>
              <a:rPr lang="zh-CN" altLang="en-US" sz="2800" b="1" dirty="0">
                <a:solidFill>
                  <a:schemeClr val="tx1"/>
                </a:solidFill>
                <a:cs typeface="Times New Roman" panose="02020603050405020304" pitchFamily="18" charset="0"/>
              </a:rPr>
              <a:t>定值 </a:t>
            </a:r>
            <a:r>
              <a:rPr lang="en-US" altLang="zh-CN" sz="2800" b="1" i="1" dirty="0">
                <a:solidFill>
                  <a:schemeClr val="tx1"/>
                </a:solidFill>
                <a:ea typeface="楷体_GB2312" charset="0"/>
                <a:cs typeface="Times New Roman" panose="02020603050405020304" pitchFamily="18" charset="0"/>
              </a:rPr>
              <a:t>d</a:t>
            </a:r>
            <a:r>
              <a:rPr lang="en-US" altLang="zh-CN" sz="2800" b="1" dirty="0">
                <a:solidFill>
                  <a:schemeClr val="tx1"/>
                </a:solidFill>
                <a:ea typeface="楷体_GB2312" charset="0"/>
                <a:cs typeface="Times New Roman" panose="02020603050405020304" pitchFamily="18" charset="0"/>
              </a:rPr>
              <a:t>: </a:t>
            </a:r>
            <a:r>
              <a:rPr lang="en-US" altLang="zh-CN" sz="2800" b="1" i="1" dirty="0">
                <a:solidFill>
                  <a:schemeClr val="tx1"/>
                </a:solidFill>
                <a:ea typeface="楷体_GB2312" charset="0"/>
                <a:cs typeface="Times New Roman" panose="02020603050405020304" pitchFamily="18" charset="0"/>
              </a:rPr>
              <a:t>u</a:t>
            </a:r>
            <a:r>
              <a:rPr lang="en-US" altLang="zh-CN" sz="2800" b="1" dirty="0">
                <a:solidFill>
                  <a:schemeClr val="tx1"/>
                </a:solidFill>
                <a:ea typeface="楷体_GB2312" charset="0"/>
                <a:cs typeface="Times New Roman" panose="02020603050405020304" pitchFamily="18" charset="0"/>
              </a:rPr>
              <a:t> = </a:t>
            </a:r>
            <a:r>
              <a:rPr lang="en-US" altLang="zh-CN" sz="2800" b="1" i="1" dirty="0">
                <a:solidFill>
                  <a:schemeClr val="tx1"/>
                </a:solidFill>
                <a:ea typeface="楷体_GB2312" charset="0"/>
                <a:cs typeface="Times New Roman" panose="02020603050405020304" pitchFamily="18" charset="0"/>
              </a:rPr>
              <a:t>v</a:t>
            </a:r>
            <a:r>
              <a:rPr lang="en-US" altLang="zh-CN" sz="2800" b="1" dirty="0">
                <a:solidFill>
                  <a:schemeClr val="tx1"/>
                </a:solidFill>
                <a:ea typeface="楷体_GB2312" charset="0"/>
                <a:cs typeface="Times New Roman" panose="02020603050405020304" pitchFamily="18" charset="0"/>
              </a:rPr>
              <a:t> + </a:t>
            </a:r>
            <a:r>
              <a:rPr lang="en-US" altLang="zh-CN" sz="2800" b="1" i="1" dirty="0">
                <a:solidFill>
                  <a:schemeClr val="tx1"/>
                </a:solidFill>
                <a:ea typeface="楷体_GB2312" charset="0"/>
                <a:cs typeface="Times New Roman" panose="02020603050405020304" pitchFamily="18" charset="0"/>
              </a:rPr>
              <a:t>w</a:t>
            </a:r>
          </a:p>
          <a:p>
            <a:pPr lvl="1" eaLnBrk="1" hangingPunct="1">
              <a:spcBef>
                <a:spcPts val="1200"/>
              </a:spcBef>
            </a:pP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该语句“</a:t>
            </a:r>
            <a:r>
              <a:rPr lang="zh-CN" altLang="en-US" sz="2500" b="1" dirty="0">
                <a:solidFill>
                  <a:srgbClr val="FF0000"/>
                </a:solidFill>
                <a:cs typeface="Times New Roman" panose="02020603050405020304" pitchFamily="18" charset="0"/>
              </a:rPr>
              <a:t>生成</a:t>
            </a: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”了一个对变量</a:t>
            </a:r>
            <a:r>
              <a:rPr lang="en-US" altLang="zh-CN" sz="25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u</a:t>
            </a: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的定值</a:t>
            </a:r>
            <a:r>
              <a:rPr lang="en-US" altLang="zh-CN" sz="25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d</a:t>
            </a: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，并“</a:t>
            </a:r>
            <a:r>
              <a:rPr lang="zh-CN" altLang="en-US" sz="2500" b="1" dirty="0">
                <a:solidFill>
                  <a:srgbClr val="FF0000"/>
                </a:solidFill>
                <a:cs typeface="Times New Roman" panose="02020603050405020304" pitchFamily="18" charset="0"/>
              </a:rPr>
              <a:t>注销</a:t>
            </a:r>
            <a:r>
              <a:rPr lang="en-US" altLang="zh-CN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(</a:t>
            </a:r>
            <a:r>
              <a:rPr lang="zh-CN" altLang="en-US" sz="2500" b="1" dirty="0">
                <a:cs typeface="Times New Roman" panose="02020603050405020304" pitchFamily="18" charset="0"/>
              </a:rPr>
              <a:t>杀死</a:t>
            </a:r>
            <a:r>
              <a:rPr lang="en-US" altLang="zh-CN" sz="2500" b="1" dirty="0">
                <a:cs typeface="Times New Roman" panose="02020603050405020304" pitchFamily="18" charset="0"/>
              </a:rPr>
              <a:t>)</a:t>
            </a: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”了</a:t>
            </a:r>
            <a:r>
              <a:rPr lang="zh-CN" altLang="en-US" sz="2500" b="1" dirty="0">
                <a:solidFill>
                  <a:srgbClr val="0070C0"/>
                </a:solidFill>
                <a:cs typeface="Times New Roman" panose="02020603050405020304" pitchFamily="18" charset="0"/>
              </a:rPr>
              <a:t>程序中</a:t>
            </a:r>
            <a:r>
              <a:rPr lang="zh-CN" altLang="en-US" sz="2500" b="1" dirty="0">
                <a:cs typeface="Times New Roman" panose="02020603050405020304" pitchFamily="18" charset="0"/>
              </a:rPr>
              <a:t>所有</a:t>
            </a:r>
            <a:r>
              <a:rPr lang="zh-CN" altLang="en-US" sz="2500" b="1" dirty="0">
                <a:solidFill>
                  <a:srgbClr val="0070C0"/>
                </a:solidFill>
                <a:cs typeface="Times New Roman" panose="02020603050405020304" pitchFamily="18" charset="0"/>
              </a:rPr>
              <a:t>其它对</a:t>
            </a:r>
            <a:r>
              <a:rPr lang="en-US" altLang="zh-CN" sz="2500" b="1" i="1" dirty="0">
                <a:solidFill>
                  <a:srgbClr val="0070C0"/>
                </a:solidFill>
                <a:cs typeface="Times New Roman" panose="02020603050405020304" pitchFamily="18" charset="0"/>
              </a:rPr>
              <a:t>u</a:t>
            </a:r>
            <a:r>
              <a:rPr lang="zh-CN" altLang="en-US" sz="2500" b="1" dirty="0">
                <a:solidFill>
                  <a:srgbClr val="0070C0"/>
                </a:solidFill>
                <a:cs typeface="Times New Roman" panose="02020603050405020304" pitchFamily="18" charset="0"/>
              </a:rPr>
              <a:t>的定值</a:t>
            </a:r>
            <a:endParaRPr lang="en-US" altLang="zh-CN" sz="2500" b="1" dirty="0">
              <a:solidFill>
                <a:srgbClr val="0070C0"/>
              </a:solidFill>
              <a:cs typeface="Times New Roman" panose="02020603050405020304" pitchFamily="18" charset="0"/>
            </a:endParaRPr>
          </a:p>
          <a:p>
            <a:pPr lvl="1" eaLnBrk="1" hangingPunct="1">
              <a:lnSpc>
                <a:spcPct val="150000"/>
              </a:lnSpc>
              <a:spcBef>
                <a:spcPts val="600"/>
              </a:spcBef>
            </a:pPr>
            <a:r>
              <a:rPr lang="zh-CN" altLang="en-US" sz="2500" b="1" dirty="0">
                <a:cs typeface="Times New Roman" panose="02020603050405020304" pitchFamily="18" charset="0"/>
              </a:rPr>
              <a:t>维持其它变量的定值没有变化</a:t>
            </a:r>
          </a:p>
        </p:txBody>
      </p:sp>
      <p:sp>
        <p:nvSpPr>
          <p:cNvPr id="141315" name="Rectangle 2">
            <a:extLst>
              <a:ext uri="{FF2B5EF4-FFF2-40B4-BE49-F238E27FC236}">
                <a16:creationId xmlns:a16="http://schemas.microsoft.com/office/drawing/2014/main" id="{FCC72D6F-FC68-4BE6-BA0F-259CA49D7A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“生成”与“</a:t>
            </a:r>
            <a:r>
              <a:rPr lang="zh-CN" altLang="en-US" dirty="0">
                <a:latin typeface="微软雅黑" panose="020B0503020204020204" pitchFamily="34" charset="-122"/>
              </a:rPr>
              <a:t>注销</a:t>
            </a:r>
            <a:r>
              <a:rPr lang="zh-CN" altLang="en-US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”定值</a:t>
            </a:r>
            <a:endParaRPr lang="zh-CN" altLang="en-US" sz="3000" i="1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" name="AutoShape 4">
            <a:extLst>
              <a:ext uri="{FF2B5EF4-FFF2-40B4-BE49-F238E27FC236}">
                <a16:creationId xmlns:a16="http://schemas.microsoft.com/office/drawing/2014/main" id="{D1D2D4C6-D0EA-4973-864F-3D00F056E16F}"/>
              </a:ext>
            </a:extLst>
          </p:cNvPr>
          <p:cNvSpPr>
            <a:spLocks/>
          </p:cNvSpPr>
          <p:nvPr/>
        </p:nvSpPr>
        <p:spPr bwMode="auto">
          <a:xfrm>
            <a:off x="3805014" y="1098674"/>
            <a:ext cx="3143250" cy="785813"/>
          </a:xfrm>
          <a:prstGeom prst="borderCallout2">
            <a:avLst>
              <a:gd name="adj1" fmla="val 28302"/>
              <a:gd name="adj2" fmla="val -464"/>
              <a:gd name="adj3" fmla="val 29774"/>
              <a:gd name="adj4" fmla="val -8782"/>
              <a:gd name="adj5" fmla="val 127727"/>
              <a:gd name="adj6" fmla="val -23441"/>
            </a:avLst>
          </a:prstGeom>
          <a:solidFill>
            <a:schemeClr val="accent5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lIns="68580" tIns="34290" rIns="68580" bIns="34290"/>
          <a:lstStyle/>
          <a:p>
            <a:pPr eaLnBrk="1" hangingPunct="1">
              <a:defRPr/>
            </a:pPr>
            <a:r>
              <a:rPr lang="zh-CN" altLang="en-US" sz="2200" dirty="0">
                <a:latin typeface="楷体" pitchFamily="49" charset="-122"/>
                <a:ea typeface="楷体" pitchFamily="49" charset="-122"/>
              </a:rPr>
              <a:t>这里，</a:t>
            </a:r>
            <a:r>
              <a:rPr lang="en-US" altLang="zh-CN" sz="2200" dirty="0">
                <a:latin typeface="楷体" pitchFamily="49" charset="-122"/>
                <a:ea typeface="楷体" pitchFamily="49" charset="-122"/>
              </a:rPr>
              <a:t>“+” </a:t>
            </a:r>
            <a:r>
              <a:rPr lang="zh-CN" altLang="en-US" sz="2200" dirty="0">
                <a:latin typeface="楷体" pitchFamily="49" charset="-122"/>
                <a:ea typeface="楷体" pitchFamily="49" charset="-122"/>
              </a:rPr>
              <a:t>代表一个一般性的</a:t>
            </a:r>
            <a:r>
              <a:rPr lang="zh-CN" altLang="en-US" sz="2200" dirty="0">
                <a:solidFill>
                  <a:srgbClr val="0070C0"/>
                </a:solidFill>
                <a:latin typeface="楷体" pitchFamily="49" charset="-122"/>
                <a:ea typeface="楷体" pitchFamily="49" charset="-122"/>
              </a:rPr>
              <a:t>二元运算符</a:t>
            </a:r>
            <a:endParaRPr lang="en-US" altLang="zh-CN" sz="2200" dirty="0">
              <a:solidFill>
                <a:srgbClr val="0070C0"/>
              </a:solidFill>
              <a:latin typeface="楷体" pitchFamily="49" charset="-122"/>
              <a:ea typeface="楷体" pitchFamily="49" charset="-122"/>
              <a:cs typeface="Times New Roman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7619" name="Rectangle 3">
            <a:extLst>
              <a:ext uri="{FF2B5EF4-FFF2-40B4-BE49-F238E27FC236}">
                <a16:creationId xmlns:a16="http://schemas.microsoft.com/office/drawing/2014/main" id="{91B0FE1B-713B-4186-838A-873EA1DC8200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428625" y="857250"/>
            <a:ext cx="8258175" cy="3225800"/>
          </a:xfrm>
        </p:spPr>
        <p:txBody>
          <a:bodyPr vert="horz"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lnSpc>
                <a:spcPts val="32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en-US" altLang="zh-CN" sz="2500" b="1" i="1" dirty="0">
                <a:solidFill>
                  <a:srgbClr val="0070C0"/>
                </a:solidFill>
                <a:ea typeface="楷体_GB2312"/>
                <a:cs typeface="Times New Roman" panose="02020603050405020304" pitchFamily="18" charset="0"/>
              </a:rPr>
              <a:t>f</a:t>
            </a:r>
            <a:r>
              <a:rPr lang="en-US" altLang="zh-CN" sz="2500" b="1" i="1" baseline="-30000" dirty="0">
                <a:solidFill>
                  <a:srgbClr val="0070C0"/>
                </a:solidFill>
                <a:cs typeface="Times New Roman" panose="02020603050405020304" pitchFamily="18" charset="0"/>
              </a:rPr>
              <a:t>d</a:t>
            </a:r>
            <a:r>
              <a:rPr lang="zh-CN" altLang="en-US" sz="2500" b="1" dirty="0">
                <a:solidFill>
                  <a:srgbClr val="0070C0"/>
                </a:solidFill>
                <a:cs typeface="Times New Roman" panose="02020603050405020304" pitchFamily="18" charset="0"/>
              </a:rPr>
              <a:t>：定值 </a:t>
            </a:r>
            <a:r>
              <a:rPr lang="en-US" altLang="zh-CN" sz="2500" b="1" i="1" dirty="0">
                <a:solidFill>
                  <a:srgbClr val="0070C0"/>
                </a:solidFill>
                <a:cs typeface="Times New Roman" panose="02020603050405020304" pitchFamily="18" charset="0"/>
              </a:rPr>
              <a:t>d</a:t>
            </a:r>
            <a:r>
              <a:rPr lang="en-US" altLang="zh-CN" sz="2500" b="1" dirty="0">
                <a:solidFill>
                  <a:srgbClr val="0070C0"/>
                </a:solidFill>
                <a:ea typeface="楷体_GB2312"/>
                <a:cs typeface="Times New Roman" panose="02020603050405020304" pitchFamily="18" charset="0"/>
              </a:rPr>
              <a:t>: </a:t>
            </a:r>
            <a:r>
              <a:rPr lang="en-US" altLang="zh-CN" sz="2500" b="1" i="1" dirty="0">
                <a:solidFill>
                  <a:srgbClr val="0070C0"/>
                </a:solidFill>
                <a:ea typeface="楷体_GB2312"/>
                <a:cs typeface="Times New Roman" panose="02020603050405020304" pitchFamily="18" charset="0"/>
              </a:rPr>
              <a:t>u = v + w</a:t>
            </a:r>
            <a:r>
              <a:rPr lang="zh-CN" altLang="en-US" sz="2500" b="1" dirty="0">
                <a:solidFill>
                  <a:srgbClr val="0070C0"/>
                </a:solidFill>
                <a:cs typeface="Times New Roman" panose="02020603050405020304" pitchFamily="18" charset="0"/>
              </a:rPr>
              <a:t>的传递函数</a:t>
            </a:r>
            <a:endParaRPr lang="en-US" altLang="zh-CN" sz="2500" b="1" i="1" dirty="0">
              <a:solidFill>
                <a:srgbClr val="0070C0"/>
              </a:solidFill>
              <a:cs typeface="Times New Roman" panose="02020603050405020304" pitchFamily="18" charset="0"/>
            </a:endParaRPr>
          </a:p>
          <a:p>
            <a:pPr lvl="1" eaLnBrk="1" hangingPunct="1">
              <a:lnSpc>
                <a:spcPts val="3200"/>
              </a:lnSpc>
              <a:defRPr/>
            </a:pPr>
            <a:r>
              <a:rPr lang="en-US" altLang="zh-CN" b="1" i="1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OUT</a:t>
            </a:r>
            <a:r>
              <a:rPr lang="en-US" altLang="zh-CN" b="1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[</a:t>
            </a:r>
            <a:r>
              <a:rPr lang="en-US" altLang="zh-CN" b="1" i="1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S</a:t>
            </a:r>
            <a:r>
              <a:rPr lang="en-US" altLang="zh-CN" b="1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]</a:t>
            </a:r>
            <a:r>
              <a:rPr lang="en-US" altLang="zh-CN" b="1" i="1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 = </a:t>
            </a:r>
            <a:r>
              <a:rPr lang="en-US" altLang="zh-CN" b="1" i="1" dirty="0" err="1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f</a:t>
            </a:r>
            <a:r>
              <a:rPr lang="en-US" altLang="zh-CN" b="1" i="1" baseline="-30000" dirty="0" err="1">
                <a:solidFill>
                  <a:schemeClr val="tx1"/>
                </a:solidFill>
                <a:cs typeface="Times New Roman" panose="02020603050405020304" pitchFamily="18" charset="0"/>
              </a:rPr>
              <a:t>d</a:t>
            </a:r>
            <a:r>
              <a:rPr lang="en-US" altLang="zh-CN" b="1" i="1" baseline="-30000" dirty="0">
                <a:solidFill>
                  <a:schemeClr val="tx1"/>
                </a:solidFill>
                <a:cs typeface="Times New Roman" panose="02020603050405020304" pitchFamily="18" charset="0"/>
              </a:rPr>
              <a:t> </a:t>
            </a:r>
            <a:r>
              <a:rPr lang="en-US" altLang="zh-CN" b="1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( </a:t>
            </a:r>
            <a:r>
              <a:rPr lang="en-US" altLang="zh-CN" b="1" i="1" dirty="0">
                <a:ea typeface="楷体_GB2312"/>
                <a:cs typeface="Times New Roman" panose="02020603050405020304" pitchFamily="18" charset="0"/>
              </a:rPr>
              <a:t>IN</a:t>
            </a:r>
            <a:r>
              <a:rPr lang="en-US" altLang="zh-CN" b="1" dirty="0">
                <a:ea typeface="楷体_GB2312"/>
                <a:cs typeface="Times New Roman" panose="02020603050405020304" pitchFamily="18" charset="0"/>
              </a:rPr>
              <a:t>[</a:t>
            </a:r>
            <a:r>
              <a:rPr lang="en-US" altLang="zh-CN" b="1" i="1" dirty="0">
                <a:ea typeface="楷体_GB2312"/>
                <a:cs typeface="Times New Roman" panose="02020603050405020304" pitchFamily="18" charset="0"/>
              </a:rPr>
              <a:t>S</a:t>
            </a:r>
            <a:r>
              <a:rPr lang="en-US" altLang="zh-CN" b="1" dirty="0">
                <a:ea typeface="楷体_GB2312"/>
                <a:cs typeface="Times New Roman" panose="02020603050405020304" pitchFamily="18" charset="0"/>
              </a:rPr>
              <a:t>] </a:t>
            </a:r>
            <a:r>
              <a:rPr lang="en-US" altLang="zh-CN" b="1" dirty="0">
                <a:solidFill>
                  <a:schemeClr val="tx1"/>
                </a:solidFill>
                <a:cs typeface="Times New Roman" panose="02020603050405020304" pitchFamily="18" charset="0"/>
              </a:rPr>
              <a:t>) </a:t>
            </a:r>
            <a:r>
              <a:rPr lang="en-US" altLang="zh-CN" b="1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= </a:t>
            </a:r>
            <a:r>
              <a:rPr lang="en-US" altLang="zh-CN" b="1" i="1" dirty="0" err="1">
                <a:solidFill>
                  <a:srgbClr val="0070C0"/>
                </a:solidFill>
                <a:ea typeface="楷体_GB2312"/>
                <a:cs typeface="Times New Roman" panose="02020603050405020304" pitchFamily="18" charset="0"/>
              </a:rPr>
              <a:t>gen</a:t>
            </a:r>
            <a:r>
              <a:rPr lang="en-US" altLang="zh-CN" b="1" i="1" baseline="-30000" dirty="0" err="1">
                <a:solidFill>
                  <a:srgbClr val="0070C0"/>
                </a:solidFill>
                <a:cs typeface="Times New Roman" panose="02020603050405020304" pitchFamily="18" charset="0"/>
              </a:rPr>
              <a:t>d</a:t>
            </a:r>
            <a:r>
              <a:rPr lang="en-US" altLang="zh-CN" b="1" i="1" baseline="-30000" dirty="0">
                <a:solidFill>
                  <a:srgbClr val="0070C0"/>
                </a:solidFill>
                <a:cs typeface="Times New Roman" panose="02020603050405020304" pitchFamily="18" charset="0"/>
              </a:rPr>
              <a:t> </a:t>
            </a:r>
            <a:r>
              <a:rPr lang="en-US" altLang="zh-CN" b="1" dirty="0">
                <a:solidFill>
                  <a:srgbClr val="0070C0"/>
                </a:solidFill>
                <a:cs typeface="Times New Roman" panose="02020603050405020304" pitchFamily="18" charset="0"/>
              </a:rPr>
              <a:t>∪( </a:t>
            </a:r>
            <a:r>
              <a:rPr lang="en-US" altLang="zh-CN" b="1" i="1" dirty="0">
                <a:solidFill>
                  <a:srgbClr val="0070C0"/>
                </a:solidFill>
                <a:ea typeface="楷体_GB2312"/>
                <a:cs typeface="Times New Roman" panose="02020603050405020304" pitchFamily="18" charset="0"/>
              </a:rPr>
              <a:t>IN</a:t>
            </a:r>
            <a:r>
              <a:rPr lang="en-US" altLang="zh-CN" b="1" dirty="0">
                <a:solidFill>
                  <a:srgbClr val="0070C0"/>
                </a:solidFill>
                <a:ea typeface="楷体_GB2312"/>
                <a:cs typeface="Times New Roman" panose="02020603050405020304" pitchFamily="18" charset="0"/>
              </a:rPr>
              <a:t>[</a:t>
            </a:r>
            <a:r>
              <a:rPr lang="en-US" altLang="zh-CN" b="1" i="1" dirty="0">
                <a:solidFill>
                  <a:srgbClr val="0070C0"/>
                </a:solidFill>
                <a:ea typeface="楷体_GB2312"/>
                <a:cs typeface="Times New Roman" panose="02020603050405020304" pitchFamily="18" charset="0"/>
              </a:rPr>
              <a:t>S</a:t>
            </a:r>
            <a:r>
              <a:rPr lang="en-US" altLang="zh-CN" b="1" dirty="0">
                <a:solidFill>
                  <a:srgbClr val="0070C0"/>
                </a:solidFill>
                <a:ea typeface="楷体_GB2312"/>
                <a:cs typeface="Times New Roman" panose="02020603050405020304" pitchFamily="18" charset="0"/>
              </a:rPr>
              <a:t>]</a:t>
            </a:r>
            <a:r>
              <a:rPr lang="en-US" altLang="zh-CN" b="1" i="1" dirty="0">
                <a:solidFill>
                  <a:srgbClr val="0070C0"/>
                </a:solidFill>
                <a:ea typeface="楷体_GB2312"/>
                <a:cs typeface="Times New Roman" panose="02020603050405020304" pitchFamily="18" charset="0"/>
              </a:rPr>
              <a:t> - </a:t>
            </a:r>
            <a:r>
              <a:rPr lang="en-US" altLang="zh-CN" b="1" i="1" dirty="0" err="1">
                <a:solidFill>
                  <a:srgbClr val="0070C0"/>
                </a:solidFill>
                <a:ea typeface="楷体_GB2312"/>
                <a:cs typeface="Times New Roman" panose="02020603050405020304" pitchFamily="18" charset="0"/>
              </a:rPr>
              <a:t>kill</a:t>
            </a:r>
            <a:r>
              <a:rPr lang="en-US" altLang="zh-CN" b="1" i="1" baseline="-30000" dirty="0" err="1">
                <a:solidFill>
                  <a:srgbClr val="0070C0"/>
                </a:solidFill>
                <a:cs typeface="Times New Roman" panose="02020603050405020304" pitchFamily="18" charset="0"/>
              </a:rPr>
              <a:t>d</a:t>
            </a:r>
            <a:r>
              <a:rPr lang="en-US" altLang="zh-CN" b="1" i="1" baseline="-30000" dirty="0">
                <a:solidFill>
                  <a:srgbClr val="0070C0"/>
                </a:solidFill>
                <a:cs typeface="Times New Roman" panose="02020603050405020304" pitchFamily="18" charset="0"/>
              </a:rPr>
              <a:t>  </a:t>
            </a:r>
            <a:r>
              <a:rPr lang="en-US" altLang="zh-CN" b="1" dirty="0">
                <a:solidFill>
                  <a:srgbClr val="0070C0"/>
                </a:solidFill>
                <a:cs typeface="Times New Roman" panose="02020603050405020304" pitchFamily="18" charset="0"/>
              </a:rPr>
              <a:t>)</a:t>
            </a:r>
          </a:p>
          <a:p>
            <a:pPr lvl="2" eaLnBrk="1" hangingPunct="1">
              <a:lnSpc>
                <a:spcPts val="32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en-US" altLang="zh-CN" sz="2200" b="1" i="1" dirty="0" err="1">
                <a:solidFill>
                  <a:srgbClr val="0070C0"/>
                </a:solidFill>
                <a:ea typeface="楷体_GB2312"/>
                <a:cs typeface="Times New Roman" panose="02020603050405020304" pitchFamily="18" charset="0"/>
              </a:rPr>
              <a:t>gen</a:t>
            </a:r>
            <a:r>
              <a:rPr lang="en-US" altLang="zh-CN" sz="2200" b="1" i="1" baseline="-30000" dirty="0" err="1">
                <a:solidFill>
                  <a:srgbClr val="0070C0"/>
                </a:solidFill>
                <a:cs typeface="Times New Roman" panose="02020603050405020304" pitchFamily="18" charset="0"/>
              </a:rPr>
              <a:t>d</a:t>
            </a:r>
            <a:r>
              <a:rPr lang="en-US" altLang="zh-CN" sz="2200" b="1" i="1" baseline="-30000" dirty="0">
                <a:solidFill>
                  <a:schemeClr val="tx1"/>
                </a:solidFill>
                <a:cs typeface="Times New Roman" panose="02020603050405020304" pitchFamily="18" charset="0"/>
              </a:rPr>
              <a:t> </a:t>
            </a:r>
            <a:r>
              <a:rPr lang="zh-CN" altLang="en-US" sz="2200" b="1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：</a:t>
            </a:r>
            <a:r>
              <a:rPr lang="zh-CN" altLang="en-US" sz="2200" b="1" dirty="0">
                <a:solidFill>
                  <a:schemeClr val="tx1"/>
                </a:solidFill>
                <a:cs typeface="Times New Roman" panose="02020603050405020304" pitchFamily="18" charset="0"/>
              </a:rPr>
              <a:t>由语句</a:t>
            </a:r>
            <a:r>
              <a:rPr lang="en-US" altLang="zh-CN" sz="2200" b="1" i="1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d</a:t>
            </a:r>
            <a:r>
              <a:rPr lang="zh-CN" altLang="en-US" sz="2200" b="1" dirty="0">
                <a:solidFill>
                  <a:schemeClr val="tx1"/>
                </a:solidFill>
                <a:cs typeface="Times New Roman" panose="02020603050405020304" pitchFamily="18" charset="0"/>
              </a:rPr>
              <a:t>生成的定值的集合</a:t>
            </a:r>
            <a:r>
              <a:rPr lang="en-US" altLang="zh-CN" sz="2200" b="1" dirty="0">
                <a:solidFill>
                  <a:schemeClr val="tx1"/>
                </a:solidFill>
                <a:cs typeface="Times New Roman" panose="02020603050405020304" pitchFamily="18" charset="0"/>
              </a:rPr>
              <a:t>	</a:t>
            </a:r>
            <a:r>
              <a:rPr lang="en-US" altLang="zh-CN" sz="2200" b="1" i="1" dirty="0" err="1">
                <a:solidFill>
                  <a:srgbClr val="0070C0"/>
                </a:solidFill>
                <a:ea typeface="楷体_GB2312"/>
                <a:cs typeface="Times New Roman" panose="02020603050405020304" pitchFamily="18" charset="0"/>
              </a:rPr>
              <a:t>gen</a:t>
            </a:r>
            <a:r>
              <a:rPr lang="en-US" altLang="zh-CN" sz="2200" b="1" i="1" baseline="-30000" dirty="0" err="1">
                <a:solidFill>
                  <a:srgbClr val="0070C0"/>
                </a:solidFill>
                <a:cs typeface="Times New Roman" panose="02020603050405020304" pitchFamily="18" charset="0"/>
              </a:rPr>
              <a:t>d</a:t>
            </a:r>
            <a:r>
              <a:rPr lang="en-US" altLang="zh-CN" sz="2200" b="1" i="1" baseline="-30000" dirty="0">
                <a:solidFill>
                  <a:srgbClr val="0070C0"/>
                </a:solidFill>
                <a:cs typeface="Times New Roman" panose="02020603050405020304" pitchFamily="18" charset="0"/>
              </a:rPr>
              <a:t>  </a:t>
            </a:r>
            <a:r>
              <a:rPr lang="en-US" altLang="zh-CN" sz="2200" b="1" dirty="0">
                <a:solidFill>
                  <a:srgbClr val="0070C0"/>
                </a:solidFill>
                <a:ea typeface="楷体_GB2312"/>
                <a:cs typeface="Times New Roman" panose="02020603050405020304" pitchFamily="18" charset="0"/>
              </a:rPr>
              <a:t>= { </a:t>
            </a:r>
            <a:r>
              <a:rPr lang="en-US" altLang="zh-CN" sz="2200" b="1" i="1" dirty="0">
                <a:solidFill>
                  <a:srgbClr val="0070C0"/>
                </a:solidFill>
                <a:ea typeface="楷体_GB2312"/>
                <a:cs typeface="Times New Roman" panose="02020603050405020304" pitchFamily="18" charset="0"/>
              </a:rPr>
              <a:t>d </a:t>
            </a:r>
            <a:r>
              <a:rPr lang="en-US" altLang="zh-CN" sz="2200" b="1" dirty="0">
                <a:solidFill>
                  <a:srgbClr val="0070C0"/>
                </a:solidFill>
                <a:ea typeface="楷体_GB2312"/>
                <a:cs typeface="Times New Roman" panose="02020603050405020304" pitchFamily="18" charset="0"/>
              </a:rPr>
              <a:t>}</a:t>
            </a:r>
          </a:p>
          <a:p>
            <a:pPr lvl="2" eaLnBrk="1" hangingPunct="1">
              <a:lnSpc>
                <a:spcPts val="32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en-US" altLang="zh-CN" sz="2200" b="1" i="1" dirty="0" err="1">
                <a:solidFill>
                  <a:srgbClr val="0070C0"/>
                </a:solidFill>
                <a:ea typeface="楷体_GB2312"/>
                <a:cs typeface="Times New Roman" panose="02020603050405020304" pitchFamily="18" charset="0"/>
              </a:rPr>
              <a:t>kill</a:t>
            </a:r>
            <a:r>
              <a:rPr lang="en-US" altLang="zh-CN" sz="2200" b="1" i="1" baseline="-30000" dirty="0" err="1">
                <a:solidFill>
                  <a:srgbClr val="0070C0"/>
                </a:solidFill>
                <a:cs typeface="Times New Roman" panose="02020603050405020304" pitchFamily="18" charset="0"/>
              </a:rPr>
              <a:t>d</a:t>
            </a:r>
            <a:r>
              <a:rPr lang="en-US" altLang="zh-CN" sz="2200" b="1" i="1" baseline="-30000" dirty="0">
                <a:solidFill>
                  <a:srgbClr val="0070C0"/>
                </a:solidFill>
                <a:cs typeface="Times New Roman" panose="02020603050405020304" pitchFamily="18" charset="0"/>
              </a:rPr>
              <a:t> </a:t>
            </a:r>
            <a:r>
              <a:rPr lang="zh-CN" altLang="en-US" sz="2200" b="1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：</a:t>
            </a:r>
            <a:r>
              <a:rPr lang="zh-CN" altLang="en-US" sz="2200" b="1" dirty="0">
                <a:solidFill>
                  <a:schemeClr val="tx1"/>
                </a:solidFill>
                <a:cs typeface="Times New Roman" panose="02020603050405020304" pitchFamily="18" charset="0"/>
              </a:rPr>
              <a:t>由语句</a:t>
            </a:r>
            <a:r>
              <a:rPr lang="en-US" altLang="zh-CN" sz="2200" b="1" i="1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d</a:t>
            </a:r>
            <a:r>
              <a:rPr lang="zh-CN" altLang="en-US" sz="2200" b="1" dirty="0">
                <a:cs typeface="Times New Roman" panose="02020603050405020304" pitchFamily="18" charset="0"/>
              </a:rPr>
              <a:t>注销</a:t>
            </a:r>
            <a:r>
              <a:rPr lang="en-US" altLang="zh-CN" sz="2200" b="1" dirty="0">
                <a:cs typeface="Times New Roman" panose="02020603050405020304" pitchFamily="18" charset="0"/>
              </a:rPr>
              <a:t>(</a:t>
            </a:r>
            <a:r>
              <a:rPr lang="zh-CN" altLang="en-US" sz="2200" b="1" dirty="0">
                <a:solidFill>
                  <a:schemeClr val="tx1"/>
                </a:solidFill>
                <a:cs typeface="Times New Roman" panose="02020603050405020304" pitchFamily="18" charset="0"/>
              </a:rPr>
              <a:t>杀死</a:t>
            </a:r>
            <a:r>
              <a:rPr lang="en-US" altLang="zh-CN" sz="2200" b="1" dirty="0">
                <a:solidFill>
                  <a:schemeClr val="tx1"/>
                </a:solidFill>
                <a:cs typeface="Times New Roman" panose="02020603050405020304" pitchFamily="18" charset="0"/>
              </a:rPr>
              <a:t>)</a:t>
            </a:r>
            <a:r>
              <a:rPr lang="zh-CN" altLang="en-US" sz="2200" b="1" dirty="0">
                <a:solidFill>
                  <a:schemeClr val="tx1"/>
                </a:solidFill>
                <a:cs typeface="Times New Roman" panose="02020603050405020304" pitchFamily="18" charset="0"/>
              </a:rPr>
              <a:t>的定值的集合（即程序中所有其它对</a:t>
            </a:r>
            <a:r>
              <a:rPr lang="en-US" altLang="zh-CN" sz="22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u</a:t>
            </a:r>
            <a:r>
              <a:rPr lang="zh-CN" altLang="en-US" sz="2200" b="1" dirty="0">
                <a:solidFill>
                  <a:schemeClr val="tx1"/>
                </a:solidFill>
                <a:cs typeface="Times New Roman" panose="02020603050405020304" pitchFamily="18" charset="0"/>
              </a:rPr>
              <a:t>的定值）</a:t>
            </a:r>
            <a:endParaRPr lang="en-US" altLang="zh-CN" sz="22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lvl="2" eaLnBrk="1" hangingPunct="1">
              <a:lnSpc>
                <a:spcPts val="3200"/>
              </a:lnSpc>
              <a:buClrTx/>
              <a:buFont typeface="Wingdings" panose="05000000000000000000" pitchFamily="2" charset="2"/>
              <a:buChar char="Ø"/>
              <a:defRPr/>
            </a:pPr>
            <a:endParaRPr lang="en-US" altLang="zh-CN" sz="22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</p:txBody>
      </p:sp>
      <p:sp>
        <p:nvSpPr>
          <p:cNvPr id="143363" name="Rectangle 2">
            <a:extLst>
              <a:ext uri="{FF2B5EF4-FFF2-40B4-BE49-F238E27FC236}">
                <a16:creationId xmlns:a16="http://schemas.microsoft.com/office/drawing/2014/main" id="{84AF6B1A-236D-432E-AFAD-59D26016CC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到达定值的传递函数</a:t>
            </a:r>
            <a:endParaRPr lang="en-US" altLang="zh-CN" sz="3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07620" name="AutoShape 4">
            <a:extLst>
              <a:ext uri="{FF2B5EF4-FFF2-40B4-BE49-F238E27FC236}">
                <a16:creationId xmlns:a16="http://schemas.microsoft.com/office/drawing/2014/main" id="{A4447025-4C9C-4D1B-9C6D-561F61B2A4D4}"/>
              </a:ext>
            </a:extLst>
          </p:cNvPr>
          <p:cNvSpPr>
            <a:spLocks/>
          </p:cNvSpPr>
          <p:nvPr/>
        </p:nvSpPr>
        <p:spPr bwMode="auto">
          <a:xfrm>
            <a:off x="5868144" y="844550"/>
            <a:ext cx="3096220" cy="431800"/>
          </a:xfrm>
          <a:prstGeom prst="borderCallout2">
            <a:avLst>
              <a:gd name="adj1" fmla="val 42440"/>
              <a:gd name="adj2" fmla="val -914"/>
              <a:gd name="adj3" fmla="val 40517"/>
              <a:gd name="adj4" fmla="val -12093"/>
              <a:gd name="adj5" fmla="val 143465"/>
              <a:gd name="adj6" fmla="val -25726"/>
            </a:avLst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lIns="68580" tIns="34290" rIns="68580" bIns="34290"/>
          <a:lstStyle/>
          <a:p>
            <a:pPr algn="ctr" eaLnBrk="1" hangingPunct="1">
              <a:defRPr/>
            </a:pPr>
            <a:r>
              <a:rPr lang="zh-CN" altLang="en-US" sz="2200" dirty="0">
                <a:solidFill>
                  <a:prstClr val="black"/>
                </a:solidFill>
                <a:latin typeface="楷体" pitchFamily="49" charset="-122"/>
                <a:ea typeface="楷体" pitchFamily="49" charset="-122"/>
                <a:cs typeface="Times New Roman" pitchFamily="18" charset="0"/>
              </a:rPr>
              <a:t>生成</a:t>
            </a:r>
            <a:r>
              <a:rPr lang="en-US" altLang="zh-CN" sz="2200" dirty="0">
                <a:solidFill>
                  <a:prstClr val="black"/>
                </a:solidFill>
                <a:latin typeface="楷体" pitchFamily="49" charset="-122"/>
                <a:ea typeface="楷体" pitchFamily="49" charset="-122"/>
                <a:cs typeface="Times New Roman" pitchFamily="18" charset="0"/>
              </a:rPr>
              <a:t>-</a:t>
            </a:r>
            <a:r>
              <a:rPr lang="zh-CN" altLang="en-US" sz="2200" dirty="0">
                <a:solidFill>
                  <a:prstClr val="black"/>
                </a:solidFill>
                <a:latin typeface="楷体" pitchFamily="49" charset="-122"/>
                <a:ea typeface="楷体" pitchFamily="49" charset="-122"/>
                <a:cs typeface="Times New Roman" pitchFamily="18" charset="0"/>
              </a:rPr>
              <a:t>注销</a:t>
            </a:r>
            <a:r>
              <a:rPr lang="en-US" altLang="zh-CN" sz="2200" dirty="0">
                <a:solidFill>
                  <a:prstClr val="black"/>
                </a:solidFill>
                <a:latin typeface="楷体" pitchFamily="49" charset="-122"/>
                <a:ea typeface="楷体" pitchFamily="49" charset="-122"/>
                <a:cs typeface="Times New Roman" pitchFamily="18" charset="0"/>
              </a:rPr>
              <a:t>(</a:t>
            </a:r>
            <a:r>
              <a:rPr lang="zh-CN" altLang="en-US" sz="2200" dirty="0">
                <a:solidFill>
                  <a:prstClr val="black"/>
                </a:solidFill>
                <a:latin typeface="楷体" pitchFamily="49" charset="-122"/>
                <a:ea typeface="楷体" pitchFamily="49" charset="-122"/>
                <a:cs typeface="Times New Roman" pitchFamily="18" charset="0"/>
              </a:rPr>
              <a:t>杀死</a:t>
            </a:r>
            <a:r>
              <a:rPr lang="en-US" altLang="zh-CN" sz="2200" dirty="0">
                <a:solidFill>
                  <a:prstClr val="black"/>
                </a:solidFill>
                <a:latin typeface="楷体" pitchFamily="49" charset="-122"/>
                <a:ea typeface="楷体" pitchFamily="49" charset="-122"/>
                <a:cs typeface="Times New Roman" pitchFamily="18" charset="0"/>
              </a:rPr>
              <a:t>)</a:t>
            </a:r>
            <a:r>
              <a:rPr lang="zh-CN" altLang="en-US" sz="2200" dirty="0">
                <a:solidFill>
                  <a:prstClr val="black"/>
                </a:solidFill>
                <a:latin typeface="楷体" pitchFamily="49" charset="-122"/>
                <a:ea typeface="楷体" pitchFamily="49" charset="-122"/>
                <a:cs typeface="Times New Roman" pitchFamily="18" charset="0"/>
              </a:rPr>
              <a:t>形式</a:t>
            </a:r>
            <a:endParaRPr lang="en-US" altLang="zh-CN" sz="2200" dirty="0">
              <a:solidFill>
                <a:prstClr val="black"/>
              </a:solidFill>
              <a:latin typeface="楷体" pitchFamily="49" charset="-122"/>
              <a:ea typeface="楷体" pitchFamily="49" charset="-122"/>
              <a:cs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500623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76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0076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0076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0076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76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10076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10076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0076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76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0076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0076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0076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 nodeType="clickPar">
                      <p:stCondLst>
                        <p:cond delay="indefinite"/>
                      </p:stCondLst>
                      <p:childTnLst>
                        <p:par>
                          <p:cTn id="2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76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0076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0076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0076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 nodeType="clickPar">
                      <p:stCondLst>
                        <p:cond delay="indefinite"/>
                      </p:stCondLst>
                      <p:childTnLst>
                        <p:par>
                          <p:cTn id="3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1" presetID="53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76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0076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0076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0076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 nodeType="clickPar">
                      <p:stCondLst>
                        <p:cond delay="indefinite"/>
                      </p:stCondLst>
                      <p:childTnLst>
                        <p:par>
                          <p:cTn id="3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8" presetID="53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39" dur="500"/>
                                        <p:tgtEl>
                                          <p:spTgt spid="10076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500"/>
                                        <p:tgtEl>
                                          <p:spTgt spid="10076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41" dur="500"/>
                                        <p:tgtEl>
                                          <p:spTgt spid="10076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076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53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44" dur="500"/>
                                        <p:tgtEl>
                                          <p:spTgt spid="10076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500"/>
                                        <p:tgtEl>
                                          <p:spTgt spid="10076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46" dur="500"/>
                                        <p:tgtEl>
                                          <p:spTgt spid="10076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076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" presetID="53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49" dur="500"/>
                                        <p:tgtEl>
                                          <p:spTgt spid="10076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500"/>
                                        <p:tgtEl>
                                          <p:spTgt spid="10076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51" dur="500"/>
                                        <p:tgtEl>
                                          <p:spTgt spid="10076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076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07620" grpId="0" animBg="1"/>
      <p:bldP spid="1007620" grpId="1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31" name="Rectangle 3">
            <a:extLst>
              <a:ext uri="{FF2B5EF4-FFF2-40B4-BE49-F238E27FC236}">
                <a16:creationId xmlns:a16="http://schemas.microsoft.com/office/drawing/2014/main" id="{4B60DF56-D766-4DFE-9E21-4C9FF0930EF6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428624" y="1785938"/>
            <a:ext cx="8535864" cy="322580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lnSpc>
                <a:spcPts val="3200"/>
              </a:lnSpc>
              <a:buClrTx/>
              <a:buFont typeface="Wingdings" panose="05000000000000000000" pitchFamily="2" charset="2"/>
              <a:buChar char="Ø"/>
            </a:pPr>
            <a:r>
              <a:rPr lang="en-US" altLang="zh-CN" sz="2500" b="1" i="1" dirty="0">
                <a:solidFill>
                  <a:srgbClr val="0070C0"/>
                </a:solidFill>
                <a:ea typeface="楷体_GB2312" charset="0"/>
                <a:cs typeface="Times New Roman" panose="02020603050405020304" pitchFamily="18" charset="0"/>
              </a:rPr>
              <a:t>f</a:t>
            </a:r>
            <a:r>
              <a:rPr lang="en-US" altLang="zh-CN" sz="2500" b="1" i="1" baseline="-30000" dirty="0">
                <a:solidFill>
                  <a:srgbClr val="0070C0"/>
                </a:solidFill>
                <a:cs typeface="Times New Roman" panose="02020603050405020304" pitchFamily="18" charset="0"/>
              </a:rPr>
              <a:t>B</a:t>
            </a:r>
            <a:r>
              <a:rPr lang="zh-CN" altLang="en-US" sz="2500" b="1" dirty="0">
                <a:solidFill>
                  <a:srgbClr val="0070C0"/>
                </a:solidFill>
                <a:cs typeface="Times New Roman" panose="02020603050405020304" pitchFamily="18" charset="0"/>
              </a:rPr>
              <a:t>：基本块</a:t>
            </a:r>
            <a:r>
              <a:rPr lang="en-US" altLang="zh-CN" sz="2500" b="1" i="1" dirty="0">
                <a:solidFill>
                  <a:srgbClr val="0070C0"/>
                </a:solidFill>
                <a:cs typeface="Times New Roman" panose="02020603050405020304" pitchFamily="18" charset="0"/>
              </a:rPr>
              <a:t>B</a:t>
            </a:r>
            <a:r>
              <a:rPr lang="zh-CN" altLang="en-US" sz="2500" b="1" dirty="0">
                <a:solidFill>
                  <a:srgbClr val="0070C0"/>
                </a:solidFill>
                <a:cs typeface="Times New Roman" panose="02020603050405020304" pitchFamily="18" charset="0"/>
              </a:rPr>
              <a:t>的传递函数</a:t>
            </a:r>
            <a:r>
              <a:rPr lang="zh-CN" altLang="en-US" sz="2500" b="1" dirty="0">
                <a:cs typeface="Times New Roman" panose="02020603050405020304" pitchFamily="18" charset="0"/>
              </a:rPr>
              <a:t>，假设基本块</a:t>
            </a:r>
            <a:r>
              <a:rPr lang="en-US" altLang="zh-CN" sz="2500" b="1" i="1" dirty="0">
                <a:cs typeface="Times New Roman" panose="02020603050405020304" pitchFamily="18" charset="0"/>
              </a:rPr>
              <a:t>B</a:t>
            </a:r>
            <a:r>
              <a:rPr lang="zh-CN" altLang="en-US" sz="2500" b="1" dirty="0">
                <a:cs typeface="Times New Roman" panose="02020603050405020304" pitchFamily="18" charset="0"/>
              </a:rPr>
              <a:t>包含</a:t>
            </a:r>
            <a:r>
              <a:rPr lang="en-US" altLang="zh-CN" sz="2500" b="1" i="1" dirty="0">
                <a:cs typeface="Times New Roman" panose="02020603050405020304" pitchFamily="18" charset="0"/>
              </a:rPr>
              <a:t>n</a:t>
            </a:r>
            <a:r>
              <a:rPr lang="zh-CN" altLang="en-US" sz="2500" b="1" dirty="0">
                <a:cs typeface="Times New Roman" panose="02020603050405020304" pitchFamily="18" charset="0"/>
              </a:rPr>
              <a:t>条语句</a:t>
            </a:r>
            <a:endParaRPr lang="en-US" altLang="zh-CN" sz="2500" b="1" i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lvl="1" eaLnBrk="1" hangingPunct="1">
              <a:lnSpc>
                <a:spcPts val="3200"/>
              </a:lnSpc>
            </a:pPr>
            <a:r>
              <a:rPr lang="en-US" altLang="zh-CN" b="1" i="1" dirty="0">
                <a:ea typeface="楷体_GB2312" charset="0"/>
                <a:cs typeface="Times New Roman" panose="02020603050405020304" pitchFamily="18" charset="0"/>
              </a:rPr>
              <a:t>OUT</a:t>
            </a:r>
            <a:r>
              <a:rPr lang="en-US" altLang="zh-CN" b="1" dirty="0">
                <a:ea typeface="楷体_GB2312" charset="0"/>
                <a:cs typeface="Times New Roman" panose="02020603050405020304" pitchFamily="18" charset="0"/>
              </a:rPr>
              <a:t>[</a:t>
            </a:r>
            <a:r>
              <a:rPr lang="en-US" altLang="zh-CN" b="1" i="1" dirty="0">
                <a:ea typeface="楷体_GB2312" charset="0"/>
                <a:cs typeface="Times New Roman" panose="02020603050405020304" pitchFamily="18" charset="0"/>
              </a:rPr>
              <a:t>B</a:t>
            </a:r>
            <a:r>
              <a:rPr lang="en-US" altLang="zh-CN" b="1" dirty="0">
                <a:ea typeface="楷体_GB2312" charset="0"/>
                <a:cs typeface="Times New Roman" panose="02020603050405020304" pitchFamily="18" charset="0"/>
              </a:rPr>
              <a:t>]</a:t>
            </a:r>
            <a:r>
              <a:rPr lang="en-US" altLang="zh-CN" b="1" i="1" dirty="0">
                <a:ea typeface="楷体_GB2312" charset="0"/>
                <a:cs typeface="Times New Roman" panose="02020603050405020304" pitchFamily="18" charset="0"/>
              </a:rPr>
              <a:t> = </a:t>
            </a:r>
            <a:r>
              <a:rPr lang="en-US" altLang="zh-CN" b="1" i="1" dirty="0" err="1">
                <a:ea typeface="楷体_GB2312" charset="0"/>
                <a:cs typeface="Times New Roman" panose="02020603050405020304" pitchFamily="18" charset="0"/>
              </a:rPr>
              <a:t>f</a:t>
            </a:r>
            <a:r>
              <a:rPr lang="en-US" altLang="zh-CN" b="1" i="1" baseline="-30000" dirty="0" err="1">
                <a:solidFill>
                  <a:schemeClr val="tx1"/>
                </a:solidFill>
                <a:cs typeface="Times New Roman" panose="02020603050405020304" pitchFamily="18" charset="0"/>
              </a:rPr>
              <a:t>B</a:t>
            </a:r>
            <a:r>
              <a:rPr lang="en-US" altLang="zh-CN" b="1" i="1" baseline="-30000" dirty="0">
                <a:solidFill>
                  <a:schemeClr val="tx1"/>
                </a:solidFill>
                <a:cs typeface="Times New Roman" panose="02020603050405020304" pitchFamily="18" charset="0"/>
              </a:rPr>
              <a:t> </a:t>
            </a:r>
            <a:r>
              <a:rPr lang="en-US" altLang="zh-CN" b="1" dirty="0">
                <a:ea typeface="楷体_GB2312" charset="0"/>
                <a:cs typeface="Times New Roman" panose="02020603050405020304" pitchFamily="18" charset="0"/>
              </a:rPr>
              <a:t>( </a:t>
            </a:r>
            <a:r>
              <a:rPr lang="en-US" altLang="zh-CN" b="1" i="1" dirty="0">
                <a:ea typeface="楷体_GB2312" charset="0"/>
                <a:cs typeface="Times New Roman" panose="02020603050405020304" pitchFamily="18" charset="0"/>
              </a:rPr>
              <a:t>IN</a:t>
            </a:r>
            <a:r>
              <a:rPr lang="en-US" altLang="zh-CN" b="1" dirty="0">
                <a:ea typeface="楷体_GB2312" charset="0"/>
                <a:cs typeface="Times New Roman" panose="02020603050405020304" pitchFamily="18" charset="0"/>
              </a:rPr>
              <a:t>[</a:t>
            </a:r>
            <a:r>
              <a:rPr lang="en-US" altLang="zh-CN" b="1" i="1" dirty="0">
                <a:ea typeface="楷体_GB2312" charset="0"/>
                <a:cs typeface="Times New Roman" panose="02020603050405020304" pitchFamily="18" charset="0"/>
              </a:rPr>
              <a:t>B</a:t>
            </a:r>
            <a:r>
              <a:rPr lang="en-US" altLang="zh-CN" b="1" dirty="0">
                <a:ea typeface="楷体_GB2312" charset="0"/>
                <a:cs typeface="Times New Roman" panose="02020603050405020304" pitchFamily="18" charset="0"/>
              </a:rPr>
              <a:t>] ) </a:t>
            </a:r>
            <a:r>
              <a:rPr lang="en-US" altLang="zh-CN" b="1" dirty="0">
                <a:solidFill>
                  <a:schemeClr val="tx1"/>
                </a:solidFill>
                <a:ea typeface="楷体_GB2312" charset="0"/>
                <a:cs typeface="Times New Roman" panose="02020603050405020304" pitchFamily="18" charset="0"/>
              </a:rPr>
              <a:t>= </a:t>
            </a:r>
            <a:r>
              <a:rPr lang="en-US" altLang="zh-CN" b="1" i="1" dirty="0" err="1">
                <a:solidFill>
                  <a:srgbClr val="0070C0"/>
                </a:solidFill>
                <a:ea typeface="楷体_GB2312" charset="0"/>
                <a:cs typeface="Times New Roman" panose="02020603050405020304" pitchFamily="18" charset="0"/>
              </a:rPr>
              <a:t>gen</a:t>
            </a:r>
            <a:r>
              <a:rPr lang="en-US" altLang="zh-CN" b="1" i="1" baseline="-30000" dirty="0" err="1">
                <a:solidFill>
                  <a:srgbClr val="0070C0"/>
                </a:solidFill>
                <a:cs typeface="Times New Roman" panose="02020603050405020304" pitchFamily="18" charset="0"/>
              </a:rPr>
              <a:t>B</a:t>
            </a:r>
            <a:r>
              <a:rPr lang="en-US" altLang="zh-CN" b="1" i="1" baseline="-30000" dirty="0">
                <a:solidFill>
                  <a:srgbClr val="0070C0"/>
                </a:solidFill>
                <a:cs typeface="Times New Roman" panose="02020603050405020304" pitchFamily="18" charset="0"/>
              </a:rPr>
              <a:t> </a:t>
            </a:r>
            <a:r>
              <a:rPr lang="en-US" altLang="zh-CN" b="1" dirty="0">
                <a:solidFill>
                  <a:srgbClr val="0070C0"/>
                </a:solidFill>
                <a:cs typeface="Times New Roman" panose="02020603050405020304" pitchFamily="18" charset="0"/>
              </a:rPr>
              <a:t>∪( </a:t>
            </a:r>
            <a:r>
              <a:rPr lang="en-US" altLang="zh-CN" b="1" i="1" dirty="0">
                <a:solidFill>
                  <a:srgbClr val="0070C0"/>
                </a:solidFill>
                <a:cs typeface="Times New Roman" panose="02020603050405020304" pitchFamily="18" charset="0"/>
              </a:rPr>
              <a:t>IN</a:t>
            </a:r>
            <a:r>
              <a:rPr lang="en-US" altLang="zh-CN" b="1" dirty="0">
                <a:solidFill>
                  <a:srgbClr val="0070C0"/>
                </a:solidFill>
                <a:cs typeface="Times New Roman" panose="02020603050405020304" pitchFamily="18" charset="0"/>
              </a:rPr>
              <a:t>[</a:t>
            </a:r>
            <a:r>
              <a:rPr lang="en-US" altLang="zh-CN" b="1" i="1" dirty="0">
                <a:solidFill>
                  <a:srgbClr val="0070C0"/>
                </a:solidFill>
                <a:cs typeface="Times New Roman" panose="02020603050405020304" pitchFamily="18" charset="0"/>
              </a:rPr>
              <a:t>B</a:t>
            </a:r>
            <a:r>
              <a:rPr lang="en-US" altLang="zh-CN" b="1" dirty="0">
                <a:solidFill>
                  <a:srgbClr val="0070C0"/>
                </a:solidFill>
                <a:cs typeface="Times New Roman" panose="02020603050405020304" pitchFamily="18" charset="0"/>
              </a:rPr>
              <a:t>] </a:t>
            </a:r>
            <a:r>
              <a:rPr lang="en-US" altLang="zh-CN" b="1" i="1" dirty="0">
                <a:solidFill>
                  <a:srgbClr val="0070C0"/>
                </a:solidFill>
                <a:ea typeface="楷体_GB2312" charset="0"/>
                <a:cs typeface="Times New Roman" panose="02020603050405020304" pitchFamily="18" charset="0"/>
              </a:rPr>
              <a:t>- </a:t>
            </a:r>
            <a:r>
              <a:rPr lang="en-US" altLang="zh-CN" b="1" i="1" dirty="0" err="1">
                <a:solidFill>
                  <a:srgbClr val="0070C0"/>
                </a:solidFill>
                <a:ea typeface="楷体_GB2312" charset="0"/>
                <a:cs typeface="Times New Roman" panose="02020603050405020304" pitchFamily="18" charset="0"/>
              </a:rPr>
              <a:t>kill</a:t>
            </a:r>
            <a:r>
              <a:rPr lang="en-US" altLang="zh-CN" b="1" i="1" baseline="-30000" dirty="0" err="1">
                <a:solidFill>
                  <a:srgbClr val="0070C0"/>
                </a:solidFill>
                <a:cs typeface="Times New Roman" panose="02020603050405020304" pitchFamily="18" charset="0"/>
              </a:rPr>
              <a:t>B</a:t>
            </a:r>
            <a:r>
              <a:rPr lang="en-US" altLang="zh-CN" b="1" i="1" baseline="-30000" dirty="0">
                <a:solidFill>
                  <a:srgbClr val="0070C0"/>
                </a:solidFill>
                <a:cs typeface="Times New Roman" panose="02020603050405020304" pitchFamily="18" charset="0"/>
              </a:rPr>
              <a:t>  </a:t>
            </a:r>
            <a:r>
              <a:rPr lang="en-US" altLang="zh-CN" b="1" dirty="0">
                <a:solidFill>
                  <a:srgbClr val="0070C0"/>
                </a:solidFill>
                <a:cs typeface="Times New Roman" panose="02020603050405020304" pitchFamily="18" charset="0"/>
              </a:rPr>
              <a:t>)</a:t>
            </a:r>
            <a:r>
              <a:rPr lang="en-US" altLang="zh-CN" b="1" dirty="0">
                <a:solidFill>
                  <a:srgbClr val="0070C0"/>
                </a:solidFill>
                <a:ea typeface="楷体_GB2312" charset="0"/>
                <a:cs typeface="Times New Roman" panose="02020603050405020304" pitchFamily="18" charset="0"/>
              </a:rPr>
              <a:t> </a:t>
            </a:r>
            <a:endParaRPr lang="en-US" altLang="zh-CN" b="1" i="1" dirty="0">
              <a:solidFill>
                <a:srgbClr val="0070C0"/>
              </a:solidFill>
              <a:ea typeface="楷体_GB2312" charset="0"/>
              <a:cs typeface="Times New Roman" panose="02020603050405020304" pitchFamily="18" charset="0"/>
            </a:endParaRPr>
          </a:p>
          <a:p>
            <a:pPr lvl="2" eaLnBrk="1" hangingPunct="1">
              <a:lnSpc>
                <a:spcPts val="3200"/>
              </a:lnSpc>
              <a:buClrTx/>
              <a:buFont typeface="Wingdings" panose="05000000000000000000" pitchFamily="2" charset="2"/>
              <a:buChar char="Ø"/>
            </a:pPr>
            <a:r>
              <a:rPr lang="en-US" altLang="zh-CN" sz="2200" b="1" i="1" dirty="0" err="1">
                <a:solidFill>
                  <a:srgbClr val="0070C0"/>
                </a:solidFill>
                <a:ea typeface="楷体_GB2312" charset="0"/>
                <a:cs typeface="Times New Roman" panose="02020603050405020304" pitchFamily="18" charset="0"/>
              </a:rPr>
              <a:t>kill</a:t>
            </a:r>
            <a:r>
              <a:rPr lang="en-US" altLang="zh-CN" sz="2200" b="1" i="1" baseline="-30000" dirty="0" err="1">
                <a:solidFill>
                  <a:srgbClr val="0070C0"/>
                </a:solidFill>
                <a:cs typeface="Times New Roman" panose="02020603050405020304" pitchFamily="18" charset="0"/>
              </a:rPr>
              <a:t>B</a:t>
            </a:r>
            <a:r>
              <a:rPr lang="en-US" altLang="zh-CN" sz="2200" b="1" i="1" dirty="0">
                <a:solidFill>
                  <a:schemeClr val="tx1"/>
                </a:solidFill>
                <a:ea typeface="楷体_GB2312" charset="0"/>
                <a:cs typeface="Times New Roman" panose="02020603050405020304" pitchFamily="18" charset="0"/>
              </a:rPr>
              <a:t> =kill</a:t>
            </a:r>
            <a:r>
              <a:rPr lang="en-US" altLang="zh-CN" sz="2200" b="1" i="1" baseline="-30000" dirty="0">
                <a:solidFill>
                  <a:schemeClr val="tx1"/>
                </a:solidFill>
                <a:cs typeface="Times New Roman" panose="02020603050405020304" pitchFamily="18" charset="0"/>
              </a:rPr>
              <a:t>1 </a:t>
            </a:r>
            <a:r>
              <a:rPr lang="en-US" altLang="zh-CN" sz="2200" b="1" dirty="0">
                <a:solidFill>
                  <a:schemeClr val="tx1"/>
                </a:solidFill>
                <a:cs typeface="Times New Roman" panose="02020603050405020304" pitchFamily="18" charset="0"/>
              </a:rPr>
              <a:t>∪ </a:t>
            </a:r>
            <a:r>
              <a:rPr lang="en-US" altLang="zh-CN" sz="2200" b="1" i="1" dirty="0">
                <a:solidFill>
                  <a:schemeClr val="tx1"/>
                </a:solidFill>
                <a:ea typeface="楷体_GB2312" charset="0"/>
                <a:cs typeface="Times New Roman" panose="02020603050405020304" pitchFamily="18" charset="0"/>
              </a:rPr>
              <a:t>kill</a:t>
            </a:r>
            <a:r>
              <a:rPr lang="en-US" altLang="zh-CN" sz="2200" b="1" i="1" baseline="-30000" dirty="0">
                <a:solidFill>
                  <a:schemeClr val="tx1"/>
                </a:solidFill>
                <a:cs typeface="Times New Roman" panose="02020603050405020304" pitchFamily="18" charset="0"/>
              </a:rPr>
              <a:t>2 </a:t>
            </a:r>
            <a:r>
              <a:rPr lang="en-US" altLang="zh-CN" sz="2200" b="1" dirty="0">
                <a:solidFill>
                  <a:schemeClr val="tx1"/>
                </a:solidFill>
                <a:cs typeface="Times New Roman" panose="02020603050405020304" pitchFamily="18" charset="0"/>
              </a:rPr>
              <a:t>∪</a:t>
            </a:r>
            <a:r>
              <a:rPr lang="en-US" altLang="zh-CN" sz="2200" b="1" i="1" baseline="-30000" dirty="0">
                <a:solidFill>
                  <a:schemeClr val="tx1"/>
                </a:solidFill>
                <a:cs typeface="Times New Roman" panose="02020603050405020304" pitchFamily="18" charset="0"/>
              </a:rPr>
              <a:t> </a:t>
            </a:r>
            <a:r>
              <a:rPr lang="en-US" altLang="zh-CN" sz="2200" b="1" i="1" dirty="0">
                <a:solidFill>
                  <a:schemeClr val="tx1"/>
                </a:solidFill>
                <a:ea typeface="楷体_GB2312" charset="0"/>
                <a:cs typeface="Times New Roman" panose="02020603050405020304" pitchFamily="18" charset="0"/>
              </a:rPr>
              <a:t>… </a:t>
            </a:r>
            <a:r>
              <a:rPr lang="en-US" altLang="zh-CN" sz="2200" b="1" dirty="0">
                <a:solidFill>
                  <a:schemeClr val="tx1"/>
                </a:solidFill>
                <a:cs typeface="Times New Roman" panose="02020603050405020304" pitchFamily="18" charset="0"/>
              </a:rPr>
              <a:t>∪</a:t>
            </a:r>
            <a:r>
              <a:rPr lang="en-US" altLang="zh-CN" sz="2200" b="1" i="1" dirty="0">
                <a:solidFill>
                  <a:schemeClr val="tx1"/>
                </a:solidFill>
                <a:ea typeface="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2200" b="1" i="1" dirty="0" err="1">
                <a:solidFill>
                  <a:schemeClr val="tx1"/>
                </a:solidFill>
                <a:ea typeface="楷体_GB2312" charset="0"/>
                <a:cs typeface="Times New Roman" panose="02020603050405020304" pitchFamily="18" charset="0"/>
              </a:rPr>
              <a:t>kill</a:t>
            </a:r>
            <a:r>
              <a:rPr lang="en-US" altLang="zh-CN" sz="2200" b="1" i="1" baseline="-30000" dirty="0" err="1">
                <a:solidFill>
                  <a:schemeClr val="tx1"/>
                </a:solidFill>
                <a:cs typeface="Times New Roman" panose="02020603050405020304" pitchFamily="18" charset="0"/>
              </a:rPr>
              <a:t>n</a:t>
            </a:r>
            <a:endParaRPr lang="en-US" altLang="zh-CN" sz="2200" b="1" i="1" baseline="-30000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lvl="3" eaLnBrk="1" hangingPunct="1">
              <a:lnSpc>
                <a:spcPts val="3200"/>
              </a:lnSpc>
              <a:buClrTx/>
              <a:buFont typeface="Wingdings" panose="05000000000000000000" pitchFamily="2" charset="2"/>
              <a:buChar char="Ø"/>
            </a:pPr>
            <a:r>
              <a:rPr lang="zh-CN" altLang="en-US" sz="2200" b="1" dirty="0">
                <a:solidFill>
                  <a:schemeClr val="tx1"/>
                </a:solidFill>
                <a:cs typeface="Times New Roman" panose="02020603050405020304" pitchFamily="18" charset="0"/>
              </a:rPr>
              <a:t>被基本块中各个语句</a:t>
            </a:r>
            <a:r>
              <a:rPr lang="zh-CN" altLang="en-US" sz="2200" b="1" dirty="0">
                <a:cs typeface="Times New Roman" panose="02020603050405020304" pitchFamily="18" charset="0"/>
              </a:rPr>
              <a:t>“</a:t>
            </a:r>
            <a:r>
              <a:rPr lang="zh-CN" altLang="en-US" sz="2200" b="1" dirty="0">
                <a:solidFill>
                  <a:schemeClr val="tx1"/>
                </a:solidFill>
                <a:cs typeface="Times New Roman" panose="02020603050405020304" pitchFamily="18" charset="0"/>
              </a:rPr>
              <a:t>注销</a:t>
            </a:r>
            <a:r>
              <a:rPr lang="en-US" altLang="zh-CN" sz="2200" b="1" dirty="0">
                <a:solidFill>
                  <a:schemeClr val="tx1"/>
                </a:solidFill>
                <a:cs typeface="Times New Roman" panose="02020603050405020304" pitchFamily="18" charset="0"/>
              </a:rPr>
              <a:t>(</a:t>
            </a:r>
            <a:r>
              <a:rPr lang="zh-CN" altLang="en-US" sz="2200" b="1" dirty="0">
                <a:solidFill>
                  <a:schemeClr val="tx1"/>
                </a:solidFill>
                <a:cs typeface="Times New Roman" panose="02020603050405020304" pitchFamily="18" charset="0"/>
              </a:rPr>
              <a:t>杀死</a:t>
            </a:r>
            <a:r>
              <a:rPr lang="en-US" altLang="zh-CN" sz="2200" b="1" dirty="0">
                <a:solidFill>
                  <a:schemeClr val="tx1"/>
                </a:solidFill>
                <a:cs typeface="Times New Roman" panose="02020603050405020304" pitchFamily="18" charset="0"/>
              </a:rPr>
              <a:t>)</a:t>
            </a:r>
            <a:r>
              <a:rPr lang="zh-CN" altLang="en-US" sz="2200" b="1" dirty="0">
                <a:solidFill>
                  <a:schemeClr val="tx1"/>
                </a:solidFill>
                <a:cs typeface="Times New Roman" panose="02020603050405020304" pitchFamily="18" charset="0"/>
              </a:rPr>
              <a:t>”的所有定值的集合</a:t>
            </a:r>
            <a:endParaRPr lang="en-US" altLang="zh-CN" sz="2200" b="1" i="1" baseline="-30000" dirty="0">
              <a:solidFill>
                <a:schemeClr val="tx1"/>
              </a:solidFill>
              <a:ea typeface="楷体_GB2312" charset="0"/>
              <a:cs typeface="Times New Roman" panose="02020603050405020304" pitchFamily="18" charset="0"/>
            </a:endParaRPr>
          </a:p>
          <a:p>
            <a:pPr lvl="2" eaLnBrk="1" hangingPunct="1">
              <a:lnSpc>
                <a:spcPts val="3200"/>
              </a:lnSpc>
              <a:buClrTx/>
              <a:buFont typeface="Wingdings" panose="05000000000000000000" pitchFamily="2" charset="2"/>
              <a:buChar char="Ø"/>
            </a:pPr>
            <a:r>
              <a:rPr lang="en-US" altLang="zh-CN" sz="2200" b="1" i="1" dirty="0" err="1">
                <a:solidFill>
                  <a:srgbClr val="0070C0"/>
                </a:solidFill>
                <a:ea typeface="楷体_GB2312" charset="0"/>
                <a:cs typeface="Times New Roman" panose="02020603050405020304" pitchFamily="18" charset="0"/>
              </a:rPr>
              <a:t>gen</a:t>
            </a:r>
            <a:r>
              <a:rPr lang="en-US" altLang="zh-CN" sz="2200" b="1" i="1" baseline="-30000" dirty="0" err="1">
                <a:solidFill>
                  <a:srgbClr val="0070C0"/>
                </a:solidFill>
                <a:cs typeface="Times New Roman" panose="02020603050405020304" pitchFamily="18" charset="0"/>
              </a:rPr>
              <a:t>B</a:t>
            </a:r>
            <a:r>
              <a:rPr lang="en-US" altLang="zh-CN" sz="2200" b="1" i="1" baseline="-30000" dirty="0">
                <a:solidFill>
                  <a:schemeClr val="tx1"/>
                </a:solidFill>
                <a:cs typeface="Times New Roman" panose="02020603050405020304" pitchFamily="18" charset="0"/>
              </a:rPr>
              <a:t> </a:t>
            </a:r>
            <a:r>
              <a:rPr lang="en-US" altLang="zh-CN" sz="2200" b="1" dirty="0">
                <a:solidFill>
                  <a:schemeClr val="tx1"/>
                </a:solidFill>
                <a:cs typeface="Times New Roman" panose="02020603050405020304" pitchFamily="18" charset="0"/>
              </a:rPr>
              <a:t>= </a:t>
            </a:r>
            <a:r>
              <a:rPr lang="en-US" altLang="zh-CN" sz="2200" b="1" i="1" dirty="0" err="1">
                <a:solidFill>
                  <a:schemeClr val="tx1"/>
                </a:solidFill>
                <a:ea typeface="楷体_GB2312" charset="0"/>
                <a:cs typeface="Times New Roman" panose="02020603050405020304" pitchFamily="18" charset="0"/>
              </a:rPr>
              <a:t>gen</a:t>
            </a:r>
            <a:r>
              <a:rPr lang="en-US" altLang="zh-CN" sz="2200" b="1" i="1" baseline="-30000" dirty="0" err="1">
                <a:solidFill>
                  <a:schemeClr val="tx1"/>
                </a:solidFill>
                <a:cs typeface="Times New Roman" panose="02020603050405020304" pitchFamily="18" charset="0"/>
              </a:rPr>
              <a:t>n</a:t>
            </a:r>
            <a:r>
              <a:rPr lang="en-US" altLang="zh-CN" sz="2200" b="1" i="1" baseline="-30000" dirty="0">
                <a:solidFill>
                  <a:schemeClr val="tx1"/>
                </a:solidFill>
                <a:cs typeface="Times New Roman" panose="02020603050405020304" pitchFamily="18" charset="0"/>
              </a:rPr>
              <a:t> </a:t>
            </a:r>
            <a:r>
              <a:rPr lang="en-US" altLang="zh-CN" sz="2200" b="1" dirty="0">
                <a:solidFill>
                  <a:schemeClr val="tx1"/>
                </a:solidFill>
                <a:cs typeface="Times New Roman" panose="02020603050405020304" pitchFamily="18" charset="0"/>
              </a:rPr>
              <a:t>∪(</a:t>
            </a:r>
            <a:r>
              <a:rPr lang="en-US" altLang="zh-CN" sz="2200" b="1" i="1" dirty="0">
                <a:solidFill>
                  <a:schemeClr val="tx1"/>
                </a:solidFill>
                <a:ea typeface="楷体_GB2312" charset="0"/>
                <a:cs typeface="Times New Roman" panose="02020603050405020304" pitchFamily="18" charset="0"/>
              </a:rPr>
              <a:t>gen</a:t>
            </a:r>
            <a:r>
              <a:rPr lang="en-US" altLang="zh-CN" sz="2200" b="1" i="1" baseline="-30000" dirty="0">
                <a:solidFill>
                  <a:schemeClr val="tx1"/>
                </a:solidFill>
                <a:cs typeface="Times New Roman" panose="02020603050405020304" pitchFamily="18" charset="0"/>
              </a:rPr>
              <a:t>n-1 </a:t>
            </a:r>
            <a:r>
              <a:rPr lang="en-US" altLang="zh-CN" sz="2200" b="1" dirty="0">
                <a:solidFill>
                  <a:schemeClr val="tx1"/>
                </a:solidFill>
                <a:cs typeface="Times New Roman" panose="02020603050405020304" pitchFamily="18" charset="0"/>
              </a:rPr>
              <a:t>– </a:t>
            </a:r>
            <a:r>
              <a:rPr lang="en-US" altLang="zh-CN" sz="2200" b="1" i="1" dirty="0" err="1">
                <a:solidFill>
                  <a:schemeClr val="tx1"/>
                </a:solidFill>
                <a:ea typeface="楷体_GB2312" charset="0"/>
                <a:cs typeface="Times New Roman" panose="02020603050405020304" pitchFamily="18" charset="0"/>
              </a:rPr>
              <a:t>kill</a:t>
            </a:r>
            <a:r>
              <a:rPr lang="en-US" altLang="zh-CN" sz="2200" b="1" i="1" baseline="-30000" dirty="0" err="1">
                <a:solidFill>
                  <a:schemeClr val="tx1"/>
                </a:solidFill>
                <a:cs typeface="Times New Roman" panose="02020603050405020304" pitchFamily="18" charset="0"/>
              </a:rPr>
              <a:t>n</a:t>
            </a:r>
            <a:r>
              <a:rPr lang="en-US" altLang="zh-CN" sz="2200" b="1" i="1" baseline="-30000" dirty="0">
                <a:solidFill>
                  <a:schemeClr val="tx1"/>
                </a:solidFill>
                <a:cs typeface="Times New Roman" panose="02020603050405020304" pitchFamily="18" charset="0"/>
              </a:rPr>
              <a:t> </a:t>
            </a:r>
            <a:r>
              <a:rPr lang="en-US" altLang="zh-CN" sz="2200" b="1" dirty="0">
                <a:solidFill>
                  <a:schemeClr val="tx1"/>
                </a:solidFill>
                <a:cs typeface="Times New Roman" panose="02020603050405020304" pitchFamily="18" charset="0"/>
              </a:rPr>
              <a:t>) ∪(</a:t>
            </a:r>
            <a:r>
              <a:rPr lang="en-US" altLang="zh-CN" sz="2200" b="1" i="1" dirty="0">
                <a:solidFill>
                  <a:schemeClr val="tx1"/>
                </a:solidFill>
                <a:ea typeface="楷体_GB2312" charset="0"/>
                <a:cs typeface="Times New Roman" panose="02020603050405020304" pitchFamily="18" charset="0"/>
              </a:rPr>
              <a:t>gen</a:t>
            </a:r>
            <a:r>
              <a:rPr lang="en-US" altLang="zh-CN" sz="2200" b="1" i="1" baseline="-30000" dirty="0">
                <a:solidFill>
                  <a:schemeClr val="tx1"/>
                </a:solidFill>
                <a:cs typeface="Times New Roman" panose="02020603050405020304" pitchFamily="18" charset="0"/>
              </a:rPr>
              <a:t>n-2 </a:t>
            </a:r>
            <a:r>
              <a:rPr lang="en-US" altLang="zh-CN" sz="2200" b="1" dirty="0">
                <a:solidFill>
                  <a:schemeClr val="tx1"/>
                </a:solidFill>
                <a:cs typeface="Times New Roman" panose="02020603050405020304" pitchFamily="18" charset="0"/>
              </a:rPr>
              <a:t>–</a:t>
            </a:r>
            <a:r>
              <a:rPr lang="en-US" altLang="zh-CN" sz="2200" b="1" i="1" dirty="0">
                <a:solidFill>
                  <a:schemeClr val="tx1"/>
                </a:solidFill>
                <a:ea typeface="宋体" panose="02010600030101010101" pitchFamily="2" charset="-122"/>
                <a:cs typeface="楷体_GB2312" charset="0"/>
              </a:rPr>
              <a:t>kill</a:t>
            </a:r>
            <a:r>
              <a:rPr lang="en-US" altLang="zh-CN" sz="2200" b="1" i="1" baseline="-30000" dirty="0">
                <a:solidFill>
                  <a:schemeClr val="tx1"/>
                </a:solidFill>
              </a:rPr>
              <a:t>n-1 </a:t>
            </a:r>
            <a:r>
              <a:rPr lang="en-US" altLang="zh-CN" sz="2200" b="1" dirty="0">
                <a:solidFill>
                  <a:schemeClr val="tx1"/>
                </a:solidFill>
              </a:rPr>
              <a:t>– </a:t>
            </a:r>
            <a:r>
              <a:rPr lang="en-US" altLang="zh-CN" sz="2200" b="1" i="1" dirty="0" err="1">
                <a:solidFill>
                  <a:schemeClr val="tx1"/>
                </a:solidFill>
                <a:ea typeface="宋体" panose="02010600030101010101" pitchFamily="2" charset="-122"/>
              </a:rPr>
              <a:t>kill</a:t>
            </a:r>
            <a:r>
              <a:rPr lang="en-US" altLang="zh-CN" sz="2200" b="1" i="1" baseline="-30000" dirty="0" err="1">
                <a:solidFill>
                  <a:schemeClr val="tx1"/>
                </a:solidFill>
              </a:rPr>
              <a:t>n</a:t>
            </a:r>
            <a:r>
              <a:rPr lang="en-US" altLang="zh-CN" sz="2200" b="1" i="1" baseline="-30000" dirty="0">
                <a:solidFill>
                  <a:schemeClr val="tx1"/>
                </a:solidFill>
              </a:rPr>
              <a:t> </a:t>
            </a:r>
            <a:r>
              <a:rPr lang="en-US" altLang="zh-CN" sz="2200" b="1" dirty="0">
                <a:solidFill>
                  <a:schemeClr val="tx1"/>
                </a:solidFill>
              </a:rPr>
              <a:t>) ∪</a:t>
            </a:r>
            <a:r>
              <a:rPr lang="en-US" altLang="zh-CN" sz="2200" b="1" i="1" baseline="-30000" dirty="0">
                <a:solidFill>
                  <a:schemeClr val="tx1"/>
                </a:solidFill>
              </a:rPr>
              <a:t> </a:t>
            </a:r>
            <a:r>
              <a:rPr lang="en-US" altLang="zh-CN" sz="2200" b="1" i="1" dirty="0">
                <a:solidFill>
                  <a:schemeClr val="tx1"/>
                </a:solidFill>
                <a:ea typeface="宋体" panose="02010600030101010101" pitchFamily="2" charset="-122"/>
              </a:rPr>
              <a:t>… </a:t>
            </a:r>
            <a:r>
              <a:rPr lang="en-US" altLang="zh-CN" sz="2200" b="1" dirty="0">
                <a:solidFill>
                  <a:schemeClr val="tx1"/>
                </a:solidFill>
              </a:rPr>
              <a:t>∪ (</a:t>
            </a:r>
            <a:r>
              <a:rPr lang="en-US" altLang="zh-CN" sz="2200" b="1" i="1" dirty="0">
                <a:solidFill>
                  <a:schemeClr val="tx1"/>
                </a:solidFill>
                <a:ea typeface="宋体" panose="02010600030101010101" pitchFamily="2" charset="-122"/>
              </a:rPr>
              <a:t>gen</a:t>
            </a:r>
            <a:r>
              <a:rPr lang="en-US" altLang="zh-CN" sz="2200" b="1" i="1" baseline="-30000" dirty="0">
                <a:solidFill>
                  <a:schemeClr val="tx1"/>
                </a:solidFill>
              </a:rPr>
              <a:t>1 </a:t>
            </a:r>
            <a:r>
              <a:rPr lang="en-US" altLang="zh-CN" sz="2200" b="1" dirty="0">
                <a:solidFill>
                  <a:schemeClr val="tx1"/>
                </a:solidFill>
              </a:rPr>
              <a:t>–</a:t>
            </a:r>
            <a:r>
              <a:rPr lang="en-US" altLang="zh-CN" sz="2200" b="1" i="1" dirty="0">
                <a:solidFill>
                  <a:schemeClr val="tx1"/>
                </a:solidFill>
                <a:ea typeface="宋体" panose="02010600030101010101" pitchFamily="2" charset="-122"/>
              </a:rPr>
              <a:t>kill</a:t>
            </a:r>
            <a:r>
              <a:rPr lang="en-US" altLang="zh-CN" sz="2200" b="1" i="1" baseline="-30000" dirty="0">
                <a:solidFill>
                  <a:schemeClr val="tx1"/>
                </a:solidFill>
              </a:rPr>
              <a:t>2 </a:t>
            </a:r>
            <a:r>
              <a:rPr lang="en-US" altLang="zh-CN" sz="2200" b="1" dirty="0">
                <a:solidFill>
                  <a:schemeClr val="tx1"/>
                </a:solidFill>
              </a:rPr>
              <a:t>–</a:t>
            </a:r>
            <a:r>
              <a:rPr lang="en-US" altLang="zh-CN" sz="2200" b="1" i="1" dirty="0">
                <a:solidFill>
                  <a:schemeClr val="tx1"/>
                </a:solidFill>
                <a:ea typeface="宋体" panose="02010600030101010101" pitchFamily="2" charset="-122"/>
              </a:rPr>
              <a:t>kill</a:t>
            </a:r>
            <a:r>
              <a:rPr lang="en-US" altLang="zh-CN" sz="2200" b="1" i="1" baseline="-30000" dirty="0">
                <a:solidFill>
                  <a:schemeClr val="tx1"/>
                </a:solidFill>
              </a:rPr>
              <a:t>3 </a:t>
            </a:r>
            <a:r>
              <a:rPr lang="en-US" altLang="zh-CN" sz="2200" b="1" dirty="0">
                <a:solidFill>
                  <a:schemeClr val="tx1"/>
                </a:solidFill>
              </a:rPr>
              <a:t>– </a:t>
            </a:r>
            <a:r>
              <a:rPr lang="en-US" altLang="zh-CN" sz="2200" b="1" i="1" dirty="0">
                <a:solidFill>
                  <a:schemeClr val="tx1"/>
                </a:solidFill>
                <a:ea typeface="宋体" panose="02010600030101010101" pitchFamily="2" charset="-122"/>
              </a:rPr>
              <a:t>…</a:t>
            </a:r>
            <a:r>
              <a:rPr lang="en-US" altLang="zh-CN" sz="2200" b="1" dirty="0">
                <a:solidFill>
                  <a:schemeClr val="tx1"/>
                </a:solidFill>
              </a:rPr>
              <a:t> – </a:t>
            </a:r>
            <a:r>
              <a:rPr lang="en-US" altLang="zh-CN" sz="2200" b="1" i="1" dirty="0" err="1">
                <a:solidFill>
                  <a:schemeClr val="tx1"/>
                </a:solidFill>
                <a:ea typeface="宋体" panose="02010600030101010101" pitchFamily="2" charset="-122"/>
              </a:rPr>
              <a:t>kill</a:t>
            </a:r>
            <a:r>
              <a:rPr lang="en-US" altLang="zh-CN" sz="2200" b="1" i="1" baseline="-30000" dirty="0" err="1">
                <a:solidFill>
                  <a:schemeClr val="tx1"/>
                </a:solidFill>
              </a:rPr>
              <a:t>n</a:t>
            </a:r>
            <a:r>
              <a:rPr lang="en-US" altLang="zh-CN" sz="2200" b="1" i="1" baseline="-30000" dirty="0">
                <a:solidFill>
                  <a:schemeClr val="tx1"/>
                </a:solidFill>
              </a:rPr>
              <a:t> </a:t>
            </a:r>
            <a:r>
              <a:rPr lang="en-US" altLang="zh-CN" sz="2200" b="1" dirty="0">
                <a:solidFill>
                  <a:schemeClr val="tx1"/>
                </a:solidFill>
              </a:rPr>
              <a:t>) </a:t>
            </a:r>
          </a:p>
          <a:p>
            <a:pPr lvl="3" eaLnBrk="1" hangingPunct="1">
              <a:lnSpc>
                <a:spcPts val="3200"/>
              </a:lnSpc>
              <a:buClrTx/>
              <a:buFont typeface="Wingdings" panose="05000000000000000000" pitchFamily="2" charset="2"/>
              <a:buChar char="Ø"/>
            </a:pPr>
            <a:r>
              <a:rPr lang="zh-CN" altLang="en-US" sz="2200" b="1" dirty="0">
                <a:solidFill>
                  <a:schemeClr val="tx1"/>
                </a:solidFill>
              </a:rPr>
              <a:t>基本块生成且未被</a:t>
            </a:r>
            <a:r>
              <a:rPr lang="zh-CN" altLang="en-US" sz="2200" b="1" dirty="0"/>
              <a:t>其后的</a:t>
            </a:r>
            <a:r>
              <a:rPr lang="zh-CN" altLang="en-US" sz="2200" b="1" dirty="0">
                <a:solidFill>
                  <a:schemeClr val="tx1"/>
                </a:solidFill>
              </a:rPr>
              <a:t>语句</a:t>
            </a:r>
            <a:r>
              <a:rPr lang="zh-CN" altLang="en-US" sz="2200" b="1" dirty="0"/>
              <a:t>“</a:t>
            </a:r>
            <a:r>
              <a:rPr lang="zh-CN" altLang="en-US" sz="2200" b="1" dirty="0">
                <a:solidFill>
                  <a:schemeClr val="tx1"/>
                </a:solidFill>
              </a:rPr>
              <a:t>注销</a:t>
            </a:r>
            <a:r>
              <a:rPr lang="en-US" altLang="zh-CN" sz="2200" b="1" dirty="0"/>
              <a:t>(</a:t>
            </a:r>
            <a:r>
              <a:rPr lang="zh-CN" altLang="en-US" sz="2200" b="1" dirty="0">
                <a:solidFill>
                  <a:schemeClr val="tx1"/>
                </a:solidFill>
              </a:rPr>
              <a:t>杀死</a:t>
            </a:r>
            <a:r>
              <a:rPr lang="en-US" altLang="zh-CN" sz="2200" b="1" dirty="0">
                <a:solidFill>
                  <a:schemeClr val="tx1"/>
                </a:solidFill>
              </a:rPr>
              <a:t>)</a:t>
            </a:r>
            <a:r>
              <a:rPr lang="zh-CN" altLang="en-US" sz="2200" b="1" dirty="0"/>
              <a:t>”</a:t>
            </a:r>
            <a:r>
              <a:rPr lang="zh-CN" altLang="en-US" sz="2200" b="1" dirty="0">
                <a:solidFill>
                  <a:schemeClr val="tx1"/>
                </a:solidFill>
              </a:rPr>
              <a:t>的定值的集合</a:t>
            </a:r>
            <a:endParaRPr lang="zh-CN" altLang="en-US" sz="2200" b="1" dirty="0">
              <a:solidFill>
                <a:schemeClr val="tx1"/>
              </a:solidFill>
              <a:ea typeface="宋体" panose="02010600030101010101" pitchFamily="2" charset="-122"/>
            </a:endParaRPr>
          </a:p>
        </p:txBody>
      </p:sp>
      <p:sp>
        <p:nvSpPr>
          <p:cNvPr id="145411" name="Rectangle 3">
            <a:extLst>
              <a:ext uri="{FF2B5EF4-FFF2-40B4-BE49-F238E27FC236}">
                <a16:creationId xmlns:a16="http://schemas.microsoft.com/office/drawing/2014/main" id="{AF8A8828-6B1A-4A79-ADAE-1961EE888E9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8625" y="857250"/>
            <a:ext cx="7931150" cy="1071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 marL="271463" indent="-271463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574675" indent="-271463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lnSpc>
                <a:spcPts val="3200"/>
              </a:lnSpc>
              <a:spcBef>
                <a:spcPct val="20000"/>
              </a:spcBef>
              <a:buSzPct val="100000"/>
              <a:buFont typeface="Wingdings" panose="05000000000000000000" pitchFamily="2" charset="2"/>
              <a:buChar char="Ø"/>
            </a:pPr>
            <a:r>
              <a:rPr lang="en-US" altLang="zh-CN" sz="2500" i="1" dirty="0"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f</a:t>
            </a:r>
            <a:r>
              <a:rPr lang="en-US" altLang="zh-CN" sz="2500" i="1" baseline="-30000" dirty="0"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d</a:t>
            </a:r>
            <a:r>
              <a:rPr lang="zh-CN" altLang="en-US" sz="2500" dirty="0"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：定值 </a:t>
            </a:r>
            <a:r>
              <a:rPr lang="en-US" altLang="zh-CN" sz="2500" i="1" dirty="0"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d</a:t>
            </a:r>
            <a:r>
              <a:rPr lang="en-US" altLang="zh-CN" sz="2500" dirty="0"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: </a:t>
            </a:r>
            <a:r>
              <a:rPr lang="en-US" altLang="zh-CN" sz="2500" i="1" dirty="0"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u = v + w</a:t>
            </a:r>
            <a:r>
              <a:rPr lang="zh-CN" altLang="en-US" sz="2500" dirty="0"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的传递函数</a:t>
            </a:r>
            <a:endParaRPr lang="en-US" altLang="zh-CN" sz="2500" i="1" dirty="0">
              <a:latin typeface="Times New Roman" panose="02020603050405020304" pitchFamily="18" charset="0"/>
              <a:ea typeface="华文楷体" panose="02010600040101010101" pitchFamily="2" charset="-122"/>
              <a:cs typeface="Times New Roman" panose="02020603050405020304" pitchFamily="18" charset="0"/>
            </a:endParaRPr>
          </a:p>
          <a:p>
            <a:pPr lvl="1" eaLnBrk="1" hangingPunct="1">
              <a:lnSpc>
                <a:spcPts val="3200"/>
              </a:lnSpc>
              <a:spcBef>
                <a:spcPct val="20000"/>
              </a:spcBef>
              <a:buSzPct val="100000"/>
              <a:buFont typeface="Wingdings" panose="05000000000000000000" pitchFamily="2" charset="2"/>
              <a:buChar char="Ø"/>
            </a:pPr>
            <a:r>
              <a:rPr lang="en-US" altLang="zh-CN" sz="2200" i="1" dirty="0"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OUT</a:t>
            </a:r>
            <a:r>
              <a:rPr lang="en-US" altLang="zh-CN" sz="2200" dirty="0"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[</a:t>
            </a:r>
            <a:r>
              <a:rPr lang="en-US" altLang="zh-CN" sz="2200" i="1" dirty="0"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S</a:t>
            </a:r>
            <a:r>
              <a:rPr lang="en-US" altLang="zh-CN" sz="2200" dirty="0"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]</a:t>
            </a:r>
            <a:r>
              <a:rPr lang="en-US" altLang="zh-CN" sz="2200" i="1" dirty="0"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 = </a:t>
            </a:r>
            <a:r>
              <a:rPr lang="en-US" altLang="zh-CN" sz="2200" i="1" dirty="0" err="1"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f</a:t>
            </a:r>
            <a:r>
              <a:rPr lang="en-US" altLang="zh-CN" sz="2200" i="1" baseline="-30000" dirty="0" err="1"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d</a:t>
            </a:r>
            <a:r>
              <a:rPr lang="en-US" altLang="zh-CN" sz="2200" i="1" baseline="-30000" dirty="0"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CN" sz="2200" dirty="0"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( </a:t>
            </a:r>
            <a:r>
              <a:rPr lang="en-US" altLang="zh-CN" sz="2200" i="1" dirty="0"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IN</a:t>
            </a:r>
            <a:r>
              <a:rPr lang="en-US" altLang="zh-CN" sz="2200" dirty="0"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[</a:t>
            </a:r>
            <a:r>
              <a:rPr lang="en-US" altLang="zh-CN" sz="2200" i="1" dirty="0"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S</a:t>
            </a:r>
            <a:r>
              <a:rPr lang="en-US" altLang="zh-CN" sz="2200" dirty="0"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] </a:t>
            </a:r>
            <a:r>
              <a:rPr lang="en-US" altLang="zh-CN" sz="2200" dirty="0">
                <a:latin typeface="Times New Roman" panose="02020603050405020304" pitchFamily="18" charset="0"/>
              </a:rPr>
              <a:t>) </a:t>
            </a:r>
            <a:r>
              <a:rPr lang="en-US" altLang="zh-CN" sz="2200" dirty="0">
                <a:latin typeface="Times New Roman" panose="02020603050405020304" pitchFamily="18" charset="0"/>
                <a:cs typeface="楷体_GB2312" charset="0"/>
              </a:rPr>
              <a:t>= </a:t>
            </a:r>
            <a:r>
              <a:rPr lang="en-US" altLang="zh-CN" sz="2200" i="1" dirty="0" err="1">
                <a:latin typeface="Times New Roman" panose="02020603050405020304" pitchFamily="18" charset="0"/>
                <a:cs typeface="楷体_GB2312" charset="0"/>
              </a:rPr>
              <a:t>gen</a:t>
            </a:r>
            <a:r>
              <a:rPr lang="en-US" altLang="zh-CN" sz="2200" i="1" baseline="-30000" dirty="0" err="1">
                <a:latin typeface="Times New Roman" panose="02020603050405020304" pitchFamily="18" charset="0"/>
                <a:ea typeface="华文楷体" panose="02010600040101010101" pitchFamily="2" charset="-122"/>
              </a:rPr>
              <a:t>d</a:t>
            </a:r>
            <a:r>
              <a:rPr lang="en-US" altLang="zh-CN" sz="2200" i="1" baseline="-30000" dirty="0">
                <a:latin typeface="Times New Roman" panose="02020603050405020304" pitchFamily="18" charset="0"/>
                <a:ea typeface="华文楷体" panose="02010600040101010101" pitchFamily="2" charset="-122"/>
              </a:rPr>
              <a:t> </a:t>
            </a:r>
            <a:r>
              <a:rPr lang="en-US" altLang="zh-CN" sz="2200" dirty="0">
                <a:latin typeface="Times New Roman" panose="02020603050405020304" pitchFamily="18" charset="0"/>
                <a:ea typeface="华文楷体" panose="02010600040101010101" pitchFamily="2" charset="-122"/>
              </a:rPr>
              <a:t>∪( </a:t>
            </a:r>
            <a:r>
              <a:rPr lang="en-US" altLang="zh-CN" sz="2200" i="1" dirty="0">
                <a:latin typeface="Times New Roman" panose="02020603050405020304" pitchFamily="18" charset="0"/>
                <a:ea typeface="华文楷体" panose="02010600040101010101" pitchFamily="2" charset="-122"/>
              </a:rPr>
              <a:t>IN</a:t>
            </a:r>
            <a:r>
              <a:rPr lang="en-US" altLang="zh-CN" sz="2200" dirty="0">
                <a:latin typeface="Times New Roman" panose="02020603050405020304" pitchFamily="18" charset="0"/>
                <a:ea typeface="华文楷体" panose="02010600040101010101" pitchFamily="2" charset="-122"/>
              </a:rPr>
              <a:t>[</a:t>
            </a:r>
            <a:r>
              <a:rPr lang="en-US" altLang="zh-CN" sz="2200" i="1" dirty="0">
                <a:latin typeface="Times New Roman" panose="02020603050405020304" pitchFamily="18" charset="0"/>
                <a:ea typeface="华文楷体" panose="02010600040101010101" pitchFamily="2" charset="-122"/>
              </a:rPr>
              <a:t>S</a:t>
            </a:r>
            <a:r>
              <a:rPr lang="en-US" altLang="zh-CN" sz="2200" dirty="0">
                <a:latin typeface="Times New Roman" panose="02020603050405020304" pitchFamily="18" charset="0"/>
                <a:ea typeface="华文楷体" panose="02010600040101010101" pitchFamily="2" charset="-122"/>
              </a:rPr>
              <a:t>] </a:t>
            </a:r>
            <a:r>
              <a:rPr lang="en-US" altLang="zh-CN" sz="2200" i="1" dirty="0">
                <a:latin typeface="Times New Roman" panose="02020603050405020304" pitchFamily="18" charset="0"/>
                <a:cs typeface="楷体_GB2312" charset="0"/>
              </a:rPr>
              <a:t>- </a:t>
            </a:r>
            <a:r>
              <a:rPr lang="en-US" altLang="zh-CN" sz="2200" i="1" dirty="0" err="1">
                <a:latin typeface="Times New Roman" panose="02020603050405020304" pitchFamily="18" charset="0"/>
                <a:cs typeface="楷体_GB2312" charset="0"/>
              </a:rPr>
              <a:t>kill</a:t>
            </a:r>
            <a:r>
              <a:rPr lang="en-US" altLang="zh-CN" sz="2200" i="1" baseline="-30000" dirty="0" err="1">
                <a:latin typeface="Times New Roman" panose="02020603050405020304" pitchFamily="18" charset="0"/>
                <a:ea typeface="华文楷体" panose="02010600040101010101" pitchFamily="2" charset="-122"/>
              </a:rPr>
              <a:t>d</a:t>
            </a:r>
            <a:r>
              <a:rPr lang="en-US" altLang="zh-CN" sz="2200" i="1" baseline="-30000" dirty="0">
                <a:latin typeface="Times New Roman" panose="02020603050405020304" pitchFamily="18" charset="0"/>
                <a:ea typeface="华文楷体" panose="02010600040101010101" pitchFamily="2" charset="-122"/>
              </a:rPr>
              <a:t>  </a:t>
            </a:r>
            <a:r>
              <a:rPr lang="en-US" altLang="zh-CN" sz="2200" dirty="0">
                <a:latin typeface="Times New Roman" panose="02020603050405020304" pitchFamily="18" charset="0"/>
                <a:ea typeface="华文楷体" panose="02010600040101010101" pitchFamily="2" charset="-122"/>
              </a:rPr>
              <a:t>)</a:t>
            </a:r>
          </a:p>
        </p:txBody>
      </p:sp>
      <p:sp>
        <p:nvSpPr>
          <p:cNvPr id="145412" name="Rectangle 2">
            <a:extLst>
              <a:ext uri="{FF2B5EF4-FFF2-40B4-BE49-F238E27FC236}">
                <a16:creationId xmlns:a16="http://schemas.microsoft.com/office/drawing/2014/main" id="{5F900AED-BB18-4B0A-8250-B250F1F289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到达定值的传递函数</a:t>
            </a:r>
            <a:endParaRPr lang="en-US" altLang="zh-CN" sz="3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6607986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7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737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737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737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73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373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373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7373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73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7373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7373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7373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73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7373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7373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7373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73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7373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7373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7373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73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7373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7373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7373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5059" name="Rectangle 3">
            <a:extLst>
              <a:ext uri="{FF2B5EF4-FFF2-40B4-BE49-F238E27FC236}">
                <a16:creationId xmlns:a16="http://schemas.microsoft.com/office/drawing/2014/main" id="{3B157480-C829-4324-9703-3E9D44DB3A08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4888111" y="808038"/>
            <a:ext cx="3716337" cy="4357687"/>
          </a:xfrm>
        </p:spPr>
        <p:txBody>
          <a:bodyPr/>
          <a:lstStyle/>
          <a:p>
            <a:pPr marL="273044" indent="-273044" eaLnBrk="1" hangingPunct="1">
              <a:buClrTx/>
              <a:buFont typeface="Wingdings" pitchFamily="2" charset="2"/>
              <a:buChar char="Ø"/>
              <a:defRPr/>
            </a:pPr>
            <a:r>
              <a:rPr lang="en-US" altLang="zh-CN" b="1" i="1" dirty="0">
                <a:solidFill>
                  <a:schemeClr val="tx1"/>
                </a:solidFill>
                <a:ea typeface="楷体_GB2312" pitchFamily="49" charset="-122"/>
                <a:cs typeface="Times New Roman" pitchFamily="18" charset="0"/>
              </a:rPr>
              <a:t>gen</a:t>
            </a:r>
            <a:r>
              <a:rPr lang="en-US" altLang="zh-CN" b="1" i="1" baseline="-25000" dirty="0">
                <a:solidFill>
                  <a:schemeClr val="tx1"/>
                </a:solidFill>
                <a:ea typeface="楷体_GB2312" pitchFamily="49" charset="-122"/>
                <a:cs typeface="Times New Roman" pitchFamily="18" charset="0"/>
              </a:rPr>
              <a:t>B1</a:t>
            </a:r>
            <a:r>
              <a:rPr lang="en-US" altLang="zh-CN" b="1" dirty="0">
                <a:solidFill>
                  <a:schemeClr val="tx1"/>
                </a:solidFill>
                <a:ea typeface="楷体_GB2312" pitchFamily="49" charset="-122"/>
                <a:cs typeface="Times New Roman" pitchFamily="18" charset="0"/>
              </a:rPr>
              <a:t>={ </a:t>
            </a:r>
            <a:r>
              <a:rPr lang="en-US" altLang="zh-CN" b="1" i="1" dirty="0">
                <a:solidFill>
                  <a:schemeClr val="tx1"/>
                </a:solidFill>
                <a:ea typeface="楷体_GB2312" pitchFamily="49" charset="-122"/>
                <a:cs typeface="Times New Roman" pitchFamily="18" charset="0"/>
              </a:rPr>
              <a:t>d</a:t>
            </a:r>
            <a:r>
              <a:rPr lang="en-US" altLang="zh-CN" b="1" i="1" baseline="-25000" dirty="0">
                <a:solidFill>
                  <a:schemeClr val="tx1"/>
                </a:solidFill>
                <a:ea typeface="楷体_GB2312" pitchFamily="49" charset="-122"/>
                <a:cs typeface="Times New Roman" pitchFamily="18" charset="0"/>
              </a:rPr>
              <a:t>1</a:t>
            </a:r>
            <a:r>
              <a:rPr lang="en-US" altLang="zh-CN" b="1" dirty="0">
                <a:solidFill>
                  <a:schemeClr val="tx1"/>
                </a:solidFill>
                <a:ea typeface="楷体_GB2312" pitchFamily="49" charset="-122"/>
                <a:cs typeface="Times New Roman" pitchFamily="18" charset="0"/>
              </a:rPr>
              <a:t>, </a:t>
            </a:r>
            <a:r>
              <a:rPr lang="en-US" altLang="zh-CN" b="1" i="1" dirty="0">
                <a:solidFill>
                  <a:schemeClr val="tx1"/>
                </a:solidFill>
                <a:ea typeface="楷体_GB2312" pitchFamily="49" charset="-122"/>
                <a:cs typeface="Times New Roman" pitchFamily="18" charset="0"/>
              </a:rPr>
              <a:t>d</a:t>
            </a:r>
            <a:r>
              <a:rPr lang="en-US" altLang="zh-CN" b="1" i="1" baseline="-25000" dirty="0">
                <a:solidFill>
                  <a:schemeClr val="tx1"/>
                </a:solidFill>
                <a:ea typeface="楷体_GB2312" pitchFamily="49" charset="-122"/>
                <a:cs typeface="Times New Roman" pitchFamily="18" charset="0"/>
              </a:rPr>
              <a:t>2</a:t>
            </a:r>
            <a:r>
              <a:rPr lang="en-US" altLang="zh-CN" b="1" dirty="0">
                <a:solidFill>
                  <a:schemeClr val="tx1"/>
                </a:solidFill>
                <a:ea typeface="楷体_GB2312" pitchFamily="49" charset="-122"/>
                <a:cs typeface="Times New Roman" pitchFamily="18" charset="0"/>
              </a:rPr>
              <a:t>, </a:t>
            </a:r>
            <a:r>
              <a:rPr lang="en-US" altLang="zh-CN" b="1" i="1" dirty="0">
                <a:solidFill>
                  <a:schemeClr val="tx1"/>
                </a:solidFill>
                <a:ea typeface="楷体_GB2312" pitchFamily="49" charset="-122"/>
                <a:cs typeface="Times New Roman" pitchFamily="18" charset="0"/>
              </a:rPr>
              <a:t>d</a:t>
            </a:r>
            <a:r>
              <a:rPr lang="en-US" altLang="zh-CN" b="1" i="1" baseline="-25000" dirty="0">
                <a:solidFill>
                  <a:schemeClr val="tx1"/>
                </a:solidFill>
                <a:ea typeface="楷体_GB2312" pitchFamily="49" charset="-122"/>
                <a:cs typeface="Times New Roman" pitchFamily="18" charset="0"/>
              </a:rPr>
              <a:t>3 </a:t>
            </a:r>
            <a:r>
              <a:rPr lang="en-US" altLang="zh-CN" b="1" dirty="0">
                <a:solidFill>
                  <a:schemeClr val="tx1"/>
                </a:solidFill>
                <a:ea typeface="楷体_GB2312" pitchFamily="49" charset="-122"/>
                <a:cs typeface="Times New Roman" pitchFamily="18" charset="0"/>
              </a:rPr>
              <a:t>}</a:t>
            </a:r>
          </a:p>
          <a:p>
            <a:pPr marL="273044" indent="-273044" eaLnBrk="1" hangingPunct="1">
              <a:buClrTx/>
              <a:buFont typeface="Wingdings" pitchFamily="2" charset="2"/>
              <a:buChar char="Ø"/>
              <a:defRPr/>
            </a:pPr>
            <a:r>
              <a:rPr lang="en-US" altLang="zh-CN" b="1" i="1" dirty="0">
                <a:solidFill>
                  <a:schemeClr val="tx1"/>
                </a:solidFill>
                <a:ea typeface="楷体_GB2312" pitchFamily="49" charset="-122"/>
                <a:cs typeface="Times New Roman" pitchFamily="18" charset="0"/>
              </a:rPr>
              <a:t>kill</a:t>
            </a:r>
            <a:r>
              <a:rPr lang="en-US" altLang="zh-CN" b="1" i="1" baseline="-25000" dirty="0">
                <a:solidFill>
                  <a:schemeClr val="tx1"/>
                </a:solidFill>
                <a:ea typeface="楷体_GB2312" pitchFamily="49" charset="-122"/>
                <a:cs typeface="Times New Roman" pitchFamily="18" charset="0"/>
              </a:rPr>
              <a:t>B1</a:t>
            </a:r>
            <a:r>
              <a:rPr lang="en-US" altLang="zh-CN" b="1" dirty="0">
                <a:solidFill>
                  <a:schemeClr val="tx1"/>
                </a:solidFill>
                <a:ea typeface="楷体_GB2312" pitchFamily="49" charset="-122"/>
                <a:cs typeface="Times New Roman" pitchFamily="18" charset="0"/>
              </a:rPr>
              <a:t>={ </a:t>
            </a:r>
            <a:r>
              <a:rPr lang="en-US" altLang="zh-CN" b="1" i="1" dirty="0">
                <a:solidFill>
                  <a:schemeClr val="tx1"/>
                </a:solidFill>
                <a:ea typeface="楷体_GB2312" pitchFamily="49" charset="-122"/>
                <a:cs typeface="Times New Roman" pitchFamily="18" charset="0"/>
              </a:rPr>
              <a:t>d</a:t>
            </a:r>
            <a:r>
              <a:rPr lang="en-US" altLang="zh-CN" b="1" i="1" baseline="-25000" dirty="0">
                <a:solidFill>
                  <a:schemeClr val="tx1"/>
                </a:solidFill>
                <a:ea typeface="楷体_GB2312" pitchFamily="49" charset="-122"/>
                <a:cs typeface="Times New Roman" pitchFamily="18" charset="0"/>
              </a:rPr>
              <a:t>4</a:t>
            </a:r>
            <a:r>
              <a:rPr lang="en-US" altLang="zh-CN" b="1" dirty="0">
                <a:solidFill>
                  <a:schemeClr val="tx1"/>
                </a:solidFill>
                <a:ea typeface="楷体_GB2312" pitchFamily="49" charset="-122"/>
                <a:cs typeface="Times New Roman" pitchFamily="18" charset="0"/>
              </a:rPr>
              <a:t>, </a:t>
            </a:r>
            <a:r>
              <a:rPr lang="en-US" altLang="zh-CN" b="1" i="1" dirty="0">
                <a:solidFill>
                  <a:schemeClr val="tx1"/>
                </a:solidFill>
                <a:ea typeface="楷体_GB2312" pitchFamily="49" charset="-122"/>
                <a:cs typeface="Times New Roman" pitchFamily="18" charset="0"/>
              </a:rPr>
              <a:t>d</a:t>
            </a:r>
            <a:r>
              <a:rPr lang="en-US" altLang="zh-CN" b="1" i="1" baseline="-25000" dirty="0">
                <a:solidFill>
                  <a:schemeClr val="tx1"/>
                </a:solidFill>
                <a:ea typeface="楷体_GB2312" pitchFamily="49" charset="-122"/>
                <a:cs typeface="Times New Roman" pitchFamily="18" charset="0"/>
              </a:rPr>
              <a:t>5</a:t>
            </a:r>
            <a:r>
              <a:rPr lang="en-US" altLang="zh-CN" b="1" dirty="0">
                <a:solidFill>
                  <a:schemeClr val="tx1"/>
                </a:solidFill>
                <a:ea typeface="楷体_GB2312" pitchFamily="49" charset="-122"/>
                <a:cs typeface="Times New Roman" pitchFamily="18" charset="0"/>
              </a:rPr>
              <a:t>, </a:t>
            </a:r>
            <a:r>
              <a:rPr lang="en-US" altLang="zh-CN" b="1" i="1" dirty="0">
                <a:solidFill>
                  <a:schemeClr val="tx1"/>
                </a:solidFill>
                <a:ea typeface="楷体_GB2312" pitchFamily="49" charset="-122"/>
                <a:cs typeface="Times New Roman" pitchFamily="18" charset="0"/>
              </a:rPr>
              <a:t>d</a:t>
            </a:r>
            <a:r>
              <a:rPr lang="en-US" altLang="zh-CN" b="1" i="1" baseline="-25000" dirty="0">
                <a:solidFill>
                  <a:schemeClr val="tx1"/>
                </a:solidFill>
                <a:ea typeface="楷体_GB2312" pitchFamily="49" charset="-122"/>
                <a:cs typeface="Times New Roman" pitchFamily="18" charset="0"/>
              </a:rPr>
              <a:t>6</a:t>
            </a:r>
            <a:r>
              <a:rPr lang="en-US" altLang="zh-CN" b="1" dirty="0">
                <a:solidFill>
                  <a:schemeClr val="tx1"/>
                </a:solidFill>
                <a:ea typeface="楷体_GB2312" pitchFamily="49" charset="-122"/>
                <a:cs typeface="Times New Roman" pitchFamily="18" charset="0"/>
              </a:rPr>
              <a:t>, </a:t>
            </a:r>
            <a:r>
              <a:rPr lang="en-US" altLang="zh-CN" b="1" i="1" dirty="0">
                <a:solidFill>
                  <a:schemeClr val="tx1"/>
                </a:solidFill>
                <a:ea typeface="楷体_GB2312" pitchFamily="49" charset="-122"/>
                <a:cs typeface="Times New Roman" pitchFamily="18" charset="0"/>
              </a:rPr>
              <a:t>d</a:t>
            </a:r>
            <a:r>
              <a:rPr lang="en-US" altLang="zh-CN" b="1" i="1" baseline="-25000" dirty="0">
                <a:solidFill>
                  <a:schemeClr val="tx1"/>
                </a:solidFill>
                <a:ea typeface="楷体_GB2312" pitchFamily="49" charset="-122"/>
                <a:cs typeface="Times New Roman" pitchFamily="18" charset="0"/>
              </a:rPr>
              <a:t>7</a:t>
            </a:r>
            <a:r>
              <a:rPr lang="en-US" altLang="zh-CN" b="1" baseline="-25000" dirty="0">
                <a:solidFill>
                  <a:schemeClr val="tx1"/>
                </a:solidFill>
                <a:ea typeface="楷体_GB2312" pitchFamily="49" charset="-122"/>
                <a:cs typeface="Times New Roman" pitchFamily="18" charset="0"/>
              </a:rPr>
              <a:t> </a:t>
            </a:r>
            <a:r>
              <a:rPr lang="en-US" altLang="zh-CN" b="1" dirty="0">
                <a:solidFill>
                  <a:schemeClr val="tx1"/>
                </a:solidFill>
                <a:ea typeface="楷体_GB2312" pitchFamily="49" charset="-122"/>
                <a:cs typeface="Times New Roman" pitchFamily="18" charset="0"/>
              </a:rPr>
              <a:t>}</a:t>
            </a:r>
          </a:p>
          <a:p>
            <a:pPr marL="0" indent="0" eaLnBrk="1" hangingPunct="1">
              <a:buFont typeface="Symbol" panose="05050102010706020507" pitchFamily="18" charset="2"/>
              <a:buNone/>
              <a:defRPr/>
            </a:pPr>
            <a:endParaRPr lang="en-US" altLang="zh-CN" sz="800" b="1" dirty="0">
              <a:solidFill>
                <a:schemeClr val="tx1"/>
              </a:solidFill>
              <a:ea typeface="楷体_GB2312" pitchFamily="49" charset="-122"/>
              <a:cs typeface="Times New Roman" pitchFamily="18" charset="0"/>
            </a:endParaRPr>
          </a:p>
          <a:p>
            <a:pPr marL="273044" indent="-273044" eaLnBrk="1" hangingPunct="1">
              <a:buClrTx/>
              <a:buFont typeface="Wingdings" pitchFamily="2" charset="2"/>
              <a:buChar char="Ø"/>
              <a:defRPr/>
            </a:pPr>
            <a:r>
              <a:rPr lang="en-US" altLang="zh-CN" b="1" i="1" dirty="0">
                <a:solidFill>
                  <a:schemeClr val="tx1"/>
                </a:solidFill>
                <a:ea typeface="楷体_GB2312" pitchFamily="49" charset="-122"/>
                <a:cs typeface="Times New Roman" pitchFamily="18" charset="0"/>
              </a:rPr>
              <a:t>gen</a:t>
            </a:r>
            <a:r>
              <a:rPr lang="en-US" altLang="zh-CN" b="1" i="1" baseline="-25000" dirty="0">
                <a:solidFill>
                  <a:schemeClr val="tx1"/>
                </a:solidFill>
                <a:ea typeface="楷体_GB2312" pitchFamily="49" charset="-122"/>
                <a:cs typeface="Times New Roman" pitchFamily="18" charset="0"/>
              </a:rPr>
              <a:t>B2</a:t>
            </a:r>
            <a:r>
              <a:rPr lang="en-US" altLang="zh-CN" b="1" dirty="0">
                <a:solidFill>
                  <a:schemeClr val="tx1"/>
                </a:solidFill>
                <a:ea typeface="楷体_GB2312" pitchFamily="49" charset="-122"/>
                <a:cs typeface="Times New Roman" pitchFamily="18" charset="0"/>
              </a:rPr>
              <a:t>={ </a:t>
            </a:r>
            <a:r>
              <a:rPr lang="en-US" altLang="zh-CN" b="1" i="1" dirty="0">
                <a:solidFill>
                  <a:schemeClr val="tx1"/>
                </a:solidFill>
                <a:ea typeface="楷体_GB2312" pitchFamily="49" charset="-122"/>
                <a:cs typeface="Times New Roman" pitchFamily="18" charset="0"/>
              </a:rPr>
              <a:t>d</a:t>
            </a:r>
            <a:r>
              <a:rPr lang="en-US" altLang="zh-CN" b="1" i="1" baseline="-25000" dirty="0">
                <a:solidFill>
                  <a:schemeClr val="tx1"/>
                </a:solidFill>
                <a:ea typeface="楷体_GB2312" pitchFamily="49" charset="-122"/>
                <a:cs typeface="Times New Roman" pitchFamily="18" charset="0"/>
              </a:rPr>
              <a:t>4</a:t>
            </a:r>
            <a:r>
              <a:rPr lang="en-US" altLang="zh-CN" b="1" dirty="0">
                <a:solidFill>
                  <a:schemeClr val="tx1"/>
                </a:solidFill>
                <a:ea typeface="楷体_GB2312" pitchFamily="49" charset="-122"/>
                <a:cs typeface="Times New Roman" pitchFamily="18" charset="0"/>
              </a:rPr>
              <a:t>, </a:t>
            </a:r>
            <a:r>
              <a:rPr lang="en-US" altLang="zh-CN" b="1" i="1" dirty="0">
                <a:solidFill>
                  <a:schemeClr val="tx1"/>
                </a:solidFill>
                <a:ea typeface="楷体_GB2312" pitchFamily="49" charset="-122"/>
                <a:cs typeface="Times New Roman" pitchFamily="18" charset="0"/>
              </a:rPr>
              <a:t>d</a:t>
            </a:r>
            <a:r>
              <a:rPr lang="en-US" altLang="zh-CN" b="1" i="1" baseline="-25000" dirty="0">
                <a:solidFill>
                  <a:schemeClr val="tx1"/>
                </a:solidFill>
                <a:ea typeface="楷体_GB2312" pitchFamily="49" charset="-122"/>
                <a:cs typeface="Times New Roman" pitchFamily="18" charset="0"/>
              </a:rPr>
              <a:t>5</a:t>
            </a:r>
            <a:r>
              <a:rPr lang="en-US" altLang="zh-CN" b="1" baseline="-25000" dirty="0">
                <a:solidFill>
                  <a:schemeClr val="tx1"/>
                </a:solidFill>
                <a:ea typeface="楷体_GB2312" pitchFamily="49" charset="-122"/>
                <a:cs typeface="Times New Roman" pitchFamily="18" charset="0"/>
              </a:rPr>
              <a:t> </a:t>
            </a:r>
            <a:r>
              <a:rPr lang="en-US" altLang="zh-CN" b="1" dirty="0">
                <a:solidFill>
                  <a:schemeClr val="tx1"/>
                </a:solidFill>
                <a:ea typeface="楷体_GB2312" pitchFamily="49" charset="-122"/>
                <a:cs typeface="Times New Roman" pitchFamily="18" charset="0"/>
              </a:rPr>
              <a:t>}</a:t>
            </a:r>
          </a:p>
          <a:p>
            <a:pPr marL="273044" indent="-273044" eaLnBrk="1" hangingPunct="1">
              <a:buClrTx/>
              <a:buFont typeface="Wingdings" pitchFamily="2" charset="2"/>
              <a:buChar char="Ø"/>
              <a:defRPr/>
            </a:pPr>
            <a:r>
              <a:rPr lang="en-US" altLang="zh-CN" b="1" i="1" dirty="0">
                <a:solidFill>
                  <a:schemeClr val="tx1"/>
                </a:solidFill>
                <a:ea typeface="楷体_GB2312" pitchFamily="49" charset="-122"/>
                <a:cs typeface="Times New Roman" pitchFamily="18" charset="0"/>
              </a:rPr>
              <a:t>kill</a:t>
            </a:r>
            <a:r>
              <a:rPr lang="en-US" altLang="zh-CN" b="1" i="1" baseline="-25000" dirty="0">
                <a:solidFill>
                  <a:schemeClr val="tx1"/>
                </a:solidFill>
                <a:ea typeface="楷体_GB2312" pitchFamily="49" charset="-122"/>
                <a:cs typeface="Times New Roman" pitchFamily="18" charset="0"/>
              </a:rPr>
              <a:t>B2</a:t>
            </a:r>
            <a:r>
              <a:rPr lang="en-US" altLang="zh-CN" b="1" dirty="0">
                <a:solidFill>
                  <a:schemeClr val="tx1"/>
                </a:solidFill>
                <a:ea typeface="楷体_GB2312" pitchFamily="49" charset="-122"/>
                <a:cs typeface="Times New Roman" pitchFamily="18" charset="0"/>
              </a:rPr>
              <a:t>={ </a:t>
            </a:r>
            <a:r>
              <a:rPr lang="en-US" altLang="zh-CN" b="1" i="1" dirty="0">
                <a:solidFill>
                  <a:schemeClr val="tx1"/>
                </a:solidFill>
                <a:ea typeface="楷体_GB2312" pitchFamily="49" charset="-122"/>
                <a:cs typeface="Times New Roman" pitchFamily="18" charset="0"/>
              </a:rPr>
              <a:t>d</a:t>
            </a:r>
            <a:r>
              <a:rPr lang="en-US" altLang="zh-CN" b="1" i="1" baseline="-25000" dirty="0">
                <a:solidFill>
                  <a:schemeClr val="tx1"/>
                </a:solidFill>
                <a:ea typeface="楷体_GB2312" pitchFamily="49" charset="-122"/>
                <a:cs typeface="Times New Roman" pitchFamily="18" charset="0"/>
              </a:rPr>
              <a:t>1</a:t>
            </a:r>
            <a:r>
              <a:rPr lang="en-US" altLang="zh-CN" b="1" dirty="0">
                <a:solidFill>
                  <a:schemeClr val="tx1"/>
                </a:solidFill>
                <a:ea typeface="楷体_GB2312" pitchFamily="49" charset="-122"/>
                <a:cs typeface="Times New Roman" pitchFamily="18" charset="0"/>
              </a:rPr>
              <a:t>, </a:t>
            </a:r>
            <a:r>
              <a:rPr lang="en-US" altLang="zh-CN" b="1" i="1" dirty="0">
                <a:solidFill>
                  <a:schemeClr val="tx1"/>
                </a:solidFill>
                <a:ea typeface="楷体_GB2312" pitchFamily="49" charset="-122"/>
                <a:cs typeface="Times New Roman" pitchFamily="18" charset="0"/>
              </a:rPr>
              <a:t>d</a:t>
            </a:r>
            <a:r>
              <a:rPr lang="en-US" altLang="zh-CN" b="1" i="1" baseline="-25000" dirty="0">
                <a:solidFill>
                  <a:schemeClr val="tx1"/>
                </a:solidFill>
                <a:ea typeface="楷体_GB2312" pitchFamily="49" charset="-122"/>
                <a:cs typeface="Times New Roman" pitchFamily="18" charset="0"/>
              </a:rPr>
              <a:t>2</a:t>
            </a:r>
            <a:r>
              <a:rPr lang="en-US" altLang="zh-CN" b="1" dirty="0">
                <a:solidFill>
                  <a:schemeClr val="tx1"/>
                </a:solidFill>
                <a:ea typeface="楷体_GB2312" pitchFamily="49" charset="-122"/>
                <a:cs typeface="Times New Roman" pitchFamily="18" charset="0"/>
              </a:rPr>
              <a:t>, </a:t>
            </a:r>
            <a:r>
              <a:rPr lang="en-US" altLang="zh-CN" b="1" i="1" dirty="0">
                <a:solidFill>
                  <a:schemeClr val="tx1"/>
                </a:solidFill>
                <a:ea typeface="楷体_GB2312" pitchFamily="49" charset="-122"/>
                <a:cs typeface="Times New Roman" pitchFamily="18" charset="0"/>
              </a:rPr>
              <a:t>d</a:t>
            </a:r>
            <a:r>
              <a:rPr lang="en-US" altLang="zh-CN" b="1" i="1" baseline="-25000" dirty="0">
                <a:solidFill>
                  <a:schemeClr val="tx1"/>
                </a:solidFill>
                <a:ea typeface="楷体_GB2312" pitchFamily="49" charset="-122"/>
                <a:cs typeface="Times New Roman" pitchFamily="18" charset="0"/>
              </a:rPr>
              <a:t>7</a:t>
            </a:r>
            <a:r>
              <a:rPr lang="en-US" altLang="zh-CN" b="1" baseline="-25000" dirty="0">
                <a:solidFill>
                  <a:schemeClr val="tx1"/>
                </a:solidFill>
                <a:ea typeface="楷体_GB2312" pitchFamily="49" charset="-122"/>
                <a:cs typeface="Times New Roman" pitchFamily="18" charset="0"/>
              </a:rPr>
              <a:t> </a:t>
            </a:r>
            <a:r>
              <a:rPr lang="en-US" altLang="zh-CN" b="1" dirty="0">
                <a:solidFill>
                  <a:schemeClr val="tx1"/>
                </a:solidFill>
                <a:ea typeface="楷体_GB2312" pitchFamily="49" charset="-122"/>
                <a:cs typeface="Times New Roman" pitchFamily="18" charset="0"/>
              </a:rPr>
              <a:t>}</a:t>
            </a:r>
          </a:p>
          <a:p>
            <a:pPr marL="0" indent="0" eaLnBrk="1" hangingPunct="1">
              <a:buFont typeface="Symbol" panose="05050102010706020507" pitchFamily="18" charset="2"/>
              <a:buNone/>
              <a:defRPr/>
            </a:pPr>
            <a:endParaRPr lang="en-US" altLang="zh-CN" sz="800" b="1" dirty="0">
              <a:solidFill>
                <a:schemeClr val="tx1"/>
              </a:solidFill>
              <a:ea typeface="楷体_GB2312" pitchFamily="49" charset="-122"/>
              <a:cs typeface="Times New Roman" pitchFamily="18" charset="0"/>
            </a:endParaRPr>
          </a:p>
          <a:p>
            <a:pPr marL="273044" indent="-273044" eaLnBrk="1" hangingPunct="1">
              <a:buClrTx/>
              <a:buFont typeface="Wingdings" pitchFamily="2" charset="2"/>
              <a:buChar char="Ø"/>
              <a:defRPr/>
            </a:pPr>
            <a:r>
              <a:rPr lang="en-US" altLang="zh-CN" b="1" i="1" dirty="0">
                <a:solidFill>
                  <a:schemeClr val="tx1"/>
                </a:solidFill>
                <a:ea typeface="楷体_GB2312" pitchFamily="49" charset="-122"/>
                <a:cs typeface="Times New Roman" pitchFamily="18" charset="0"/>
              </a:rPr>
              <a:t>gen</a:t>
            </a:r>
            <a:r>
              <a:rPr lang="en-US" altLang="zh-CN" b="1" i="1" baseline="-25000" dirty="0">
                <a:solidFill>
                  <a:schemeClr val="tx1"/>
                </a:solidFill>
                <a:ea typeface="楷体_GB2312" pitchFamily="49" charset="-122"/>
                <a:cs typeface="Times New Roman" pitchFamily="18" charset="0"/>
              </a:rPr>
              <a:t>B3</a:t>
            </a:r>
            <a:r>
              <a:rPr lang="en-US" altLang="zh-CN" b="1" dirty="0">
                <a:solidFill>
                  <a:schemeClr val="tx1"/>
                </a:solidFill>
                <a:ea typeface="楷体_GB2312" pitchFamily="49" charset="-122"/>
                <a:cs typeface="Times New Roman" pitchFamily="18" charset="0"/>
              </a:rPr>
              <a:t>={ </a:t>
            </a:r>
            <a:r>
              <a:rPr lang="en-US" altLang="zh-CN" b="1" i="1" dirty="0">
                <a:solidFill>
                  <a:schemeClr val="tx1"/>
                </a:solidFill>
                <a:ea typeface="楷体_GB2312" pitchFamily="49" charset="-122"/>
                <a:cs typeface="Times New Roman" pitchFamily="18" charset="0"/>
              </a:rPr>
              <a:t>d</a:t>
            </a:r>
            <a:r>
              <a:rPr lang="en-US" altLang="zh-CN" b="1" i="1" baseline="-25000" dirty="0">
                <a:solidFill>
                  <a:schemeClr val="tx1"/>
                </a:solidFill>
                <a:ea typeface="楷体_GB2312" pitchFamily="49" charset="-122"/>
                <a:cs typeface="Times New Roman" pitchFamily="18" charset="0"/>
              </a:rPr>
              <a:t>6</a:t>
            </a:r>
            <a:r>
              <a:rPr lang="en-US" altLang="zh-CN" b="1" baseline="-25000" dirty="0">
                <a:solidFill>
                  <a:schemeClr val="tx1"/>
                </a:solidFill>
                <a:ea typeface="楷体_GB2312" pitchFamily="49" charset="-122"/>
                <a:cs typeface="Times New Roman" pitchFamily="18" charset="0"/>
              </a:rPr>
              <a:t> </a:t>
            </a:r>
            <a:r>
              <a:rPr lang="en-US" altLang="zh-CN" b="1" dirty="0">
                <a:solidFill>
                  <a:schemeClr val="tx1"/>
                </a:solidFill>
                <a:ea typeface="楷体_GB2312" pitchFamily="49" charset="-122"/>
                <a:cs typeface="Times New Roman" pitchFamily="18" charset="0"/>
              </a:rPr>
              <a:t>}</a:t>
            </a:r>
          </a:p>
          <a:p>
            <a:pPr marL="273044" indent="-273044" eaLnBrk="1" hangingPunct="1">
              <a:buClrTx/>
              <a:buFont typeface="Wingdings" pitchFamily="2" charset="2"/>
              <a:buChar char="Ø"/>
              <a:defRPr/>
            </a:pPr>
            <a:r>
              <a:rPr lang="en-US" altLang="zh-CN" b="1" i="1" dirty="0">
                <a:solidFill>
                  <a:schemeClr val="tx1"/>
                </a:solidFill>
                <a:ea typeface="楷体_GB2312" pitchFamily="49" charset="-122"/>
                <a:cs typeface="Times New Roman" pitchFamily="18" charset="0"/>
              </a:rPr>
              <a:t>kill</a:t>
            </a:r>
            <a:r>
              <a:rPr lang="en-US" altLang="zh-CN" b="1" i="1" baseline="-25000" dirty="0">
                <a:solidFill>
                  <a:schemeClr val="tx1"/>
                </a:solidFill>
                <a:ea typeface="楷体_GB2312" pitchFamily="49" charset="-122"/>
                <a:cs typeface="Times New Roman" pitchFamily="18" charset="0"/>
              </a:rPr>
              <a:t>B3</a:t>
            </a:r>
            <a:r>
              <a:rPr lang="en-US" altLang="zh-CN" b="1" dirty="0">
                <a:solidFill>
                  <a:schemeClr val="tx1"/>
                </a:solidFill>
                <a:ea typeface="楷体_GB2312" pitchFamily="49" charset="-122"/>
                <a:cs typeface="Times New Roman" pitchFamily="18" charset="0"/>
              </a:rPr>
              <a:t>={ </a:t>
            </a:r>
            <a:r>
              <a:rPr lang="en-US" altLang="zh-CN" b="1" i="1" dirty="0">
                <a:solidFill>
                  <a:schemeClr val="tx1"/>
                </a:solidFill>
                <a:ea typeface="楷体_GB2312" pitchFamily="49" charset="-122"/>
                <a:cs typeface="Times New Roman" pitchFamily="18" charset="0"/>
              </a:rPr>
              <a:t>d</a:t>
            </a:r>
            <a:r>
              <a:rPr lang="en-US" altLang="zh-CN" b="1" i="1" baseline="-25000" dirty="0">
                <a:solidFill>
                  <a:schemeClr val="tx1"/>
                </a:solidFill>
                <a:ea typeface="楷体_GB2312" pitchFamily="49" charset="-122"/>
                <a:cs typeface="Times New Roman" pitchFamily="18" charset="0"/>
              </a:rPr>
              <a:t>3</a:t>
            </a:r>
            <a:r>
              <a:rPr lang="en-US" altLang="zh-CN" b="1" baseline="-25000" dirty="0">
                <a:solidFill>
                  <a:schemeClr val="tx1"/>
                </a:solidFill>
                <a:ea typeface="楷体_GB2312" pitchFamily="49" charset="-122"/>
                <a:cs typeface="Times New Roman" pitchFamily="18" charset="0"/>
              </a:rPr>
              <a:t> </a:t>
            </a:r>
            <a:r>
              <a:rPr lang="en-US" altLang="zh-CN" b="1" dirty="0">
                <a:solidFill>
                  <a:schemeClr val="tx1"/>
                </a:solidFill>
                <a:ea typeface="楷体_GB2312" pitchFamily="49" charset="-122"/>
                <a:cs typeface="Times New Roman" pitchFamily="18" charset="0"/>
              </a:rPr>
              <a:t>}</a:t>
            </a:r>
          </a:p>
          <a:p>
            <a:pPr marL="0" indent="0" eaLnBrk="1" hangingPunct="1">
              <a:buFont typeface="Symbol" panose="05050102010706020507" pitchFamily="18" charset="2"/>
              <a:buNone/>
              <a:defRPr/>
            </a:pPr>
            <a:endParaRPr lang="en-US" altLang="zh-CN" sz="800" b="1" dirty="0">
              <a:solidFill>
                <a:schemeClr val="tx1"/>
              </a:solidFill>
              <a:ea typeface="楷体_GB2312" pitchFamily="49" charset="-122"/>
              <a:cs typeface="Times New Roman" pitchFamily="18" charset="0"/>
            </a:endParaRPr>
          </a:p>
          <a:p>
            <a:pPr marL="273044" indent="-273044" eaLnBrk="1" hangingPunct="1">
              <a:buClrTx/>
              <a:buFont typeface="Wingdings" pitchFamily="2" charset="2"/>
              <a:buChar char="Ø"/>
              <a:defRPr/>
            </a:pPr>
            <a:r>
              <a:rPr lang="en-US" altLang="zh-CN" b="1" i="1" dirty="0">
                <a:solidFill>
                  <a:schemeClr val="tx1"/>
                </a:solidFill>
                <a:ea typeface="楷体_GB2312" pitchFamily="49" charset="-122"/>
                <a:cs typeface="Times New Roman" pitchFamily="18" charset="0"/>
              </a:rPr>
              <a:t>gen</a:t>
            </a:r>
            <a:r>
              <a:rPr lang="en-US" altLang="zh-CN" b="1" i="1" baseline="-25000" dirty="0">
                <a:solidFill>
                  <a:schemeClr val="tx1"/>
                </a:solidFill>
                <a:ea typeface="楷体_GB2312" pitchFamily="49" charset="-122"/>
                <a:cs typeface="Times New Roman" pitchFamily="18" charset="0"/>
              </a:rPr>
              <a:t>B4</a:t>
            </a:r>
            <a:r>
              <a:rPr lang="en-US" altLang="zh-CN" b="1" dirty="0">
                <a:solidFill>
                  <a:schemeClr val="tx1"/>
                </a:solidFill>
                <a:ea typeface="楷体_GB2312" pitchFamily="49" charset="-122"/>
                <a:cs typeface="Times New Roman" pitchFamily="18" charset="0"/>
              </a:rPr>
              <a:t>={ </a:t>
            </a:r>
            <a:r>
              <a:rPr lang="en-US" altLang="zh-CN" b="1" i="1" dirty="0">
                <a:solidFill>
                  <a:schemeClr val="tx1"/>
                </a:solidFill>
                <a:ea typeface="楷体_GB2312" pitchFamily="49" charset="-122"/>
                <a:cs typeface="Times New Roman" pitchFamily="18" charset="0"/>
              </a:rPr>
              <a:t>d</a:t>
            </a:r>
            <a:r>
              <a:rPr lang="en-US" altLang="zh-CN" b="1" i="1" baseline="-25000" dirty="0">
                <a:solidFill>
                  <a:schemeClr val="tx1"/>
                </a:solidFill>
                <a:ea typeface="楷体_GB2312" pitchFamily="49" charset="-122"/>
                <a:cs typeface="Times New Roman" pitchFamily="18" charset="0"/>
              </a:rPr>
              <a:t>7</a:t>
            </a:r>
            <a:r>
              <a:rPr lang="en-US" altLang="zh-CN" b="1" baseline="-25000" dirty="0">
                <a:solidFill>
                  <a:schemeClr val="tx1"/>
                </a:solidFill>
                <a:ea typeface="楷体_GB2312" pitchFamily="49" charset="-122"/>
                <a:cs typeface="Times New Roman" pitchFamily="18" charset="0"/>
              </a:rPr>
              <a:t> </a:t>
            </a:r>
            <a:r>
              <a:rPr lang="en-US" altLang="zh-CN" b="1" dirty="0">
                <a:solidFill>
                  <a:schemeClr val="tx1"/>
                </a:solidFill>
                <a:ea typeface="楷体_GB2312" pitchFamily="49" charset="-122"/>
                <a:cs typeface="Times New Roman" pitchFamily="18" charset="0"/>
              </a:rPr>
              <a:t>}</a:t>
            </a:r>
          </a:p>
          <a:p>
            <a:pPr marL="273044" indent="-273044" eaLnBrk="1" hangingPunct="1">
              <a:buClrTx/>
              <a:buFont typeface="Wingdings" pitchFamily="2" charset="2"/>
              <a:buChar char="Ø"/>
              <a:defRPr/>
            </a:pPr>
            <a:r>
              <a:rPr lang="en-US" altLang="zh-CN" b="1" i="1" dirty="0">
                <a:solidFill>
                  <a:schemeClr val="tx1"/>
                </a:solidFill>
                <a:ea typeface="楷体_GB2312" pitchFamily="49" charset="-122"/>
                <a:cs typeface="Times New Roman" pitchFamily="18" charset="0"/>
              </a:rPr>
              <a:t>kill</a:t>
            </a:r>
            <a:r>
              <a:rPr lang="en-US" altLang="zh-CN" b="1" i="1" baseline="-25000" dirty="0">
                <a:solidFill>
                  <a:schemeClr val="tx1"/>
                </a:solidFill>
                <a:ea typeface="楷体_GB2312" pitchFamily="49" charset="-122"/>
                <a:cs typeface="Times New Roman" pitchFamily="18" charset="0"/>
              </a:rPr>
              <a:t>B4</a:t>
            </a:r>
            <a:r>
              <a:rPr lang="en-US" altLang="zh-CN" b="1" dirty="0">
                <a:solidFill>
                  <a:schemeClr val="tx1"/>
                </a:solidFill>
                <a:ea typeface="楷体_GB2312" pitchFamily="49" charset="-122"/>
                <a:cs typeface="Times New Roman" pitchFamily="18" charset="0"/>
              </a:rPr>
              <a:t>={ </a:t>
            </a:r>
            <a:r>
              <a:rPr lang="en-US" altLang="zh-CN" b="1" i="1" dirty="0">
                <a:solidFill>
                  <a:schemeClr val="tx1"/>
                </a:solidFill>
                <a:ea typeface="楷体_GB2312" pitchFamily="49" charset="-122"/>
                <a:cs typeface="Times New Roman" pitchFamily="18" charset="0"/>
              </a:rPr>
              <a:t>d</a:t>
            </a:r>
            <a:r>
              <a:rPr lang="en-US" altLang="zh-CN" b="1" i="1" baseline="-25000" dirty="0">
                <a:solidFill>
                  <a:schemeClr val="tx1"/>
                </a:solidFill>
                <a:ea typeface="楷体_GB2312" pitchFamily="49" charset="-122"/>
                <a:cs typeface="Times New Roman" pitchFamily="18" charset="0"/>
              </a:rPr>
              <a:t>1</a:t>
            </a:r>
            <a:r>
              <a:rPr lang="en-US" altLang="zh-CN" b="1" dirty="0">
                <a:solidFill>
                  <a:schemeClr val="tx1"/>
                </a:solidFill>
                <a:ea typeface="楷体_GB2312" pitchFamily="49" charset="-122"/>
                <a:cs typeface="Times New Roman" pitchFamily="18" charset="0"/>
              </a:rPr>
              <a:t>, </a:t>
            </a:r>
            <a:r>
              <a:rPr lang="en-US" altLang="zh-CN" b="1" i="1" dirty="0">
                <a:solidFill>
                  <a:schemeClr val="tx1"/>
                </a:solidFill>
                <a:ea typeface="楷体_GB2312" pitchFamily="49" charset="-122"/>
                <a:cs typeface="Times New Roman" pitchFamily="18" charset="0"/>
              </a:rPr>
              <a:t>d</a:t>
            </a:r>
            <a:r>
              <a:rPr lang="en-US" altLang="zh-CN" b="1" i="1" baseline="-25000" dirty="0">
                <a:solidFill>
                  <a:schemeClr val="tx1"/>
                </a:solidFill>
                <a:ea typeface="楷体_GB2312" pitchFamily="49" charset="-122"/>
                <a:cs typeface="Times New Roman" pitchFamily="18" charset="0"/>
              </a:rPr>
              <a:t>4</a:t>
            </a:r>
            <a:r>
              <a:rPr lang="en-US" altLang="zh-CN" b="1" baseline="-25000" dirty="0">
                <a:solidFill>
                  <a:schemeClr val="tx1"/>
                </a:solidFill>
                <a:ea typeface="楷体_GB2312" pitchFamily="49" charset="-122"/>
                <a:cs typeface="Times New Roman" pitchFamily="18" charset="0"/>
              </a:rPr>
              <a:t> </a:t>
            </a:r>
            <a:r>
              <a:rPr lang="en-US" altLang="zh-CN" b="1" dirty="0">
                <a:solidFill>
                  <a:schemeClr val="tx1"/>
                </a:solidFill>
                <a:ea typeface="楷体_GB2312" pitchFamily="49" charset="-122"/>
                <a:cs typeface="Times New Roman" pitchFamily="18" charset="0"/>
              </a:rPr>
              <a:t>}</a:t>
            </a:r>
          </a:p>
        </p:txBody>
      </p:sp>
      <p:sp>
        <p:nvSpPr>
          <p:cNvPr id="147459" name="Rectangle 2">
            <a:extLst>
              <a:ext uri="{FF2B5EF4-FFF2-40B4-BE49-F238E27FC236}">
                <a16:creationId xmlns:a16="http://schemas.microsoft.com/office/drawing/2014/main" id="{9F3D0D31-33E2-468E-9FDA-4F4DAD219D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例：各基本块</a:t>
            </a:r>
            <a:r>
              <a:rPr lang="en-US" altLang="zh-CN" sz="3000" i="1">
                <a:solidFill>
                  <a:schemeClr val="tx1"/>
                </a:solidFill>
              </a:rPr>
              <a:t>B</a:t>
            </a:r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的</a:t>
            </a:r>
            <a:r>
              <a:rPr lang="en-US" altLang="zh-CN" sz="3000" i="1">
                <a:solidFill>
                  <a:schemeClr val="tx1"/>
                </a:solidFill>
                <a:ea typeface="楷体_GB2312" charset="0"/>
                <a:cs typeface="Times New Roman" panose="02020603050405020304" pitchFamily="18" charset="0"/>
              </a:rPr>
              <a:t>gen</a:t>
            </a:r>
            <a:r>
              <a:rPr lang="en-US" altLang="zh-CN" sz="3000" i="1" baseline="-30000">
                <a:solidFill>
                  <a:schemeClr val="tx1"/>
                </a:solidFill>
              </a:rPr>
              <a:t>B </a:t>
            </a:r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和</a:t>
            </a:r>
            <a:r>
              <a:rPr lang="en-US" altLang="zh-CN" sz="3000" i="1">
                <a:solidFill>
                  <a:schemeClr val="tx1"/>
                </a:solidFill>
                <a:cs typeface="楷体_GB2312" charset="0"/>
              </a:rPr>
              <a:t>kill</a:t>
            </a:r>
            <a:r>
              <a:rPr lang="en-US" altLang="zh-CN" sz="3000" i="1" baseline="-30000">
                <a:solidFill>
                  <a:schemeClr val="tx1"/>
                </a:solidFill>
              </a:rPr>
              <a:t>B </a:t>
            </a:r>
            <a:endParaRPr lang="zh-CN" altLang="en-US" sz="2700">
              <a:solidFill>
                <a:schemeClr val="tx1"/>
              </a:solidFill>
              <a:cs typeface="楷体_GB2312" charset="0"/>
            </a:endParaRPr>
          </a:p>
        </p:txBody>
      </p:sp>
      <p:grpSp>
        <p:nvGrpSpPr>
          <p:cNvPr id="147460" name="组合 29">
            <a:extLst>
              <a:ext uri="{FF2B5EF4-FFF2-40B4-BE49-F238E27FC236}">
                <a16:creationId xmlns:a16="http://schemas.microsoft.com/office/drawing/2014/main" id="{190B8A10-A84C-49C1-A6D7-7043B5471E57}"/>
              </a:ext>
            </a:extLst>
          </p:cNvPr>
          <p:cNvGrpSpPr>
            <a:grpSpLocks/>
          </p:cNvGrpSpPr>
          <p:nvPr/>
        </p:nvGrpSpPr>
        <p:grpSpPr bwMode="auto">
          <a:xfrm>
            <a:off x="899592" y="915988"/>
            <a:ext cx="3500437" cy="3786187"/>
            <a:chOff x="52811" y="1214428"/>
            <a:chExt cx="3499996" cy="3786229"/>
          </a:xfrm>
        </p:grpSpPr>
        <p:sp>
          <p:nvSpPr>
            <p:cNvPr id="147461" name="Line 29">
              <a:extLst>
                <a:ext uri="{FF2B5EF4-FFF2-40B4-BE49-F238E27FC236}">
                  <a16:creationId xmlns:a16="http://schemas.microsoft.com/office/drawing/2014/main" id="{27E11F7E-EC33-47C9-A91A-F428243B685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267084" y="2500312"/>
              <a:ext cx="0" cy="271463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147462" name="Line 31">
              <a:extLst>
                <a:ext uri="{FF2B5EF4-FFF2-40B4-BE49-F238E27FC236}">
                  <a16:creationId xmlns:a16="http://schemas.microsoft.com/office/drawing/2014/main" id="{38966E11-57A3-43CD-9757-22F62BFDBAF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267084" y="3286133"/>
              <a:ext cx="0" cy="86400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25" name="Rectangle 23">
              <a:extLst>
                <a:ext uri="{FF2B5EF4-FFF2-40B4-BE49-F238E27FC236}">
                  <a16:creationId xmlns:a16="http://schemas.microsoft.com/office/drawing/2014/main" id="{F98E4935-D95C-47A0-A39C-D3F37446189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643286" y="1214428"/>
              <a:ext cx="1266665" cy="285753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8580" tIns="27000" rIns="68580" bIns="0" anchor="b"/>
            <a:lstStyle>
              <a:lvl1pPr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ctr">
                <a:lnSpc>
                  <a:spcPct val="70000"/>
                </a:lnSpc>
                <a:defRPr/>
              </a:pPr>
              <a:r>
                <a:rPr lang="en-US" altLang="zh-CN" sz="2000" i="1" dirty="0">
                  <a:latin typeface="Times New Roman" charset="0"/>
                </a:rPr>
                <a:t>ENTRY</a:t>
              </a:r>
              <a:endParaRPr lang="en-US" altLang="zh-CN" sz="2000" dirty="0">
                <a:latin typeface="Times New Roman" charset="0"/>
              </a:endParaRPr>
            </a:p>
          </p:txBody>
        </p:sp>
        <p:sp>
          <p:nvSpPr>
            <p:cNvPr id="26" name="Rectangle 24">
              <a:extLst>
                <a:ext uri="{FF2B5EF4-FFF2-40B4-BE49-F238E27FC236}">
                  <a16:creationId xmlns:a16="http://schemas.microsoft.com/office/drawing/2014/main" id="{378A4F7D-BEA5-485D-AEED-E16CBA4C117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627413" y="1727196"/>
              <a:ext cx="1282538" cy="844559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8580" tIns="54000" rIns="68580" bIns="0"/>
            <a:lstStyle>
              <a:lvl1pPr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just">
                <a:lnSpc>
                  <a:spcPts val="1900"/>
                </a:lnSpc>
                <a:defRPr/>
              </a:pPr>
              <a:r>
                <a:rPr lang="en-US" altLang="zh-CN" sz="2000" i="1" dirty="0">
                  <a:latin typeface="Times New Roman" charset="0"/>
                </a:rPr>
                <a:t>d</a:t>
              </a:r>
              <a:r>
                <a:rPr lang="en-US" altLang="zh-CN" sz="2000" i="1" baseline="-25000" dirty="0">
                  <a:latin typeface="Times New Roman" charset="0"/>
                </a:rPr>
                <a:t>1</a:t>
              </a:r>
              <a:r>
                <a:rPr lang="en-US" altLang="zh-CN" sz="2000" dirty="0">
                  <a:latin typeface="Times New Roman" charset="0"/>
                </a:rPr>
                <a:t>: </a:t>
              </a:r>
              <a:r>
                <a:rPr lang="en-US" altLang="zh-CN" sz="2000" i="1" dirty="0">
                  <a:latin typeface="Times New Roman" charset="0"/>
                </a:rPr>
                <a:t>i = m-1</a:t>
              </a:r>
            </a:p>
            <a:p>
              <a:pPr algn="just">
                <a:lnSpc>
                  <a:spcPts val="1900"/>
                </a:lnSpc>
                <a:defRPr/>
              </a:pPr>
              <a:r>
                <a:rPr lang="en-US" altLang="zh-CN" sz="2000" i="1" dirty="0">
                  <a:latin typeface="Times New Roman" charset="0"/>
                </a:rPr>
                <a:t>d</a:t>
              </a:r>
              <a:r>
                <a:rPr lang="en-US" altLang="zh-CN" sz="2000" i="1" baseline="-25000" dirty="0">
                  <a:latin typeface="Times New Roman" charset="0"/>
                </a:rPr>
                <a:t>2</a:t>
              </a:r>
              <a:r>
                <a:rPr lang="en-US" altLang="zh-CN" sz="2000" dirty="0">
                  <a:latin typeface="Times New Roman" charset="0"/>
                </a:rPr>
                <a:t>: </a:t>
              </a:r>
              <a:r>
                <a:rPr lang="en-US" altLang="zh-CN" sz="2000" i="1" dirty="0">
                  <a:latin typeface="Times New Roman" charset="0"/>
                </a:rPr>
                <a:t>j = n</a:t>
              </a:r>
            </a:p>
            <a:p>
              <a:pPr algn="just">
                <a:lnSpc>
                  <a:spcPts val="1900"/>
                </a:lnSpc>
                <a:defRPr/>
              </a:pPr>
              <a:r>
                <a:rPr lang="en-US" altLang="zh-CN" sz="2000" i="1" dirty="0">
                  <a:latin typeface="Times New Roman" charset="0"/>
                </a:rPr>
                <a:t>d</a:t>
              </a:r>
              <a:r>
                <a:rPr lang="en-US" altLang="zh-CN" sz="2000" i="1" baseline="-25000" dirty="0">
                  <a:latin typeface="Times New Roman" charset="0"/>
                </a:rPr>
                <a:t>3</a:t>
              </a:r>
              <a:r>
                <a:rPr lang="en-US" altLang="zh-CN" sz="2000" dirty="0">
                  <a:latin typeface="Times New Roman" charset="0"/>
                </a:rPr>
                <a:t>: </a:t>
              </a:r>
              <a:r>
                <a:rPr lang="en-US" altLang="zh-CN" sz="2000" i="1" dirty="0">
                  <a:latin typeface="Times New Roman" charset="0"/>
                </a:rPr>
                <a:t>a = u1</a:t>
              </a:r>
              <a:endParaRPr lang="en-US" altLang="zh-CN" sz="2000" i="1" baseline="-25000" dirty="0">
                <a:latin typeface="Times New Roman" charset="0"/>
              </a:endParaRPr>
            </a:p>
            <a:p>
              <a:pPr algn="just">
                <a:lnSpc>
                  <a:spcPts val="2000"/>
                </a:lnSpc>
                <a:defRPr/>
              </a:pPr>
              <a:endParaRPr lang="en-US" altLang="zh-CN" sz="1500" i="1" baseline="-25000" dirty="0">
                <a:latin typeface="Times New Roman" charset="0"/>
              </a:endParaRPr>
            </a:p>
            <a:p>
              <a:pPr algn="just">
                <a:lnSpc>
                  <a:spcPct val="70000"/>
                </a:lnSpc>
                <a:defRPr/>
              </a:pPr>
              <a:endParaRPr lang="en-US" altLang="zh-CN" sz="1500" i="1" baseline="-25000" dirty="0">
                <a:latin typeface="Times New Roman" charset="0"/>
              </a:endParaRPr>
            </a:p>
          </p:txBody>
        </p:sp>
        <p:sp>
          <p:nvSpPr>
            <p:cNvPr id="147465" name="Rectangle 25">
              <a:extLst>
                <a:ext uri="{FF2B5EF4-FFF2-40B4-BE49-F238E27FC236}">
                  <a16:creationId xmlns:a16="http://schemas.microsoft.com/office/drawing/2014/main" id="{EC9140B8-956D-41B9-AEEC-F8026F46196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16250" y="1708139"/>
              <a:ext cx="393700" cy="22066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0" rIns="0" bIns="0"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sz="2000" i="1">
                  <a:latin typeface="Times New Roman" panose="02020603050405020304" pitchFamily="18" charset="0"/>
                </a:rPr>
                <a:t>B</a:t>
              </a:r>
              <a:r>
                <a:rPr lang="en-US" altLang="zh-CN" sz="2000" baseline="-25000">
                  <a:latin typeface="Times New Roman" panose="02020603050405020304" pitchFamily="18" charset="0"/>
                </a:rPr>
                <a:t>1</a:t>
              </a:r>
              <a:endParaRPr lang="en-US" altLang="zh-CN" sz="2000">
                <a:latin typeface="Times New Roman" panose="02020603050405020304" pitchFamily="18" charset="0"/>
              </a:endParaRPr>
            </a:p>
          </p:txBody>
        </p:sp>
        <p:sp>
          <p:nvSpPr>
            <p:cNvPr id="147466" name="Rectangle 26">
              <a:extLst>
                <a:ext uri="{FF2B5EF4-FFF2-40B4-BE49-F238E27FC236}">
                  <a16:creationId xmlns:a16="http://schemas.microsoft.com/office/drawing/2014/main" id="{2EE57C4C-1E2F-4D2A-8BE5-A94AB9B34FC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27332" y="2746379"/>
              <a:ext cx="625475" cy="3254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sz="2000" i="1">
                  <a:latin typeface="Times New Roman" panose="02020603050405020304" pitchFamily="18" charset="0"/>
                </a:rPr>
                <a:t>B</a:t>
              </a:r>
              <a:r>
                <a:rPr lang="en-US" altLang="zh-CN" sz="2000" baseline="-25000">
                  <a:latin typeface="Times New Roman" panose="02020603050405020304" pitchFamily="18" charset="0"/>
                </a:rPr>
                <a:t>2</a:t>
              </a:r>
              <a:endParaRPr lang="en-US" altLang="zh-CN" sz="2000">
                <a:latin typeface="Times New Roman" panose="02020603050405020304" pitchFamily="18" charset="0"/>
              </a:endParaRPr>
            </a:p>
          </p:txBody>
        </p:sp>
        <p:sp>
          <p:nvSpPr>
            <p:cNvPr id="29" name="Rectangle 27">
              <a:extLst>
                <a:ext uri="{FF2B5EF4-FFF2-40B4-BE49-F238E27FC236}">
                  <a16:creationId xmlns:a16="http://schemas.microsoft.com/office/drawing/2014/main" id="{639B3140-DF16-4BB6-844B-FA452E053D5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644872" y="2786070"/>
              <a:ext cx="1265079" cy="571506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8580" tIns="54000" rIns="68580" bIns="0"/>
            <a:lstStyle>
              <a:lvl1pPr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just">
                <a:lnSpc>
                  <a:spcPts val="1900"/>
                </a:lnSpc>
                <a:defRPr/>
              </a:pPr>
              <a:r>
                <a:rPr lang="en-US" altLang="zh-CN" sz="2000" i="1" dirty="0">
                  <a:latin typeface="Times New Roman" charset="0"/>
                </a:rPr>
                <a:t>d</a:t>
              </a:r>
              <a:r>
                <a:rPr lang="en-US" altLang="zh-CN" sz="2000" i="1" baseline="-25000" dirty="0">
                  <a:latin typeface="Times New Roman" charset="0"/>
                </a:rPr>
                <a:t>4</a:t>
              </a:r>
              <a:r>
                <a:rPr lang="en-US" altLang="zh-CN" sz="2000" dirty="0">
                  <a:latin typeface="Times New Roman" charset="0"/>
                </a:rPr>
                <a:t>: </a:t>
              </a:r>
              <a:r>
                <a:rPr lang="en-US" altLang="zh-CN" sz="2000" i="1" dirty="0">
                  <a:latin typeface="Times New Roman" charset="0"/>
                </a:rPr>
                <a:t>i = i+1</a:t>
              </a:r>
            </a:p>
            <a:p>
              <a:pPr algn="just">
                <a:lnSpc>
                  <a:spcPts val="1900"/>
                </a:lnSpc>
                <a:defRPr/>
              </a:pPr>
              <a:r>
                <a:rPr lang="en-US" altLang="zh-CN" sz="2000" i="1" dirty="0">
                  <a:latin typeface="Times New Roman" charset="0"/>
                </a:rPr>
                <a:t>d</a:t>
              </a:r>
              <a:r>
                <a:rPr lang="en-US" altLang="zh-CN" sz="2000" i="1" baseline="-25000" dirty="0">
                  <a:latin typeface="Times New Roman" charset="0"/>
                </a:rPr>
                <a:t>5</a:t>
              </a:r>
              <a:r>
                <a:rPr lang="en-US" altLang="zh-CN" sz="2000" dirty="0">
                  <a:latin typeface="Times New Roman" charset="0"/>
                </a:rPr>
                <a:t>: </a:t>
              </a:r>
              <a:r>
                <a:rPr lang="en-US" altLang="zh-CN" sz="2000" i="1" dirty="0">
                  <a:latin typeface="Times New Roman" charset="0"/>
                </a:rPr>
                <a:t>j = j-1</a:t>
              </a:r>
            </a:p>
          </p:txBody>
        </p:sp>
        <p:sp>
          <p:nvSpPr>
            <p:cNvPr id="147468" name="Line 28">
              <a:extLst>
                <a:ext uri="{FF2B5EF4-FFF2-40B4-BE49-F238E27FC236}">
                  <a16:creationId xmlns:a16="http://schemas.microsoft.com/office/drawing/2014/main" id="{D920E1EA-18F6-4343-B5F5-623E91DEFAE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267084" y="1500180"/>
              <a:ext cx="0" cy="239712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922E45AA-6DC4-4045-9DD9-FAF7592A241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9953" y="3643330"/>
              <a:ext cx="1214285" cy="285753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7500" tIns="0" rIns="0" bIns="0" anchor="ctr"/>
            <a:lstStyle>
              <a:lvl1pPr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just">
                <a:lnSpc>
                  <a:spcPts val="1900"/>
                </a:lnSpc>
                <a:defRPr/>
              </a:pPr>
              <a:r>
                <a:rPr lang="en-US" altLang="zh-CN" sz="2000" i="1" dirty="0">
                  <a:latin typeface="Times New Roman" charset="0"/>
                </a:rPr>
                <a:t>d</a:t>
              </a:r>
              <a:r>
                <a:rPr lang="en-US" altLang="zh-CN" sz="2000" i="1" baseline="-25000" dirty="0">
                  <a:latin typeface="Times New Roman" charset="0"/>
                </a:rPr>
                <a:t>6</a:t>
              </a:r>
              <a:r>
                <a:rPr lang="en-US" altLang="zh-CN" sz="2000" dirty="0">
                  <a:latin typeface="Times New Roman" charset="0"/>
                </a:rPr>
                <a:t>: </a:t>
              </a:r>
              <a:r>
                <a:rPr lang="en-US" altLang="zh-CN" sz="2000" i="1" dirty="0">
                  <a:latin typeface="Times New Roman" charset="0"/>
                </a:rPr>
                <a:t>a = u2</a:t>
              </a:r>
              <a:endParaRPr lang="en-US" altLang="zh-CN" sz="2000" i="1" baseline="-25000" dirty="0">
                <a:latin typeface="Times New Roman" charset="0"/>
              </a:endParaRPr>
            </a:p>
          </p:txBody>
        </p:sp>
        <p:sp>
          <p:nvSpPr>
            <p:cNvPr id="147470" name="Rectangle 33">
              <a:extLst>
                <a:ext uri="{FF2B5EF4-FFF2-40B4-BE49-F238E27FC236}">
                  <a16:creationId xmlns:a16="http://schemas.microsoft.com/office/drawing/2014/main" id="{FF68E870-EA23-45E7-AD30-663C13F1A53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25744" y="4071956"/>
              <a:ext cx="627063" cy="3238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sz="2000" i="1">
                  <a:latin typeface="Times New Roman" panose="02020603050405020304" pitchFamily="18" charset="0"/>
                </a:rPr>
                <a:t>B</a:t>
              </a:r>
              <a:r>
                <a:rPr lang="en-US" altLang="zh-CN" sz="2000" baseline="-25000">
                  <a:latin typeface="Times New Roman" panose="02020603050405020304" pitchFamily="18" charset="0"/>
                </a:rPr>
                <a:t>4</a:t>
              </a:r>
              <a:endParaRPr lang="en-US" altLang="zh-CN" sz="2000">
                <a:latin typeface="Times New Roman" panose="02020603050405020304" pitchFamily="18" charset="0"/>
              </a:endParaRPr>
            </a:p>
          </p:txBody>
        </p:sp>
        <p:sp>
          <p:nvSpPr>
            <p:cNvPr id="147471" name="Rectangle 34">
              <a:extLst>
                <a:ext uri="{FF2B5EF4-FFF2-40B4-BE49-F238E27FC236}">
                  <a16:creationId xmlns:a16="http://schemas.microsoft.com/office/drawing/2014/main" id="{5F349B6A-AF66-451A-B081-595C968300F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638434" y="3571883"/>
              <a:ext cx="628650" cy="3270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sz="2000" i="1">
                  <a:latin typeface="Times New Roman" panose="02020603050405020304" pitchFamily="18" charset="0"/>
                </a:rPr>
                <a:t>B</a:t>
              </a:r>
              <a:r>
                <a:rPr lang="en-US" altLang="zh-CN" sz="2000" baseline="-25000">
                  <a:latin typeface="Times New Roman" panose="02020603050405020304" pitchFamily="18" charset="0"/>
                </a:rPr>
                <a:t>3</a:t>
              </a:r>
              <a:endParaRPr lang="en-US" altLang="zh-CN" sz="2000">
                <a:latin typeface="Times New Roman" panose="02020603050405020304" pitchFamily="18" charset="0"/>
              </a:endParaRPr>
            </a:p>
          </p:txBody>
        </p:sp>
        <p:sp>
          <p:nvSpPr>
            <p:cNvPr id="147472" name="Line 37">
              <a:extLst>
                <a:ext uri="{FF2B5EF4-FFF2-40B4-BE49-F238E27FC236}">
                  <a16:creationId xmlns:a16="http://schemas.microsoft.com/office/drawing/2014/main" id="{BE1FA383-7333-4BAC-9487-B351749D471C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928661" y="3357568"/>
              <a:ext cx="941389" cy="285752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147473" name="Line 38">
              <a:extLst>
                <a:ext uri="{FF2B5EF4-FFF2-40B4-BE49-F238E27FC236}">
                  <a16:creationId xmlns:a16="http://schemas.microsoft.com/office/drawing/2014/main" id="{0EA54C1E-AD1B-45FA-B3E5-7D46FF4E765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000100" y="3929072"/>
              <a:ext cx="928694" cy="214314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147474" name="Freeform 42">
              <a:extLst>
                <a:ext uri="{FF2B5EF4-FFF2-40B4-BE49-F238E27FC236}">
                  <a16:creationId xmlns:a16="http://schemas.microsoft.com/office/drawing/2014/main" id="{A44241E6-D93B-43C7-A935-DCF8F1427A76}"/>
                </a:ext>
              </a:extLst>
            </p:cNvPr>
            <p:cNvSpPr>
              <a:spLocks/>
            </p:cNvSpPr>
            <p:nvPr/>
          </p:nvSpPr>
          <p:spPr bwMode="auto">
            <a:xfrm rot="-906172">
              <a:off x="52811" y="2748547"/>
              <a:ext cx="1807873" cy="1979317"/>
            </a:xfrm>
            <a:custGeom>
              <a:avLst/>
              <a:gdLst>
                <a:gd name="T0" fmla="*/ 2147483646 w 627"/>
                <a:gd name="T1" fmla="*/ 2147483646 h 3190"/>
                <a:gd name="T2" fmla="*/ 2147483646 w 627"/>
                <a:gd name="T3" fmla="*/ 2147483646 h 3190"/>
                <a:gd name="T4" fmla="*/ 2147483646 w 627"/>
                <a:gd name="T5" fmla="*/ 2147483646 h 3190"/>
                <a:gd name="T6" fmla="*/ 2147483646 w 627"/>
                <a:gd name="T7" fmla="*/ 2147483646 h 3190"/>
                <a:gd name="T8" fmla="*/ 2147483646 w 627"/>
                <a:gd name="T9" fmla="*/ 2147483646 h 319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627"/>
                <a:gd name="T16" fmla="*/ 0 h 3190"/>
                <a:gd name="T17" fmla="*/ 627 w 627"/>
                <a:gd name="T18" fmla="*/ 3190 h 319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627" h="3190">
                  <a:moveTo>
                    <a:pt x="491" y="2994"/>
                  </a:moveTo>
                  <a:cubicBezTo>
                    <a:pt x="430" y="3092"/>
                    <a:pt x="369" y="3190"/>
                    <a:pt x="309" y="3130"/>
                  </a:cubicBezTo>
                  <a:cubicBezTo>
                    <a:pt x="249" y="3070"/>
                    <a:pt x="166" y="3092"/>
                    <a:pt x="128" y="2631"/>
                  </a:cubicBezTo>
                  <a:cubicBezTo>
                    <a:pt x="90" y="2170"/>
                    <a:pt x="0" y="726"/>
                    <a:pt x="83" y="363"/>
                  </a:cubicBezTo>
                  <a:cubicBezTo>
                    <a:pt x="166" y="0"/>
                    <a:pt x="396" y="227"/>
                    <a:pt x="627" y="454"/>
                  </a:cubicBezTo>
                </a:path>
              </a:pathLst>
            </a:cu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37" name="Rectangle 30">
              <a:extLst>
                <a:ext uri="{FF2B5EF4-FFF2-40B4-BE49-F238E27FC236}">
                  <a16:creationId xmlns:a16="http://schemas.microsoft.com/office/drawing/2014/main" id="{EDD189B3-B467-4C53-8487-B20B2349FDD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643286" y="4143397"/>
              <a:ext cx="1266665" cy="309566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7500" tIns="0" rIns="0" bIns="0" anchor="ctr"/>
            <a:lstStyle>
              <a:lvl1pPr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just">
                <a:lnSpc>
                  <a:spcPts val="1900"/>
                </a:lnSpc>
                <a:defRPr/>
              </a:pPr>
              <a:r>
                <a:rPr lang="en-US" altLang="zh-CN" sz="2000" i="1" dirty="0">
                  <a:latin typeface="Times New Roman" charset="0"/>
                </a:rPr>
                <a:t>d</a:t>
              </a:r>
              <a:r>
                <a:rPr lang="en-US" altLang="zh-CN" sz="2000" i="1" baseline="-25000" dirty="0">
                  <a:latin typeface="Times New Roman" charset="0"/>
                </a:rPr>
                <a:t>7</a:t>
              </a:r>
              <a:r>
                <a:rPr lang="en-US" altLang="zh-CN" sz="2000" dirty="0">
                  <a:latin typeface="Times New Roman" charset="0"/>
                </a:rPr>
                <a:t>: </a:t>
              </a:r>
              <a:r>
                <a:rPr lang="en-US" altLang="zh-CN" sz="2000" i="1" dirty="0">
                  <a:latin typeface="Times New Roman" charset="0"/>
                </a:rPr>
                <a:t>i = u3</a:t>
              </a:r>
              <a:endParaRPr lang="en-US" altLang="zh-CN" sz="2000" i="1" baseline="-25000" dirty="0">
                <a:latin typeface="Times New Roman" charset="0"/>
              </a:endParaRPr>
            </a:p>
          </p:txBody>
        </p:sp>
        <p:sp>
          <p:nvSpPr>
            <p:cNvPr id="38" name="Rectangle 23">
              <a:extLst>
                <a:ext uri="{FF2B5EF4-FFF2-40B4-BE49-F238E27FC236}">
                  <a16:creationId xmlns:a16="http://schemas.microsoft.com/office/drawing/2014/main" id="{4A8B6BC8-72D9-48BE-818F-2B1E244BFD5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643286" y="4714904"/>
              <a:ext cx="1266665" cy="285753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8580" tIns="27000" rIns="68580" bIns="0" anchor="b"/>
            <a:lstStyle>
              <a:lvl1pPr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ctr">
                <a:lnSpc>
                  <a:spcPct val="70000"/>
                </a:lnSpc>
                <a:defRPr/>
              </a:pPr>
              <a:r>
                <a:rPr lang="en-US" altLang="zh-CN" sz="2000" i="1" dirty="0">
                  <a:latin typeface="Times New Roman" charset="0"/>
                </a:rPr>
                <a:t>EXIT</a:t>
              </a:r>
              <a:endParaRPr lang="en-US" altLang="zh-CN" sz="2000" dirty="0">
                <a:latin typeface="Times New Roman" charset="0"/>
              </a:endParaRPr>
            </a:p>
          </p:txBody>
        </p:sp>
        <p:sp>
          <p:nvSpPr>
            <p:cNvPr id="147477" name="Line 28">
              <a:extLst>
                <a:ext uri="{FF2B5EF4-FFF2-40B4-BE49-F238E27FC236}">
                  <a16:creationId xmlns:a16="http://schemas.microsoft.com/office/drawing/2014/main" id="{794F2FCD-F7F0-4CA6-AEC4-185B4470F50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267084" y="4475191"/>
              <a:ext cx="0" cy="239712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50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6850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6850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6850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 nodeType="clickPar">
                      <p:stCondLst>
                        <p:cond delay="indefinite"/>
                      </p:stCondLst>
                      <p:childTnLst>
                        <p:par>
                          <p:cTn id="1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50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6850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6850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850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505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68505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68505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68505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 nodeType="clickPar">
                      <p:stCondLst>
                        <p:cond delay="indefinite"/>
                      </p:stCondLst>
                      <p:childTnLst>
                        <p:par>
                          <p:cTn id="2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6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505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68505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68505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68505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505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68505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68505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68505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 nodeType="clickPar">
                      <p:stCondLst>
                        <p:cond delay="indefinite"/>
                      </p:stCondLst>
                      <p:childTnLst>
                        <p:par>
                          <p:cTn id="3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0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505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68505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68505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68505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 nodeType="clickPar">
                      <p:stCondLst>
                        <p:cond delay="indefinite"/>
                      </p:stCondLst>
                      <p:childTnLst>
                        <p:par>
                          <p:cTn id="4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7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505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9" dur="500" fill="hold"/>
                                        <p:tgtEl>
                                          <p:spTgt spid="68505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500" fill="hold"/>
                                        <p:tgtEl>
                                          <p:spTgt spid="68505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68505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 nodeType="clickPar">
                      <p:stCondLst>
                        <p:cond delay="indefinite"/>
                      </p:stCondLst>
                      <p:childTnLst>
                        <p:par>
                          <p:cTn id="5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4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505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6" dur="500" fill="hold"/>
                                        <p:tgtEl>
                                          <p:spTgt spid="68505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500" fill="hold"/>
                                        <p:tgtEl>
                                          <p:spTgt spid="68505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68505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2099" name="Rectangle 3">
            <a:extLst>
              <a:ext uri="{FF2B5EF4-FFF2-40B4-BE49-F238E27FC236}">
                <a16:creationId xmlns:a16="http://schemas.microsoft.com/office/drawing/2014/main" id="{4CF63951-C862-461E-903E-0BE3EFBD7F22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01650" y="774700"/>
            <a:ext cx="8185150" cy="3440113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lnSpc>
                <a:spcPts val="3000"/>
              </a:lnSpc>
              <a:buClrTx/>
              <a:buFont typeface="Wingdings" panose="05000000000000000000" pitchFamily="2" charset="2"/>
              <a:buChar char="Ø"/>
            </a:pPr>
            <a:r>
              <a:rPr lang="en-US" altLang="zh-CN" sz="25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IN</a:t>
            </a:r>
            <a:r>
              <a:rPr lang="en-US" altLang="zh-CN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[</a:t>
            </a:r>
            <a:r>
              <a:rPr lang="en-US" altLang="zh-CN" sz="25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B</a:t>
            </a:r>
            <a:r>
              <a:rPr lang="en-US" altLang="zh-CN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]</a:t>
            </a: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：到达流图中基本块</a:t>
            </a:r>
            <a:r>
              <a:rPr lang="en-US" altLang="zh-CN" sz="25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B</a:t>
            </a: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的入口处的定值的集合</a:t>
            </a:r>
            <a:endParaRPr lang="en-US" altLang="zh-CN" sz="25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lvl="1" indent="0" eaLnBrk="1" hangingPunct="1">
              <a:lnSpc>
                <a:spcPts val="3000"/>
              </a:lnSpc>
              <a:buClr>
                <a:schemeClr val="folHlink"/>
              </a:buClr>
              <a:buSzPct val="60000"/>
              <a:buFont typeface="Symbol" panose="05050102010706020507" pitchFamily="18" charset="2"/>
              <a:buNone/>
            </a:pPr>
            <a:r>
              <a:rPr lang="en-US" altLang="zh-CN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  </a:t>
            </a:r>
            <a:r>
              <a:rPr lang="en-US" altLang="zh-CN" sz="25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OUT</a:t>
            </a:r>
            <a:r>
              <a:rPr lang="en-US" altLang="zh-CN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[</a:t>
            </a:r>
            <a:r>
              <a:rPr lang="en-US" altLang="zh-CN" sz="25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B</a:t>
            </a:r>
            <a:r>
              <a:rPr lang="en-US" altLang="zh-CN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]</a:t>
            </a: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 ：到达流图中基本块</a:t>
            </a:r>
            <a:r>
              <a:rPr lang="en-US" altLang="zh-CN" sz="25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B</a:t>
            </a: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的出口处的定值的集合</a:t>
            </a:r>
            <a:endParaRPr lang="en-US" altLang="zh-CN" sz="25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lvl="1" indent="0" eaLnBrk="1" hangingPunct="1">
              <a:lnSpc>
                <a:spcPts val="3000"/>
              </a:lnSpc>
              <a:buClrTx/>
              <a:buFont typeface="Wingdings" panose="05000000000000000000" pitchFamily="2" charset="2"/>
              <a:buChar char="Ø"/>
            </a:pPr>
            <a:r>
              <a:rPr lang="zh-CN" altLang="en-US" sz="2500" b="1" dirty="0">
                <a:cs typeface="Times New Roman" panose="02020603050405020304" pitchFamily="18" charset="0"/>
              </a:rPr>
              <a:t>建立数据流</a:t>
            </a: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方程</a:t>
            </a:r>
            <a:endParaRPr lang="en-US" altLang="zh-CN" sz="2300" b="1" i="1" dirty="0">
              <a:solidFill>
                <a:schemeClr val="tx1"/>
              </a:solidFill>
              <a:ea typeface="楷体_GB2312" charset="0"/>
              <a:cs typeface="Times New Roman" panose="02020603050405020304" pitchFamily="18" charset="0"/>
            </a:endParaRPr>
          </a:p>
          <a:p>
            <a:pPr marL="279400" lvl="2" indent="0" eaLnBrk="1" hangingPunct="1">
              <a:lnSpc>
                <a:spcPts val="3000"/>
              </a:lnSpc>
            </a:pPr>
            <a:r>
              <a:rPr lang="en-US" altLang="zh-CN" sz="2300" b="1" i="1" dirty="0">
                <a:ea typeface="楷体_GB2312" charset="0"/>
                <a:cs typeface="Times New Roman" panose="02020603050405020304" pitchFamily="18" charset="0"/>
              </a:rPr>
              <a:t>OUT</a:t>
            </a:r>
            <a:r>
              <a:rPr lang="en-US" altLang="zh-CN" sz="2300" b="1" dirty="0">
                <a:ea typeface="楷体_GB2312" charset="0"/>
                <a:cs typeface="Times New Roman" panose="02020603050405020304" pitchFamily="18" charset="0"/>
              </a:rPr>
              <a:t>[</a:t>
            </a:r>
            <a:r>
              <a:rPr lang="en-US" altLang="zh-CN" sz="2300" b="1" i="1" dirty="0">
                <a:ea typeface="楷体_GB2312" charset="0"/>
                <a:cs typeface="Times New Roman" panose="02020603050405020304" pitchFamily="18" charset="0"/>
              </a:rPr>
              <a:t>ENRTY</a:t>
            </a:r>
            <a:r>
              <a:rPr lang="en-US" altLang="zh-CN" sz="2300" b="1" dirty="0">
                <a:ea typeface="楷体_GB2312" charset="0"/>
                <a:cs typeface="Times New Roman" panose="02020603050405020304" pitchFamily="18" charset="0"/>
              </a:rPr>
              <a:t>]=</a:t>
            </a:r>
            <a:r>
              <a:rPr lang="el-GR" altLang="zh-CN" sz="2300" b="1" i="1" dirty="0">
                <a:ea typeface="楷体_GB2312" charset="0"/>
                <a:cs typeface="Times New Roman" panose="02020603050405020304" pitchFamily="18" charset="0"/>
              </a:rPr>
              <a:t>Φ</a:t>
            </a:r>
            <a:endParaRPr lang="en-US" altLang="zh-CN" sz="2300" b="1" i="1" dirty="0">
              <a:solidFill>
                <a:schemeClr val="tx1"/>
              </a:solidFill>
              <a:ea typeface="楷体_GB2312" charset="0"/>
              <a:cs typeface="Times New Roman" panose="02020603050405020304" pitchFamily="18" charset="0"/>
            </a:endParaRPr>
          </a:p>
          <a:p>
            <a:pPr marL="279400" lvl="2" indent="0" eaLnBrk="1" hangingPunct="1">
              <a:lnSpc>
                <a:spcPts val="3000"/>
              </a:lnSpc>
            </a:pPr>
            <a:r>
              <a:rPr lang="en-US" altLang="zh-CN" sz="2300" b="1" i="1" dirty="0">
                <a:solidFill>
                  <a:schemeClr val="tx1"/>
                </a:solidFill>
                <a:ea typeface="楷体_GB2312" charset="0"/>
                <a:cs typeface="Times New Roman" panose="02020603050405020304" pitchFamily="18" charset="0"/>
              </a:rPr>
              <a:t>OUT</a:t>
            </a:r>
            <a:r>
              <a:rPr lang="en-US" altLang="zh-CN" sz="2300" b="1" dirty="0">
                <a:solidFill>
                  <a:schemeClr val="tx1"/>
                </a:solidFill>
                <a:ea typeface="楷体_GB2312" charset="0"/>
                <a:cs typeface="Times New Roman" panose="02020603050405020304" pitchFamily="18" charset="0"/>
              </a:rPr>
              <a:t>[</a:t>
            </a:r>
            <a:r>
              <a:rPr lang="en-US" altLang="zh-CN" sz="2300" b="1" i="1" dirty="0">
                <a:solidFill>
                  <a:schemeClr val="tx1"/>
                </a:solidFill>
                <a:ea typeface="楷体_GB2312" charset="0"/>
                <a:cs typeface="Times New Roman" panose="02020603050405020304" pitchFamily="18" charset="0"/>
              </a:rPr>
              <a:t>B</a:t>
            </a:r>
            <a:r>
              <a:rPr lang="en-US" altLang="zh-CN" sz="2300" b="1" dirty="0">
                <a:solidFill>
                  <a:schemeClr val="tx1"/>
                </a:solidFill>
                <a:ea typeface="楷体_GB2312" charset="0"/>
                <a:cs typeface="Times New Roman" panose="02020603050405020304" pitchFamily="18" charset="0"/>
              </a:rPr>
              <a:t>]=</a:t>
            </a:r>
            <a:r>
              <a:rPr lang="en-US" altLang="zh-CN" sz="2300" b="1" i="1" dirty="0">
                <a:solidFill>
                  <a:schemeClr val="tx1"/>
                </a:solidFill>
                <a:ea typeface="楷体_GB2312" charset="0"/>
                <a:cs typeface="Times New Roman" panose="02020603050405020304" pitchFamily="18" charset="0"/>
              </a:rPr>
              <a:t>f</a:t>
            </a:r>
            <a:r>
              <a:rPr lang="en-US" altLang="zh-CN" sz="2300" b="1" i="1" baseline="-30000" dirty="0">
                <a:solidFill>
                  <a:schemeClr val="tx1"/>
                </a:solidFill>
                <a:ea typeface="楷体_GB2312" charset="0"/>
                <a:cs typeface="Times New Roman" panose="02020603050405020304" pitchFamily="18" charset="0"/>
              </a:rPr>
              <a:t>B </a:t>
            </a:r>
            <a:r>
              <a:rPr lang="en-US" altLang="zh-CN" sz="2300" b="1" dirty="0">
                <a:solidFill>
                  <a:schemeClr val="tx1"/>
                </a:solidFill>
                <a:ea typeface="楷体_GB2312" charset="0"/>
                <a:cs typeface="Times New Roman" panose="02020603050405020304" pitchFamily="18" charset="0"/>
              </a:rPr>
              <a:t>(</a:t>
            </a:r>
            <a:r>
              <a:rPr lang="en-US" altLang="zh-CN" sz="2300" b="1" i="1" dirty="0">
                <a:solidFill>
                  <a:schemeClr val="tx1"/>
                </a:solidFill>
                <a:ea typeface="楷体_GB2312" charset="0"/>
                <a:cs typeface="Times New Roman" panose="02020603050405020304" pitchFamily="18" charset="0"/>
              </a:rPr>
              <a:t>IN</a:t>
            </a:r>
            <a:r>
              <a:rPr lang="en-US" altLang="zh-CN" sz="2300" b="1" dirty="0">
                <a:solidFill>
                  <a:schemeClr val="tx1"/>
                </a:solidFill>
                <a:ea typeface="楷体_GB2312" charset="0"/>
                <a:cs typeface="Times New Roman" panose="02020603050405020304" pitchFamily="18" charset="0"/>
              </a:rPr>
              <a:t>[</a:t>
            </a:r>
            <a:r>
              <a:rPr lang="en-US" altLang="zh-CN" sz="2300" b="1" i="1" dirty="0">
                <a:solidFill>
                  <a:schemeClr val="tx1"/>
                </a:solidFill>
                <a:ea typeface="楷体_GB2312" charset="0"/>
                <a:cs typeface="Times New Roman" panose="02020603050405020304" pitchFamily="18" charset="0"/>
              </a:rPr>
              <a:t>B</a:t>
            </a:r>
            <a:r>
              <a:rPr lang="en-US" altLang="zh-CN" sz="2300" b="1" dirty="0">
                <a:solidFill>
                  <a:schemeClr val="tx1"/>
                </a:solidFill>
                <a:ea typeface="楷体_GB2312" charset="0"/>
                <a:cs typeface="Times New Roman" panose="02020603050405020304" pitchFamily="18" charset="0"/>
              </a:rPr>
              <a:t>])</a:t>
            </a:r>
            <a:r>
              <a:rPr lang="en-US" altLang="zh-CN" sz="2300" b="1" dirty="0">
                <a:solidFill>
                  <a:schemeClr val="tx1"/>
                </a:solidFill>
                <a:latin typeface="楷体_GB2312" charset="0"/>
                <a:ea typeface="宋体" panose="02010600030101010101" pitchFamily="2" charset="-122"/>
                <a:cs typeface="楷体_GB2312" charset="0"/>
              </a:rPr>
              <a:t> </a:t>
            </a:r>
            <a:r>
              <a:rPr lang="en-US" altLang="zh-CN" sz="2400" b="1" dirty="0">
                <a:ea typeface="宋体" panose="02010600030101010101" pitchFamily="2" charset="-122"/>
              </a:rPr>
              <a:t>= </a:t>
            </a:r>
            <a:r>
              <a:rPr lang="en-US" altLang="zh-CN" sz="2400" b="1" i="1" dirty="0" err="1">
                <a:solidFill>
                  <a:prstClr val="black"/>
                </a:solidFill>
                <a:ea typeface="楷体_GB2312"/>
                <a:cs typeface="Times New Roman" panose="02020603050405020304" pitchFamily="18" charset="0"/>
              </a:rPr>
              <a:t>gen</a:t>
            </a:r>
            <a:r>
              <a:rPr lang="en-US" altLang="zh-CN" sz="2400" b="1" i="1" baseline="-30000" dirty="0" err="1">
                <a:solidFill>
                  <a:prstClr val="black"/>
                </a:solidFill>
                <a:ea typeface="楷体_GB2312"/>
                <a:cs typeface="Times New Roman" panose="02020603050405020304" pitchFamily="18" charset="0"/>
              </a:rPr>
              <a:t>B</a:t>
            </a:r>
            <a:r>
              <a:rPr lang="en-US" altLang="zh-CN" sz="2400" b="1" i="1" baseline="-30000" dirty="0">
                <a:solidFill>
                  <a:prstClr val="black"/>
                </a:solidFill>
                <a:ea typeface="楷体_GB2312"/>
                <a:cs typeface="Times New Roman" panose="02020603050405020304" pitchFamily="18" charset="0"/>
              </a:rPr>
              <a:t> </a:t>
            </a:r>
            <a:r>
              <a:rPr lang="en-US" altLang="zh-CN" sz="2400" b="1" dirty="0">
                <a:solidFill>
                  <a:prstClr val="black"/>
                </a:solidFill>
                <a:ea typeface="楷体_GB2312"/>
                <a:cs typeface="Times New Roman" panose="02020603050405020304" pitchFamily="18" charset="0"/>
              </a:rPr>
              <a:t>∪(</a:t>
            </a:r>
            <a:r>
              <a:rPr lang="en-US" altLang="zh-CN" sz="2400" b="1" i="1" dirty="0">
                <a:solidFill>
                  <a:prstClr val="black"/>
                </a:solidFill>
                <a:ea typeface="楷体_GB2312"/>
                <a:cs typeface="Times New Roman" panose="02020603050405020304" pitchFamily="18" charset="0"/>
              </a:rPr>
              <a:t>IN</a:t>
            </a:r>
            <a:r>
              <a:rPr lang="en-US" altLang="zh-CN" sz="2400" b="1" dirty="0">
                <a:solidFill>
                  <a:prstClr val="black"/>
                </a:solidFill>
                <a:ea typeface="楷体_GB2312"/>
                <a:cs typeface="Times New Roman" panose="02020603050405020304" pitchFamily="18" charset="0"/>
              </a:rPr>
              <a:t>[</a:t>
            </a:r>
            <a:r>
              <a:rPr lang="en-US" altLang="zh-CN" sz="2400" b="1" i="1" dirty="0">
                <a:solidFill>
                  <a:prstClr val="black"/>
                </a:solidFill>
                <a:ea typeface="楷体_GB2312"/>
                <a:cs typeface="Times New Roman" panose="02020603050405020304" pitchFamily="18" charset="0"/>
              </a:rPr>
              <a:t>B</a:t>
            </a:r>
            <a:r>
              <a:rPr lang="en-US" altLang="zh-CN" sz="2400" b="1" dirty="0">
                <a:solidFill>
                  <a:prstClr val="black"/>
                </a:solidFill>
                <a:ea typeface="楷体_GB2312"/>
                <a:cs typeface="Times New Roman" panose="02020603050405020304" pitchFamily="18" charset="0"/>
              </a:rPr>
              <a:t>]</a:t>
            </a:r>
            <a:r>
              <a:rPr lang="en-US" altLang="zh-CN" sz="2400" b="1" i="1" dirty="0">
                <a:solidFill>
                  <a:prstClr val="black"/>
                </a:solidFill>
                <a:ea typeface="楷体_GB2312"/>
                <a:cs typeface="Times New Roman" panose="02020603050405020304" pitchFamily="18" charset="0"/>
              </a:rPr>
              <a:t>- </a:t>
            </a:r>
            <a:r>
              <a:rPr lang="en-US" altLang="zh-CN" sz="2400" b="1" i="1" dirty="0" err="1">
                <a:solidFill>
                  <a:prstClr val="black"/>
                </a:solidFill>
                <a:ea typeface="楷体_GB2312"/>
                <a:cs typeface="Times New Roman" panose="02020603050405020304" pitchFamily="18" charset="0"/>
              </a:rPr>
              <a:t>kill</a:t>
            </a:r>
            <a:r>
              <a:rPr lang="en-US" altLang="zh-CN" sz="2400" b="1" i="1" baseline="-30000" dirty="0" err="1">
                <a:solidFill>
                  <a:prstClr val="black"/>
                </a:solidFill>
                <a:ea typeface="楷体_GB2312"/>
                <a:cs typeface="Times New Roman" panose="02020603050405020304" pitchFamily="18" charset="0"/>
              </a:rPr>
              <a:t>B</a:t>
            </a:r>
            <a:r>
              <a:rPr lang="en-US" altLang="zh-CN" sz="2400" b="1" i="1" baseline="-30000" dirty="0">
                <a:solidFill>
                  <a:prstClr val="black"/>
                </a:solidFill>
                <a:ea typeface="楷体_GB2312"/>
                <a:cs typeface="Times New Roman" panose="02020603050405020304" pitchFamily="18" charset="0"/>
              </a:rPr>
              <a:t> </a:t>
            </a:r>
            <a:r>
              <a:rPr lang="en-US" altLang="zh-CN" sz="2400" b="1" dirty="0">
                <a:solidFill>
                  <a:prstClr val="black"/>
                </a:solidFill>
                <a:ea typeface="楷体_GB2312"/>
                <a:cs typeface="Times New Roman" panose="02020603050405020304" pitchFamily="18" charset="0"/>
              </a:rPr>
              <a:t>)  </a:t>
            </a:r>
            <a:r>
              <a:rPr lang="en-US" altLang="zh-CN" sz="2300" b="1" dirty="0">
                <a:solidFill>
                  <a:schemeClr val="tx1"/>
                </a:solidFill>
                <a:ea typeface="宋体" panose="02010600030101010101" pitchFamily="2" charset="-122"/>
                <a:cs typeface="楷体_GB2312" charset="0"/>
              </a:rPr>
              <a:t>( </a:t>
            </a:r>
            <a:r>
              <a:rPr lang="en-US" altLang="zh-CN" sz="2300" b="1" i="1" dirty="0">
                <a:solidFill>
                  <a:schemeClr val="tx1"/>
                </a:solidFill>
                <a:ea typeface="宋体" panose="02010600030101010101" pitchFamily="2" charset="-122"/>
                <a:cs typeface="楷体_GB2312" charset="0"/>
              </a:rPr>
              <a:t>B</a:t>
            </a:r>
            <a:r>
              <a:rPr lang="en-US" altLang="en-US" sz="2300" b="1" dirty="0">
                <a:solidFill>
                  <a:schemeClr val="tx1"/>
                </a:solidFill>
                <a:ea typeface="宋体" panose="02010600030101010101" pitchFamily="2" charset="-122"/>
                <a:cs typeface="楷体_GB2312" charset="0"/>
              </a:rPr>
              <a:t>≠</a:t>
            </a:r>
            <a:r>
              <a:rPr lang="en-US" altLang="zh-CN" sz="2300" b="1" i="1" dirty="0">
                <a:solidFill>
                  <a:schemeClr val="tx1"/>
                </a:solidFill>
                <a:ea typeface="宋体" panose="02010600030101010101" pitchFamily="2" charset="-122"/>
              </a:rPr>
              <a:t>ENTRY</a:t>
            </a:r>
            <a:r>
              <a:rPr lang="en-US" altLang="zh-CN" sz="2300" b="1" dirty="0">
                <a:solidFill>
                  <a:schemeClr val="tx1"/>
                </a:solidFill>
                <a:ea typeface="宋体" panose="02010600030101010101" pitchFamily="2" charset="-122"/>
              </a:rPr>
              <a:t> )</a:t>
            </a:r>
            <a:endParaRPr lang="en-US" altLang="zh-CN" sz="2200" b="1" dirty="0">
              <a:solidFill>
                <a:schemeClr val="tx1"/>
              </a:solidFill>
              <a:ea typeface="宋体" panose="02010600030101010101" pitchFamily="2" charset="-122"/>
            </a:endParaRPr>
          </a:p>
          <a:p>
            <a:pPr marL="279400" lvl="2" indent="0" eaLnBrk="1" hangingPunct="1">
              <a:lnSpc>
                <a:spcPts val="3000"/>
              </a:lnSpc>
              <a:buClrTx/>
              <a:buFont typeface="Wingdings" panose="05000000000000000000" pitchFamily="2" charset="2"/>
              <a:buChar char="Ø"/>
            </a:pPr>
            <a:r>
              <a:rPr lang="en-US" altLang="zh-CN" sz="2300" b="1" i="1" dirty="0">
                <a:solidFill>
                  <a:schemeClr val="tx1"/>
                </a:solidFill>
                <a:ea typeface="宋体" panose="02010600030101010101" pitchFamily="2" charset="-122"/>
              </a:rPr>
              <a:t>IN</a:t>
            </a:r>
            <a:r>
              <a:rPr lang="en-US" altLang="zh-CN" sz="2300" b="1" dirty="0">
                <a:solidFill>
                  <a:schemeClr val="tx1"/>
                </a:solidFill>
                <a:ea typeface="宋体" panose="02010600030101010101" pitchFamily="2" charset="-122"/>
              </a:rPr>
              <a:t>[</a:t>
            </a:r>
            <a:r>
              <a:rPr lang="en-US" altLang="zh-CN" sz="2300" b="1" i="1" dirty="0">
                <a:solidFill>
                  <a:schemeClr val="tx1"/>
                </a:solidFill>
                <a:ea typeface="宋体" panose="02010600030101010101" pitchFamily="2" charset="-122"/>
              </a:rPr>
              <a:t>B</a:t>
            </a:r>
            <a:r>
              <a:rPr lang="en-US" altLang="zh-CN" sz="2300" b="1" dirty="0">
                <a:solidFill>
                  <a:schemeClr val="tx1"/>
                </a:solidFill>
                <a:ea typeface="宋体" panose="02010600030101010101" pitchFamily="2" charset="-122"/>
              </a:rPr>
              <a:t>]= </a:t>
            </a:r>
            <a:r>
              <a:rPr lang="en-US" altLang="zh-CN" sz="2300" b="1" dirty="0">
                <a:solidFill>
                  <a:schemeClr val="tx1"/>
                </a:solidFill>
              </a:rPr>
              <a:t>∪</a:t>
            </a:r>
            <a:r>
              <a:rPr lang="en-US" altLang="zh-CN" b="1" i="1" baseline="-30000" dirty="0">
                <a:solidFill>
                  <a:schemeClr val="tx1"/>
                </a:solidFill>
              </a:rPr>
              <a:t>P</a:t>
            </a:r>
            <a:r>
              <a:rPr lang="zh-CN" altLang="en-US" b="1" baseline="-30000" dirty="0">
                <a:solidFill>
                  <a:schemeClr val="tx1"/>
                </a:solidFill>
              </a:rPr>
              <a:t>是</a:t>
            </a:r>
            <a:r>
              <a:rPr lang="en-US" altLang="zh-CN" b="1" i="1" baseline="-30000" dirty="0">
                <a:solidFill>
                  <a:schemeClr val="tx1"/>
                </a:solidFill>
              </a:rPr>
              <a:t>B</a:t>
            </a:r>
            <a:r>
              <a:rPr lang="zh-CN" altLang="en-US" b="1" baseline="-30000" dirty="0">
                <a:solidFill>
                  <a:schemeClr val="tx1"/>
                </a:solidFill>
              </a:rPr>
              <a:t>的一个前驱</a:t>
            </a:r>
            <a:r>
              <a:rPr lang="en-US" altLang="zh-CN" sz="2300" b="1" i="1" dirty="0">
                <a:solidFill>
                  <a:schemeClr val="tx1"/>
                </a:solidFill>
                <a:ea typeface="宋体" panose="02010600030101010101" pitchFamily="2" charset="-122"/>
              </a:rPr>
              <a:t>OUT</a:t>
            </a:r>
            <a:r>
              <a:rPr lang="en-US" altLang="zh-CN" sz="2300" b="1" dirty="0">
                <a:solidFill>
                  <a:schemeClr val="tx1"/>
                </a:solidFill>
                <a:ea typeface="宋体" panose="02010600030101010101" pitchFamily="2" charset="-122"/>
              </a:rPr>
              <a:t>[</a:t>
            </a:r>
            <a:r>
              <a:rPr lang="en-US" altLang="zh-CN" sz="2300" b="1" i="1" dirty="0">
                <a:solidFill>
                  <a:schemeClr val="tx1"/>
                </a:solidFill>
                <a:ea typeface="宋体" panose="02010600030101010101" pitchFamily="2" charset="-122"/>
              </a:rPr>
              <a:t>P</a:t>
            </a:r>
            <a:r>
              <a:rPr lang="en-US" altLang="zh-CN" sz="2300" b="1" dirty="0">
                <a:solidFill>
                  <a:schemeClr val="tx1"/>
                </a:solidFill>
                <a:ea typeface="宋体" panose="02010600030101010101" pitchFamily="2" charset="-122"/>
              </a:rPr>
              <a:t>]  ( </a:t>
            </a:r>
            <a:r>
              <a:rPr lang="en-US" altLang="zh-CN" sz="2300" b="1" i="1" dirty="0">
                <a:solidFill>
                  <a:schemeClr val="tx1"/>
                </a:solidFill>
                <a:ea typeface="宋体" panose="02010600030101010101" pitchFamily="2" charset="-122"/>
              </a:rPr>
              <a:t>B</a:t>
            </a:r>
            <a:r>
              <a:rPr lang="en-US" altLang="en-US" sz="2300" b="1" dirty="0">
                <a:solidFill>
                  <a:schemeClr val="tx1"/>
                </a:solidFill>
                <a:cs typeface="楷体_GB2312" charset="0"/>
              </a:rPr>
              <a:t>≠</a:t>
            </a:r>
            <a:r>
              <a:rPr lang="en-US" altLang="zh-CN" sz="2300" b="1" i="1" dirty="0">
                <a:solidFill>
                  <a:schemeClr val="tx1"/>
                </a:solidFill>
                <a:ea typeface="宋体" panose="02010600030101010101" pitchFamily="2" charset="-122"/>
              </a:rPr>
              <a:t>ENTRY</a:t>
            </a:r>
            <a:r>
              <a:rPr lang="en-US" altLang="zh-CN" sz="2300" b="1" dirty="0">
                <a:solidFill>
                  <a:schemeClr val="tx1"/>
                </a:solidFill>
                <a:ea typeface="宋体" panose="02010600030101010101" pitchFamily="2" charset="-122"/>
              </a:rPr>
              <a:t> )</a:t>
            </a:r>
          </a:p>
          <a:p>
            <a:pPr eaLnBrk="1" hangingPunct="1">
              <a:lnSpc>
                <a:spcPts val="3000"/>
              </a:lnSpc>
              <a:buFont typeface="Symbol" panose="05050102010706020507" pitchFamily="18" charset="2"/>
              <a:buNone/>
            </a:pPr>
            <a:r>
              <a:rPr lang="zh-CN" altLang="en-US" sz="1800" dirty="0">
                <a:ea typeface="宋体" panose="02010600030101010101" pitchFamily="2" charset="-122"/>
              </a:rPr>
              <a:t>	</a:t>
            </a:r>
          </a:p>
          <a:p>
            <a:pPr eaLnBrk="1" hangingPunct="1">
              <a:lnSpc>
                <a:spcPct val="90000"/>
              </a:lnSpc>
              <a:buFont typeface="Symbol" panose="05050102010706020507" pitchFamily="18" charset="2"/>
              <a:buNone/>
            </a:pPr>
            <a:r>
              <a:rPr lang="zh-CN" altLang="en-US" sz="1500" dirty="0">
                <a:ea typeface="宋体" panose="02010600030101010101" pitchFamily="2" charset="-122"/>
              </a:rPr>
              <a:t>	</a:t>
            </a:r>
            <a:endParaRPr lang="en-US" altLang="zh-CN" sz="1500" dirty="0">
              <a:ea typeface="宋体" panose="02010600030101010101" pitchFamily="2" charset="-122"/>
            </a:endParaRPr>
          </a:p>
        </p:txBody>
      </p:sp>
      <p:sp>
        <p:nvSpPr>
          <p:cNvPr id="149507" name="Rectangle 2">
            <a:extLst>
              <a:ext uri="{FF2B5EF4-FFF2-40B4-BE49-F238E27FC236}">
                <a16:creationId xmlns:a16="http://schemas.microsoft.com/office/drawing/2014/main" id="{B7E3915B-935B-4C58-A308-A07A5426C3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到达定值的数据流方程</a:t>
            </a:r>
            <a:endParaRPr lang="en-US" altLang="zh-CN" sz="3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5BB77F98-D941-4B69-B1A3-91CB9577C0A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71751" y="3841750"/>
            <a:ext cx="5272087" cy="746125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lIns="68580" tIns="34290" rIns="68580" bIns="34290">
            <a:spAutoFit/>
          </a:bodyPr>
          <a:lstStyle/>
          <a:p>
            <a:pPr eaLnBrk="1" hangingPunct="1">
              <a:defRPr/>
            </a:pPr>
            <a:r>
              <a:rPr lang="en-US" altLang="zh-CN" sz="2200" i="1" dirty="0" err="1">
                <a:solidFill>
                  <a:srgbClr val="0000FF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gen</a:t>
            </a:r>
            <a:r>
              <a:rPr lang="en-US" altLang="zh-CN" sz="2200" i="1" baseline="-30000" dirty="0" err="1">
                <a:solidFill>
                  <a:srgbClr val="0000FF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B</a:t>
            </a:r>
            <a:r>
              <a:rPr lang="zh-CN" altLang="en-US" sz="2200" dirty="0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和</a:t>
            </a:r>
            <a:r>
              <a:rPr lang="en-US" altLang="zh-CN" sz="2200" i="1" dirty="0" err="1">
                <a:solidFill>
                  <a:srgbClr val="0000FF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kill</a:t>
            </a:r>
            <a:r>
              <a:rPr lang="en-US" altLang="zh-CN" sz="2200" i="1" baseline="-30000" dirty="0" err="1">
                <a:solidFill>
                  <a:srgbClr val="0000FF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B</a:t>
            </a:r>
            <a:r>
              <a:rPr lang="zh-CN" altLang="en-US" sz="2200" dirty="0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的值可以根据流图预先计算出来，因此在方程中作为</a:t>
            </a:r>
            <a:r>
              <a:rPr lang="zh-CN" altLang="en-US" sz="2200" dirty="0">
                <a:solidFill>
                  <a:srgbClr val="0000FF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已知量</a:t>
            </a:r>
          </a:p>
        </p:txBody>
      </p:sp>
      <p:grpSp>
        <p:nvGrpSpPr>
          <p:cNvPr id="5" name="组合 4">
            <a:extLst>
              <a:ext uri="{FF2B5EF4-FFF2-40B4-BE49-F238E27FC236}">
                <a16:creationId xmlns:a16="http://schemas.microsoft.com/office/drawing/2014/main" id="{0D87C1E2-25BB-4694-932B-35E10F80C9AB}"/>
              </a:ext>
            </a:extLst>
          </p:cNvPr>
          <p:cNvGrpSpPr>
            <a:grpSpLocks/>
          </p:cNvGrpSpPr>
          <p:nvPr/>
        </p:nvGrpSpPr>
        <p:grpSpPr bwMode="auto">
          <a:xfrm>
            <a:off x="6626225" y="3276600"/>
            <a:ext cx="2016125" cy="1085850"/>
            <a:chOff x="6660233" y="3719116"/>
            <a:chExt cx="2016223" cy="1086980"/>
          </a:xfrm>
        </p:grpSpPr>
        <p:sp>
          <p:nvSpPr>
            <p:cNvPr id="149511" name="Line 37">
              <a:extLst>
                <a:ext uri="{FF2B5EF4-FFF2-40B4-BE49-F238E27FC236}">
                  <a16:creationId xmlns:a16="http://schemas.microsoft.com/office/drawing/2014/main" id="{4E3385EA-E461-4B75-A95E-1C49888A9A8B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7492184" y="4214813"/>
              <a:ext cx="0" cy="259163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11" name="Rectangle 30">
              <a:extLst>
                <a:ext uri="{FF2B5EF4-FFF2-40B4-BE49-F238E27FC236}">
                  <a16:creationId xmlns:a16="http://schemas.microsoft.com/office/drawing/2014/main" id="{32BA68BE-20D5-4953-96B0-783675C0926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660233" y="3866907"/>
              <a:ext cx="504850" cy="289226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7500" tIns="0" rIns="0" bIns="0"/>
            <a:lstStyle>
              <a:lvl1pPr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just">
                <a:lnSpc>
                  <a:spcPts val="2200"/>
                </a:lnSpc>
                <a:defRPr/>
              </a:pPr>
              <a:r>
                <a:rPr lang="en-US" altLang="zh-CN" sz="2000" i="1" dirty="0">
                  <a:latin typeface="Times New Roman" panose="02020603050405020304" pitchFamily="18" charset="0"/>
                </a:rPr>
                <a:t> P</a:t>
              </a:r>
              <a:r>
                <a:rPr lang="en-US" altLang="zh-CN" sz="2000" i="1" baseline="-25000" dirty="0">
                  <a:latin typeface="Times New Roman" panose="02020603050405020304" pitchFamily="18" charset="0"/>
                </a:rPr>
                <a:t>1</a:t>
              </a:r>
              <a:endParaRPr lang="en-US" altLang="zh-CN" sz="2000" i="1" dirty="0">
                <a:latin typeface="Times New Roman" panose="02020603050405020304" pitchFamily="18" charset="0"/>
              </a:endParaRPr>
            </a:p>
          </p:txBody>
        </p:sp>
        <p:sp>
          <p:nvSpPr>
            <p:cNvPr id="149513" name="矩形 1">
              <a:extLst>
                <a:ext uri="{FF2B5EF4-FFF2-40B4-BE49-F238E27FC236}">
                  <a16:creationId xmlns:a16="http://schemas.microsoft.com/office/drawing/2014/main" id="{9EC6D2F5-AC82-405F-B1D3-60543B985B9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696214" y="3719116"/>
              <a:ext cx="492443" cy="4616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r>
                <a:rPr lang="en-US" altLang="zh-CN" sz="2400"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…</a:t>
              </a:r>
              <a:endParaRPr lang="zh-CN" altLang="en-US" sz="3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4" name="Rectangle 30">
              <a:extLst>
                <a:ext uri="{FF2B5EF4-FFF2-40B4-BE49-F238E27FC236}">
                  <a16:creationId xmlns:a16="http://schemas.microsoft.com/office/drawing/2014/main" id="{33AF0225-A6D4-452C-B580-9CD58CAA1DB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236523" y="3868496"/>
              <a:ext cx="504850" cy="289226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7500" tIns="0" rIns="0" bIns="0"/>
            <a:lstStyle>
              <a:lvl1pPr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just">
                <a:lnSpc>
                  <a:spcPts val="2200"/>
                </a:lnSpc>
                <a:defRPr/>
              </a:pPr>
              <a:r>
                <a:rPr lang="en-US" altLang="zh-CN" sz="2000" i="1" dirty="0">
                  <a:latin typeface="Times New Roman" panose="02020603050405020304" pitchFamily="18" charset="0"/>
                </a:rPr>
                <a:t> P</a:t>
              </a:r>
              <a:r>
                <a:rPr lang="en-US" altLang="zh-CN" sz="2000" i="1" baseline="-25000" dirty="0">
                  <a:latin typeface="Times New Roman" panose="02020603050405020304" pitchFamily="18" charset="0"/>
                </a:rPr>
                <a:t>2</a:t>
              </a:r>
              <a:endParaRPr lang="en-US" altLang="zh-CN" sz="2000" i="1" dirty="0">
                <a:latin typeface="Times New Roman" panose="02020603050405020304" pitchFamily="18" charset="0"/>
              </a:endParaRPr>
            </a:p>
          </p:txBody>
        </p:sp>
        <p:sp>
          <p:nvSpPr>
            <p:cNvPr id="15" name="Rectangle 30">
              <a:extLst>
                <a:ext uri="{FF2B5EF4-FFF2-40B4-BE49-F238E27FC236}">
                  <a16:creationId xmlns:a16="http://schemas.microsoft.com/office/drawing/2014/main" id="{C5268D06-71A8-49F6-A1E0-36BB3FFA2E9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171606" y="3868496"/>
              <a:ext cx="504850" cy="289226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7500" tIns="0" rIns="0" bIns="0"/>
            <a:lstStyle>
              <a:lvl1pPr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just">
                <a:lnSpc>
                  <a:spcPts val="2200"/>
                </a:lnSpc>
                <a:defRPr/>
              </a:pPr>
              <a:r>
                <a:rPr lang="en-US" altLang="zh-CN" sz="2000" i="1" dirty="0">
                  <a:latin typeface="Times New Roman" panose="02020603050405020304" pitchFamily="18" charset="0"/>
                </a:rPr>
                <a:t> </a:t>
              </a:r>
              <a:r>
                <a:rPr lang="en-US" altLang="zh-CN" sz="2000" i="1" dirty="0" err="1">
                  <a:latin typeface="Times New Roman" panose="02020603050405020304" pitchFamily="18" charset="0"/>
                </a:rPr>
                <a:t>P</a:t>
              </a:r>
              <a:r>
                <a:rPr lang="en-US" altLang="zh-CN" sz="2000" i="1" baseline="-25000" dirty="0" err="1">
                  <a:latin typeface="Times New Roman" panose="02020603050405020304" pitchFamily="18" charset="0"/>
                </a:rPr>
                <a:t>n</a:t>
              </a:r>
              <a:endParaRPr lang="en-US" altLang="zh-CN" sz="2000" i="1" dirty="0">
                <a:latin typeface="Times New Roman" panose="02020603050405020304" pitchFamily="18" charset="0"/>
              </a:endParaRPr>
            </a:p>
          </p:txBody>
        </p:sp>
        <p:sp>
          <p:nvSpPr>
            <p:cNvPr id="16" name="Rectangle 30">
              <a:extLst>
                <a:ext uri="{FF2B5EF4-FFF2-40B4-BE49-F238E27FC236}">
                  <a16:creationId xmlns:a16="http://schemas.microsoft.com/office/drawing/2014/main" id="{E2067348-27CC-47AF-9C85-D0D0F7752CB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252399" y="4516870"/>
              <a:ext cx="506438" cy="289226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7500" tIns="0" rIns="0" bIns="0"/>
            <a:lstStyle>
              <a:lvl1pPr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just">
                <a:lnSpc>
                  <a:spcPts val="2200"/>
                </a:lnSpc>
                <a:defRPr/>
              </a:pPr>
              <a:r>
                <a:rPr lang="en-US" altLang="zh-CN" sz="2000" i="1" dirty="0">
                  <a:latin typeface="Times New Roman" panose="02020603050405020304" pitchFamily="18" charset="0"/>
                </a:rPr>
                <a:t>  B</a:t>
              </a:r>
            </a:p>
          </p:txBody>
        </p:sp>
        <p:sp>
          <p:nvSpPr>
            <p:cNvPr id="149517" name="Line 37">
              <a:extLst>
                <a:ext uri="{FF2B5EF4-FFF2-40B4-BE49-F238E27FC236}">
                  <a16:creationId xmlns:a16="http://schemas.microsoft.com/office/drawing/2014/main" id="{64DCB2A4-5F4A-4CF4-A06A-1ECE15344B9D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7678356" y="4200014"/>
              <a:ext cx="492780" cy="244722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149518" name="Line 37">
              <a:extLst>
                <a:ext uri="{FF2B5EF4-FFF2-40B4-BE49-F238E27FC236}">
                  <a16:creationId xmlns:a16="http://schemas.microsoft.com/office/drawing/2014/main" id="{2E876584-964E-4E57-809F-1F7DB151F99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948263" y="4214813"/>
              <a:ext cx="357749" cy="242715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126073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20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7720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7720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7720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209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7209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7209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77209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209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77209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77209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77209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209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77209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77209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7209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 nodeType="clickPar">
                      <p:stCondLst>
                        <p:cond delay="indefinite"/>
                      </p:stCondLst>
                      <p:childTnLst>
                        <p:par>
                          <p:cTn id="3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209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77209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77209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77209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 nodeType="clickPar">
                      <p:stCondLst>
                        <p:cond delay="indefinite"/>
                      </p:stCondLst>
                      <p:childTnLst>
                        <p:par>
                          <p:cTn id="3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209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77209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77209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77209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 nodeType="clickPar">
                      <p:stCondLst>
                        <p:cond delay="indefinite"/>
                      </p:stCondLst>
                      <p:childTnLst>
                        <p:par>
                          <p:cTn id="5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2" presetID="53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2D64614F-F32D-4B74-BE0B-67747768B85B}"/>
              </a:ext>
            </a:extLst>
          </p:cNvPr>
          <p:cNvSpPr/>
          <p:nvPr/>
        </p:nvSpPr>
        <p:spPr>
          <a:xfrm>
            <a:off x="1835150" y="2447925"/>
            <a:ext cx="5689600" cy="2571750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271463" indent="-271463" eaLnBrk="1" hangingPunct="1">
              <a:spcBef>
                <a:spcPct val="20000"/>
              </a:spcBef>
              <a:buClr>
                <a:prstClr val="black"/>
              </a:buClr>
              <a:buSzPct val="100000"/>
              <a:defRPr/>
            </a:pPr>
            <a:r>
              <a:rPr lang="en-US" altLang="zh-CN" sz="2000" i="1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</a:t>
            </a: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[</a:t>
            </a:r>
            <a:r>
              <a:rPr lang="en-US" altLang="zh-CN" sz="2000" i="1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ENTRY</a:t>
            </a: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] = </a:t>
            </a:r>
            <a:r>
              <a:rPr lang="el-GR" altLang="zh-CN" sz="2000" i="1" dirty="0">
                <a:solidFill>
                  <a:prstClr val="black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Φ</a:t>
            </a: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  <a:p>
            <a:pPr marL="271463" indent="-271463" eaLnBrk="1" hangingPunct="1">
              <a:spcBef>
                <a:spcPct val="20000"/>
              </a:spcBef>
              <a:buClr>
                <a:srgbClr val="31B6FD"/>
              </a:buClr>
              <a:buSzPct val="100000"/>
              <a:defRPr/>
            </a:pPr>
            <a:r>
              <a:rPr lang="en-US" altLang="zh-CN" sz="2000" dirty="0">
                <a:solidFill>
                  <a:srgbClr val="0000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</a:t>
            </a: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 </a:t>
            </a:r>
            <a:r>
              <a:rPr lang="zh-CN" altLang="en-US" sz="20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除</a:t>
            </a:r>
            <a:r>
              <a:rPr lang="en-US" altLang="zh-CN" sz="2000" i="1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ENTRY</a:t>
            </a:r>
            <a:r>
              <a:rPr lang="zh-CN" altLang="en-US" sz="20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之外的</a:t>
            </a:r>
            <a:r>
              <a:rPr lang="zh-CN" altLang="en-US" sz="2000" dirty="0">
                <a:solidFill>
                  <a:srgbClr val="0000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每个基本块</a:t>
            </a:r>
            <a:r>
              <a:rPr lang="en-US" altLang="zh-CN" sz="2000" i="1" dirty="0">
                <a:solidFill>
                  <a:srgbClr val="0000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 </a:t>
            </a: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 </a:t>
            </a:r>
            <a:r>
              <a:rPr lang="en-US" altLang="zh-CN" sz="2000" i="1" dirty="0">
                <a:solidFill>
                  <a:srgbClr val="0000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</a:t>
            </a:r>
            <a:r>
              <a:rPr lang="en-US" altLang="zh-CN" sz="2000" dirty="0">
                <a:solidFill>
                  <a:srgbClr val="0000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[</a:t>
            </a:r>
            <a:r>
              <a:rPr lang="en-US" altLang="zh-CN" sz="2000" i="1" dirty="0">
                <a:solidFill>
                  <a:srgbClr val="0000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r>
              <a:rPr lang="en-US" altLang="zh-CN" sz="2000" dirty="0">
                <a:solidFill>
                  <a:srgbClr val="0000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] = </a:t>
            </a:r>
            <a:r>
              <a:rPr lang="el-GR" altLang="zh-CN" sz="2000" i="1" dirty="0">
                <a:solidFill>
                  <a:srgbClr val="0000FF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Φ</a:t>
            </a: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  <a:p>
            <a:pPr marL="271463" indent="-271463" eaLnBrk="1" hangingPunct="1">
              <a:spcBef>
                <a:spcPct val="20000"/>
              </a:spcBef>
              <a:buClr>
                <a:srgbClr val="31B6FD"/>
              </a:buClr>
              <a:buSzPct val="100000"/>
              <a:defRPr/>
            </a:pPr>
            <a:r>
              <a:rPr lang="en-US" altLang="zh-CN" sz="2000" dirty="0">
                <a:solidFill>
                  <a:srgbClr val="0000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while</a:t>
            </a: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zh-CN" altLang="en-US" sz="2000" dirty="0">
                <a:solidFill>
                  <a:srgbClr val="0000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某个</a:t>
            </a:r>
            <a:r>
              <a:rPr lang="en-US" altLang="zh-CN" sz="2000" i="1" dirty="0">
                <a:solidFill>
                  <a:srgbClr val="0000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</a:t>
            </a:r>
            <a:r>
              <a:rPr lang="zh-CN" altLang="en-US" sz="2000" dirty="0">
                <a:solidFill>
                  <a:srgbClr val="0000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值发生了改变 </a:t>
            </a: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marL="271463" indent="-271463" eaLnBrk="1" hangingPunct="1">
              <a:spcBef>
                <a:spcPct val="20000"/>
              </a:spcBef>
              <a:buClr>
                <a:srgbClr val="31B6FD"/>
              </a:buClr>
              <a:buSzPct val="100000"/>
              <a:defRPr/>
            </a:pP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en-US" altLang="zh-CN" sz="2000" dirty="0">
                <a:solidFill>
                  <a:srgbClr val="0000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</a:t>
            </a: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 </a:t>
            </a:r>
            <a:r>
              <a:rPr lang="zh-CN" altLang="en-US" sz="20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除</a:t>
            </a:r>
            <a:r>
              <a:rPr lang="en-US" altLang="zh-CN" sz="2000" i="1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ENTRY</a:t>
            </a:r>
            <a:r>
              <a:rPr lang="zh-CN" altLang="en-US" sz="20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之外的</a:t>
            </a:r>
            <a:r>
              <a:rPr lang="zh-CN" altLang="en-US" sz="2000" dirty="0">
                <a:solidFill>
                  <a:srgbClr val="0000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每个基本块</a:t>
            </a:r>
            <a:r>
              <a:rPr lang="en-US" altLang="zh-CN" sz="2000" i="1" dirty="0">
                <a:solidFill>
                  <a:srgbClr val="0000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 </a:t>
            </a: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 {</a:t>
            </a:r>
          </a:p>
          <a:p>
            <a:pPr marL="271463" indent="-271463" eaLnBrk="1" hangingPunct="1">
              <a:spcBef>
                <a:spcPct val="20000"/>
              </a:spcBef>
              <a:buClr>
                <a:srgbClr val="31B6FD"/>
              </a:buClr>
              <a:buSzPct val="100000"/>
              <a:defRPr/>
            </a:pP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</a:t>
            </a:r>
            <a:r>
              <a:rPr lang="en-US" altLang="zh-CN" sz="2000" i="1" dirty="0">
                <a:solidFill>
                  <a:prstClr val="black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IN</a:t>
            </a: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[</a:t>
            </a:r>
            <a:r>
              <a:rPr lang="en-US" altLang="zh-CN" sz="2000" i="1" dirty="0">
                <a:solidFill>
                  <a:prstClr val="black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B</a:t>
            </a: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] </a:t>
            </a: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 ∪</a:t>
            </a:r>
            <a:r>
              <a:rPr lang="en-US" altLang="zh-CN" sz="2000" i="1" baseline="-300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zh-CN" altLang="en-US" sz="2000" baseline="-300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是</a:t>
            </a:r>
            <a:r>
              <a:rPr lang="en-US" altLang="zh-CN" sz="2000" i="1" baseline="-300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r>
              <a:rPr lang="zh-CN" altLang="en-US" sz="2000" baseline="-300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的一个前驱</a:t>
            </a:r>
            <a:r>
              <a:rPr lang="en-US" altLang="zh-CN" sz="2000" i="1" dirty="0">
                <a:solidFill>
                  <a:prstClr val="black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OUT</a:t>
            </a: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[</a:t>
            </a:r>
            <a:r>
              <a:rPr lang="en-US" altLang="zh-CN" sz="2000" i="1" dirty="0">
                <a:solidFill>
                  <a:prstClr val="black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P</a:t>
            </a: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]</a:t>
            </a: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  <a:p>
            <a:pPr marL="271463" indent="-271463" eaLnBrk="1" hangingPunct="1">
              <a:spcBef>
                <a:spcPct val="20000"/>
              </a:spcBef>
              <a:buClr>
                <a:srgbClr val="31B6FD"/>
              </a:buClr>
              <a:buSzPct val="100000"/>
              <a:defRPr/>
            </a:pP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</a:t>
            </a:r>
            <a:r>
              <a:rPr lang="en-US" altLang="zh-CN" sz="2000" i="1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</a:t>
            </a: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[</a:t>
            </a:r>
            <a:r>
              <a:rPr lang="en-US" altLang="zh-CN" sz="2000" i="1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] = </a:t>
            </a:r>
            <a:r>
              <a:rPr lang="en-US" altLang="zh-CN" sz="2000" i="1" dirty="0" err="1">
                <a:solidFill>
                  <a:prstClr val="black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gen</a:t>
            </a:r>
            <a:r>
              <a:rPr lang="en-US" altLang="zh-CN" sz="2000" i="1" baseline="-30000" dirty="0" err="1">
                <a:solidFill>
                  <a:prstClr val="black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B</a:t>
            </a:r>
            <a:r>
              <a:rPr lang="en-US" altLang="zh-CN" sz="2000" i="1" baseline="-30000" dirty="0">
                <a:solidFill>
                  <a:prstClr val="black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 </a:t>
            </a: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∪( </a:t>
            </a:r>
            <a:r>
              <a:rPr lang="en-US" altLang="zh-CN" sz="2000" i="1" dirty="0">
                <a:solidFill>
                  <a:prstClr val="black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IN</a:t>
            </a: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[</a:t>
            </a:r>
            <a:r>
              <a:rPr lang="en-US" altLang="zh-CN" sz="2000" i="1" dirty="0">
                <a:solidFill>
                  <a:prstClr val="black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B</a:t>
            </a: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] </a:t>
            </a:r>
            <a:r>
              <a:rPr lang="en-US" altLang="zh-CN" sz="2000" i="1" dirty="0">
                <a:solidFill>
                  <a:prstClr val="black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- </a:t>
            </a:r>
            <a:r>
              <a:rPr lang="en-US" altLang="zh-CN" sz="2000" i="1" dirty="0" err="1">
                <a:solidFill>
                  <a:prstClr val="black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kill</a:t>
            </a:r>
            <a:r>
              <a:rPr lang="en-US" altLang="zh-CN" sz="2000" i="1" baseline="-30000" dirty="0" err="1">
                <a:solidFill>
                  <a:prstClr val="black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B</a:t>
            </a:r>
            <a:r>
              <a:rPr lang="en-US" altLang="zh-CN" sz="2000" i="1" baseline="-30000" dirty="0">
                <a:solidFill>
                  <a:prstClr val="black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 </a:t>
            </a: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)</a:t>
            </a:r>
          </a:p>
          <a:p>
            <a:pPr marL="271463" indent="-271463" eaLnBrk="1" hangingPunct="1">
              <a:spcBef>
                <a:spcPct val="20000"/>
              </a:spcBef>
              <a:buClr>
                <a:srgbClr val="31B6FD"/>
              </a:buClr>
              <a:buSzPct val="100000"/>
              <a:defRPr/>
            </a:pP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}</a:t>
            </a:r>
            <a:endParaRPr lang="zh-CN" altLang="en-US" dirty="0"/>
          </a:p>
        </p:txBody>
      </p:sp>
      <p:sp>
        <p:nvSpPr>
          <p:cNvPr id="814083" name="Rectangle 3">
            <a:extLst>
              <a:ext uri="{FF2B5EF4-FFF2-40B4-BE49-F238E27FC236}">
                <a16:creationId xmlns:a16="http://schemas.microsoft.com/office/drawing/2014/main" id="{1BEA0D93-4449-4D68-AA87-DCCF6B1738B9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444500" y="712788"/>
            <a:ext cx="8375650" cy="214630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buClr>
                <a:schemeClr val="tx1"/>
              </a:buClr>
              <a:buFont typeface="Wingdings" panose="05000000000000000000" pitchFamily="2" charset="2"/>
              <a:buChar char="Ø"/>
            </a:pP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输入：</a:t>
            </a:r>
            <a:endParaRPr lang="en-US" altLang="zh-CN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lvl="1" eaLnBrk="1" hangingPunct="1">
              <a:buClr>
                <a:schemeClr val="tx1"/>
              </a:buClr>
              <a:buFont typeface="Wingdings" panose="05000000000000000000" pitchFamily="2" charset="2"/>
              <a:buChar char="Ø"/>
            </a:pP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流图</a:t>
            </a:r>
            <a:r>
              <a:rPr lang="en-US" altLang="zh-CN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G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，其中每个基本块</a:t>
            </a:r>
            <a:r>
              <a:rPr lang="en-US" altLang="zh-CN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B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的</a:t>
            </a:r>
            <a:r>
              <a:rPr lang="en-US" altLang="zh-CN" b="1" i="1" dirty="0" err="1">
                <a:solidFill>
                  <a:schemeClr val="tx1"/>
                </a:solidFill>
                <a:ea typeface="楷体_GB2312" charset="0"/>
                <a:cs typeface="Times New Roman" panose="02020603050405020304" pitchFamily="18" charset="0"/>
              </a:rPr>
              <a:t>gen</a:t>
            </a:r>
            <a:r>
              <a:rPr lang="en-US" altLang="zh-CN" b="1" i="1" baseline="-30000" dirty="0" err="1">
                <a:solidFill>
                  <a:schemeClr val="tx1"/>
                </a:solidFill>
                <a:ea typeface="楷体_GB2312" charset="0"/>
                <a:cs typeface="Times New Roman" panose="02020603050405020304" pitchFamily="18" charset="0"/>
              </a:rPr>
              <a:t>B</a:t>
            </a:r>
            <a:r>
              <a:rPr lang="en-US" altLang="zh-CN" b="1" dirty="0">
                <a:solidFill>
                  <a:schemeClr val="tx1"/>
                </a:solidFill>
                <a:cs typeface="Times New Roman" panose="02020603050405020304" pitchFamily="18" charset="0"/>
              </a:rPr>
              <a:t> 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和</a:t>
            </a:r>
            <a:r>
              <a:rPr lang="en-US" altLang="zh-CN" b="1" i="1" dirty="0" err="1">
                <a:solidFill>
                  <a:schemeClr val="tx1"/>
                </a:solidFill>
                <a:ea typeface="楷体_GB2312" charset="0"/>
                <a:cs typeface="Times New Roman" panose="02020603050405020304" pitchFamily="18" charset="0"/>
              </a:rPr>
              <a:t>kill</a:t>
            </a:r>
            <a:r>
              <a:rPr lang="en-US" altLang="zh-CN" b="1" i="1" baseline="-30000" dirty="0" err="1">
                <a:solidFill>
                  <a:schemeClr val="tx1"/>
                </a:solidFill>
                <a:ea typeface="楷体_GB2312" charset="0"/>
                <a:cs typeface="Times New Roman" panose="02020603050405020304" pitchFamily="18" charset="0"/>
              </a:rPr>
              <a:t>B</a:t>
            </a:r>
            <a:r>
              <a:rPr lang="en-US" altLang="zh-CN" b="1" dirty="0">
                <a:solidFill>
                  <a:schemeClr val="tx1"/>
                </a:solidFill>
                <a:cs typeface="Times New Roman" panose="02020603050405020304" pitchFamily="18" charset="0"/>
              </a:rPr>
              <a:t> 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都已计算出来</a:t>
            </a:r>
            <a:endParaRPr lang="en-US" altLang="zh-CN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eaLnBrk="1" hangingPunct="1">
              <a:buClr>
                <a:schemeClr val="tx1"/>
              </a:buClr>
              <a:buFont typeface="Wingdings" panose="05000000000000000000" pitchFamily="2" charset="2"/>
              <a:buChar char="Ø"/>
            </a:pP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输出：</a:t>
            </a:r>
            <a:r>
              <a:rPr lang="en-US" altLang="zh-CN" b="1" dirty="0">
                <a:solidFill>
                  <a:schemeClr val="tx1"/>
                </a:solidFill>
                <a:cs typeface="Times New Roman" panose="02020603050405020304" pitchFamily="18" charset="0"/>
              </a:rPr>
              <a:t> </a:t>
            </a:r>
          </a:p>
          <a:p>
            <a:pPr lvl="1" eaLnBrk="1" hangingPunct="1">
              <a:buClr>
                <a:schemeClr val="tx1"/>
              </a:buClr>
              <a:buFont typeface="Wingdings" panose="05000000000000000000" pitchFamily="2" charset="2"/>
              <a:buChar char="Ø"/>
            </a:pPr>
            <a:r>
              <a:rPr lang="en-US" altLang="zh-CN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IN</a:t>
            </a:r>
            <a:r>
              <a:rPr lang="en-US" altLang="zh-CN" b="1" dirty="0">
                <a:solidFill>
                  <a:schemeClr val="tx1"/>
                </a:solidFill>
                <a:cs typeface="Times New Roman" panose="02020603050405020304" pitchFamily="18" charset="0"/>
              </a:rPr>
              <a:t>[</a:t>
            </a:r>
            <a:r>
              <a:rPr lang="en-US" altLang="zh-CN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B</a:t>
            </a:r>
            <a:r>
              <a:rPr lang="en-US" altLang="zh-CN" b="1" dirty="0">
                <a:solidFill>
                  <a:schemeClr val="tx1"/>
                </a:solidFill>
                <a:cs typeface="Times New Roman" panose="02020603050405020304" pitchFamily="18" charset="0"/>
              </a:rPr>
              <a:t>]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和</a:t>
            </a:r>
            <a:r>
              <a:rPr lang="en-US" altLang="zh-CN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OUT</a:t>
            </a:r>
            <a:r>
              <a:rPr lang="en-US" altLang="zh-CN" b="1" dirty="0">
                <a:solidFill>
                  <a:schemeClr val="tx1"/>
                </a:solidFill>
                <a:cs typeface="Times New Roman" panose="02020603050405020304" pitchFamily="18" charset="0"/>
              </a:rPr>
              <a:t>[</a:t>
            </a:r>
            <a:r>
              <a:rPr lang="en-US" altLang="zh-CN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B</a:t>
            </a:r>
            <a:r>
              <a:rPr lang="en-US" altLang="zh-CN" b="1" dirty="0">
                <a:solidFill>
                  <a:schemeClr val="tx1"/>
                </a:solidFill>
                <a:cs typeface="Times New Roman" panose="02020603050405020304" pitchFamily="18" charset="0"/>
              </a:rPr>
              <a:t>]</a:t>
            </a:r>
          </a:p>
          <a:p>
            <a:pPr eaLnBrk="1" hangingPunct="1">
              <a:buClr>
                <a:schemeClr val="tx1"/>
              </a:buClr>
              <a:buFont typeface="Wingdings" panose="05000000000000000000" pitchFamily="2" charset="2"/>
              <a:buChar char="Ø"/>
            </a:pP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方法：</a:t>
            </a:r>
            <a:r>
              <a:rPr lang="en-US" altLang="zh-CN" b="1" dirty="0">
                <a:solidFill>
                  <a:schemeClr val="tx1"/>
                </a:solidFill>
                <a:cs typeface="Times New Roman" panose="02020603050405020304" pitchFamily="18" charset="0"/>
              </a:rPr>
              <a:t> </a:t>
            </a:r>
            <a:endParaRPr lang="zh-CN" altLang="en-US" b="1" dirty="0">
              <a:solidFill>
                <a:schemeClr val="tx1"/>
              </a:solidFill>
              <a:cs typeface="Times New Roman" panose="02020603050405020304" pitchFamily="18" charset="0"/>
            </a:endParaRPr>
          </a:p>
        </p:txBody>
      </p:sp>
      <p:sp>
        <p:nvSpPr>
          <p:cNvPr id="151556" name="Rectangle 2">
            <a:extLst>
              <a:ext uri="{FF2B5EF4-FFF2-40B4-BE49-F238E27FC236}">
                <a16:creationId xmlns:a16="http://schemas.microsoft.com/office/drawing/2014/main" id="{8E8F85A1-A9C7-46E7-9AB7-52C1CF1711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计算到达定值的迭代算法</a:t>
            </a:r>
            <a:endParaRPr lang="en-US" altLang="zh-CN" sz="3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408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81408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81408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81408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408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81408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81408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81408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408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81408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81408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81408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408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81408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81408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81408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408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81408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81408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81408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53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0" name="表格 49">
            <a:extLst>
              <a:ext uri="{FF2B5EF4-FFF2-40B4-BE49-F238E27FC236}">
                <a16:creationId xmlns:a16="http://schemas.microsoft.com/office/drawing/2014/main" id="{20FA2F11-BD6C-42E7-89C3-D62249E07D0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957798"/>
              </p:ext>
            </p:extLst>
          </p:nvPr>
        </p:nvGraphicFramePr>
        <p:xfrm>
          <a:off x="7210759" y="3132138"/>
          <a:ext cx="1819275" cy="1798636"/>
        </p:xfrm>
        <a:graphic>
          <a:graphicData uri="http://schemas.openxmlformats.org/drawingml/2006/table">
            <a:tbl>
              <a:tblPr/>
              <a:tblGrid>
                <a:gridCol w="8117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74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2436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0" lang="en-US" altLang="zh-CN" sz="1600" b="1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IN</a:t>
                      </a:r>
                      <a:r>
                        <a:rPr kumimoji="0" lang="en-US" altLang="zh-CN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[</a:t>
                      </a:r>
                      <a:r>
                        <a:rPr kumimoji="0" lang="en-US" altLang="zh-CN" sz="1600" b="1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B</a:t>
                      </a:r>
                      <a:r>
                        <a:rPr kumimoji="0" lang="en-US" altLang="zh-CN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]</a:t>
                      </a:r>
                      <a:r>
                        <a:rPr kumimoji="0" lang="en-US" altLang="zh-CN" sz="1600" b="1" i="0" u="none" strike="noStrike" kern="1200" cap="none" spc="0" normalizeH="0" baseline="3000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3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44" marR="68544" marT="34298" marB="3429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0" lang="en-US" altLang="zh-CN" sz="1600" b="1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OUT</a:t>
                      </a:r>
                      <a:r>
                        <a:rPr kumimoji="0" lang="en-US" altLang="zh-CN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[</a:t>
                      </a:r>
                      <a:r>
                        <a:rPr kumimoji="0" lang="en-US" altLang="zh-CN" sz="1600" b="1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B</a:t>
                      </a:r>
                      <a:r>
                        <a:rPr kumimoji="0" lang="en-US" altLang="zh-CN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]</a:t>
                      </a:r>
                      <a:r>
                        <a:rPr kumimoji="0" lang="en-US" altLang="zh-CN" sz="1600" b="1" i="0" u="none" strike="noStrike" kern="1200" cap="none" spc="0" normalizeH="0" baseline="3000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3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44" marR="68544" marT="34298" marB="3429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724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  <a:defRPr/>
                      </a:pPr>
                      <a:endParaRPr kumimoji="0" lang="zh-CN" altLang="en-US" sz="15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44" marR="68544" marT="34298" marB="3429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5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44" marR="68544" marT="34298" marB="3429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724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5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44" marR="68544" marT="34298" marB="3429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5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44" marR="68544" marT="34298" marB="3429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724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5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44" marR="68544" marT="34298" marB="3429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5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44" marR="68544" marT="34298" marB="3429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724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5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44" marR="68544" marT="34298" marB="3429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5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44" marR="68544" marT="34298" marB="3429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724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5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44" marR="68544" marT="34298" marB="3429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5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44" marR="68544" marT="34298" marB="3429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904568C6-E8FF-4F12-89BF-C2F1A75435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14158756"/>
              </p:ext>
            </p:extLst>
          </p:nvPr>
        </p:nvGraphicFramePr>
        <p:xfrm>
          <a:off x="5321634" y="3133725"/>
          <a:ext cx="1871663" cy="1798641"/>
        </p:xfrm>
        <a:graphic>
          <a:graphicData uri="http://schemas.openxmlformats.org/drawingml/2006/table">
            <a:tbl>
              <a:tblPr/>
              <a:tblGrid>
                <a:gridCol w="8638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78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243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0" lang="en-US" altLang="zh-CN" sz="1600" b="1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IN</a:t>
                      </a:r>
                      <a:r>
                        <a:rPr kumimoji="0" lang="en-US" altLang="zh-CN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[</a:t>
                      </a:r>
                      <a:r>
                        <a:rPr kumimoji="0" lang="en-US" altLang="zh-CN" sz="1600" b="1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B</a:t>
                      </a:r>
                      <a:r>
                        <a:rPr kumimoji="0" lang="en-US" altLang="zh-CN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]</a:t>
                      </a:r>
                      <a:r>
                        <a:rPr kumimoji="0" lang="en-US" altLang="zh-CN" sz="1600" b="1" i="0" u="none" strike="noStrike" kern="1200" cap="none" spc="0" normalizeH="0" baseline="3000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2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67" marR="68567" marT="34298" marB="3429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0" lang="en-US" altLang="zh-CN" sz="1600" b="1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OUT</a:t>
                      </a:r>
                      <a:r>
                        <a:rPr kumimoji="0" lang="en-US" altLang="zh-CN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[</a:t>
                      </a:r>
                      <a:r>
                        <a:rPr kumimoji="0" lang="en-US" altLang="zh-CN" sz="1600" b="1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B</a:t>
                      </a:r>
                      <a:r>
                        <a:rPr kumimoji="0" lang="en-US" altLang="zh-CN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]</a:t>
                      </a:r>
                      <a:r>
                        <a:rPr kumimoji="0" lang="en-US" altLang="zh-CN" sz="1600" b="1" i="0" u="none" strike="noStrike" kern="1200" cap="none" spc="0" normalizeH="0" baseline="3000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2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67" marR="68567" marT="34298" marB="3429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7241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  <a:defRPr/>
                      </a:pPr>
                      <a:endParaRPr kumimoji="0" lang="zh-CN" altLang="en-US" sz="15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67" marR="68567" marT="34298" marB="3429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5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67" marR="68567" marT="34298" marB="3429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7241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5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67" marR="68567" marT="34298" marB="3429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5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67" marR="68567" marT="34298" marB="3429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7241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5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67" marR="68567" marT="34298" marB="3429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5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67" marR="68567" marT="34298" marB="3429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7241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5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67" marR="68567" marT="34298" marB="3429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5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67" marR="68567" marT="34298" marB="3429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7241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5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67" marR="68567" marT="34298" marB="3429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5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67" marR="68567" marT="34298" marB="3429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072C903C-DCFC-4939-874F-994DB20C251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7517886"/>
              </p:ext>
            </p:extLst>
          </p:nvPr>
        </p:nvGraphicFramePr>
        <p:xfrm>
          <a:off x="3475372" y="3133725"/>
          <a:ext cx="1828800" cy="1798641"/>
        </p:xfrm>
        <a:graphic>
          <a:graphicData uri="http://schemas.openxmlformats.org/drawingml/2006/table">
            <a:tbl>
              <a:tblPr/>
              <a:tblGrid>
                <a:gridCol w="8925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362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243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0" lang="en-US" altLang="zh-CN" sz="1600" b="1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IN</a:t>
                      </a:r>
                      <a:r>
                        <a:rPr kumimoji="0" lang="en-US" altLang="zh-CN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[</a:t>
                      </a:r>
                      <a:r>
                        <a:rPr kumimoji="0" lang="en-US" altLang="zh-CN" sz="1600" b="1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B</a:t>
                      </a:r>
                      <a:r>
                        <a:rPr kumimoji="0" lang="en-US" altLang="zh-CN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]</a:t>
                      </a:r>
                      <a:r>
                        <a:rPr kumimoji="0" lang="en-US" altLang="zh-CN" sz="1600" b="1" i="0" u="none" strike="noStrike" kern="1200" cap="none" spc="0" normalizeH="0" baseline="3000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1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99" marR="68599" marT="34298" marB="3429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0" lang="en-US" altLang="zh-CN" sz="1600" b="1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OUT</a:t>
                      </a:r>
                      <a:r>
                        <a:rPr kumimoji="0" lang="en-US" altLang="zh-CN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[</a:t>
                      </a:r>
                      <a:r>
                        <a:rPr kumimoji="0" lang="en-US" altLang="zh-CN" sz="1600" b="1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B</a:t>
                      </a:r>
                      <a:r>
                        <a:rPr kumimoji="0" lang="en-US" altLang="zh-CN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]</a:t>
                      </a:r>
                      <a:r>
                        <a:rPr kumimoji="0" lang="en-US" altLang="zh-CN" sz="1600" b="1" i="0" u="none" strike="noStrike" kern="1200" cap="none" spc="0" normalizeH="0" baseline="3000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1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99" marR="68599" marT="34298" marB="3429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7241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5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99" marR="68599" marT="34298" marB="3429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5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99" marR="68599" marT="34298" marB="3429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7241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5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99" marR="68599" marT="34298" marB="3429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5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99" marR="68599" marT="34298" marB="3429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7241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5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99" marR="68599" marT="34298" marB="3429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5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99" marR="68599" marT="34298" marB="3429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7241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5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99" marR="68599" marT="34298" marB="3429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5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99" marR="68599" marT="34298" marB="3429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7241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5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99" marR="68599" marT="34298" marB="3429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5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99" marR="68599" marT="34298" marB="3429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23" name="Group 182">
            <a:extLst>
              <a:ext uri="{FF2B5EF4-FFF2-40B4-BE49-F238E27FC236}">
                <a16:creationId xmlns:a16="http://schemas.microsoft.com/office/drawing/2014/main" id="{EA117438-2C71-4C29-AEBF-D6ED8CF68D6F}"/>
              </a:ext>
            </a:extLst>
          </p:cNvPr>
          <p:cNvGraphicFramePr>
            <a:graphicFrameLocks noGrp="1"/>
          </p:cNvGraphicFramePr>
          <p:nvPr/>
        </p:nvGraphicFramePr>
        <p:xfrm>
          <a:off x="1835150" y="3133725"/>
          <a:ext cx="1619250" cy="1798641"/>
        </p:xfrm>
        <a:graphic>
          <a:graphicData uri="http://schemas.openxmlformats.org/drawingml/2006/table">
            <a:tbl>
              <a:tblPr/>
              <a:tblGrid>
                <a:gridCol w="64857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70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243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1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B</a:t>
                      </a:r>
                      <a:endParaRPr kumimoji="0" lang="en-US" altLang="zh-CN" sz="16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640" marR="68640" marT="34298" marB="3429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1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OUT</a:t>
                      </a:r>
                      <a:r>
                        <a:rPr kumimoji="0" lang="en-US" altLang="zh-CN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[</a:t>
                      </a:r>
                      <a:r>
                        <a:rPr kumimoji="0" lang="en-US" altLang="zh-CN" sz="1600" b="1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B</a:t>
                      </a:r>
                      <a:r>
                        <a:rPr kumimoji="0" lang="en-US" altLang="zh-CN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]</a:t>
                      </a:r>
                      <a:r>
                        <a:rPr kumimoji="0" lang="en-US" altLang="zh-CN" sz="1600" b="1" i="0" u="none" strike="noStrike" cap="none" normalizeH="0" baseline="30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0</a:t>
                      </a:r>
                      <a:endParaRPr kumimoji="0" lang="en-US" altLang="zh-CN" sz="1000" b="1" i="0" u="none" strike="noStrike" cap="none" normalizeH="0" baseline="30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640" marR="68640" marT="34298" marB="3429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7241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500" b="1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B</a:t>
                      </a:r>
                      <a:r>
                        <a:rPr kumimoji="0" lang="en-US" altLang="zh-CN" sz="1500" b="1" i="1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1</a:t>
                      </a:r>
                    </a:p>
                  </a:txBody>
                  <a:tcPr marL="68640" marR="68640" marT="34298" marB="3429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5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000  0000</a:t>
                      </a:r>
                      <a:endParaRPr kumimoji="0" lang="zh-CN" altLang="en-US" sz="15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640" marR="68640" marT="34298" marB="3429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7241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500" b="1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B</a:t>
                      </a:r>
                      <a:r>
                        <a:rPr kumimoji="0" lang="en-US" altLang="zh-CN" sz="1500" b="1" i="1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2</a:t>
                      </a:r>
                      <a:endParaRPr kumimoji="0" lang="zh-CN" altLang="en-US" sz="1500" b="1" i="1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640" marR="68640" marT="34298" marB="3429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5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000  0000</a:t>
                      </a:r>
                      <a:endParaRPr kumimoji="0" lang="zh-CN" altLang="en-US" sz="15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640" marR="68640" marT="34298" marB="3429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7241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500" b="1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B</a:t>
                      </a:r>
                      <a:r>
                        <a:rPr kumimoji="0" lang="en-US" altLang="zh-CN" sz="1500" b="1" i="1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3</a:t>
                      </a:r>
                      <a:endParaRPr kumimoji="0" lang="zh-CN" altLang="en-US" sz="1500" b="1" i="1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640" marR="68640" marT="34298" marB="3429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5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000  0000</a:t>
                      </a:r>
                      <a:endParaRPr kumimoji="0" lang="zh-CN" altLang="en-US" sz="15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640" marR="68640" marT="34298" marB="3429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7241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500" b="1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B</a:t>
                      </a:r>
                      <a:r>
                        <a:rPr kumimoji="0" lang="en-US" altLang="zh-CN" sz="1500" b="1" i="1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4</a:t>
                      </a:r>
                      <a:endParaRPr kumimoji="0" lang="zh-CN" altLang="en-US" sz="1500" b="1" i="1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640" marR="68640" marT="34298" marB="3429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5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000  0000</a:t>
                      </a:r>
                      <a:endParaRPr kumimoji="0" lang="zh-CN" altLang="en-US" sz="15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640" marR="68640" marT="34298" marB="3429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7241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500" b="1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EXIT</a:t>
                      </a:r>
                      <a:endParaRPr kumimoji="0" lang="zh-CN" altLang="en-US" sz="1500" b="1" i="1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640" marR="68640" marT="34298" marB="3429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5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000  0000</a:t>
                      </a:r>
                      <a:endParaRPr kumimoji="0" lang="zh-CN" altLang="en-US" sz="15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640" marR="68640" marT="34298" marB="3429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76130" name="矩形 1">
            <a:extLst>
              <a:ext uri="{FF2B5EF4-FFF2-40B4-BE49-F238E27FC236}">
                <a16:creationId xmlns:a16="http://schemas.microsoft.com/office/drawing/2014/main" id="{5D77069F-70C9-41E4-ADD4-8A3643952C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29113" y="306388"/>
            <a:ext cx="4392612" cy="196215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lIns="68580" tIns="34290" rIns="68580" bIns="34290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marL="0" lvl="1" indent="0" eaLnBrk="1" hangingPunct="1">
              <a:spcBef>
                <a:spcPct val="2000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1500" i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OUT</a:t>
            </a:r>
            <a:r>
              <a:rPr lang="en-US" altLang="zh-CN" sz="15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[</a:t>
            </a:r>
            <a:r>
              <a:rPr lang="en-US" altLang="zh-CN" sz="1500" i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ENTRY</a:t>
            </a:r>
            <a:r>
              <a:rPr lang="en-US" altLang="zh-CN" sz="15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] = </a:t>
            </a:r>
            <a:r>
              <a:rPr lang="el-GR" altLang="zh-CN" sz="1500" i="1" dirty="0"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Φ</a:t>
            </a:r>
            <a:r>
              <a:rPr lang="en-US" altLang="zh-CN" sz="15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;</a:t>
            </a:r>
          </a:p>
          <a:p>
            <a:pPr eaLnBrk="1" hangingPunct="1">
              <a:spcBef>
                <a:spcPct val="2000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1500" dirty="0">
                <a:solidFill>
                  <a:srgbClr val="0000FF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for</a:t>
            </a:r>
            <a:r>
              <a:rPr lang="en-US" altLang="zh-CN" sz="15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 (</a:t>
            </a:r>
            <a:r>
              <a:rPr lang="zh-CN" altLang="en-US" sz="15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除</a:t>
            </a:r>
            <a:r>
              <a:rPr lang="en-US" altLang="zh-CN" sz="1500" i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ENTRY</a:t>
            </a:r>
            <a:r>
              <a:rPr lang="zh-CN" altLang="en-US" sz="15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之外的</a:t>
            </a:r>
            <a:r>
              <a:rPr lang="zh-CN" altLang="en-US" sz="1500" dirty="0">
                <a:solidFill>
                  <a:srgbClr val="0000FF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每个基本块</a:t>
            </a:r>
            <a:r>
              <a:rPr lang="en-US" altLang="zh-CN" sz="1500" i="1" dirty="0">
                <a:solidFill>
                  <a:srgbClr val="0000FF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B</a:t>
            </a:r>
            <a:r>
              <a:rPr lang="en-US" altLang="zh-CN" sz="15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) </a:t>
            </a:r>
            <a:r>
              <a:rPr lang="en-US" altLang="zh-CN" sz="1500" i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OUT</a:t>
            </a:r>
            <a:r>
              <a:rPr lang="en-US" altLang="zh-CN" sz="15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[</a:t>
            </a:r>
            <a:r>
              <a:rPr lang="en-US" altLang="zh-CN" sz="1500" i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B</a:t>
            </a:r>
            <a:r>
              <a:rPr lang="en-US" altLang="zh-CN" sz="15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] = </a:t>
            </a:r>
            <a:r>
              <a:rPr lang="el-GR" altLang="zh-CN" sz="1500" dirty="0"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Φ</a:t>
            </a:r>
            <a:r>
              <a:rPr lang="en-US" altLang="zh-CN" sz="15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;</a:t>
            </a:r>
          </a:p>
          <a:p>
            <a:pPr eaLnBrk="1" hangingPunct="1">
              <a:spcBef>
                <a:spcPct val="2000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1500" dirty="0">
                <a:solidFill>
                  <a:srgbClr val="0000FF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while</a:t>
            </a:r>
            <a:r>
              <a:rPr lang="en-US" altLang="zh-CN" sz="15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 (</a:t>
            </a:r>
            <a:r>
              <a:rPr lang="zh-CN" altLang="en-US" sz="1500" dirty="0">
                <a:solidFill>
                  <a:srgbClr val="0000FF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某个</a:t>
            </a:r>
            <a:r>
              <a:rPr lang="en-US" altLang="zh-CN" sz="1500" i="1" dirty="0">
                <a:solidFill>
                  <a:srgbClr val="0000FF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OUT</a:t>
            </a:r>
            <a:r>
              <a:rPr lang="zh-CN" altLang="en-US" sz="1500" dirty="0">
                <a:solidFill>
                  <a:srgbClr val="0000FF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值发生了改变</a:t>
            </a:r>
            <a:r>
              <a:rPr lang="en-US" altLang="zh-CN" sz="15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)</a:t>
            </a:r>
          </a:p>
          <a:p>
            <a:pPr eaLnBrk="1" hangingPunct="1">
              <a:spcBef>
                <a:spcPct val="2000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15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     </a:t>
            </a:r>
            <a:r>
              <a:rPr lang="en-US" altLang="zh-CN" sz="1500" dirty="0">
                <a:solidFill>
                  <a:srgbClr val="0000FF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for</a:t>
            </a:r>
            <a:r>
              <a:rPr lang="en-US" altLang="zh-CN" sz="15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 (</a:t>
            </a:r>
            <a:r>
              <a:rPr lang="zh-CN" altLang="en-US" sz="15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除</a:t>
            </a:r>
            <a:r>
              <a:rPr lang="en-US" altLang="zh-CN" sz="1500" i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ENTRY</a:t>
            </a:r>
            <a:r>
              <a:rPr lang="zh-CN" altLang="en-US" sz="15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之外的</a:t>
            </a:r>
            <a:r>
              <a:rPr lang="zh-CN" altLang="en-US" sz="1500" dirty="0">
                <a:solidFill>
                  <a:srgbClr val="0000FF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每个基本块</a:t>
            </a:r>
            <a:r>
              <a:rPr lang="en-US" altLang="zh-CN" sz="1500" i="1" dirty="0">
                <a:solidFill>
                  <a:srgbClr val="0000FF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B</a:t>
            </a:r>
            <a:r>
              <a:rPr lang="en-US" altLang="zh-CN" sz="15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) {</a:t>
            </a:r>
          </a:p>
          <a:p>
            <a:pPr eaLnBrk="1" hangingPunct="1">
              <a:spcBef>
                <a:spcPct val="2000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1500" i="1" dirty="0"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          </a:t>
            </a:r>
            <a:r>
              <a:rPr lang="en-US" altLang="zh-CN" sz="1500" i="1" dirty="0">
                <a:solidFill>
                  <a:srgbClr val="FF0000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IN</a:t>
            </a:r>
            <a:r>
              <a:rPr lang="en-US" altLang="zh-CN" sz="1500" dirty="0">
                <a:solidFill>
                  <a:srgbClr val="FF0000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[</a:t>
            </a:r>
            <a:r>
              <a:rPr lang="en-US" altLang="zh-CN" sz="1500" i="1" dirty="0">
                <a:solidFill>
                  <a:srgbClr val="FF0000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B</a:t>
            </a:r>
            <a:r>
              <a:rPr lang="en-US" altLang="zh-CN" sz="1500" dirty="0">
                <a:solidFill>
                  <a:srgbClr val="FF0000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]</a:t>
            </a:r>
            <a:r>
              <a:rPr lang="en-US" altLang="zh-CN" sz="1500" dirty="0">
                <a:solidFill>
                  <a:srgbClr val="FF0000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= ∪</a:t>
            </a:r>
            <a:r>
              <a:rPr lang="en-US" altLang="zh-CN" sz="1500" i="1" baseline="-30000" dirty="0">
                <a:solidFill>
                  <a:srgbClr val="FF0000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P</a:t>
            </a:r>
            <a:r>
              <a:rPr lang="zh-CN" altLang="en-US" sz="1500" baseline="-30000" dirty="0">
                <a:solidFill>
                  <a:srgbClr val="FF0000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是</a:t>
            </a:r>
            <a:r>
              <a:rPr lang="en-US" altLang="zh-CN" sz="1500" i="1" baseline="-30000" dirty="0">
                <a:solidFill>
                  <a:srgbClr val="FF0000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B</a:t>
            </a:r>
            <a:r>
              <a:rPr lang="zh-CN" altLang="en-US" sz="1500" baseline="-30000" dirty="0">
                <a:solidFill>
                  <a:srgbClr val="FF0000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的一个前驱</a:t>
            </a:r>
            <a:r>
              <a:rPr lang="en-US" altLang="zh-CN" sz="1500" i="1" dirty="0">
                <a:solidFill>
                  <a:srgbClr val="FF0000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OUT</a:t>
            </a:r>
            <a:r>
              <a:rPr lang="en-US" altLang="zh-CN" sz="1500" dirty="0">
                <a:solidFill>
                  <a:srgbClr val="FF0000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[</a:t>
            </a:r>
            <a:r>
              <a:rPr lang="en-US" altLang="zh-CN" sz="1500" i="1" dirty="0">
                <a:solidFill>
                  <a:srgbClr val="FF0000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P</a:t>
            </a:r>
            <a:r>
              <a:rPr lang="en-US" altLang="zh-CN" sz="1500" dirty="0">
                <a:solidFill>
                  <a:srgbClr val="FF0000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]</a:t>
            </a:r>
            <a:r>
              <a:rPr lang="en-US" altLang="zh-CN" sz="1500" dirty="0">
                <a:solidFill>
                  <a:srgbClr val="FF0000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;</a:t>
            </a:r>
          </a:p>
          <a:p>
            <a:pPr marL="0" lvl="1" indent="0" eaLnBrk="1" hangingPunct="1">
              <a:spcBef>
                <a:spcPct val="2000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1500" i="1" dirty="0">
                <a:solidFill>
                  <a:srgbClr val="FF0000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          OUT</a:t>
            </a:r>
            <a:r>
              <a:rPr lang="en-US" altLang="zh-CN" sz="1500" dirty="0">
                <a:solidFill>
                  <a:srgbClr val="FF0000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[</a:t>
            </a:r>
            <a:r>
              <a:rPr lang="en-US" altLang="zh-CN" sz="1500" i="1" dirty="0">
                <a:solidFill>
                  <a:srgbClr val="FF0000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B</a:t>
            </a:r>
            <a:r>
              <a:rPr lang="en-US" altLang="zh-CN" sz="1500" dirty="0">
                <a:solidFill>
                  <a:srgbClr val="FF0000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] = </a:t>
            </a:r>
            <a:r>
              <a:rPr lang="en-US" altLang="zh-CN" sz="1500" i="1" dirty="0" err="1">
                <a:solidFill>
                  <a:srgbClr val="FF0000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gen</a:t>
            </a:r>
            <a:r>
              <a:rPr lang="en-US" altLang="zh-CN" sz="1500" i="1" baseline="-30000" dirty="0" err="1">
                <a:solidFill>
                  <a:srgbClr val="FF0000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B</a:t>
            </a:r>
            <a:r>
              <a:rPr lang="en-US" altLang="zh-CN" sz="1500" i="1" baseline="-30000" dirty="0">
                <a:solidFill>
                  <a:srgbClr val="FF0000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 </a:t>
            </a:r>
            <a:r>
              <a:rPr lang="en-US" altLang="zh-CN" sz="1500" dirty="0">
                <a:solidFill>
                  <a:srgbClr val="FF0000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∪( </a:t>
            </a:r>
            <a:r>
              <a:rPr lang="en-US" altLang="zh-CN" sz="1500" i="1" dirty="0">
                <a:solidFill>
                  <a:srgbClr val="FF0000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IN</a:t>
            </a:r>
            <a:r>
              <a:rPr lang="en-US" altLang="zh-CN" sz="1500" dirty="0">
                <a:solidFill>
                  <a:srgbClr val="FF0000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[</a:t>
            </a:r>
            <a:r>
              <a:rPr lang="en-US" altLang="zh-CN" sz="1500" i="1" dirty="0">
                <a:solidFill>
                  <a:srgbClr val="FF0000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B</a:t>
            </a:r>
            <a:r>
              <a:rPr lang="en-US" altLang="zh-CN" sz="1500" dirty="0">
                <a:solidFill>
                  <a:srgbClr val="FF0000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]</a:t>
            </a:r>
            <a:r>
              <a:rPr lang="en-US" altLang="zh-CN" sz="1500" i="1" dirty="0">
                <a:solidFill>
                  <a:srgbClr val="FF0000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-</a:t>
            </a:r>
            <a:r>
              <a:rPr lang="en-US" altLang="zh-CN" sz="1500" i="1" dirty="0" err="1">
                <a:solidFill>
                  <a:srgbClr val="FF0000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kill</a:t>
            </a:r>
            <a:r>
              <a:rPr lang="en-US" altLang="zh-CN" sz="1500" i="1" baseline="-30000" dirty="0" err="1">
                <a:solidFill>
                  <a:srgbClr val="FF0000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B</a:t>
            </a:r>
            <a:r>
              <a:rPr lang="en-US" altLang="zh-CN" sz="1500" i="1" baseline="-30000" dirty="0">
                <a:solidFill>
                  <a:srgbClr val="FF0000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 </a:t>
            </a:r>
            <a:r>
              <a:rPr lang="en-US" altLang="zh-CN" sz="1500" dirty="0">
                <a:solidFill>
                  <a:srgbClr val="FF0000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)</a:t>
            </a:r>
          </a:p>
          <a:p>
            <a:pPr marL="0" lvl="1" indent="0" eaLnBrk="1" hangingPunct="1">
              <a:spcBef>
                <a:spcPct val="2000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15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     }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FA933EFD-B2C6-4B81-9A6E-1278B7A5DE42}"/>
              </a:ext>
            </a:extLst>
          </p:cNvPr>
          <p:cNvSpPr/>
          <p:nvPr/>
        </p:nvSpPr>
        <p:spPr>
          <a:xfrm>
            <a:off x="2063750" y="293688"/>
            <a:ext cx="2181225" cy="2673350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lIns="68580" tIns="34290" rIns="68580" bIns="34290">
            <a:spAutoFit/>
          </a:bodyPr>
          <a:lstStyle/>
          <a:p>
            <a:pPr eaLnBrk="1" hangingPunct="1">
              <a:spcBef>
                <a:spcPct val="20000"/>
              </a:spcBef>
              <a:buClr>
                <a:srgbClr val="3333CC"/>
              </a:buClr>
              <a:buSzPct val="60000"/>
              <a:defRPr/>
            </a:pPr>
            <a:r>
              <a:rPr lang="en-US" altLang="zh-CN" i="1" kern="0" dirty="0"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gen</a:t>
            </a:r>
            <a:r>
              <a:rPr lang="en-US" altLang="zh-CN" i="1" kern="0" baseline="-25000" dirty="0"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B1</a:t>
            </a:r>
            <a:r>
              <a:rPr lang="en-US" altLang="zh-CN" kern="0" dirty="0"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={ </a:t>
            </a:r>
            <a:r>
              <a:rPr lang="en-US" altLang="zh-CN" i="1" kern="0" dirty="0"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d</a:t>
            </a:r>
            <a:r>
              <a:rPr lang="en-US" altLang="zh-CN" i="1" kern="0" baseline="-25000" dirty="0"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1</a:t>
            </a:r>
            <a:r>
              <a:rPr lang="en-US" altLang="zh-CN" kern="0" dirty="0"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, </a:t>
            </a:r>
            <a:r>
              <a:rPr lang="en-US" altLang="zh-CN" i="1" kern="0" dirty="0"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d</a:t>
            </a:r>
            <a:r>
              <a:rPr lang="en-US" altLang="zh-CN" i="1" kern="0" baseline="-25000" dirty="0"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2</a:t>
            </a:r>
            <a:r>
              <a:rPr lang="en-US" altLang="zh-CN" kern="0" dirty="0"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, </a:t>
            </a:r>
            <a:r>
              <a:rPr lang="en-US" altLang="zh-CN" i="1" kern="0" dirty="0"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d</a:t>
            </a:r>
            <a:r>
              <a:rPr lang="en-US" altLang="zh-CN" i="1" kern="0" baseline="-25000" dirty="0"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3 </a:t>
            </a:r>
            <a:r>
              <a:rPr lang="en-US" altLang="zh-CN" kern="0" dirty="0"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}</a:t>
            </a:r>
          </a:p>
          <a:p>
            <a:pPr eaLnBrk="1" hangingPunct="1">
              <a:spcBef>
                <a:spcPct val="20000"/>
              </a:spcBef>
              <a:buClr>
                <a:srgbClr val="3333CC"/>
              </a:buClr>
              <a:buSzPct val="60000"/>
              <a:defRPr/>
            </a:pPr>
            <a:r>
              <a:rPr lang="en-US" altLang="zh-CN" i="1" kern="0" dirty="0"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kill</a:t>
            </a:r>
            <a:r>
              <a:rPr lang="en-US" altLang="zh-CN" i="1" kern="0" baseline="-25000" dirty="0"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B1</a:t>
            </a:r>
            <a:r>
              <a:rPr lang="en-US" altLang="zh-CN" kern="0" dirty="0"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={ </a:t>
            </a:r>
            <a:r>
              <a:rPr lang="en-US" altLang="zh-CN" i="1" kern="0" dirty="0"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d</a:t>
            </a:r>
            <a:r>
              <a:rPr lang="en-US" altLang="zh-CN" i="1" kern="0" baseline="-25000" dirty="0"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4</a:t>
            </a:r>
            <a:r>
              <a:rPr lang="en-US" altLang="zh-CN" kern="0" dirty="0"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, </a:t>
            </a:r>
            <a:r>
              <a:rPr lang="en-US" altLang="zh-CN" i="1" kern="0" dirty="0"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d</a:t>
            </a:r>
            <a:r>
              <a:rPr lang="en-US" altLang="zh-CN" i="1" kern="0" baseline="-25000" dirty="0"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5</a:t>
            </a:r>
            <a:r>
              <a:rPr lang="en-US" altLang="zh-CN" kern="0" dirty="0"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, </a:t>
            </a:r>
            <a:r>
              <a:rPr lang="en-US" altLang="zh-CN" i="1" kern="0" dirty="0"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d</a:t>
            </a:r>
            <a:r>
              <a:rPr lang="en-US" altLang="zh-CN" i="1" kern="0" baseline="-25000" dirty="0"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6</a:t>
            </a:r>
            <a:r>
              <a:rPr lang="en-US" altLang="zh-CN" kern="0" dirty="0"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, </a:t>
            </a:r>
            <a:r>
              <a:rPr lang="en-US" altLang="zh-CN" i="1" kern="0" dirty="0"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d</a:t>
            </a:r>
            <a:r>
              <a:rPr lang="en-US" altLang="zh-CN" i="1" kern="0" baseline="-25000" dirty="0"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7</a:t>
            </a:r>
            <a:r>
              <a:rPr lang="en-US" altLang="zh-CN" kern="0" baseline="-25000" dirty="0"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 </a:t>
            </a:r>
            <a:r>
              <a:rPr lang="en-US" altLang="zh-CN" kern="0" dirty="0"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}</a:t>
            </a:r>
            <a:endParaRPr lang="en-US" altLang="zh-CN" i="1" kern="0" dirty="0">
              <a:latin typeface="Times New Roman" pitchFamily="18" charset="0"/>
              <a:ea typeface="楷体_GB2312" pitchFamily="49" charset="-122"/>
              <a:cs typeface="Times New Roman" pitchFamily="18" charset="0"/>
            </a:endParaRPr>
          </a:p>
          <a:p>
            <a:pPr eaLnBrk="1" hangingPunct="1">
              <a:spcBef>
                <a:spcPct val="20000"/>
              </a:spcBef>
              <a:buClr>
                <a:srgbClr val="3333CC"/>
              </a:buClr>
              <a:buSzPct val="60000"/>
              <a:defRPr/>
            </a:pPr>
            <a:r>
              <a:rPr lang="en-US" altLang="zh-CN" i="1" kern="0" dirty="0"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gen</a:t>
            </a:r>
            <a:r>
              <a:rPr lang="en-US" altLang="zh-CN" i="1" kern="0" baseline="-25000" dirty="0"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B2</a:t>
            </a:r>
            <a:r>
              <a:rPr lang="en-US" altLang="zh-CN" kern="0" dirty="0"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={ </a:t>
            </a:r>
            <a:r>
              <a:rPr lang="en-US" altLang="zh-CN" i="1" kern="0" dirty="0"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d</a:t>
            </a:r>
            <a:r>
              <a:rPr lang="en-US" altLang="zh-CN" i="1" kern="0" baseline="-25000" dirty="0"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4</a:t>
            </a:r>
            <a:r>
              <a:rPr lang="en-US" altLang="zh-CN" kern="0" dirty="0"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, </a:t>
            </a:r>
            <a:r>
              <a:rPr lang="en-US" altLang="zh-CN" i="1" kern="0" dirty="0"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d</a:t>
            </a:r>
            <a:r>
              <a:rPr lang="en-US" altLang="zh-CN" i="1" kern="0" baseline="-25000" dirty="0"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5</a:t>
            </a:r>
            <a:r>
              <a:rPr lang="en-US" altLang="zh-CN" kern="0" baseline="-25000" dirty="0"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 </a:t>
            </a:r>
            <a:r>
              <a:rPr lang="en-US" altLang="zh-CN" kern="0" dirty="0"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}</a:t>
            </a:r>
          </a:p>
          <a:p>
            <a:pPr eaLnBrk="1" hangingPunct="1">
              <a:spcBef>
                <a:spcPct val="20000"/>
              </a:spcBef>
              <a:buClr>
                <a:srgbClr val="3333CC"/>
              </a:buClr>
              <a:buSzPct val="60000"/>
              <a:defRPr/>
            </a:pPr>
            <a:r>
              <a:rPr lang="en-US" altLang="zh-CN" i="1" kern="0" dirty="0"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kill</a:t>
            </a:r>
            <a:r>
              <a:rPr lang="en-US" altLang="zh-CN" i="1" kern="0" baseline="-25000" dirty="0"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B2</a:t>
            </a:r>
            <a:r>
              <a:rPr lang="en-US" altLang="zh-CN" kern="0" dirty="0"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={ </a:t>
            </a:r>
            <a:r>
              <a:rPr lang="en-US" altLang="zh-CN" i="1" kern="0" dirty="0"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d</a:t>
            </a:r>
            <a:r>
              <a:rPr lang="en-US" altLang="zh-CN" i="1" kern="0" baseline="-25000" dirty="0"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1</a:t>
            </a:r>
            <a:r>
              <a:rPr lang="en-US" altLang="zh-CN" kern="0" dirty="0"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, </a:t>
            </a:r>
            <a:r>
              <a:rPr lang="en-US" altLang="zh-CN" i="1" kern="0" dirty="0"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d</a:t>
            </a:r>
            <a:r>
              <a:rPr lang="en-US" altLang="zh-CN" i="1" kern="0" baseline="-25000" dirty="0"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2</a:t>
            </a:r>
            <a:r>
              <a:rPr lang="en-US" altLang="zh-CN" kern="0" dirty="0"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, </a:t>
            </a:r>
            <a:r>
              <a:rPr lang="en-US" altLang="zh-CN" i="1" kern="0" dirty="0"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d</a:t>
            </a:r>
            <a:r>
              <a:rPr lang="en-US" altLang="zh-CN" i="1" kern="0" baseline="-25000" dirty="0"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7</a:t>
            </a:r>
            <a:r>
              <a:rPr lang="en-US" altLang="zh-CN" kern="0" baseline="-25000" dirty="0"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 </a:t>
            </a:r>
            <a:r>
              <a:rPr lang="en-US" altLang="zh-CN" kern="0" dirty="0"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}</a:t>
            </a:r>
            <a:endParaRPr lang="en-US" altLang="zh-CN" i="1" kern="0" dirty="0">
              <a:latin typeface="Times New Roman" pitchFamily="18" charset="0"/>
              <a:ea typeface="楷体_GB2312" pitchFamily="49" charset="-122"/>
              <a:cs typeface="Times New Roman" pitchFamily="18" charset="0"/>
            </a:endParaRPr>
          </a:p>
          <a:p>
            <a:pPr eaLnBrk="1" hangingPunct="1">
              <a:spcBef>
                <a:spcPct val="20000"/>
              </a:spcBef>
              <a:buClr>
                <a:srgbClr val="3333CC"/>
              </a:buClr>
              <a:buSzPct val="60000"/>
              <a:defRPr/>
            </a:pPr>
            <a:r>
              <a:rPr lang="en-US" altLang="zh-CN" i="1" kern="0" dirty="0"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gen</a:t>
            </a:r>
            <a:r>
              <a:rPr lang="en-US" altLang="zh-CN" i="1" kern="0" baseline="-25000" dirty="0"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B3</a:t>
            </a:r>
            <a:r>
              <a:rPr lang="en-US" altLang="zh-CN" kern="0" dirty="0"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={ </a:t>
            </a:r>
            <a:r>
              <a:rPr lang="en-US" altLang="zh-CN" i="1" kern="0" dirty="0"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d</a:t>
            </a:r>
            <a:r>
              <a:rPr lang="en-US" altLang="zh-CN" i="1" kern="0" baseline="-25000" dirty="0"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6</a:t>
            </a:r>
            <a:r>
              <a:rPr lang="en-US" altLang="zh-CN" kern="0" baseline="-25000" dirty="0"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 </a:t>
            </a:r>
            <a:r>
              <a:rPr lang="en-US" altLang="zh-CN" kern="0" dirty="0"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}</a:t>
            </a:r>
          </a:p>
          <a:p>
            <a:pPr eaLnBrk="1" hangingPunct="1">
              <a:spcBef>
                <a:spcPct val="20000"/>
              </a:spcBef>
              <a:buClr>
                <a:srgbClr val="3333CC"/>
              </a:buClr>
              <a:buSzPct val="60000"/>
              <a:defRPr/>
            </a:pPr>
            <a:r>
              <a:rPr lang="en-US" altLang="zh-CN" i="1" kern="0" dirty="0"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kill</a:t>
            </a:r>
            <a:r>
              <a:rPr lang="en-US" altLang="zh-CN" i="1" kern="0" baseline="-25000" dirty="0"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B3</a:t>
            </a:r>
            <a:r>
              <a:rPr lang="en-US" altLang="zh-CN" kern="0" dirty="0"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={ </a:t>
            </a:r>
            <a:r>
              <a:rPr lang="en-US" altLang="zh-CN" i="1" kern="0" dirty="0"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d</a:t>
            </a:r>
            <a:r>
              <a:rPr lang="en-US" altLang="zh-CN" i="1" kern="0" baseline="-25000" dirty="0"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3</a:t>
            </a:r>
            <a:r>
              <a:rPr lang="en-US" altLang="zh-CN" kern="0" baseline="-25000" dirty="0"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 </a:t>
            </a:r>
            <a:r>
              <a:rPr lang="en-US" altLang="zh-CN" kern="0" dirty="0"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}</a:t>
            </a:r>
            <a:endParaRPr lang="en-US" altLang="zh-CN" i="1" kern="0" dirty="0">
              <a:latin typeface="Times New Roman" pitchFamily="18" charset="0"/>
              <a:ea typeface="楷体_GB2312" pitchFamily="49" charset="-122"/>
              <a:cs typeface="Times New Roman" pitchFamily="18" charset="0"/>
            </a:endParaRPr>
          </a:p>
          <a:p>
            <a:pPr eaLnBrk="1" hangingPunct="1">
              <a:spcBef>
                <a:spcPct val="20000"/>
              </a:spcBef>
              <a:buClr>
                <a:srgbClr val="3333CC"/>
              </a:buClr>
              <a:buSzPct val="60000"/>
              <a:defRPr/>
            </a:pPr>
            <a:r>
              <a:rPr lang="en-US" altLang="zh-CN" i="1" kern="0" dirty="0"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gen</a:t>
            </a:r>
            <a:r>
              <a:rPr lang="en-US" altLang="zh-CN" i="1" kern="0" baseline="-25000" dirty="0"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B4</a:t>
            </a:r>
            <a:r>
              <a:rPr lang="en-US" altLang="zh-CN" kern="0" dirty="0"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={ </a:t>
            </a:r>
            <a:r>
              <a:rPr lang="en-US" altLang="zh-CN" i="1" kern="0" dirty="0"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d</a:t>
            </a:r>
            <a:r>
              <a:rPr lang="en-US" altLang="zh-CN" i="1" kern="0" baseline="-25000" dirty="0"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7</a:t>
            </a:r>
            <a:r>
              <a:rPr lang="en-US" altLang="zh-CN" kern="0" baseline="-25000" dirty="0"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 </a:t>
            </a:r>
            <a:r>
              <a:rPr lang="en-US" altLang="zh-CN" kern="0" dirty="0"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}</a:t>
            </a:r>
          </a:p>
          <a:p>
            <a:pPr eaLnBrk="1" hangingPunct="1">
              <a:spcBef>
                <a:spcPct val="20000"/>
              </a:spcBef>
              <a:buClr>
                <a:srgbClr val="3333CC"/>
              </a:buClr>
              <a:buSzPct val="60000"/>
              <a:defRPr/>
            </a:pPr>
            <a:r>
              <a:rPr lang="en-US" altLang="zh-CN" i="1" kern="0" dirty="0"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kill</a:t>
            </a:r>
            <a:r>
              <a:rPr lang="en-US" altLang="zh-CN" i="1" kern="0" baseline="-25000" dirty="0"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B4</a:t>
            </a:r>
            <a:r>
              <a:rPr lang="en-US" altLang="zh-CN" kern="0" dirty="0"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={ </a:t>
            </a:r>
            <a:r>
              <a:rPr lang="en-US" altLang="zh-CN" i="1" kern="0" dirty="0"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d</a:t>
            </a:r>
            <a:r>
              <a:rPr lang="en-US" altLang="zh-CN" i="1" kern="0" baseline="-25000" dirty="0"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1</a:t>
            </a:r>
            <a:r>
              <a:rPr lang="en-US" altLang="zh-CN" kern="0" dirty="0"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, </a:t>
            </a:r>
            <a:r>
              <a:rPr lang="en-US" altLang="zh-CN" i="1" kern="0" dirty="0"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d</a:t>
            </a:r>
            <a:r>
              <a:rPr lang="en-US" altLang="zh-CN" i="1" kern="0" baseline="-25000" dirty="0"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4</a:t>
            </a:r>
            <a:r>
              <a:rPr lang="en-US" altLang="zh-CN" kern="0" baseline="-25000" dirty="0"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 </a:t>
            </a:r>
            <a:r>
              <a:rPr lang="en-US" altLang="zh-CN" kern="0" dirty="0"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}</a:t>
            </a:r>
          </a:p>
        </p:txBody>
      </p:sp>
      <p:sp>
        <p:nvSpPr>
          <p:cNvPr id="153696" name="Rectangle 2">
            <a:extLst>
              <a:ext uri="{FF2B5EF4-FFF2-40B4-BE49-F238E27FC236}">
                <a16:creationId xmlns:a16="http://schemas.microsoft.com/office/drawing/2014/main" id="{8E4753D0-6BE8-49C3-A40D-29FBB74197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例</a:t>
            </a:r>
            <a:endParaRPr lang="zh-CN" altLang="en-US" sz="2700">
              <a:solidFill>
                <a:schemeClr val="tx1"/>
              </a:solidFill>
              <a:cs typeface="楷体_GB2312" charset="0"/>
            </a:endParaRPr>
          </a:p>
        </p:txBody>
      </p:sp>
      <p:grpSp>
        <p:nvGrpSpPr>
          <p:cNvPr id="153697" name="组合 1">
            <a:extLst>
              <a:ext uri="{FF2B5EF4-FFF2-40B4-BE49-F238E27FC236}">
                <a16:creationId xmlns:a16="http://schemas.microsoft.com/office/drawing/2014/main" id="{CE8F8864-696A-4C91-9AFA-1F0A4104A232}"/>
              </a:ext>
            </a:extLst>
          </p:cNvPr>
          <p:cNvGrpSpPr>
            <a:grpSpLocks/>
          </p:cNvGrpSpPr>
          <p:nvPr/>
        </p:nvGrpSpPr>
        <p:grpSpPr bwMode="auto">
          <a:xfrm>
            <a:off x="138113" y="854075"/>
            <a:ext cx="1625600" cy="3082925"/>
            <a:chOff x="890764" y="853544"/>
            <a:chExt cx="1626248" cy="3084076"/>
          </a:xfrm>
        </p:grpSpPr>
        <p:sp>
          <p:nvSpPr>
            <p:cNvPr id="7" name="Rectangle 23">
              <a:extLst>
                <a:ext uri="{FF2B5EF4-FFF2-40B4-BE49-F238E27FC236}">
                  <a16:creationId xmlns:a16="http://schemas.microsoft.com/office/drawing/2014/main" id="{05A9F57E-0EE6-4C9B-90F3-DF42422202A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22946" y="853544"/>
              <a:ext cx="786125" cy="285857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8580" tIns="27000" rIns="68580" bIns="0" anchor="ctr"/>
            <a:lstStyle>
              <a:lvl1pPr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ctr">
                <a:lnSpc>
                  <a:spcPct val="70000"/>
                </a:lnSpc>
                <a:defRPr/>
              </a:pPr>
              <a:r>
                <a:rPr lang="en-US" altLang="zh-CN" sz="1500" i="1" dirty="0">
                  <a:latin typeface="Times New Roman" charset="0"/>
                </a:rPr>
                <a:t>ENTRY</a:t>
              </a:r>
              <a:endParaRPr lang="en-US" altLang="zh-CN" sz="1500" dirty="0">
                <a:latin typeface="Times New Roman" charset="0"/>
              </a:endParaRPr>
            </a:p>
          </p:txBody>
        </p:sp>
        <p:sp>
          <p:nvSpPr>
            <p:cNvPr id="8" name="Rectangle 24">
              <a:extLst>
                <a:ext uri="{FF2B5EF4-FFF2-40B4-BE49-F238E27FC236}">
                  <a16:creationId xmlns:a16="http://schemas.microsoft.com/office/drawing/2014/main" id="{913246F2-8B38-4A0C-B502-3F682759943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22946" y="1414141"/>
              <a:ext cx="786125" cy="344616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8580" tIns="54000" rIns="68580" bIns="0"/>
            <a:lstStyle>
              <a:lvl1pPr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ctr">
                <a:defRPr/>
              </a:pPr>
              <a:r>
                <a:rPr lang="en-US" altLang="zh-CN" sz="1500" i="1" dirty="0">
                  <a:latin typeface="Times New Roman" panose="02020603050405020304" pitchFamily="18" charset="0"/>
                </a:rPr>
                <a:t>B</a:t>
              </a:r>
              <a:r>
                <a:rPr lang="en-US" altLang="zh-CN" sz="1500" baseline="-25000" dirty="0">
                  <a:latin typeface="Times New Roman" panose="02020603050405020304" pitchFamily="18" charset="0"/>
                </a:rPr>
                <a:t>1</a:t>
              </a:r>
              <a:endParaRPr lang="en-US" altLang="zh-CN" sz="1500" dirty="0">
                <a:latin typeface="Times New Roman" panose="02020603050405020304" pitchFamily="18" charset="0"/>
              </a:endParaRPr>
            </a:p>
          </p:txBody>
        </p:sp>
        <p:sp>
          <p:nvSpPr>
            <p:cNvPr id="11" name="Rectangle 27">
              <a:extLst>
                <a:ext uri="{FF2B5EF4-FFF2-40B4-BE49-F238E27FC236}">
                  <a16:creationId xmlns:a16="http://schemas.microsoft.com/office/drawing/2014/main" id="{003DC66B-5572-4CC3-BE94-3A224443E02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22946" y="2020793"/>
              <a:ext cx="786125" cy="35732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8580" tIns="54000" rIns="68580" bIns="0"/>
            <a:lstStyle>
              <a:lvl1pPr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ctr">
                <a:defRPr/>
              </a:pPr>
              <a:r>
                <a:rPr lang="en-US" altLang="zh-CN" sz="1500" i="1" dirty="0">
                  <a:latin typeface="Times New Roman" panose="02020603050405020304" pitchFamily="18" charset="0"/>
                </a:rPr>
                <a:t>B</a:t>
              </a:r>
              <a:r>
                <a:rPr lang="en-US" altLang="zh-CN" sz="1500" baseline="-25000" dirty="0">
                  <a:latin typeface="Times New Roman" panose="02020603050405020304" pitchFamily="18" charset="0"/>
                </a:rPr>
                <a:t>2</a:t>
              </a:r>
              <a:endParaRPr lang="en-US" altLang="zh-CN" sz="1500" dirty="0">
                <a:latin typeface="Times New Roman" panose="02020603050405020304" pitchFamily="18" charset="0"/>
              </a:endParaRPr>
            </a:p>
          </p:txBody>
        </p:sp>
        <p:sp>
          <p:nvSpPr>
            <p:cNvPr id="153731" name="Line 28">
              <a:extLst>
                <a:ext uri="{FF2B5EF4-FFF2-40B4-BE49-F238E27FC236}">
                  <a16:creationId xmlns:a16="http://schemas.microsoft.com/office/drawing/2014/main" id="{BAF4695A-A7B8-4DAA-852B-CF5237474D2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47822" y="1163899"/>
              <a:ext cx="0" cy="23971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153732" name="Line 29">
              <a:extLst>
                <a:ext uri="{FF2B5EF4-FFF2-40B4-BE49-F238E27FC236}">
                  <a16:creationId xmlns:a16="http://schemas.microsoft.com/office/drawing/2014/main" id="{BAA92311-F37E-4E75-9C24-03A7C24DBE8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49034" y="1749688"/>
              <a:ext cx="0" cy="271461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14" name="Rectangle 30">
              <a:extLst>
                <a:ext uri="{FF2B5EF4-FFF2-40B4-BE49-F238E27FC236}">
                  <a16:creationId xmlns:a16="http://schemas.microsoft.com/office/drawing/2014/main" id="{44E29EB6-FC24-4613-95BD-8D37D255AEA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1340" y="2543275"/>
              <a:ext cx="370034" cy="23821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7500" tIns="0" rIns="0" bIns="0"/>
            <a:lstStyle>
              <a:lvl1pPr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just">
                <a:defRPr/>
              </a:pPr>
              <a:r>
                <a:rPr lang="en-US" altLang="zh-CN" sz="1500" i="1" dirty="0">
                  <a:latin typeface="Times New Roman" panose="02020603050405020304" pitchFamily="18" charset="0"/>
                </a:rPr>
                <a:t>B</a:t>
              </a:r>
              <a:r>
                <a:rPr lang="en-US" altLang="zh-CN" sz="1500" baseline="-25000" dirty="0">
                  <a:latin typeface="Times New Roman" panose="02020603050405020304" pitchFamily="18" charset="0"/>
                </a:rPr>
                <a:t>3</a:t>
              </a:r>
              <a:endParaRPr lang="en-US" altLang="zh-CN" sz="1500" dirty="0">
                <a:latin typeface="Times New Roman" panose="02020603050405020304" pitchFamily="18" charset="0"/>
              </a:endParaRPr>
            </a:p>
          </p:txBody>
        </p:sp>
        <p:sp>
          <p:nvSpPr>
            <p:cNvPr id="153734" name="Line 31">
              <a:extLst>
                <a:ext uri="{FF2B5EF4-FFF2-40B4-BE49-F238E27FC236}">
                  <a16:creationId xmlns:a16="http://schemas.microsoft.com/office/drawing/2014/main" id="{A88080D3-4AD9-4CEE-8FFF-4E5A6A38E0F2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123728" y="2388419"/>
              <a:ext cx="0" cy="632853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153735" name="Rectangle 34">
              <a:extLst>
                <a:ext uri="{FF2B5EF4-FFF2-40B4-BE49-F238E27FC236}">
                  <a16:creationId xmlns:a16="http://schemas.microsoft.com/office/drawing/2014/main" id="{05DE4B82-E6E0-4977-9E6B-9D0D113555F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51746" y="2806961"/>
              <a:ext cx="628729" cy="32702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endParaRPr lang="en-US" altLang="zh-CN" sz="1500">
                <a:latin typeface="Times New Roman" panose="02020603050405020304" pitchFamily="18" charset="0"/>
              </a:endParaRPr>
            </a:p>
          </p:txBody>
        </p:sp>
        <p:sp>
          <p:nvSpPr>
            <p:cNvPr id="153736" name="Line 37">
              <a:extLst>
                <a:ext uri="{FF2B5EF4-FFF2-40B4-BE49-F238E27FC236}">
                  <a16:creationId xmlns:a16="http://schemas.microsoft.com/office/drawing/2014/main" id="{BFE69C6E-3B72-43DD-800F-34938F5A37E7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451745" y="2378305"/>
              <a:ext cx="271739" cy="144471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153737" name="Line 38">
              <a:extLst>
                <a:ext uri="{FF2B5EF4-FFF2-40B4-BE49-F238E27FC236}">
                  <a16:creationId xmlns:a16="http://schemas.microsoft.com/office/drawing/2014/main" id="{10B89987-FA89-4D52-907F-9F8FF9E7886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503749" y="2776827"/>
              <a:ext cx="485255" cy="244445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153738" name="Freeform 42">
              <a:extLst>
                <a:ext uri="{FF2B5EF4-FFF2-40B4-BE49-F238E27FC236}">
                  <a16:creationId xmlns:a16="http://schemas.microsoft.com/office/drawing/2014/main" id="{83AF736B-609E-478D-B667-4460FE146D08}"/>
                </a:ext>
              </a:extLst>
            </p:cNvPr>
            <p:cNvSpPr>
              <a:spLocks/>
            </p:cNvSpPr>
            <p:nvPr/>
          </p:nvSpPr>
          <p:spPr bwMode="auto">
            <a:xfrm rot="-906172">
              <a:off x="890764" y="1883154"/>
              <a:ext cx="1003397" cy="1727132"/>
            </a:xfrm>
            <a:custGeom>
              <a:avLst/>
              <a:gdLst>
                <a:gd name="T0" fmla="*/ 2147483646 w 627"/>
                <a:gd name="T1" fmla="*/ 2147483646 h 3190"/>
                <a:gd name="T2" fmla="*/ 2147483646 w 627"/>
                <a:gd name="T3" fmla="*/ 2147483646 h 3190"/>
                <a:gd name="T4" fmla="*/ 2147483646 w 627"/>
                <a:gd name="T5" fmla="*/ 2147483646 h 3190"/>
                <a:gd name="T6" fmla="*/ 2147483646 w 627"/>
                <a:gd name="T7" fmla="*/ 2147483646 h 3190"/>
                <a:gd name="T8" fmla="*/ 2147483646 w 627"/>
                <a:gd name="T9" fmla="*/ 2147483646 h 319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627"/>
                <a:gd name="T16" fmla="*/ 0 h 3190"/>
                <a:gd name="T17" fmla="*/ 627 w 627"/>
                <a:gd name="T18" fmla="*/ 3190 h 319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627" h="3190">
                  <a:moveTo>
                    <a:pt x="491" y="2994"/>
                  </a:moveTo>
                  <a:cubicBezTo>
                    <a:pt x="430" y="3092"/>
                    <a:pt x="369" y="3190"/>
                    <a:pt x="309" y="3130"/>
                  </a:cubicBezTo>
                  <a:cubicBezTo>
                    <a:pt x="249" y="3070"/>
                    <a:pt x="166" y="3092"/>
                    <a:pt x="128" y="2631"/>
                  </a:cubicBezTo>
                  <a:cubicBezTo>
                    <a:pt x="90" y="2170"/>
                    <a:pt x="0" y="726"/>
                    <a:pt x="83" y="363"/>
                  </a:cubicBezTo>
                  <a:cubicBezTo>
                    <a:pt x="166" y="0"/>
                    <a:pt x="396" y="227"/>
                    <a:pt x="627" y="454"/>
                  </a:cubicBezTo>
                </a:path>
              </a:pathLst>
            </a:cu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22" name="Rectangle 23">
              <a:extLst>
                <a:ext uri="{FF2B5EF4-FFF2-40B4-BE49-F238E27FC236}">
                  <a16:creationId xmlns:a16="http://schemas.microsoft.com/office/drawing/2014/main" id="{5540AB2B-A082-4B64-8C22-782D3422A4F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22946" y="3651763"/>
              <a:ext cx="786125" cy="285857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8580" tIns="27000" rIns="68580" bIns="0" anchor="ctr"/>
            <a:lstStyle>
              <a:lvl1pPr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ctr">
                <a:lnSpc>
                  <a:spcPct val="70000"/>
                </a:lnSpc>
                <a:defRPr/>
              </a:pPr>
              <a:r>
                <a:rPr lang="en-US" altLang="zh-CN" sz="1500" i="1" dirty="0">
                  <a:latin typeface="Times New Roman" charset="0"/>
                </a:rPr>
                <a:t>EXIT</a:t>
              </a:r>
              <a:endParaRPr lang="en-US" altLang="zh-CN" sz="1500" dirty="0">
                <a:latin typeface="Times New Roman" charset="0"/>
              </a:endParaRPr>
            </a:p>
          </p:txBody>
        </p:sp>
        <p:sp>
          <p:nvSpPr>
            <p:cNvPr id="153740" name="Line 28">
              <a:extLst>
                <a:ext uri="{FF2B5EF4-FFF2-40B4-BE49-F238E27FC236}">
                  <a16:creationId xmlns:a16="http://schemas.microsoft.com/office/drawing/2014/main" id="{10D82E04-CFA6-406A-BA7C-EDC2DE7C7AC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23728" y="3418168"/>
              <a:ext cx="0" cy="23971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24" name="Rectangle 27">
              <a:extLst>
                <a:ext uri="{FF2B5EF4-FFF2-40B4-BE49-F238E27FC236}">
                  <a16:creationId xmlns:a16="http://schemas.microsoft.com/office/drawing/2014/main" id="{63B94C6F-9BA5-40FE-86E5-91D48DB1A2D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30886" y="3060993"/>
              <a:ext cx="786126" cy="357321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8580" tIns="54000" rIns="68580" bIns="0"/>
            <a:lstStyle>
              <a:lvl1pPr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ctr">
                <a:defRPr/>
              </a:pPr>
              <a:r>
                <a:rPr lang="en-US" altLang="zh-CN" sz="1500" i="1" dirty="0">
                  <a:latin typeface="Times New Roman" panose="02020603050405020304" pitchFamily="18" charset="0"/>
                </a:rPr>
                <a:t>B</a:t>
              </a:r>
              <a:r>
                <a:rPr lang="en-US" altLang="zh-CN" sz="1500" baseline="-25000" dirty="0">
                  <a:latin typeface="Times New Roman" panose="02020603050405020304" pitchFamily="18" charset="0"/>
                </a:rPr>
                <a:t>4</a:t>
              </a:r>
              <a:endParaRPr lang="en-US" altLang="zh-CN" sz="1500" dirty="0">
                <a:latin typeface="Times New Roman" panose="02020603050405020304" pitchFamily="18" charset="0"/>
              </a:endParaRPr>
            </a:p>
          </p:txBody>
        </p:sp>
      </p:grpSp>
      <p:sp>
        <p:nvSpPr>
          <p:cNvPr id="6" name="矩形 5">
            <a:extLst>
              <a:ext uri="{FF2B5EF4-FFF2-40B4-BE49-F238E27FC236}">
                <a16:creationId xmlns:a16="http://schemas.microsoft.com/office/drawing/2014/main" id="{69E3C094-9A6D-4255-AF77-344CD2CD4FF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13459" y="3435350"/>
            <a:ext cx="954088" cy="323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en-US" altLang="zh-CN" sz="1500" dirty="0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000  0000</a:t>
            </a:r>
            <a:endParaRPr lang="zh-CN" altLang="en-US" sz="1500" dirty="0">
              <a:solidFill>
                <a:srgbClr val="000000"/>
              </a:solidFill>
              <a:latin typeface="Times New Roman" panose="02020603050405020304" pitchFamily="18" charset="0"/>
              <a:ea typeface="楷体_GB2312" charset="0"/>
              <a:cs typeface="Times New Roman" panose="02020603050405020304" pitchFamily="18" charset="0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665861AB-CD48-4C25-AA5A-2948009ACF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67547" y="3435350"/>
            <a:ext cx="933450" cy="323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en-US" altLang="zh-CN" sz="1500" dirty="0"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111  0000</a:t>
            </a:r>
            <a:endParaRPr lang="zh-CN" altLang="en-US" sz="1500" dirty="0">
              <a:latin typeface="Times New Roman" panose="02020603050405020304" pitchFamily="18" charset="0"/>
              <a:ea typeface="楷体_GB2312" charset="0"/>
              <a:cs typeface="Times New Roman" panose="02020603050405020304" pitchFamily="18" charset="0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27D07E8F-4F53-46D9-A79E-F28AC524960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35684" y="3724275"/>
            <a:ext cx="931863" cy="3222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en-US" altLang="zh-CN" sz="1500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111  0000</a:t>
            </a:r>
            <a:endParaRPr lang="zh-CN" altLang="en-US" sz="1500">
              <a:solidFill>
                <a:srgbClr val="000000"/>
              </a:solidFill>
              <a:latin typeface="Times New Roman" panose="02020603050405020304" pitchFamily="18" charset="0"/>
              <a:ea typeface="楷体_GB2312" charset="0"/>
              <a:cs typeface="Times New Roman" panose="02020603050405020304" pitchFamily="18" charset="0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AFEB11BF-673A-4D20-9D22-EB154B26287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61197" y="3724275"/>
            <a:ext cx="942975" cy="3222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en-US" altLang="zh-CN" sz="1500">
                <a:solidFill>
                  <a:srgbClr val="0000FF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001  1100</a:t>
            </a:r>
            <a:endParaRPr lang="zh-CN" altLang="en-US" sz="1500">
              <a:solidFill>
                <a:srgbClr val="0000FF"/>
              </a:solidFill>
              <a:latin typeface="Times New Roman" panose="02020603050405020304" pitchFamily="18" charset="0"/>
              <a:ea typeface="楷体_GB2312" charset="0"/>
              <a:cs typeface="Times New Roman" panose="02020603050405020304" pitchFamily="18" charset="0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BA41242B-7C89-463A-919C-3F77A4087C5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32509" y="4048125"/>
            <a:ext cx="942975" cy="323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en-US" altLang="zh-CN" sz="1500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001  1100</a:t>
            </a:r>
            <a:endParaRPr lang="zh-CN" altLang="en-US" sz="1500">
              <a:solidFill>
                <a:srgbClr val="000000"/>
              </a:solidFill>
              <a:latin typeface="Times New Roman" panose="02020603050405020304" pitchFamily="18" charset="0"/>
              <a:ea typeface="楷体_GB2312" charset="0"/>
              <a:cs typeface="Times New Roman" panose="02020603050405020304" pitchFamily="18" charset="0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4F7E490D-F502-40BA-A51C-BB163847CDA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70722" y="4048125"/>
            <a:ext cx="933450" cy="323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en-US" altLang="zh-CN" sz="1500"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000  1110</a:t>
            </a:r>
            <a:endParaRPr lang="zh-CN" altLang="en-US" sz="1500">
              <a:latin typeface="Times New Roman" panose="02020603050405020304" pitchFamily="18" charset="0"/>
              <a:ea typeface="楷体_GB2312" charset="0"/>
              <a:cs typeface="Times New Roman" panose="02020603050405020304" pitchFamily="18" charset="0"/>
            </a:endParaRP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36B48C48-691A-47BC-BB28-8AD8AC2319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35684" y="4337050"/>
            <a:ext cx="931863" cy="3222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en-US" altLang="zh-CN" sz="1500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001  1110</a:t>
            </a:r>
            <a:endParaRPr lang="zh-CN" altLang="en-US" sz="1500">
              <a:solidFill>
                <a:srgbClr val="000000"/>
              </a:solidFill>
              <a:latin typeface="Times New Roman" panose="02020603050405020304" pitchFamily="18" charset="0"/>
              <a:ea typeface="楷体_GB2312" charset="0"/>
              <a:cs typeface="Times New Roman" panose="02020603050405020304" pitchFamily="18" charset="0"/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78185DD5-C745-45B7-91C6-749C35DD6A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70722" y="4337050"/>
            <a:ext cx="933450" cy="3222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en-US" altLang="zh-CN" sz="1500"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001  0111</a:t>
            </a:r>
            <a:endParaRPr lang="zh-CN" altLang="en-US" sz="1500">
              <a:latin typeface="Times New Roman" panose="02020603050405020304" pitchFamily="18" charset="0"/>
              <a:ea typeface="楷体_GB2312" charset="0"/>
              <a:cs typeface="Times New Roman" panose="02020603050405020304" pitchFamily="18" charset="0"/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D72D395D-FB12-4102-8F39-D7731C5CD47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35684" y="4624388"/>
            <a:ext cx="931863" cy="323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en-US" altLang="zh-CN" sz="1500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001  0111</a:t>
            </a:r>
            <a:endParaRPr lang="zh-CN" altLang="en-US" sz="1500">
              <a:solidFill>
                <a:srgbClr val="000000"/>
              </a:solidFill>
              <a:latin typeface="Times New Roman" panose="02020603050405020304" pitchFamily="18" charset="0"/>
              <a:ea typeface="楷体_GB2312" charset="0"/>
              <a:cs typeface="Times New Roman" panose="02020603050405020304" pitchFamily="18" charset="0"/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1F0A97A0-A6C5-4471-B42F-80CA18FC39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70722" y="4624388"/>
            <a:ext cx="933450" cy="323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en-US" altLang="zh-CN" sz="1500"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001  0111</a:t>
            </a:r>
            <a:endParaRPr lang="zh-CN" altLang="en-US" sz="1500">
              <a:latin typeface="Times New Roman" panose="02020603050405020304" pitchFamily="18" charset="0"/>
              <a:ea typeface="楷体_GB2312" charset="0"/>
              <a:cs typeface="Times New Roman" panose="02020603050405020304" pitchFamily="18" charset="0"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27D8DAA2-09CD-4DBD-8FF4-567D5BB467D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48609" y="3435350"/>
            <a:ext cx="954088" cy="323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en-US" altLang="zh-CN" sz="1500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000  0000</a:t>
            </a:r>
            <a:endParaRPr lang="zh-CN" altLang="en-US" sz="1500">
              <a:solidFill>
                <a:srgbClr val="000000"/>
              </a:solidFill>
              <a:latin typeface="Times New Roman" panose="02020603050405020304" pitchFamily="18" charset="0"/>
              <a:ea typeface="楷体_GB2312" charset="0"/>
              <a:cs typeface="Times New Roman" panose="02020603050405020304" pitchFamily="18" charset="0"/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DACE78D9-CE7E-46ED-BA22-ACB6388CA6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21747" y="3435350"/>
            <a:ext cx="933450" cy="323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en-US" altLang="zh-CN" sz="1500" dirty="0"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111  0000</a:t>
            </a:r>
            <a:endParaRPr lang="zh-CN" altLang="en-US" sz="1500" dirty="0">
              <a:latin typeface="Times New Roman" panose="02020603050405020304" pitchFamily="18" charset="0"/>
              <a:ea typeface="楷体_GB2312" charset="0"/>
              <a:cs typeface="Times New Roman" panose="02020603050405020304" pitchFamily="18" charset="0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0B089A8A-0169-40EC-9094-2755CE16289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13684" y="3724275"/>
            <a:ext cx="1060450" cy="3222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en-US" altLang="zh-CN" sz="1500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111  0111</a:t>
            </a:r>
            <a:endParaRPr lang="zh-CN" altLang="en-US" sz="1500">
              <a:solidFill>
                <a:srgbClr val="000000"/>
              </a:solidFill>
              <a:latin typeface="Times New Roman" panose="02020603050405020304" pitchFamily="18" charset="0"/>
              <a:ea typeface="楷体_GB2312" charset="0"/>
              <a:cs typeface="Times New Roman" panose="02020603050405020304" pitchFamily="18" charset="0"/>
            </a:endParaRP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C3EA9FEF-A119-4B8D-BB08-5021738712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21747" y="3724275"/>
            <a:ext cx="933450" cy="3222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en-US" altLang="zh-CN" sz="1500">
                <a:solidFill>
                  <a:srgbClr val="0000FF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001  1110</a:t>
            </a:r>
            <a:endParaRPr lang="zh-CN" altLang="en-US" sz="1500">
              <a:solidFill>
                <a:srgbClr val="0000FF"/>
              </a:solidFill>
              <a:latin typeface="Times New Roman" panose="02020603050405020304" pitchFamily="18" charset="0"/>
              <a:ea typeface="楷体_GB2312" charset="0"/>
              <a:cs typeface="Times New Roman" panose="02020603050405020304" pitchFamily="18" charset="0"/>
            </a:endParaRP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A8479513-5EEA-4508-9874-715209ED641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69247" y="4048125"/>
            <a:ext cx="933450" cy="323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en-US" altLang="zh-CN" sz="1500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001  1110</a:t>
            </a:r>
            <a:endParaRPr lang="zh-CN" altLang="en-US" sz="1500">
              <a:solidFill>
                <a:srgbClr val="000000"/>
              </a:solidFill>
              <a:latin typeface="Times New Roman" panose="02020603050405020304" pitchFamily="18" charset="0"/>
              <a:ea typeface="楷体_GB2312" charset="0"/>
              <a:cs typeface="Times New Roman" panose="02020603050405020304" pitchFamily="18" charset="0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BA497049-F3A7-414F-8AC0-19BE41A8940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21747" y="4048125"/>
            <a:ext cx="933450" cy="323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en-US" altLang="zh-CN" sz="1500" dirty="0"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000  1110</a:t>
            </a:r>
            <a:endParaRPr lang="zh-CN" altLang="en-US" sz="1500" dirty="0">
              <a:latin typeface="Times New Roman" panose="02020603050405020304" pitchFamily="18" charset="0"/>
              <a:ea typeface="楷体_GB2312" charset="0"/>
              <a:cs typeface="Times New Roman" panose="02020603050405020304" pitchFamily="18" charset="0"/>
            </a:endParaRP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FCA3D60E-951E-4018-9D95-3A3075D41F6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69247" y="4337050"/>
            <a:ext cx="933450" cy="3222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en-US" altLang="zh-CN" sz="1500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001  1110</a:t>
            </a:r>
            <a:endParaRPr lang="zh-CN" altLang="en-US" sz="1500">
              <a:solidFill>
                <a:srgbClr val="000000"/>
              </a:solidFill>
              <a:latin typeface="Times New Roman" panose="02020603050405020304" pitchFamily="18" charset="0"/>
              <a:ea typeface="楷体_GB2312" charset="0"/>
              <a:cs typeface="Times New Roman" panose="02020603050405020304" pitchFamily="18" charset="0"/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972B14AF-9286-4D6D-971F-798A990BF7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21747" y="4337050"/>
            <a:ext cx="933450" cy="3222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en-US" altLang="zh-CN" sz="1500"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001  0111</a:t>
            </a:r>
            <a:endParaRPr lang="zh-CN" altLang="en-US" sz="1500">
              <a:latin typeface="Times New Roman" panose="02020603050405020304" pitchFamily="18" charset="0"/>
              <a:ea typeface="楷体_GB2312" charset="0"/>
              <a:cs typeface="Times New Roman" panose="02020603050405020304" pitchFamily="18" charset="0"/>
            </a:endParaRPr>
          </a:p>
        </p:txBody>
      </p:sp>
      <p:sp>
        <p:nvSpPr>
          <p:cNvPr id="176128" name="矩形 176127">
            <a:extLst>
              <a:ext uri="{FF2B5EF4-FFF2-40B4-BE49-F238E27FC236}">
                <a16:creationId xmlns:a16="http://schemas.microsoft.com/office/drawing/2014/main" id="{89606C1B-595C-459D-99DB-5FBFE14AD8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69247" y="4624388"/>
            <a:ext cx="933450" cy="323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en-US" altLang="zh-CN" sz="1500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001  0111</a:t>
            </a:r>
            <a:endParaRPr lang="zh-CN" altLang="en-US" sz="1500">
              <a:solidFill>
                <a:srgbClr val="000000"/>
              </a:solidFill>
              <a:latin typeface="Times New Roman" panose="02020603050405020304" pitchFamily="18" charset="0"/>
              <a:ea typeface="楷体_GB2312" charset="0"/>
              <a:cs typeface="Times New Roman" panose="02020603050405020304" pitchFamily="18" charset="0"/>
            </a:endParaRPr>
          </a:p>
        </p:txBody>
      </p:sp>
      <p:sp>
        <p:nvSpPr>
          <p:cNvPr id="176129" name="矩形 176128">
            <a:extLst>
              <a:ext uri="{FF2B5EF4-FFF2-40B4-BE49-F238E27FC236}">
                <a16:creationId xmlns:a16="http://schemas.microsoft.com/office/drawing/2014/main" id="{00888038-ED9A-40AD-84B0-1F34D5F7EF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21747" y="4624388"/>
            <a:ext cx="933450" cy="323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en-US" altLang="zh-CN" sz="1500"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001  0111</a:t>
            </a:r>
            <a:endParaRPr lang="zh-CN" altLang="en-US" sz="1500">
              <a:latin typeface="Times New Roman" panose="02020603050405020304" pitchFamily="18" charset="0"/>
              <a:ea typeface="楷体_GB2312" charset="0"/>
              <a:cs typeface="Times New Roman" panose="02020603050405020304" pitchFamily="18" charset="0"/>
            </a:endParaRPr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81C3C615-C4BB-44C5-9EB0-ADEF371634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40909" y="3435350"/>
            <a:ext cx="954088" cy="323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en-US" altLang="zh-CN" sz="1500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000  0000</a:t>
            </a:r>
            <a:endParaRPr lang="zh-CN" altLang="en-US" sz="1500">
              <a:solidFill>
                <a:srgbClr val="000000"/>
              </a:solidFill>
              <a:latin typeface="Times New Roman" panose="02020603050405020304" pitchFamily="18" charset="0"/>
              <a:ea typeface="楷体_GB2312" charset="0"/>
              <a:cs typeface="Times New Roman" panose="02020603050405020304" pitchFamily="18" charset="0"/>
            </a:endParaRPr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95032B71-DC4C-4F33-AABD-17FF14B4A9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4997" y="3435350"/>
            <a:ext cx="931862" cy="323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en-US" altLang="zh-CN" sz="1500" dirty="0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111  0000</a:t>
            </a:r>
            <a:endParaRPr lang="zh-CN" altLang="en-US" sz="1500" dirty="0">
              <a:solidFill>
                <a:srgbClr val="000000"/>
              </a:solidFill>
              <a:latin typeface="Times New Roman" panose="02020603050405020304" pitchFamily="18" charset="0"/>
              <a:ea typeface="楷体_GB2312" charset="0"/>
              <a:cs typeface="Times New Roman" panose="02020603050405020304" pitchFamily="18" charset="0"/>
            </a:endParaRP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0D93D3F8-FD88-457B-9DDD-D00D5CC80F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05984" y="3724275"/>
            <a:ext cx="1060450" cy="3222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en-US" altLang="zh-CN" sz="1500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111  0111</a:t>
            </a:r>
            <a:endParaRPr lang="zh-CN" altLang="en-US" sz="1500">
              <a:solidFill>
                <a:srgbClr val="000000"/>
              </a:solidFill>
              <a:latin typeface="Times New Roman" panose="02020603050405020304" pitchFamily="18" charset="0"/>
              <a:ea typeface="楷体_GB2312" charset="0"/>
              <a:cs typeface="Times New Roman" panose="02020603050405020304" pitchFamily="18" charset="0"/>
            </a:endParaRPr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46DB2DF0-9E4E-494E-A6C0-79196C693A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4997" y="3724275"/>
            <a:ext cx="931862" cy="3222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en-US" altLang="zh-CN" sz="1500" dirty="0">
                <a:solidFill>
                  <a:srgbClr val="0000FF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001  1110</a:t>
            </a:r>
            <a:endParaRPr lang="zh-CN" altLang="en-US" sz="1500" dirty="0">
              <a:solidFill>
                <a:srgbClr val="0000FF"/>
              </a:solidFill>
              <a:latin typeface="Times New Roman" panose="02020603050405020304" pitchFamily="18" charset="0"/>
              <a:ea typeface="楷体_GB2312" charset="0"/>
              <a:cs typeface="Times New Roman" panose="02020603050405020304" pitchFamily="18" charset="0"/>
            </a:endParaRPr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A680C663-EC9C-4C1F-B7C8-7197E01E81C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61547" y="4048125"/>
            <a:ext cx="933450" cy="323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en-US" altLang="zh-CN" sz="1500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001  1110</a:t>
            </a:r>
            <a:endParaRPr lang="zh-CN" altLang="en-US" sz="1500">
              <a:solidFill>
                <a:srgbClr val="000000"/>
              </a:solidFill>
              <a:latin typeface="Times New Roman" panose="02020603050405020304" pitchFamily="18" charset="0"/>
              <a:ea typeface="楷体_GB2312" charset="0"/>
              <a:cs typeface="Times New Roman" panose="02020603050405020304" pitchFamily="18" charset="0"/>
            </a:endParaRP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8746A3D6-F6FA-49CE-82A6-11A5472D16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4997" y="4048125"/>
            <a:ext cx="931862" cy="323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en-US" altLang="zh-CN" sz="1500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000  1110</a:t>
            </a:r>
            <a:endParaRPr lang="zh-CN" altLang="en-US" sz="1500">
              <a:solidFill>
                <a:srgbClr val="000000"/>
              </a:solidFill>
              <a:latin typeface="Times New Roman" panose="02020603050405020304" pitchFamily="18" charset="0"/>
              <a:ea typeface="楷体_GB2312" charset="0"/>
              <a:cs typeface="Times New Roman" panose="02020603050405020304" pitchFamily="18" charset="0"/>
            </a:endParaRP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6F4C2CF1-E4CE-48D9-8E24-388C8F46763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61547" y="4337050"/>
            <a:ext cx="933450" cy="3222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en-US" altLang="zh-CN" sz="1500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001  1110</a:t>
            </a:r>
            <a:endParaRPr lang="zh-CN" altLang="en-US" sz="1500">
              <a:solidFill>
                <a:srgbClr val="000000"/>
              </a:solidFill>
              <a:latin typeface="Times New Roman" panose="02020603050405020304" pitchFamily="18" charset="0"/>
              <a:ea typeface="楷体_GB2312" charset="0"/>
              <a:cs typeface="Times New Roman" panose="02020603050405020304" pitchFamily="18" charset="0"/>
            </a:endParaRP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0D83D73C-7B8A-47E7-B871-81C6A740F6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4997" y="4337050"/>
            <a:ext cx="931862" cy="3222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en-US" altLang="zh-CN" sz="1500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001  0111</a:t>
            </a:r>
            <a:endParaRPr lang="zh-CN" altLang="en-US" sz="1500">
              <a:solidFill>
                <a:srgbClr val="000000"/>
              </a:solidFill>
              <a:latin typeface="Times New Roman" panose="02020603050405020304" pitchFamily="18" charset="0"/>
              <a:ea typeface="楷体_GB2312" charset="0"/>
              <a:cs typeface="Times New Roman" panose="02020603050405020304" pitchFamily="18" charset="0"/>
            </a:endParaRP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F645EFF2-07A4-44BE-8375-13FFF7B2F4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61547" y="4624388"/>
            <a:ext cx="933450" cy="323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en-US" altLang="zh-CN" sz="1500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001  0111</a:t>
            </a:r>
            <a:endParaRPr lang="zh-CN" altLang="en-US" sz="1500">
              <a:solidFill>
                <a:srgbClr val="000000"/>
              </a:solidFill>
              <a:latin typeface="Times New Roman" panose="02020603050405020304" pitchFamily="18" charset="0"/>
              <a:ea typeface="楷体_GB2312" charset="0"/>
              <a:cs typeface="Times New Roman" panose="02020603050405020304" pitchFamily="18" charset="0"/>
            </a:endParaRP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ACDA14F1-5C7D-4196-B0BA-D280A0DC4B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4997" y="4624388"/>
            <a:ext cx="931862" cy="323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en-US" altLang="zh-CN" sz="1500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001  0111</a:t>
            </a:r>
            <a:endParaRPr lang="zh-CN" altLang="en-US" sz="1500">
              <a:solidFill>
                <a:srgbClr val="000000"/>
              </a:solidFill>
              <a:latin typeface="Times New Roman" panose="02020603050405020304" pitchFamily="18" charset="0"/>
              <a:ea typeface="楷体_GB2312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761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761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761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 nodeType="clickPar">
                      <p:stCondLst>
                        <p:cond delay="indefinite"/>
                      </p:stCondLst>
                      <p:childTnLst>
                        <p:par>
                          <p:cTn id="1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5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2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3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9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0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3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6" fill="hold">
                      <p:stCondLst>
                        <p:cond delay="indefinite"/>
                      </p:stCondLst>
                      <p:childTnLst>
                        <p:par>
                          <p:cTn id="107" fill="hold">
                            <p:stCondLst>
                              <p:cond delay="0"/>
                            </p:stCondLst>
                            <p:childTnLst>
                              <p:par>
                                <p:cTn id="10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0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1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7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8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0" fill="hold">
                      <p:stCondLst>
                        <p:cond delay="indefinite"/>
                      </p:stCondLst>
                      <p:childTnLst>
                        <p:par>
                          <p:cTn id="121" fill="hold">
                            <p:stCondLst>
                              <p:cond delay="0"/>
                            </p:stCondLst>
                            <p:childTnLst>
                              <p:par>
                                <p:cTn id="12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4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5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6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>
                      <p:stCondLst>
                        <p:cond delay="indefinite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1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2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4" fill="hold">
                      <p:stCondLst>
                        <p:cond delay="indefinite"/>
                      </p:stCondLst>
                      <p:childTnLst>
                        <p:par>
                          <p:cTn id="135" fill="hold">
                            <p:stCondLst>
                              <p:cond delay="0"/>
                            </p:stCondLst>
                            <p:childTnLst>
                              <p:par>
                                <p:cTn id="136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8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9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0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1" fill="hold">
                      <p:stCondLst>
                        <p:cond delay="indefinite"/>
                      </p:stCondLst>
                      <p:childTnLst>
                        <p:par>
                          <p:cTn id="142" fill="hold">
                            <p:stCondLst>
                              <p:cond delay="0"/>
                            </p:stCondLst>
                            <p:childTnLst>
                              <p:par>
                                <p:cTn id="14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5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6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8" fill="hold">
                      <p:stCondLst>
                        <p:cond delay="indefinite"/>
                      </p:stCondLst>
                      <p:childTnLst>
                        <p:par>
                          <p:cTn id="149" fill="hold">
                            <p:stCondLst>
                              <p:cond delay="0"/>
                            </p:stCondLst>
                            <p:childTnLst>
                              <p:par>
                                <p:cTn id="150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2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3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4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5" fill="hold">
                      <p:stCondLst>
                        <p:cond delay="indefinite"/>
                      </p:stCondLst>
                      <p:childTnLst>
                        <p:par>
                          <p:cTn id="156" fill="hold">
                            <p:stCondLst>
                              <p:cond delay="0"/>
                            </p:stCondLst>
                            <p:childTnLst>
                              <p:par>
                                <p:cTn id="15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9" dur="500" fill="hold"/>
                                        <p:tgtEl>
                                          <p:spTgt spid="1761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0" dur="500" fill="hold"/>
                                        <p:tgtEl>
                                          <p:spTgt spid="1761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1" dur="500"/>
                                        <p:tgtEl>
                                          <p:spTgt spid="1761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2" fill="hold">
                      <p:stCondLst>
                        <p:cond delay="indefinite"/>
                      </p:stCondLst>
                      <p:childTnLst>
                        <p:par>
                          <p:cTn id="163" fill="hold">
                            <p:stCondLst>
                              <p:cond delay="0"/>
                            </p:stCondLst>
                            <p:childTnLst>
                              <p:par>
                                <p:cTn id="16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6" dur="500" fill="hold"/>
                                        <p:tgtEl>
                                          <p:spTgt spid="1761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7" dur="500" fill="hold"/>
                                        <p:tgtEl>
                                          <p:spTgt spid="1761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8" dur="500"/>
                                        <p:tgtEl>
                                          <p:spTgt spid="1761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9" fill="hold">
                      <p:stCondLst>
                        <p:cond delay="indefinite"/>
                      </p:stCondLst>
                      <p:childTnLst>
                        <p:par>
                          <p:cTn id="170" fill="hold">
                            <p:stCondLst>
                              <p:cond delay="0"/>
                            </p:stCondLst>
                            <p:childTnLst>
                              <p:par>
                                <p:cTn id="17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3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4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5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6" fill="hold">
                      <p:stCondLst>
                        <p:cond delay="indefinite"/>
                      </p:stCondLst>
                      <p:childTnLst>
                        <p:par>
                          <p:cTn id="177" fill="hold">
                            <p:stCondLst>
                              <p:cond delay="0"/>
                            </p:stCondLst>
                            <p:childTnLst>
                              <p:par>
                                <p:cTn id="17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0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1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2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3" fill="hold">
                      <p:stCondLst>
                        <p:cond delay="indefinite"/>
                      </p:stCondLst>
                      <p:childTnLst>
                        <p:par>
                          <p:cTn id="184" fill="hold">
                            <p:stCondLst>
                              <p:cond delay="0"/>
                            </p:stCondLst>
                            <p:childTnLst>
                              <p:par>
                                <p:cTn id="18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7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8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9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0" fill="hold">
                      <p:stCondLst>
                        <p:cond delay="indefinite"/>
                      </p:stCondLst>
                      <p:childTnLst>
                        <p:par>
                          <p:cTn id="191" fill="hold">
                            <p:stCondLst>
                              <p:cond delay="0"/>
                            </p:stCondLst>
                            <p:childTnLst>
                              <p:par>
                                <p:cTn id="19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4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5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6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7" fill="hold">
                      <p:stCondLst>
                        <p:cond delay="indefinite"/>
                      </p:stCondLst>
                      <p:childTnLst>
                        <p:par>
                          <p:cTn id="198" fill="hold">
                            <p:stCondLst>
                              <p:cond delay="0"/>
                            </p:stCondLst>
                            <p:childTnLst>
                              <p:par>
                                <p:cTn id="19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01" dur="5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2" dur="5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3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4" fill="hold">
                      <p:stCondLst>
                        <p:cond delay="indefinite"/>
                      </p:stCondLst>
                      <p:childTnLst>
                        <p:par>
                          <p:cTn id="205" fill="hold">
                            <p:stCondLst>
                              <p:cond delay="0"/>
                            </p:stCondLst>
                            <p:childTnLst>
                              <p:par>
                                <p:cTn id="206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08" dur="5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9" dur="5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0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1" fill="hold">
                      <p:stCondLst>
                        <p:cond delay="indefinite"/>
                      </p:stCondLst>
                      <p:childTnLst>
                        <p:par>
                          <p:cTn id="212" fill="hold">
                            <p:stCondLst>
                              <p:cond delay="0"/>
                            </p:stCondLst>
                            <p:childTnLst>
                              <p:par>
                                <p:cTn id="21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5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6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7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8" fill="hold">
                      <p:stCondLst>
                        <p:cond delay="indefinite"/>
                      </p:stCondLst>
                      <p:childTnLst>
                        <p:par>
                          <p:cTn id="219" fill="hold">
                            <p:stCondLst>
                              <p:cond delay="0"/>
                            </p:stCondLst>
                            <p:childTnLst>
                              <p:par>
                                <p:cTn id="220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2" dur="5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3" dur="5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4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5" fill="hold">
                      <p:stCondLst>
                        <p:cond delay="indefinite"/>
                      </p:stCondLst>
                      <p:childTnLst>
                        <p:par>
                          <p:cTn id="226" fill="hold">
                            <p:stCondLst>
                              <p:cond delay="0"/>
                            </p:stCondLst>
                            <p:childTnLst>
                              <p:par>
                                <p:cTn id="22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9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0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1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2" fill="hold">
                      <p:stCondLst>
                        <p:cond delay="indefinite"/>
                      </p:stCondLst>
                      <p:childTnLst>
                        <p:par>
                          <p:cTn id="233" fill="hold">
                            <p:stCondLst>
                              <p:cond delay="0"/>
                            </p:stCondLst>
                            <p:childTnLst>
                              <p:par>
                                <p:cTn id="23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6" dur="5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7" dur="5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8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9" fill="hold">
                      <p:stCondLst>
                        <p:cond delay="indefinite"/>
                      </p:stCondLst>
                      <p:childTnLst>
                        <p:par>
                          <p:cTn id="240" fill="hold">
                            <p:stCondLst>
                              <p:cond delay="0"/>
                            </p:stCondLst>
                            <p:childTnLst>
                              <p:par>
                                <p:cTn id="24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3" dur="5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4" dur="5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5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6" fill="hold" nodeType="clickPar">
                      <p:stCondLst>
                        <p:cond delay="indefinite"/>
                      </p:stCondLst>
                      <p:childTnLst>
                        <p:par>
                          <p:cTn id="24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48" presetID="53" presetClass="exit" presetSubtype="3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249" dur="500"/>
                                        <p:tgtEl>
                                          <p:spTgt spid="1761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0" dur="500"/>
                                        <p:tgtEl>
                                          <p:spTgt spid="1761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251" dur="500"/>
                                        <p:tgtEl>
                                          <p:spTgt spid="1761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6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6130" grpId="0" animBg="1"/>
      <p:bldP spid="176130" grpId="1" animBg="1"/>
      <p:bldP spid="6" grpId="0"/>
      <p:bldP spid="9" grpId="0"/>
      <p:bldP spid="10" grpId="0"/>
      <p:bldP spid="12" grpId="0"/>
      <p:bldP spid="13" grpId="0"/>
      <p:bldP spid="15" grpId="0"/>
      <p:bldP spid="16" grpId="0"/>
      <p:bldP spid="17" grpId="0"/>
      <p:bldP spid="18" grpId="0"/>
      <p:bldP spid="19" grpId="0"/>
      <p:bldP spid="20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176128" grpId="0"/>
      <p:bldP spid="176129" grpId="0"/>
      <p:bldP spid="51" grpId="0"/>
      <p:bldP spid="52" grpId="0"/>
      <p:bldP spid="53" grpId="0"/>
      <p:bldP spid="54" grpId="0"/>
      <p:bldP spid="55" grpId="0"/>
      <p:bldP spid="56" grpId="0"/>
      <p:bldP spid="57" grpId="0"/>
      <p:bldP spid="58" grpId="0"/>
      <p:bldP spid="59" grpId="0"/>
      <p:bldP spid="60" grpId="0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41F6C35B-2DA6-4967-A326-F3BACD61EC31}"/>
              </a:ext>
            </a:extLst>
          </p:cNvPr>
          <p:cNvSpPr/>
          <p:nvPr/>
        </p:nvSpPr>
        <p:spPr>
          <a:xfrm>
            <a:off x="2063750" y="293688"/>
            <a:ext cx="2181225" cy="2673350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lIns="68580" tIns="34290" rIns="68580" bIns="34290">
            <a:spAutoFit/>
          </a:bodyPr>
          <a:lstStyle/>
          <a:p>
            <a:pPr eaLnBrk="1" hangingPunct="1">
              <a:spcBef>
                <a:spcPct val="20000"/>
              </a:spcBef>
              <a:buClr>
                <a:srgbClr val="3333CC"/>
              </a:buClr>
              <a:buSzPct val="60000"/>
              <a:defRPr/>
            </a:pPr>
            <a:r>
              <a:rPr lang="en-US" altLang="zh-CN" i="1" kern="0" dirty="0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gen</a:t>
            </a:r>
            <a:r>
              <a:rPr lang="en-US" altLang="zh-CN" i="1" kern="0" baseline="-25000" dirty="0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B1</a:t>
            </a:r>
            <a:r>
              <a:rPr lang="en-US" altLang="zh-CN" kern="0" dirty="0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={ </a:t>
            </a:r>
            <a:r>
              <a:rPr lang="en-US" altLang="zh-CN" i="1" kern="0" dirty="0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d</a:t>
            </a:r>
            <a:r>
              <a:rPr lang="en-US" altLang="zh-CN" i="1" kern="0" baseline="-25000" dirty="0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1</a:t>
            </a:r>
            <a:r>
              <a:rPr lang="en-US" altLang="zh-CN" kern="0" dirty="0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, </a:t>
            </a:r>
            <a:r>
              <a:rPr lang="en-US" altLang="zh-CN" i="1" kern="0" dirty="0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d</a:t>
            </a:r>
            <a:r>
              <a:rPr lang="en-US" altLang="zh-CN" i="1" kern="0" baseline="-25000" dirty="0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2</a:t>
            </a:r>
            <a:r>
              <a:rPr lang="en-US" altLang="zh-CN" kern="0" dirty="0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, </a:t>
            </a:r>
            <a:r>
              <a:rPr lang="en-US" altLang="zh-CN" i="1" kern="0" dirty="0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d</a:t>
            </a:r>
            <a:r>
              <a:rPr lang="en-US" altLang="zh-CN" i="1" kern="0" baseline="-25000" dirty="0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3 </a:t>
            </a:r>
            <a:r>
              <a:rPr lang="en-US" altLang="zh-CN" kern="0" dirty="0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}</a:t>
            </a:r>
          </a:p>
          <a:p>
            <a:pPr eaLnBrk="1" hangingPunct="1">
              <a:spcBef>
                <a:spcPct val="20000"/>
              </a:spcBef>
              <a:buClr>
                <a:srgbClr val="3333CC"/>
              </a:buClr>
              <a:buSzPct val="60000"/>
              <a:defRPr/>
            </a:pPr>
            <a:r>
              <a:rPr lang="en-US" altLang="zh-CN" i="1" kern="0" dirty="0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kill</a:t>
            </a:r>
            <a:r>
              <a:rPr lang="en-US" altLang="zh-CN" i="1" kern="0" baseline="-25000" dirty="0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B1</a:t>
            </a:r>
            <a:r>
              <a:rPr lang="en-US" altLang="zh-CN" kern="0" dirty="0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={ </a:t>
            </a:r>
            <a:r>
              <a:rPr lang="en-US" altLang="zh-CN" i="1" kern="0" dirty="0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d</a:t>
            </a:r>
            <a:r>
              <a:rPr lang="en-US" altLang="zh-CN" i="1" kern="0" baseline="-25000" dirty="0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4</a:t>
            </a:r>
            <a:r>
              <a:rPr lang="en-US" altLang="zh-CN" kern="0" dirty="0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, </a:t>
            </a:r>
            <a:r>
              <a:rPr lang="en-US" altLang="zh-CN" i="1" kern="0" dirty="0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d</a:t>
            </a:r>
            <a:r>
              <a:rPr lang="en-US" altLang="zh-CN" i="1" kern="0" baseline="-25000" dirty="0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5</a:t>
            </a:r>
            <a:r>
              <a:rPr lang="en-US" altLang="zh-CN" kern="0" dirty="0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, </a:t>
            </a:r>
            <a:r>
              <a:rPr lang="en-US" altLang="zh-CN" i="1" kern="0" dirty="0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d</a:t>
            </a:r>
            <a:r>
              <a:rPr lang="en-US" altLang="zh-CN" i="1" kern="0" baseline="-25000" dirty="0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6</a:t>
            </a:r>
            <a:r>
              <a:rPr lang="en-US" altLang="zh-CN" kern="0" dirty="0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, </a:t>
            </a:r>
            <a:r>
              <a:rPr lang="en-US" altLang="zh-CN" i="1" kern="0" dirty="0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d</a:t>
            </a:r>
            <a:r>
              <a:rPr lang="en-US" altLang="zh-CN" i="1" kern="0" baseline="-25000" dirty="0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7</a:t>
            </a:r>
            <a:r>
              <a:rPr lang="en-US" altLang="zh-CN" kern="0" baseline="-25000" dirty="0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 </a:t>
            </a:r>
            <a:r>
              <a:rPr lang="en-US" altLang="zh-CN" kern="0" dirty="0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}</a:t>
            </a:r>
            <a:endParaRPr lang="en-US" altLang="zh-CN" i="1" kern="0" dirty="0">
              <a:solidFill>
                <a:prstClr val="black"/>
              </a:solidFill>
              <a:latin typeface="Times New Roman" pitchFamily="18" charset="0"/>
              <a:ea typeface="楷体_GB2312" pitchFamily="49" charset="-122"/>
              <a:cs typeface="Times New Roman" pitchFamily="18" charset="0"/>
            </a:endParaRPr>
          </a:p>
          <a:p>
            <a:pPr eaLnBrk="1" hangingPunct="1">
              <a:spcBef>
                <a:spcPct val="20000"/>
              </a:spcBef>
              <a:buClr>
                <a:srgbClr val="3333CC"/>
              </a:buClr>
              <a:buSzPct val="60000"/>
              <a:defRPr/>
            </a:pPr>
            <a:r>
              <a:rPr lang="en-US" altLang="zh-CN" i="1" kern="0" dirty="0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gen</a:t>
            </a:r>
            <a:r>
              <a:rPr lang="en-US" altLang="zh-CN" i="1" kern="0" baseline="-25000" dirty="0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B2</a:t>
            </a:r>
            <a:r>
              <a:rPr lang="en-US" altLang="zh-CN" kern="0" dirty="0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={ </a:t>
            </a:r>
            <a:r>
              <a:rPr lang="en-US" altLang="zh-CN" i="1" kern="0" dirty="0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d</a:t>
            </a:r>
            <a:r>
              <a:rPr lang="en-US" altLang="zh-CN" i="1" kern="0" baseline="-25000" dirty="0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4</a:t>
            </a:r>
            <a:r>
              <a:rPr lang="en-US" altLang="zh-CN" kern="0" dirty="0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, </a:t>
            </a:r>
            <a:r>
              <a:rPr lang="en-US" altLang="zh-CN" i="1" kern="0" dirty="0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d</a:t>
            </a:r>
            <a:r>
              <a:rPr lang="en-US" altLang="zh-CN" i="1" kern="0" baseline="-25000" dirty="0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5</a:t>
            </a:r>
            <a:r>
              <a:rPr lang="en-US" altLang="zh-CN" kern="0" baseline="-25000" dirty="0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 </a:t>
            </a:r>
            <a:r>
              <a:rPr lang="en-US" altLang="zh-CN" kern="0" dirty="0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}</a:t>
            </a:r>
          </a:p>
          <a:p>
            <a:pPr eaLnBrk="1" hangingPunct="1">
              <a:spcBef>
                <a:spcPct val="20000"/>
              </a:spcBef>
              <a:buClr>
                <a:srgbClr val="3333CC"/>
              </a:buClr>
              <a:buSzPct val="60000"/>
              <a:defRPr/>
            </a:pPr>
            <a:r>
              <a:rPr lang="en-US" altLang="zh-CN" i="1" kern="0" dirty="0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kill</a:t>
            </a:r>
            <a:r>
              <a:rPr lang="en-US" altLang="zh-CN" i="1" kern="0" baseline="-25000" dirty="0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B2</a:t>
            </a:r>
            <a:r>
              <a:rPr lang="en-US" altLang="zh-CN" kern="0" dirty="0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={ </a:t>
            </a:r>
            <a:r>
              <a:rPr lang="en-US" altLang="zh-CN" i="1" kern="0" dirty="0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d</a:t>
            </a:r>
            <a:r>
              <a:rPr lang="en-US" altLang="zh-CN" i="1" kern="0" baseline="-25000" dirty="0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1</a:t>
            </a:r>
            <a:r>
              <a:rPr lang="en-US" altLang="zh-CN" kern="0" dirty="0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, </a:t>
            </a:r>
            <a:r>
              <a:rPr lang="en-US" altLang="zh-CN" i="1" kern="0" dirty="0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d</a:t>
            </a:r>
            <a:r>
              <a:rPr lang="en-US" altLang="zh-CN" i="1" kern="0" baseline="-25000" dirty="0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2</a:t>
            </a:r>
            <a:r>
              <a:rPr lang="en-US" altLang="zh-CN" kern="0" dirty="0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, </a:t>
            </a:r>
            <a:r>
              <a:rPr lang="en-US" altLang="zh-CN" i="1" kern="0" dirty="0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d</a:t>
            </a:r>
            <a:r>
              <a:rPr lang="en-US" altLang="zh-CN" i="1" kern="0" baseline="-25000" dirty="0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7</a:t>
            </a:r>
            <a:r>
              <a:rPr lang="en-US" altLang="zh-CN" kern="0" baseline="-25000" dirty="0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 </a:t>
            </a:r>
            <a:r>
              <a:rPr lang="en-US" altLang="zh-CN" kern="0" dirty="0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}</a:t>
            </a:r>
            <a:endParaRPr lang="en-US" altLang="zh-CN" i="1" kern="0" dirty="0">
              <a:solidFill>
                <a:prstClr val="black"/>
              </a:solidFill>
              <a:latin typeface="Times New Roman" pitchFamily="18" charset="0"/>
              <a:ea typeface="楷体_GB2312" pitchFamily="49" charset="-122"/>
              <a:cs typeface="Times New Roman" pitchFamily="18" charset="0"/>
            </a:endParaRPr>
          </a:p>
          <a:p>
            <a:pPr eaLnBrk="1" hangingPunct="1">
              <a:spcBef>
                <a:spcPct val="20000"/>
              </a:spcBef>
              <a:buClr>
                <a:srgbClr val="3333CC"/>
              </a:buClr>
              <a:buSzPct val="60000"/>
              <a:defRPr/>
            </a:pPr>
            <a:r>
              <a:rPr lang="en-US" altLang="zh-CN" i="1" kern="0" dirty="0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gen</a:t>
            </a:r>
            <a:r>
              <a:rPr lang="en-US" altLang="zh-CN" i="1" kern="0" baseline="-25000" dirty="0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B3</a:t>
            </a:r>
            <a:r>
              <a:rPr lang="en-US" altLang="zh-CN" kern="0" dirty="0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={ </a:t>
            </a:r>
            <a:r>
              <a:rPr lang="en-US" altLang="zh-CN" i="1" kern="0" dirty="0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d</a:t>
            </a:r>
            <a:r>
              <a:rPr lang="en-US" altLang="zh-CN" i="1" kern="0" baseline="-25000" dirty="0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6</a:t>
            </a:r>
            <a:r>
              <a:rPr lang="en-US" altLang="zh-CN" kern="0" baseline="-25000" dirty="0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 </a:t>
            </a:r>
            <a:r>
              <a:rPr lang="en-US" altLang="zh-CN" kern="0" dirty="0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}</a:t>
            </a:r>
          </a:p>
          <a:p>
            <a:pPr eaLnBrk="1" hangingPunct="1">
              <a:spcBef>
                <a:spcPct val="20000"/>
              </a:spcBef>
              <a:buClr>
                <a:srgbClr val="3333CC"/>
              </a:buClr>
              <a:buSzPct val="60000"/>
              <a:defRPr/>
            </a:pPr>
            <a:r>
              <a:rPr lang="en-US" altLang="zh-CN" i="1" kern="0" dirty="0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kill</a:t>
            </a:r>
            <a:r>
              <a:rPr lang="en-US" altLang="zh-CN" i="1" kern="0" baseline="-25000" dirty="0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B3</a:t>
            </a:r>
            <a:r>
              <a:rPr lang="en-US" altLang="zh-CN" kern="0" dirty="0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={ </a:t>
            </a:r>
            <a:r>
              <a:rPr lang="en-US" altLang="zh-CN" i="1" kern="0" dirty="0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d</a:t>
            </a:r>
            <a:r>
              <a:rPr lang="en-US" altLang="zh-CN" i="1" kern="0" baseline="-25000" dirty="0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3</a:t>
            </a:r>
            <a:r>
              <a:rPr lang="en-US" altLang="zh-CN" kern="0" baseline="-25000" dirty="0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 </a:t>
            </a:r>
            <a:r>
              <a:rPr lang="en-US" altLang="zh-CN" kern="0" dirty="0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}</a:t>
            </a:r>
            <a:endParaRPr lang="en-US" altLang="zh-CN" i="1" kern="0" dirty="0">
              <a:solidFill>
                <a:prstClr val="black"/>
              </a:solidFill>
              <a:latin typeface="Times New Roman" pitchFamily="18" charset="0"/>
              <a:ea typeface="楷体_GB2312" pitchFamily="49" charset="-122"/>
              <a:cs typeface="Times New Roman" pitchFamily="18" charset="0"/>
            </a:endParaRPr>
          </a:p>
          <a:p>
            <a:pPr eaLnBrk="1" hangingPunct="1">
              <a:spcBef>
                <a:spcPct val="20000"/>
              </a:spcBef>
              <a:buClr>
                <a:srgbClr val="3333CC"/>
              </a:buClr>
              <a:buSzPct val="60000"/>
              <a:defRPr/>
            </a:pPr>
            <a:r>
              <a:rPr lang="en-US" altLang="zh-CN" i="1" kern="0" dirty="0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gen</a:t>
            </a:r>
            <a:r>
              <a:rPr lang="en-US" altLang="zh-CN" i="1" kern="0" baseline="-25000" dirty="0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B4</a:t>
            </a:r>
            <a:r>
              <a:rPr lang="en-US" altLang="zh-CN" kern="0" dirty="0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={ </a:t>
            </a:r>
            <a:r>
              <a:rPr lang="en-US" altLang="zh-CN" i="1" kern="0" dirty="0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d</a:t>
            </a:r>
            <a:r>
              <a:rPr lang="en-US" altLang="zh-CN" i="1" kern="0" baseline="-25000" dirty="0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7</a:t>
            </a:r>
            <a:r>
              <a:rPr lang="en-US" altLang="zh-CN" kern="0" baseline="-25000" dirty="0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 </a:t>
            </a:r>
            <a:r>
              <a:rPr lang="en-US" altLang="zh-CN" kern="0" dirty="0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}</a:t>
            </a:r>
          </a:p>
          <a:p>
            <a:pPr eaLnBrk="1" hangingPunct="1">
              <a:spcBef>
                <a:spcPct val="20000"/>
              </a:spcBef>
              <a:buClr>
                <a:srgbClr val="3333CC"/>
              </a:buClr>
              <a:buSzPct val="60000"/>
              <a:defRPr/>
            </a:pPr>
            <a:r>
              <a:rPr lang="en-US" altLang="zh-CN" i="1" kern="0" dirty="0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kill</a:t>
            </a:r>
            <a:r>
              <a:rPr lang="en-US" altLang="zh-CN" i="1" kern="0" baseline="-25000" dirty="0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B4</a:t>
            </a:r>
            <a:r>
              <a:rPr lang="en-US" altLang="zh-CN" kern="0" dirty="0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={ </a:t>
            </a:r>
            <a:r>
              <a:rPr lang="en-US" altLang="zh-CN" i="1" kern="0" dirty="0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d</a:t>
            </a:r>
            <a:r>
              <a:rPr lang="en-US" altLang="zh-CN" i="1" kern="0" baseline="-25000" dirty="0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1</a:t>
            </a:r>
            <a:r>
              <a:rPr lang="en-US" altLang="zh-CN" kern="0" dirty="0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, </a:t>
            </a:r>
            <a:r>
              <a:rPr lang="en-US" altLang="zh-CN" i="1" kern="0" dirty="0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d</a:t>
            </a:r>
            <a:r>
              <a:rPr lang="en-US" altLang="zh-CN" i="1" kern="0" baseline="-25000" dirty="0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4</a:t>
            </a:r>
            <a:r>
              <a:rPr lang="en-US" altLang="zh-CN" kern="0" baseline="-25000" dirty="0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 </a:t>
            </a:r>
            <a:r>
              <a:rPr lang="en-US" altLang="zh-CN" kern="0" dirty="0">
                <a:solidFill>
                  <a:prstClr val="black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}</a:t>
            </a:r>
          </a:p>
        </p:txBody>
      </p:sp>
      <p:sp>
        <p:nvSpPr>
          <p:cNvPr id="155651" name="Rectangle 2">
            <a:extLst>
              <a:ext uri="{FF2B5EF4-FFF2-40B4-BE49-F238E27FC236}">
                <a16:creationId xmlns:a16="http://schemas.microsoft.com/office/drawing/2014/main" id="{DB5E7537-988E-469B-9E1C-A9E94BCD29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例</a:t>
            </a:r>
            <a:endParaRPr lang="zh-CN" altLang="en-US" sz="2700">
              <a:solidFill>
                <a:schemeClr val="tx1"/>
              </a:solidFill>
              <a:cs typeface="楷体_GB2312" charset="0"/>
            </a:endParaRPr>
          </a:p>
        </p:txBody>
      </p:sp>
      <p:graphicFrame>
        <p:nvGraphicFramePr>
          <p:cNvPr id="23" name="Group 182">
            <a:extLst>
              <a:ext uri="{FF2B5EF4-FFF2-40B4-BE49-F238E27FC236}">
                <a16:creationId xmlns:a16="http://schemas.microsoft.com/office/drawing/2014/main" id="{451F1558-F57F-44D3-8F83-0F10A265DB5A}"/>
              </a:ext>
            </a:extLst>
          </p:cNvPr>
          <p:cNvGraphicFramePr>
            <a:graphicFrameLocks noGrp="1"/>
          </p:cNvGraphicFramePr>
          <p:nvPr/>
        </p:nvGraphicFramePr>
        <p:xfrm>
          <a:off x="1835150" y="3133725"/>
          <a:ext cx="1619250" cy="1798641"/>
        </p:xfrm>
        <a:graphic>
          <a:graphicData uri="http://schemas.openxmlformats.org/drawingml/2006/table">
            <a:tbl>
              <a:tblPr/>
              <a:tblGrid>
                <a:gridCol w="64857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70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243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1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B</a:t>
                      </a:r>
                      <a:endParaRPr kumimoji="0" lang="en-US" altLang="zh-CN" sz="16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640" marR="68640" marT="34298" marB="3429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1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OUT</a:t>
                      </a:r>
                      <a:r>
                        <a:rPr kumimoji="0" lang="en-US" altLang="zh-CN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[</a:t>
                      </a:r>
                      <a:r>
                        <a:rPr kumimoji="0" lang="en-US" altLang="zh-CN" sz="1600" b="1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B</a:t>
                      </a:r>
                      <a:r>
                        <a:rPr kumimoji="0" lang="en-US" altLang="zh-CN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]</a:t>
                      </a:r>
                      <a:r>
                        <a:rPr kumimoji="0" lang="en-US" altLang="zh-CN" sz="1600" b="1" i="0" u="none" strike="noStrike" cap="none" normalizeH="0" baseline="30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0</a:t>
                      </a:r>
                      <a:endParaRPr kumimoji="0" lang="en-US" altLang="zh-CN" sz="1000" b="1" i="0" u="none" strike="noStrike" cap="none" normalizeH="0" baseline="30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640" marR="68640" marT="34298" marB="3429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7241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500" b="1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B</a:t>
                      </a:r>
                      <a:r>
                        <a:rPr kumimoji="0" lang="en-US" altLang="zh-CN" sz="1500" b="1" i="1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1</a:t>
                      </a:r>
                    </a:p>
                  </a:txBody>
                  <a:tcPr marL="68640" marR="68640" marT="34298" marB="3429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5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000  0000</a:t>
                      </a:r>
                      <a:endParaRPr kumimoji="0" lang="zh-CN" altLang="en-US" sz="15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640" marR="68640" marT="34298" marB="3429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7241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500" b="1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B</a:t>
                      </a:r>
                      <a:r>
                        <a:rPr kumimoji="0" lang="en-US" altLang="zh-CN" sz="1500" b="1" i="1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2</a:t>
                      </a:r>
                      <a:endParaRPr kumimoji="0" lang="zh-CN" altLang="en-US" sz="1500" b="1" i="1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640" marR="68640" marT="34298" marB="3429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5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000  0000</a:t>
                      </a:r>
                      <a:endParaRPr kumimoji="0" lang="zh-CN" altLang="en-US" sz="15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640" marR="68640" marT="34298" marB="3429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7241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500" b="1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B</a:t>
                      </a:r>
                      <a:r>
                        <a:rPr kumimoji="0" lang="en-US" altLang="zh-CN" sz="1500" b="1" i="1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3</a:t>
                      </a:r>
                      <a:endParaRPr kumimoji="0" lang="zh-CN" altLang="en-US" sz="1500" b="1" i="1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640" marR="68640" marT="34298" marB="3429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5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000  0000</a:t>
                      </a:r>
                      <a:endParaRPr kumimoji="0" lang="zh-CN" altLang="en-US" sz="15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640" marR="68640" marT="34298" marB="3429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7241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500" b="1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B</a:t>
                      </a:r>
                      <a:r>
                        <a:rPr kumimoji="0" lang="en-US" altLang="zh-CN" sz="1500" b="1" i="1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4</a:t>
                      </a:r>
                      <a:endParaRPr kumimoji="0" lang="zh-CN" altLang="en-US" sz="1500" b="1" i="1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640" marR="68640" marT="34298" marB="3429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5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000  0000</a:t>
                      </a:r>
                      <a:endParaRPr kumimoji="0" lang="zh-CN" altLang="en-US" sz="15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640" marR="68640" marT="34298" marB="3429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7241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500" b="1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EXIT</a:t>
                      </a:r>
                      <a:endParaRPr kumimoji="0" lang="zh-CN" altLang="en-US" sz="1500" b="1" i="1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640" marR="68640" marT="34298" marB="3429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5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000  0000</a:t>
                      </a:r>
                      <a:endParaRPr kumimoji="0" lang="zh-CN" altLang="en-US" sz="15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640" marR="68640" marT="34298" marB="3429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pSp>
        <p:nvGrpSpPr>
          <p:cNvPr id="155675" name="组合 1">
            <a:extLst>
              <a:ext uri="{FF2B5EF4-FFF2-40B4-BE49-F238E27FC236}">
                <a16:creationId xmlns:a16="http://schemas.microsoft.com/office/drawing/2014/main" id="{4EAB18F7-0864-4ABB-89B0-4A01E578231D}"/>
              </a:ext>
            </a:extLst>
          </p:cNvPr>
          <p:cNvGrpSpPr>
            <a:grpSpLocks/>
          </p:cNvGrpSpPr>
          <p:nvPr/>
        </p:nvGrpSpPr>
        <p:grpSpPr bwMode="auto">
          <a:xfrm>
            <a:off x="138113" y="854075"/>
            <a:ext cx="1625600" cy="3082925"/>
            <a:chOff x="890764" y="853544"/>
            <a:chExt cx="1626248" cy="3084076"/>
          </a:xfrm>
        </p:grpSpPr>
        <p:sp>
          <p:nvSpPr>
            <p:cNvPr id="7" name="Rectangle 23">
              <a:extLst>
                <a:ext uri="{FF2B5EF4-FFF2-40B4-BE49-F238E27FC236}">
                  <a16:creationId xmlns:a16="http://schemas.microsoft.com/office/drawing/2014/main" id="{14746C89-E99C-482B-900D-BDE225CF930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22946" y="853544"/>
              <a:ext cx="786125" cy="285857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8580" tIns="27000" rIns="68580" bIns="0" anchor="ctr"/>
            <a:lstStyle>
              <a:lvl1pPr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ctr">
                <a:lnSpc>
                  <a:spcPct val="70000"/>
                </a:lnSpc>
                <a:defRPr/>
              </a:pPr>
              <a:r>
                <a:rPr lang="en-US" altLang="zh-CN" sz="1500" i="1" dirty="0">
                  <a:solidFill>
                    <a:prstClr val="black"/>
                  </a:solidFill>
                  <a:latin typeface="Times New Roman" charset="0"/>
                </a:rPr>
                <a:t>ENTRY</a:t>
              </a:r>
              <a:endParaRPr lang="en-US" altLang="zh-CN" sz="1500" dirty="0">
                <a:solidFill>
                  <a:prstClr val="black"/>
                </a:solidFill>
                <a:latin typeface="Times New Roman" charset="0"/>
              </a:endParaRPr>
            </a:p>
          </p:txBody>
        </p:sp>
        <p:sp>
          <p:nvSpPr>
            <p:cNvPr id="8" name="Rectangle 24">
              <a:extLst>
                <a:ext uri="{FF2B5EF4-FFF2-40B4-BE49-F238E27FC236}">
                  <a16:creationId xmlns:a16="http://schemas.microsoft.com/office/drawing/2014/main" id="{ADBF3288-DB62-4677-BD3F-865EC3C9674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22946" y="1414141"/>
              <a:ext cx="786125" cy="344616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8580" tIns="54000" rIns="68580" bIns="0"/>
            <a:lstStyle>
              <a:lvl1pPr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ctr">
                <a:defRPr/>
              </a:pPr>
              <a:r>
                <a:rPr lang="en-US" altLang="zh-CN" sz="1500" i="1" dirty="0">
                  <a:solidFill>
                    <a:prstClr val="black"/>
                  </a:solidFill>
                  <a:latin typeface="Times New Roman" panose="02020603050405020304" pitchFamily="18" charset="0"/>
                </a:rPr>
                <a:t>B</a:t>
              </a:r>
              <a:r>
                <a:rPr lang="en-US" altLang="zh-CN" sz="1500" baseline="-25000" dirty="0">
                  <a:solidFill>
                    <a:prstClr val="black"/>
                  </a:solidFill>
                  <a:latin typeface="Times New Roman" panose="02020603050405020304" pitchFamily="18" charset="0"/>
                </a:rPr>
                <a:t>1</a:t>
              </a:r>
              <a:endParaRPr lang="en-US" altLang="zh-CN" sz="1500" dirty="0">
                <a:solidFill>
                  <a:prstClr val="black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1" name="Rectangle 27">
              <a:extLst>
                <a:ext uri="{FF2B5EF4-FFF2-40B4-BE49-F238E27FC236}">
                  <a16:creationId xmlns:a16="http://schemas.microsoft.com/office/drawing/2014/main" id="{B79D5F2C-43A7-4E03-9AAF-F013EBD46C8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22946" y="2020793"/>
              <a:ext cx="786125" cy="35732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8580" tIns="54000" rIns="68580" bIns="0"/>
            <a:lstStyle>
              <a:lvl1pPr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ctr">
                <a:defRPr/>
              </a:pPr>
              <a:r>
                <a:rPr lang="en-US" altLang="zh-CN" sz="1500" i="1" dirty="0">
                  <a:solidFill>
                    <a:prstClr val="black"/>
                  </a:solidFill>
                  <a:latin typeface="Times New Roman" panose="02020603050405020304" pitchFamily="18" charset="0"/>
                </a:rPr>
                <a:t>B</a:t>
              </a:r>
              <a:r>
                <a:rPr lang="en-US" altLang="zh-CN" sz="1500" baseline="-25000" dirty="0">
                  <a:solidFill>
                    <a:prstClr val="black"/>
                  </a:solidFill>
                  <a:latin typeface="Times New Roman" panose="02020603050405020304" pitchFamily="18" charset="0"/>
                </a:rPr>
                <a:t>2</a:t>
              </a:r>
              <a:endParaRPr lang="en-US" altLang="zh-CN" sz="1500" dirty="0">
                <a:solidFill>
                  <a:prstClr val="black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55826" name="Line 28">
              <a:extLst>
                <a:ext uri="{FF2B5EF4-FFF2-40B4-BE49-F238E27FC236}">
                  <a16:creationId xmlns:a16="http://schemas.microsoft.com/office/drawing/2014/main" id="{F9866AEF-4513-4D33-994D-588091ED77A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47822" y="1163899"/>
              <a:ext cx="0" cy="23971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155827" name="Line 29">
              <a:extLst>
                <a:ext uri="{FF2B5EF4-FFF2-40B4-BE49-F238E27FC236}">
                  <a16:creationId xmlns:a16="http://schemas.microsoft.com/office/drawing/2014/main" id="{35883F10-0E52-4C39-9A38-CB9743DB161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49034" y="1749688"/>
              <a:ext cx="0" cy="271461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14" name="Rectangle 30">
              <a:extLst>
                <a:ext uri="{FF2B5EF4-FFF2-40B4-BE49-F238E27FC236}">
                  <a16:creationId xmlns:a16="http://schemas.microsoft.com/office/drawing/2014/main" id="{8DF826C2-27B0-4CBB-A772-45AD7E449FF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1340" y="2543275"/>
              <a:ext cx="370034" cy="23821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7500" tIns="0" rIns="0" bIns="0"/>
            <a:lstStyle>
              <a:lvl1pPr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just">
                <a:defRPr/>
              </a:pPr>
              <a:r>
                <a:rPr lang="en-US" altLang="zh-CN" sz="1500" i="1" dirty="0">
                  <a:solidFill>
                    <a:prstClr val="black"/>
                  </a:solidFill>
                  <a:latin typeface="Times New Roman" panose="02020603050405020304" pitchFamily="18" charset="0"/>
                </a:rPr>
                <a:t>B</a:t>
              </a:r>
              <a:r>
                <a:rPr lang="en-US" altLang="zh-CN" sz="1500" baseline="-25000" dirty="0">
                  <a:solidFill>
                    <a:prstClr val="black"/>
                  </a:solidFill>
                  <a:latin typeface="Times New Roman" panose="02020603050405020304" pitchFamily="18" charset="0"/>
                </a:rPr>
                <a:t>3</a:t>
              </a:r>
              <a:endParaRPr lang="en-US" altLang="zh-CN" sz="1500" dirty="0">
                <a:solidFill>
                  <a:prstClr val="black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55829" name="Line 31">
              <a:extLst>
                <a:ext uri="{FF2B5EF4-FFF2-40B4-BE49-F238E27FC236}">
                  <a16:creationId xmlns:a16="http://schemas.microsoft.com/office/drawing/2014/main" id="{E5FE715F-DA48-4BD9-9F6C-29977CD8C28D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123728" y="2388419"/>
              <a:ext cx="0" cy="632853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155830" name="Rectangle 34">
              <a:extLst>
                <a:ext uri="{FF2B5EF4-FFF2-40B4-BE49-F238E27FC236}">
                  <a16:creationId xmlns:a16="http://schemas.microsoft.com/office/drawing/2014/main" id="{23C3962A-110D-4981-8D33-426F34247E8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51746" y="2806961"/>
              <a:ext cx="628729" cy="32702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endParaRPr lang="en-US" altLang="zh-CN" sz="1500">
                <a:solidFill>
                  <a:srgbClr val="000000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55831" name="Line 37">
              <a:extLst>
                <a:ext uri="{FF2B5EF4-FFF2-40B4-BE49-F238E27FC236}">
                  <a16:creationId xmlns:a16="http://schemas.microsoft.com/office/drawing/2014/main" id="{12FD8184-BF27-40C0-B88F-530337DD12E3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451745" y="2378305"/>
              <a:ext cx="271739" cy="144471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155832" name="Line 38">
              <a:extLst>
                <a:ext uri="{FF2B5EF4-FFF2-40B4-BE49-F238E27FC236}">
                  <a16:creationId xmlns:a16="http://schemas.microsoft.com/office/drawing/2014/main" id="{22EFBA6D-E1CA-4FF9-A7B4-F8C5F6562DB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503749" y="2776827"/>
              <a:ext cx="485255" cy="244445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155833" name="Freeform 42">
              <a:extLst>
                <a:ext uri="{FF2B5EF4-FFF2-40B4-BE49-F238E27FC236}">
                  <a16:creationId xmlns:a16="http://schemas.microsoft.com/office/drawing/2014/main" id="{F08F618A-E403-414A-9F3B-A391FA3F6CBB}"/>
                </a:ext>
              </a:extLst>
            </p:cNvPr>
            <p:cNvSpPr>
              <a:spLocks/>
            </p:cNvSpPr>
            <p:nvPr/>
          </p:nvSpPr>
          <p:spPr bwMode="auto">
            <a:xfrm rot="-906172">
              <a:off x="890764" y="1883154"/>
              <a:ext cx="1003397" cy="1727132"/>
            </a:xfrm>
            <a:custGeom>
              <a:avLst/>
              <a:gdLst>
                <a:gd name="T0" fmla="*/ 2147483646 w 627"/>
                <a:gd name="T1" fmla="*/ 2147483646 h 3190"/>
                <a:gd name="T2" fmla="*/ 2147483646 w 627"/>
                <a:gd name="T3" fmla="*/ 2147483646 h 3190"/>
                <a:gd name="T4" fmla="*/ 2147483646 w 627"/>
                <a:gd name="T5" fmla="*/ 2147483646 h 3190"/>
                <a:gd name="T6" fmla="*/ 2147483646 w 627"/>
                <a:gd name="T7" fmla="*/ 2147483646 h 3190"/>
                <a:gd name="T8" fmla="*/ 2147483646 w 627"/>
                <a:gd name="T9" fmla="*/ 2147483646 h 319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627"/>
                <a:gd name="T16" fmla="*/ 0 h 3190"/>
                <a:gd name="T17" fmla="*/ 627 w 627"/>
                <a:gd name="T18" fmla="*/ 3190 h 319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627" h="3190">
                  <a:moveTo>
                    <a:pt x="491" y="2994"/>
                  </a:moveTo>
                  <a:cubicBezTo>
                    <a:pt x="430" y="3092"/>
                    <a:pt x="369" y="3190"/>
                    <a:pt x="309" y="3130"/>
                  </a:cubicBezTo>
                  <a:cubicBezTo>
                    <a:pt x="249" y="3070"/>
                    <a:pt x="166" y="3092"/>
                    <a:pt x="128" y="2631"/>
                  </a:cubicBezTo>
                  <a:cubicBezTo>
                    <a:pt x="90" y="2170"/>
                    <a:pt x="0" y="726"/>
                    <a:pt x="83" y="363"/>
                  </a:cubicBezTo>
                  <a:cubicBezTo>
                    <a:pt x="166" y="0"/>
                    <a:pt x="396" y="227"/>
                    <a:pt x="627" y="454"/>
                  </a:cubicBezTo>
                </a:path>
              </a:pathLst>
            </a:cu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22" name="Rectangle 23">
              <a:extLst>
                <a:ext uri="{FF2B5EF4-FFF2-40B4-BE49-F238E27FC236}">
                  <a16:creationId xmlns:a16="http://schemas.microsoft.com/office/drawing/2014/main" id="{A1E14625-95C4-4AA0-9CBA-F53279FA5DD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22946" y="3651763"/>
              <a:ext cx="786125" cy="285857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8580" tIns="27000" rIns="68580" bIns="0" anchor="ctr"/>
            <a:lstStyle>
              <a:lvl1pPr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ctr">
                <a:lnSpc>
                  <a:spcPct val="70000"/>
                </a:lnSpc>
                <a:defRPr/>
              </a:pPr>
              <a:r>
                <a:rPr lang="en-US" altLang="zh-CN" sz="1500" i="1" dirty="0">
                  <a:solidFill>
                    <a:prstClr val="black"/>
                  </a:solidFill>
                  <a:latin typeface="Times New Roman" charset="0"/>
                </a:rPr>
                <a:t>EXIT</a:t>
              </a:r>
              <a:endParaRPr lang="en-US" altLang="zh-CN" sz="1500" dirty="0">
                <a:solidFill>
                  <a:prstClr val="black"/>
                </a:solidFill>
                <a:latin typeface="Times New Roman" charset="0"/>
              </a:endParaRPr>
            </a:p>
          </p:txBody>
        </p:sp>
        <p:sp>
          <p:nvSpPr>
            <p:cNvPr id="155835" name="Line 28">
              <a:extLst>
                <a:ext uri="{FF2B5EF4-FFF2-40B4-BE49-F238E27FC236}">
                  <a16:creationId xmlns:a16="http://schemas.microsoft.com/office/drawing/2014/main" id="{AD1A793B-D125-4207-860A-658EE738D2B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23728" y="3418168"/>
              <a:ext cx="0" cy="23971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24" name="Rectangle 27">
              <a:extLst>
                <a:ext uri="{FF2B5EF4-FFF2-40B4-BE49-F238E27FC236}">
                  <a16:creationId xmlns:a16="http://schemas.microsoft.com/office/drawing/2014/main" id="{2B7EBA33-0A58-42AD-A31E-5BF88A3166D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30886" y="3060993"/>
              <a:ext cx="786126" cy="357321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8580" tIns="54000" rIns="68580" bIns="0"/>
            <a:lstStyle>
              <a:lvl1pPr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ctr">
                <a:defRPr/>
              </a:pPr>
              <a:r>
                <a:rPr lang="en-US" altLang="zh-CN" sz="1500" i="1" dirty="0">
                  <a:solidFill>
                    <a:prstClr val="black"/>
                  </a:solidFill>
                  <a:latin typeface="Times New Roman" panose="02020603050405020304" pitchFamily="18" charset="0"/>
                </a:rPr>
                <a:t>B</a:t>
              </a:r>
              <a:r>
                <a:rPr lang="en-US" altLang="zh-CN" sz="1500" baseline="-25000" dirty="0">
                  <a:solidFill>
                    <a:prstClr val="black"/>
                  </a:solidFill>
                  <a:latin typeface="Times New Roman" panose="02020603050405020304" pitchFamily="18" charset="0"/>
                </a:rPr>
                <a:t>4</a:t>
              </a:r>
              <a:endParaRPr lang="en-US" altLang="zh-CN" sz="1500" dirty="0">
                <a:solidFill>
                  <a:prstClr val="black"/>
                </a:solidFill>
                <a:latin typeface="Times New Roman" panose="02020603050405020304" pitchFamily="18" charset="0"/>
              </a:endParaRPr>
            </a:p>
          </p:txBody>
        </p:sp>
      </p:grp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0289A63F-FAE5-4A84-9A61-E7AA88A63F90}"/>
              </a:ext>
            </a:extLst>
          </p:cNvPr>
          <p:cNvGraphicFramePr>
            <a:graphicFrameLocks noGrp="1"/>
          </p:cNvGraphicFramePr>
          <p:nvPr/>
        </p:nvGraphicFramePr>
        <p:xfrm>
          <a:off x="5289550" y="3133725"/>
          <a:ext cx="1871663" cy="1798641"/>
        </p:xfrm>
        <a:graphic>
          <a:graphicData uri="http://schemas.openxmlformats.org/drawingml/2006/table">
            <a:tbl>
              <a:tblPr/>
              <a:tblGrid>
                <a:gridCol w="8638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78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243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0" lang="en-US" altLang="zh-CN" sz="1600" b="1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IN</a:t>
                      </a:r>
                      <a:r>
                        <a:rPr kumimoji="0" lang="en-US" altLang="zh-CN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[</a:t>
                      </a:r>
                      <a:r>
                        <a:rPr kumimoji="0" lang="en-US" altLang="zh-CN" sz="1600" b="1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B</a:t>
                      </a:r>
                      <a:r>
                        <a:rPr kumimoji="0" lang="en-US" altLang="zh-CN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]</a:t>
                      </a:r>
                      <a:r>
                        <a:rPr kumimoji="0" lang="en-US" altLang="zh-CN" sz="1600" b="1" i="0" u="none" strike="noStrike" kern="1200" cap="none" spc="0" normalizeH="0" baseline="3000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2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67" marR="68567" marT="34298" marB="3429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0" lang="en-US" altLang="zh-CN" sz="1600" b="1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OUT</a:t>
                      </a:r>
                      <a:r>
                        <a:rPr kumimoji="0" lang="en-US" altLang="zh-CN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[</a:t>
                      </a:r>
                      <a:r>
                        <a:rPr kumimoji="0" lang="en-US" altLang="zh-CN" sz="1600" b="1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B</a:t>
                      </a:r>
                      <a:r>
                        <a:rPr kumimoji="0" lang="en-US" altLang="zh-CN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]</a:t>
                      </a:r>
                      <a:r>
                        <a:rPr kumimoji="0" lang="en-US" altLang="zh-CN" sz="1600" b="1" i="0" u="none" strike="noStrike" kern="1200" cap="none" spc="0" normalizeH="0" baseline="3000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2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67" marR="68567" marT="34298" marB="3429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7241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  <a:defRPr/>
                      </a:pPr>
                      <a:endParaRPr kumimoji="0" lang="zh-CN" altLang="en-US" sz="15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67" marR="68567" marT="34298" marB="3429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5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67" marR="68567" marT="34298" marB="3429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7241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5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67" marR="68567" marT="34298" marB="3429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5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67" marR="68567" marT="34298" marB="3429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7241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5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67" marR="68567" marT="34298" marB="3429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5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67" marR="68567" marT="34298" marB="3429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7241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5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67" marR="68567" marT="34298" marB="3429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5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67" marR="68567" marT="34298" marB="3429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7241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5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67" marR="68567" marT="34298" marB="3429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5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67" marR="68567" marT="34298" marB="3429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58BE5BE2-84B6-4819-8362-CB760371A92A}"/>
              </a:ext>
            </a:extLst>
          </p:cNvPr>
          <p:cNvGraphicFramePr>
            <a:graphicFrameLocks noGrp="1"/>
          </p:cNvGraphicFramePr>
          <p:nvPr/>
        </p:nvGraphicFramePr>
        <p:xfrm>
          <a:off x="3443288" y="3133725"/>
          <a:ext cx="1828800" cy="1798641"/>
        </p:xfrm>
        <a:graphic>
          <a:graphicData uri="http://schemas.openxmlformats.org/drawingml/2006/table">
            <a:tbl>
              <a:tblPr/>
              <a:tblGrid>
                <a:gridCol w="8925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362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243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0" lang="en-US" altLang="zh-CN" sz="1600" b="1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IN</a:t>
                      </a:r>
                      <a:r>
                        <a:rPr kumimoji="0" lang="en-US" altLang="zh-CN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[</a:t>
                      </a:r>
                      <a:r>
                        <a:rPr kumimoji="0" lang="en-US" altLang="zh-CN" sz="1600" b="1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B</a:t>
                      </a:r>
                      <a:r>
                        <a:rPr kumimoji="0" lang="en-US" altLang="zh-CN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]</a:t>
                      </a:r>
                      <a:r>
                        <a:rPr kumimoji="0" lang="en-US" altLang="zh-CN" sz="1600" b="1" i="0" u="none" strike="noStrike" kern="1200" cap="none" spc="0" normalizeH="0" baseline="3000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1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99" marR="68599" marT="34298" marB="3429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0" lang="en-US" altLang="zh-CN" sz="1600" b="1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OUT</a:t>
                      </a:r>
                      <a:r>
                        <a:rPr kumimoji="0" lang="en-US" altLang="zh-CN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[</a:t>
                      </a:r>
                      <a:r>
                        <a:rPr kumimoji="0" lang="en-US" altLang="zh-CN" sz="1600" b="1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B</a:t>
                      </a:r>
                      <a:r>
                        <a:rPr kumimoji="0" lang="en-US" altLang="zh-CN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]</a:t>
                      </a:r>
                      <a:r>
                        <a:rPr kumimoji="0" lang="en-US" altLang="zh-CN" sz="1600" b="1" i="0" u="none" strike="noStrike" kern="1200" cap="none" spc="0" normalizeH="0" baseline="3000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1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99" marR="68599" marT="34298" marB="3429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7241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5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99" marR="68599" marT="34298" marB="3429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5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99" marR="68599" marT="34298" marB="3429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7241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5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99" marR="68599" marT="34298" marB="3429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5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99" marR="68599" marT="34298" marB="3429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7241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5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99" marR="68599" marT="34298" marB="3429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5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99" marR="68599" marT="34298" marB="3429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7241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5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99" marR="68599" marT="34298" marB="3429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5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99" marR="68599" marT="34298" marB="3429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7241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5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99" marR="68599" marT="34298" marB="3429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5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99" marR="68599" marT="34298" marB="3429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55722" name="矩形 5">
            <a:extLst>
              <a:ext uri="{FF2B5EF4-FFF2-40B4-BE49-F238E27FC236}">
                <a16:creationId xmlns:a16="http://schemas.microsoft.com/office/drawing/2014/main" id="{8AF802D5-DA57-497D-A408-DA3149FFEF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81375" y="3435350"/>
            <a:ext cx="954088" cy="323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en-US" altLang="zh-CN" sz="1500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000  0000</a:t>
            </a:r>
            <a:endParaRPr lang="zh-CN" altLang="en-US" sz="1500">
              <a:solidFill>
                <a:srgbClr val="000000"/>
              </a:solidFill>
              <a:latin typeface="Times New Roman" panose="02020603050405020304" pitchFamily="18" charset="0"/>
              <a:ea typeface="楷体_GB2312" charset="0"/>
              <a:cs typeface="Times New Roman" panose="02020603050405020304" pitchFamily="18" charset="0"/>
            </a:endParaRPr>
          </a:p>
        </p:txBody>
      </p:sp>
      <p:sp>
        <p:nvSpPr>
          <p:cNvPr id="155723" name="矩形 8">
            <a:extLst>
              <a:ext uri="{FF2B5EF4-FFF2-40B4-BE49-F238E27FC236}">
                <a16:creationId xmlns:a16="http://schemas.microsoft.com/office/drawing/2014/main" id="{46A7CFFD-82C8-4EC8-8884-5358DD77D6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35463" y="3435350"/>
            <a:ext cx="933450" cy="323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en-US" altLang="zh-CN" sz="1500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111  0000</a:t>
            </a:r>
            <a:endParaRPr lang="zh-CN" altLang="en-US" sz="1500">
              <a:solidFill>
                <a:srgbClr val="000000"/>
              </a:solidFill>
              <a:latin typeface="Times New Roman" panose="02020603050405020304" pitchFamily="18" charset="0"/>
              <a:ea typeface="楷体_GB2312" charset="0"/>
              <a:cs typeface="Times New Roman" panose="02020603050405020304" pitchFamily="18" charset="0"/>
            </a:endParaRPr>
          </a:p>
        </p:txBody>
      </p:sp>
      <p:sp>
        <p:nvSpPr>
          <p:cNvPr id="155724" name="矩形 9">
            <a:extLst>
              <a:ext uri="{FF2B5EF4-FFF2-40B4-BE49-F238E27FC236}">
                <a16:creationId xmlns:a16="http://schemas.microsoft.com/office/drawing/2014/main" id="{98FCEB4B-8367-468F-95FE-264D5FF6A4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03600" y="3724275"/>
            <a:ext cx="931863" cy="3222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en-US" altLang="zh-CN" sz="1500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111  0000</a:t>
            </a:r>
            <a:endParaRPr lang="zh-CN" altLang="en-US" sz="1500">
              <a:solidFill>
                <a:srgbClr val="000000"/>
              </a:solidFill>
              <a:latin typeface="Times New Roman" panose="02020603050405020304" pitchFamily="18" charset="0"/>
              <a:ea typeface="楷体_GB2312" charset="0"/>
              <a:cs typeface="Times New Roman" panose="02020603050405020304" pitchFamily="18" charset="0"/>
            </a:endParaRPr>
          </a:p>
        </p:txBody>
      </p:sp>
      <p:sp>
        <p:nvSpPr>
          <p:cNvPr id="155725" name="矩形 11">
            <a:extLst>
              <a:ext uri="{FF2B5EF4-FFF2-40B4-BE49-F238E27FC236}">
                <a16:creationId xmlns:a16="http://schemas.microsoft.com/office/drawing/2014/main" id="{C14BD783-8890-4076-B18D-B2AEF2FB3C0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29113" y="3724275"/>
            <a:ext cx="942975" cy="3222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en-US" altLang="zh-CN" sz="1500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001  1100</a:t>
            </a:r>
            <a:endParaRPr lang="zh-CN" altLang="en-US" sz="1500">
              <a:solidFill>
                <a:srgbClr val="000000"/>
              </a:solidFill>
              <a:latin typeface="Times New Roman" panose="02020603050405020304" pitchFamily="18" charset="0"/>
              <a:ea typeface="楷体_GB2312" charset="0"/>
              <a:cs typeface="Times New Roman" panose="02020603050405020304" pitchFamily="18" charset="0"/>
            </a:endParaRPr>
          </a:p>
        </p:txBody>
      </p:sp>
      <p:sp>
        <p:nvSpPr>
          <p:cNvPr id="155726" name="矩形 12">
            <a:extLst>
              <a:ext uri="{FF2B5EF4-FFF2-40B4-BE49-F238E27FC236}">
                <a16:creationId xmlns:a16="http://schemas.microsoft.com/office/drawing/2014/main" id="{6E6E5096-BB45-4E72-8FEC-5E31F272AC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00425" y="4048125"/>
            <a:ext cx="942975" cy="323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en-US" altLang="zh-CN" sz="1500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001  1100</a:t>
            </a:r>
            <a:endParaRPr lang="zh-CN" altLang="en-US" sz="1500">
              <a:solidFill>
                <a:srgbClr val="000000"/>
              </a:solidFill>
              <a:latin typeface="Times New Roman" panose="02020603050405020304" pitchFamily="18" charset="0"/>
              <a:ea typeface="楷体_GB2312" charset="0"/>
              <a:cs typeface="Times New Roman" panose="02020603050405020304" pitchFamily="18" charset="0"/>
            </a:endParaRPr>
          </a:p>
        </p:txBody>
      </p:sp>
      <p:sp>
        <p:nvSpPr>
          <p:cNvPr id="155727" name="矩形 14">
            <a:extLst>
              <a:ext uri="{FF2B5EF4-FFF2-40B4-BE49-F238E27FC236}">
                <a16:creationId xmlns:a16="http://schemas.microsoft.com/office/drawing/2014/main" id="{32E6BEDC-1183-43C1-BB99-2858FB9B5F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38638" y="4048125"/>
            <a:ext cx="933450" cy="323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en-US" altLang="zh-CN" sz="1500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000  1110</a:t>
            </a:r>
            <a:endParaRPr lang="zh-CN" altLang="en-US" sz="1500">
              <a:solidFill>
                <a:srgbClr val="000000"/>
              </a:solidFill>
              <a:latin typeface="Times New Roman" panose="02020603050405020304" pitchFamily="18" charset="0"/>
              <a:ea typeface="楷体_GB2312" charset="0"/>
              <a:cs typeface="Times New Roman" panose="02020603050405020304" pitchFamily="18" charset="0"/>
            </a:endParaRPr>
          </a:p>
        </p:txBody>
      </p:sp>
      <p:sp>
        <p:nvSpPr>
          <p:cNvPr id="155728" name="矩形 15">
            <a:extLst>
              <a:ext uri="{FF2B5EF4-FFF2-40B4-BE49-F238E27FC236}">
                <a16:creationId xmlns:a16="http://schemas.microsoft.com/office/drawing/2014/main" id="{7F6228DB-F9E1-4386-A12B-2764F1263CA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03600" y="4337050"/>
            <a:ext cx="931863" cy="3222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en-US" altLang="zh-CN" sz="1500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001  1110</a:t>
            </a:r>
            <a:endParaRPr lang="zh-CN" altLang="en-US" sz="1500">
              <a:solidFill>
                <a:srgbClr val="000000"/>
              </a:solidFill>
              <a:latin typeface="Times New Roman" panose="02020603050405020304" pitchFamily="18" charset="0"/>
              <a:ea typeface="楷体_GB2312" charset="0"/>
              <a:cs typeface="Times New Roman" panose="02020603050405020304" pitchFamily="18" charset="0"/>
            </a:endParaRPr>
          </a:p>
        </p:txBody>
      </p:sp>
      <p:sp>
        <p:nvSpPr>
          <p:cNvPr id="155729" name="矩形 16">
            <a:extLst>
              <a:ext uri="{FF2B5EF4-FFF2-40B4-BE49-F238E27FC236}">
                <a16:creationId xmlns:a16="http://schemas.microsoft.com/office/drawing/2014/main" id="{C2A7C49E-49B6-4D98-B775-267E6F746A0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38638" y="4337050"/>
            <a:ext cx="933450" cy="3222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en-US" altLang="zh-CN" sz="1500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001  0111</a:t>
            </a:r>
            <a:endParaRPr lang="zh-CN" altLang="en-US" sz="1500">
              <a:solidFill>
                <a:srgbClr val="000000"/>
              </a:solidFill>
              <a:latin typeface="Times New Roman" panose="02020603050405020304" pitchFamily="18" charset="0"/>
              <a:ea typeface="楷体_GB2312" charset="0"/>
              <a:cs typeface="Times New Roman" panose="02020603050405020304" pitchFamily="18" charset="0"/>
            </a:endParaRPr>
          </a:p>
        </p:txBody>
      </p:sp>
      <p:sp>
        <p:nvSpPr>
          <p:cNvPr id="155730" name="矩形 17">
            <a:extLst>
              <a:ext uri="{FF2B5EF4-FFF2-40B4-BE49-F238E27FC236}">
                <a16:creationId xmlns:a16="http://schemas.microsoft.com/office/drawing/2014/main" id="{F6DB547A-1242-43A2-A2B4-72729D4FCF5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03600" y="4624388"/>
            <a:ext cx="931863" cy="323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en-US" altLang="zh-CN" sz="1500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001  0111</a:t>
            </a:r>
            <a:endParaRPr lang="zh-CN" altLang="en-US" sz="1500">
              <a:solidFill>
                <a:srgbClr val="000000"/>
              </a:solidFill>
              <a:latin typeface="Times New Roman" panose="02020603050405020304" pitchFamily="18" charset="0"/>
              <a:ea typeface="楷体_GB2312" charset="0"/>
              <a:cs typeface="Times New Roman" panose="02020603050405020304" pitchFamily="18" charset="0"/>
            </a:endParaRPr>
          </a:p>
        </p:txBody>
      </p:sp>
      <p:sp>
        <p:nvSpPr>
          <p:cNvPr id="155731" name="矩形 18">
            <a:extLst>
              <a:ext uri="{FF2B5EF4-FFF2-40B4-BE49-F238E27FC236}">
                <a16:creationId xmlns:a16="http://schemas.microsoft.com/office/drawing/2014/main" id="{3BFB08F8-159A-469C-AD9C-DC298395E86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38638" y="4624388"/>
            <a:ext cx="933450" cy="323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en-US" altLang="zh-CN" sz="1500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001  0111</a:t>
            </a:r>
            <a:endParaRPr lang="zh-CN" altLang="en-US" sz="1500">
              <a:solidFill>
                <a:srgbClr val="000000"/>
              </a:solidFill>
              <a:latin typeface="Times New Roman" panose="02020603050405020304" pitchFamily="18" charset="0"/>
              <a:ea typeface="楷体_GB2312" charset="0"/>
              <a:cs typeface="Times New Roman" panose="02020603050405020304" pitchFamily="18" charset="0"/>
            </a:endParaRPr>
          </a:p>
        </p:txBody>
      </p:sp>
      <p:sp>
        <p:nvSpPr>
          <p:cNvPr id="155732" name="矩形 19">
            <a:extLst>
              <a:ext uri="{FF2B5EF4-FFF2-40B4-BE49-F238E27FC236}">
                <a16:creationId xmlns:a16="http://schemas.microsoft.com/office/drawing/2014/main" id="{EA4F41D3-7C8F-4263-BD44-12BEB541F3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16525" y="3435350"/>
            <a:ext cx="954088" cy="323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en-US" altLang="zh-CN" sz="1500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000  0000</a:t>
            </a:r>
            <a:endParaRPr lang="zh-CN" altLang="en-US" sz="1500">
              <a:solidFill>
                <a:srgbClr val="000000"/>
              </a:solidFill>
              <a:latin typeface="Times New Roman" panose="02020603050405020304" pitchFamily="18" charset="0"/>
              <a:ea typeface="楷体_GB2312" charset="0"/>
              <a:cs typeface="Times New Roman" panose="02020603050405020304" pitchFamily="18" charset="0"/>
            </a:endParaRPr>
          </a:p>
        </p:txBody>
      </p:sp>
      <p:sp>
        <p:nvSpPr>
          <p:cNvPr id="155733" name="矩形 24">
            <a:extLst>
              <a:ext uri="{FF2B5EF4-FFF2-40B4-BE49-F238E27FC236}">
                <a16:creationId xmlns:a16="http://schemas.microsoft.com/office/drawing/2014/main" id="{6B62A210-EE86-4CDD-9DF0-12C336CDD1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89663" y="3435350"/>
            <a:ext cx="933450" cy="323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en-US" altLang="zh-CN" sz="1500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111  0000</a:t>
            </a:r>
            <a:endParaRPr lang="zh-CN" altLang="en-US" sz="1500">
              <a:solidFill>
                <a:srgbClr val="000000"/>
              </a:solidFill>
              <a:latin typeface="Times New Roman" panose="02020603050405020304" pitchFamily="18" charset="0"/>
              <a:ea typeface="楷体_GB2312" charset="0"/>
              <a:cs typeface="Times New Roman" panose="02020603050405020304" pitchFamily="18" charset="0"/>
            </a:endParaRPr>
          </a:p>
        </p:txBody>
      </p:sp>
      <p:sp>
        <p:nvSpPr>
          <p:cNvPr id="155734" name="矩形 25">
            <a:extLst>
              <a:ext uri="{FF2B5EF4-FFF2-40B4-BE49-F238E27FC236}">
                <a16:creationId xmlns:a16="http://schemas.microsoft.com/office/drawing/2014/main" id="{F7669FE2-D350-4917-A3E5-70AF1D04E3F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81600" y="3724275"/>
            <a:ext cx="1060450" cy="3222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en-US" altLang="zh-CN" sz="1500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111  0111</a:t>
            </a:r>
            <a:endParaRPr lang="zh-CN" altLang="en-US" sz="1500">
              <a:solidFill>
                <a:srgbClr val="000000"/>
              </a:solidFill>
              <a:latin typeface="Times New Roman" panose="02020603050405020304" pitchFamily="18" charset="0"/>
              <a:ea typeface="楷体_GB2312" charset="0"/>
              <a:cs typeface="Times New Roman" panose="02020603050405020304" pitchFamily="18" charset="0"/>
            </a:endParaRPr>
          </a:p>
        </p:txBody>
      </p:sp>
      <p:sp>
        <p:nvSpPr>
          <p:cNvPr id="155735" name="矩形 26">
            <a:extLst>
              <a:ext uri="{FF2B5EF4-FFF2-40B4-BE49-F238E27FC236}">
                <a16:creationId xmlns:a16="http://schemas.microsoft.com/office/drawing/2014/main" id="{9064EEA8-3DBB-426C-9760-E715A80A57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89663" y="3724275"/>
            <a:ext cx="933450" cy="3222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en-US" altLang="zh-CN" sz="1500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001  1110</a:t>
            </a:r>
            <a:endParaRPr lang="zh-CN" altLang="en-US" sz="1500">
              <a:solidFill>
                <a:srgbClr val="000000"/>
              </a:solidFill>
              <a:latin typeface="Times New Roman" panose="02020603050405020304" pitchFamily="18" charset="0"/>
              <a:ea typeface="楷体_GB2312" charset="0"/>
              <a:cs typeface="Times New Roman" panose="02020603050405020304" pitchFamily="18" charset="0"/>
            </a:endParaRPr>
          </a:p>
        </p:txBody>
      </p:sp>
      <p:sp>
        <p:nvSpPr>
          <p:cNvPr id="155736" name="矩形 27">
            <a:extLst>
              <a:ext uri="{FF2B5EF4-FFF2-40B4-BE49-F238E27FC236}">
                <a16:creationId xmlns:a16="http://schemas.microsoft.com/office/drawing/2014/main" id="{AA5DB60D-396B-4CB3-A6B8-27503E7E982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37163" y="4048125"/>
            <a:ext cx="933450" cy="323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en-US" altLang="zh-CN" sz="1500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001  1110</a:t>
            </a:r>
            <a:endParaRPr lang="zh-CN" altLang="en-US" sz="1500">
              <a:solidFill>
                <a:srgbClr val="000000"/>
              </a:solidFill>
              <a:latin typeface="Times New Roman" panose="02020603050405020304" pitchFamily="18" charset="0"/>
              <a:ea typeface="楷体_GB2312" charset="0"/>
              <a:cs typeface="Times New Roman" panose="02020603050405020304" pitchFamily="18" charset="0"/>
            </a:endParaRPr>
          </a:p>
        </p:txBody>
      </p:sp>
      <p:sp>
        <p:nvSpPr>
          <p:cNvPr id="155737" name="矩形 28">
            <a:extLst>
              <a:ext uri="{FF2B5EF4-FFF2-40B4-BE49-F238E27FC236}">
                <a16:creationId xmlns:a16="http://schemas.microsoft.com/office/drawing/2014/main" id="{658ECE8A-16DB-4597-81D2-DAD240E4BB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89663" y="4048125"/>
            <a:ext cx="933450" cy="323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en-US" altLang="zh-CN" sz="1500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000  1110</a:t>
            </a:r>
            <a:endParaRPr lang="zh-CN" altLang="en-US" sz="1500">
              <a:solidFill>
                <a:srgbClr val="000000"/>
              </a:solidFill>
              <a:latin typeface="Times New Roman" panose="02020603050405020304" pitchFamily="18" charset="0"/>
              <a:ea typeface="楷体_GB2312" charset="0"/>
              <a:cs typeface="Times New Roman" panose="02020603050405020304" pitchFamily="18" charset="0"/>
            </a:endParaRPr>
          </a:p>
        </p:txBody>
      </p:sp>
      <p:sp>
        <p:nvSpPr>
          <p:cNvPr id="155738" name="矩形 29">
            <a:extLst>
              <a:ext uri="{FF2B5EF4-FFF2-40B4-BE49-F238E27FC236}">
                <a16:creationId xmlns:a16="http://schemas.microsoft.com/office/drawing/2014/main" id="{2CAFE6DC-F2F3-4679-B231-0C0E4B7F8A7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37163" y="4337050"/>
            <a:ext cx="933450" cy="3222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en-US" altLang="zh-CN" sz="1500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001  1110</a:t>
            </a:r>
            <a:endParaRPr lang="zh-CN" altLang="en-US" sz="1500">
              <a:solidFill>
                <a:srgbClr val="000000"/>
              </a:solidFill>
              <a:latin typeface="Times New Roman" panose="02020603050405020304" pitchFamily="18" charset="0"/>
              <a:ea typeface="楷体_GB2312" charset="0"/>
              <a:cs typeface="Times New Roman" panose="02020603050405020304" pitchFamily="18" charset="0"/>
            </a:endParaRPr>
          </a:p>
        </p:txBody>
      </p:sp>
      <p:sp>
        <p:nvSpPr>
          <p:cNvPr id="155739" name="矩形 30">
            <a:extLst>
              <a:ext uri="{FF2B5EF4-FFF2-40B4-BE49-F238E27FC236}">
                <a16:creationId xmlns:a16="http://schemas.microsoft.com/office/drawing/2014/main" id="{4E1F6F68-ABC8-4A7E-996D-5675C0ACCD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89663" y="4337050"/>
            <a:ext cx="933450" cy="3222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en-US" altLang="zh-CN" sz="1500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001  0111</a:t>
            </a:r>
            <a:endParaRPr lang="zh-CN" altLang="en-US" sz="1500">
              <a:solidFill>
                <a:srgbClr val="000000"/>
              </a:solidFill>
              <a:latin typeface="Times New Roman" panose="02020603050405020304" pitchFamily="18" charset="0"/>
              <a:ea typeface="楷体_GB2312" charset="0"/>
              <a:cs typeface="Times New Roman" panose="02020603050405020304" pitchFamily="18" charset="0"/>
            </a:endParaRPr>
          </a:p>
        </p:txBody>
      </p:sp>
      <p:sp>
        <p:nvSpPr>
          <p:cNvPr id="155740" name="矩形 176127">
            <a:extLst>
              <a:ext uri="{FF2B5EF4-FFF2-40B4-BE49-F238E27FC236}">
                <a16:creationId xmlns:a16="http://schemas.microsoft.com/office/drawing/2014/main" id="{32DB7C3B-BE9D-4E82-A6E1-2A45CE9336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37163" y="4624388"/>
            <a:ext cx="933450" cy="323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en-US" altLang="zh-CN" sz="1500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001  0111</a:t>
            </a:r>
            <a:endParaRPr lang="zh-CN" altLang="en-US" sz="1500">
              <a:solidFill>
                <a:srgbClr val="000000"/>
              </a:solidFill>
              <a:latin typeface="Times New Roman" panose="02020603050405020304" pitchFamily="18" charset="0"/>
              <a:ea typeface="楷体_GB2312" charset="0"/>
              <a:cs typeface="Times New Roman" panose="02020603050405020304" pitchFamily="18" charset="0"/>
            </a:endParaRPr>
          </a:p>
        </p:txBody>
      </p:sp>
      <p:sp>
        <p:nvSpPr>
          <p:cNvPr id="155741" name="矩形 176128">
            <a:extLst>
              <a:ext uri="{FF2B5EF4-FFF2-40B4-BE49-F238E27FC236}">
                <a16:creationId xmlns:a16="http://schemas.microsoft.com/office/drawing/2014/main" id="{F5B67F89-57BF-406E-A5B5-B5B8475CB3C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89663" y="4624388"/>
            <a:ext cx="933450" cy="323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en-US" altLang="zh-CN" sz="1500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001  0111</a:t>
            </a:r>
            <a:endParaRPr lang="zh-CN" altLang="en-US" sz="1500">
              <a:solidFill>
                <a:srgbClr val="000000"/>
              </a:solidFill>
              <a:latin typeface="Times New Roman" panose="02020603050405020304" pitchFamily="18" charset="0"/>
              <a:ea typeface="楷体_GB2312" charset="0"/>
              <a:cs typeface="Times New Roman" panose="02020603050405020304" pitchFamily="18" charset="0"/>
            </a:endParaRPr>
          </a:p>
        </p:txBody>
      </p:sp>
      <p:graphicFrame>
        <p:nvGraphicFramePr>
          <p:cNvPr id="50" name="表格 49">
            <a:extLst>
              <a:ext uri="{FF2B5EF4-FFF2-40B4-BE49-F238E27FC236}">
                <a16:creationId xmlns:a16="http://schemas.microsoft.com/office/drawing/2014/main" id="{31A17180-D101-4CDA-961C-3C649AC8F3D0}"/>
              </a:ext>
            </a:extLst>
          </p:cNvPr>
          <p:cNvGraphicFramePr>
            <a:graphicFrameLocks noGrp="1"/>
          </p:cNvGraphicFramePr>
          <p:nvPr/>
        </p:nvGraphicFramePr>
        <p:xfrm>
          <a:off x="7178675" y="3132138"/>
          <a:ext cx="1819275" cy="1798636"/>
        </p:xfrm>
        <a:graphic>
          <a:graphicData uri="http://schemas.openxmlformats.org/drawingml/2006/table">
            <a:tbl>
              <a:tblPr/>
              <a:tblGrid>
                <a:gridCol w="8117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74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2436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0" lang="en-US" altLang="zh-CN" sz="1600" b="1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IN</a:t>
                      </a:r>
                      <a:r>
                        <a:rPr kumimoji="0" lang="en-US" altLang="zh-CN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[</a:t>
                      </a:r>
                      <a:r>
                        <a:rPr kumimoji="0" lang="en-US" altLang="zh-CN" sz="1600" b="1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B</a:t>
                      </a:r>
                      <a:r>
                        <a:rPr kumimoji="0" lang="en-US" altLang="zh-CN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]</a:t>
                      </a:r>
                      <a:r>
                        <a:rPr kumimoji="0" lang="en-US" altLang="zh-CN" sz="1600" b="1" i="0" u="none" strike="noStrike" kern="1200" cap="none" spc="0" normalizeH="0" baseline="3000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3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44" marR="68544" marT="34298" marB="3429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0" lang="en-US" altLang="zh-CN" sz="1600" b="1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OUT</a:t>
                      </a:r>
                      <a:r>
                        <a:rPr kumimoji="0" lang="en-US" altLang="zh-CN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[</a:t>
                      </a:r>
                      <a:r>
                        <a:rPr kumimoji="0" lang="en-US" altLang="zh-CN" sz="1600" b="1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B</a:t>
                      </a:r>
                      <a:r>
                        <a:rPr kumimoji="0" lang="en-US" altLang="zh-CN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]</a:t>
                      </a:r>
                      <a:r>
                        <a:rPr kumimoji="0" lang="en-US" altLang="zh-CN" sz="1600" b="1" i="0" u="none" strike="noStrike" kern="1200" cap="none" spc="0" normalizeH="0" baseline="3000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3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44" marR="68544" marT="34298" marB="3429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724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  <a:defRPr/>
                      </a:pPr>
                      <a:endParaRPr kumimoji="0" lang="zh-CN" altLang="en-US" sz="15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44" marR="68544" marT="34298" marB="3429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5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44" marR="68544" marT="34298" marB="3429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724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5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44" marR="68544" marT="34298" marB="3429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5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44" marR="68544" marT="34298" marB="3429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724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5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44" marR="68544" marT="34298" marB="3429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5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44" marR="68544" marT="34298" marB="3429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724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5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44" marR="68544" marT="34298" marB="3429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5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44" marR="68544" marT="34298" marB="3429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724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5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44" marR="68544" marT="34298" marB="3429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5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44" marR="68544" marT="34298" marB="3429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55765" name="矩形 50">
            <a:extLst>
              <a:ext uri="{FF2B5EF4-FFF2-40B4-BE49-F238E27FC236}">
                <a16:creationId xmlns:a16="http://schemas.microsoft.com/office/drawing/2014/main" id="{5499CC68-1CA0-459D-80E1-97EAF1CCFE9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08825" y="3435350"/>
            <a:ext cx="954088" cy="323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en-US" altLang="zh-CN" sz="1500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000  0000</a:t>
            </a:r>
            <a:endParaRPr lang="zh-CN" altLang="en-US" sz="1500">
              <a:solidFill>
                <a:srgbClr val="000000"/>
              </a:solidFill>
              <a:latin typeface="Times New Roman" panose="02020603050405020304" pitchFamily="18" charset="0"/>
              <a:ea typeface="楷体_GB2312" charset="0"/>
              <a:cs typeface="Times New Roman" panose="02020603050405020304" pitchFamily="18" charset="0"/>
            </a:endParaRPr>
          </a:p>
        </p:txBody>
      </p:sp>
      <p:sp>
        <p:nvSpPr>
          <p:cNvPr id="155766" name="矩形 51">
            <a:extLst>
              <a:ext uri="{FF2B5EF4-FFF2-40B4-BE49-F238E27FC236}">
                <a16:creationId xmlns:a16="http://schemas.microsoft.com/office/drawing/2014/main" id="{E5BFBDCA-600B-4BC3-B572-B51069022E9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62913" y="3435350"/>
            <a:ext cx="931862" cy="323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en-US" altLang="zh-CN" sz="1500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111  0000</a:t>
            </a:r>
            <a:endParaRPr lang="zh-CN" altLang="en-US" sz="1500">
              <a:solidFill>
                <a:srgbClr val="000000"/>
              </a:solidFill>
              <a:latin typeface="Times New Roman" panose="02020603050405020304" pitchFamily="18" charset="0"/>
              <a:ea typeface="楷体_GB2312" charset="0"/>
              <a:cs typeface="Times New Roman" panose="02020603050405020304" pitchFamily="18" charset="0"/>
            </a:endParaRPr>
          </a:p>
        </p:txBody>
      </p:sp>
      <p:sp>
        <p:nvSpPr>
          <p:cNvPr id="155767" name="矩形 52">
            <a:extLst>
              <a:ext uri="{FF2B5EF4-FFF2-40B4-BE49-F238E27FC236}">
                <a16:creationId xmlns:a16="http://schemas.microsoft.com/office/drawing/2014/main" id="{69FF6BB9-1757-41F9-B7B4-CAE1F35ECE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73900" y="3724275"/>
            <a:ext cx="1060450" cy="3222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en-US" altLang="zh-CN" sz="1500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111  0111</a:t>
            </a:r>
            <a:endParaRPr lang="zh-CN" altLang="en-US" sz="1500">
              <a:solidFill>
                <a:srgbClr val="000000"/>
              </a:solidFill>
              <a:latin typeface="Times New Roman" panose="02020603050405020304" pitchFamily="18" charset="0"/>
              <a:ea typeface="楷体_GB2312" charset="0"/>
              <a:cs typeface="Times New Roman" panose="02020603050405020304" pitchFamily="18" charset="0"/>
            </a:endParaRPr>
          </a:p>
        </p:txBody>
      </p:sp>
      <p:sp>
        <p:nvSpPr>
          <p:cNvPr id="155768" name="矩形 53">
            <a:extLst>
              <a:ext uri="{FF2B5EF4-FFF2-40B4-BE49-F238E27FC236}">
                <a16:creationId xmlns:a16="http://schemas.microsoft.com/office/drawing/2014/main" id="{4040D16F-A8BD-4B73-8F56-E72F62A002F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62913" y="3724275"/>
            <a:ext cx="931862" cy="3222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en-US" altLang="zh-CN" sz="1500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001  1110</a:t>
            </a:r>
            <a:endParaRPr lang="zh-CN" altLang="en-US" sz="1500">
              <a:solidFill>
                <a:srgbClr val="000000"/>
              </a:solidFill>
              <a:latin typeface="Times New Roman" panose="02020603050405020304" pitchFamily="18" charset="0"/>
              <a:ea typeface="楷体_GB2312" charset="0"/>
              <a:cs typeface="Times New Roman" panose="02020603050405020304" pitchFamily="18" charset="0"/>
            </a:endParaRPr>
          </a:p>
        </p:txBody>
      </p:sp>
      <p:sp>
        <p:nvSpPr>
          <p:cNvPr id="155769" name="矩形 54">
            <a:extLst>
              <a:ext uri="{FF2B5EF4-FFF2-40B4-BE49-F238E27FC236}">
                <a16:creationId xmlns:a16="http://schemas.microsoft.com/office/drawing/2014/main" id="{66BA1469-6719-41BF-A7D0-7EF2C9B069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29463" y="4048125"/>
            <a:ext cx="933450" cy="323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en-US" altLang="zh-CN" sz="1500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001  1110</a:t>
            </a:r>
            <a:endParaRPr lang="zh-CN" altLang="en-US" sz="1500">
              <a:solidFill>
                <a:srgbClr val="000000"/>
              </a:solidFill>
              <a:latin typeface="Times New Roman" panose="02020603050405020304" pitchFamily="18" charset="0"/>
              <a:ea typeface="楷体_GB2312" charset="0"/>
              <a:cs typeface="Times New Roman" panose="02020603050405020304" pitchFamily="18" charset="0"/>
            </a:endParaRPr>
          </a:p>
        </p:txBody>
      </p:sp>
      <p:sp>
        <p:nvSpPr>
          <p:cNvPr id="155770" name="矩形 55">
            <a:extLst>
              <a:ext uri="{FF2B5EF4-FFF2-40B4-BE49-F238E27FC236}">
                <a16:creationId xmlns:a16="http://schemas.microsoft.com/office/drawing/2014/main" id="{E34D4F98-DF98-455C-88E4-9B08B83231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62913" y="4048125"/>
            <a:ext cx="931862" cy="323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en-US" altLang="zh-CN" sz="1500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000  1110</a:t>
            </a:r>
            <a:endParaRPr lang="zh-CN" altLang="en-US" sz="1500">
              <a:solidFill>
                <a:srgbClr val="000000"/>
              </a:solidFill>
              <a:latin typeface="Times New Roman" panose="02020603050405020304" pitchFamily="18" charset="0"/>
              <a:ea typeface="楷体_GB2312" charset="0"/>
              <a:cs typeface="Times New Roman" panose="02020603050405020304" pitchFamily="18" charset="0"/>
            </a:endParaRPr>
          </a:p>
        </p:txBody>
      </p:sp>
      <p:sp>
        <p:nvSpPr>
          <p:cNvPr id="155771" name="矩形 56">
            <a:extLst>
              <a:ext uri="{FF2B5EF4-FFF2-40B4-BE49-F238E27FC236}">
                <a16:creationId xmlns:a16="http://schemas.microsoft.com/office/drawing/2014/main" id="{1FE32F81-2BA1-49D2-BC00-7ED28B218F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29463" y="4337050"/>
            <a:ext cx="933450" cy="3222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en-US" altLang="zh-CN" sz="1500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001  1110</a:t>
            </a:r>
            <a:endParaRPr lang="zh-CN" altLang="en-US" sz="1500">
              <a:solidFill>
                <a:srgbClr val="000000"/>
              </a:solidFill>
              <a:latin typeface="Times New Roman" panose="02020603050405020304" pitchFamily="18" charset="0"/>
              <a:ea typeface="楷体_GB2312" charset="0"/>
              <a:cs typeface="Times New Roman" panose="02020603050405020304" pitchFamily="18" charset="0"/>
            </a:endParaRPr>
          </a:p>
        </p:txBody>
      </p:sp>
      <p:sp>
        <p:nvSpPr>
          <p:cNvPr id="155772" name="矩形 57">
            <a:extLst>
              <a:ext uri="{FF2B5EF4-FFF2-40B4-BE49-F238E27FC236}">
                <a16:creationId xmlns:a16="http://schemas.microsoft.com/office/drawing/2014/main" id="{FD61FFE2-FB62-4A5F-9FD1-7BF8307DE5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62913" y="4337050"/>
            <a:ext cx="931862" cy="3222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en-US" altLang="zh-CN" sz="1500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001  0111</a:t>
            </a:r>
            <a:endParaRPr lang="zh-CN" altLang="en-US" sz="1500">
              <a:solidFill>
                <a:srgbClr val="000000"/>
              </a:solidFill>
              <a:latin typeface="Times New Roman" panose="02020603050405020304" pitchFamily="18" charset="0"/>
              <a:ea typeface="楷体_GB2312" charset="0"/>
              <a:cs typeface="Times New Roman" panose="02020603050405020304" pitchFamily="18" charset="0"/>
            </a:endParaRPr>
          </a:p>
        </p:txBody>
      </p:sp>
      <p:sp>
        <p:nvSpPr>
          <p:cNvPr id="155773" name="矩形 58">
            <a:extLst>
              <a:ext uri="{FF2B5EF4-FFF2-40B4-BE49-F238E27FC236}">
                <a16:creationId xmlns:a16="http://schemas.microsoft.com/office/drawing/2014/main" id="{2043ADAE-8028-40B1-9775-D04C03DB48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29463" y="4624388"/>
            <a:ext cx="933450" cy="323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en-US" altLang="zh-CN" sz="1500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001  0111</a:t>
            </a:r>
            <a:endParaRPr lang="zh-CN" altLang="en-US" sz="1500">
              <a:solidFill>
                <a:srgbClr val="000000"/>
              </a:solidFill>
              <a:latin typeface="Times New Roman" panose="02020603050405020304" pitchFamily="18" charset="0"/>
              <a:ea typeface="楷体_GB2312" charset="0"/>
              <a:cs typeface="Times New Roman" panose="02020603050405020304" pitchFamily="18" charset="0"/>
            </a:endParaRPr>
          </a:p>
        </p:txBody>
      </p:sp>
      <p:sp>
        <p:nvSpPr>
          <p:cNvPr id="155774" name="矩形 59">
            <a:extLst>
              <a:ext uri="{FF2B5EF4-FFF2-40B4-BE49-F238E27FC236}">
                <a16:creationId xmlns:a16="http://schemas.microsoft.com/office/drawing/2014/main" id="{BA14C3AD-F401-4160-94BD-CA4C3E88406F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62913" y="4624388"/>
            <a:ext cx="931862" cy="323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en-US" altLang="zh-CN" sz="1500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001  0111</a:t>
            </a:r>
            <a:endParaRPr lang="zh-CN" altLang="en-US" sz="1500">
              <a:solidFill>
                <a:srgbClr val="000000"/>
              </a:solidFill>
              <a:latin typeface="Times New Roman" panose="02020603050405020304" pitchFamily="18" charset="0"/>
              <a:ea typeface="楷体_GB2312" charset="0"/>
              <a:cs typeface="Times New Roman" panose="02020603050405020304" pitchFamily="18" charset="0"/>
            </a:endParaRPr>
          </a:p>
        </p:txBody>
      </p:sp>
      <p:graphicFrame>
        <p:nvGraphicFramePr>
          <p:cNvPr id="61" name="Group 182">
            <a:extLst>
              <a:ext uri="{FF2B5EF4-FFF2-40B4-BE49-F238E27FC236}">
                <a16:creationId xmlns:a16="http://schemas.microsoft.com/office/drawing/2014/main" id="{DEF6FB6A-83FD-4359-AF2E-5F5AFE64AB75}"/>
              </a:ext>
            </a:extLst>
          </p:cNvPr>
          <p:cNvGraphicFramePr>
            <a:graphicFrameLocks noGrp="1"/>
          </p:cNvGraphicFramePr>
          <p:nvPr/>
        </p:nvGraphicFramePr>
        <p:xfrm>
          <a:off x="4995863" y="179388"/>
          <a:ext cx="2152649" cy="2744784"/>
        </p:xfrm>
        <a:graphic>
          <a:graphicData uri="http://schemas.openxmlformats.org/drawingml/2006/table">
            <a:tbl>
              <a:tblPr/>
              <a:tblGrid>
                <a:gridCol w="7129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38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388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190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309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800" b="1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IN</a:t>
                      </a:r>
                      <a:r>
                        <a:rPr kumimoji="0" lang="en-US" altLang="zh-CN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[</a:t>
                      </a:r>
                      <a:r>
                        <a:rPr kumimoji="0" lang="en-US" altLang="zh-CN" sz="1800" b="1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B</a:t>
                      </a:r>
                      <a:r>
                        <a:rPr kumimoji="0" lang="en-US" altLang="zh-CN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]</a:t>
                      </a:r>
                    </a:p>
                  </a:txBody>
                  <a:tcPr marL="68564" marR="68564" marT="34318" marB="34318" horzOverflow="overflow">
                    <a:lnL cap="flat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800" b="1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B</a:t>
                      </a:r>
                      <a:r>
                        <a:rPr kumimoji="0" lang="en-US" altLang="zh-CN" sz="1800" b="1" i="1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2</a:t>
                      </a:r>
                    </a:p>
                  </a:txBody>
                  <a:tcPr marL="68564" marR="68564" marT="34318" marB="3431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800" b="1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B</a:t>
                      </a:r>
                      <a:r>
                        <a:rPr kumimoji="0" lang="en-US" altLang="zh-CN" sz="1800" b="1" i="1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3</a:t>
                      </a:r>
                    </a:p>
                  </a:txBody>
                  <a:tcPr marL="68564" marR="68564" marT="34318" marB="3431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800" b="1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B</a:t>
                      </a:r>
                      <a:r>
                        <a:rPr kumimoji="0" lang="en-US" altLang="zh-CN" sz="1800" b="1" i="1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4</a:t>
                      </a:r>
                    </a:p>
                  </a:txBody>
                  <a:tcPr marL="68564" marR="68564" marT="34318" marB="3431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309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800" b="1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d</a:t>
                      </a:r>
                      <a:r>
                        <a:rPr kumimoji="0" lang="en-US" altLang="zh-CN" sz="1800" b="1" i="1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1</a:t>
                      </a:r>
                    </a:p>
                  </a:txBody>
                  <a:tcPr marL="68564" marR="68564" marT="34318" marB="34318" horzOverflow="overflow">
                    <a:lnL cap="flat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√</a:t>
                      </a:r>
                    </a:p>
                  </a:txBody>
                  <a:tcPr marL="68564" marR="68564" marT="34318" marB="3431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×</a:t>
                      </a:r>
                      <a:endParaRPr kumimoji="0" lang="zh-CN" altLang="en-US" sz="18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64" marR="68564" marT="34318" marB="3431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×</a:t>
                      </a:r>
                      <a:endParaRPr kumimoji="0" lang="zh-CN" altLang="en-US" sz="18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64" marR="68564" marT="34318" marB="3431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309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800" b="1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d</a:t>
                      </a:r>
                      <a:r>
                        <a:rPr kumimoji="0" lang="en-US" altLang="zh-CN" sz="1800" b="1" i="1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2</a:t>
                      </a:r>
                      <a:endParaRPr kumimoji="0" lang="zh-CN" altLang="en-US" sz="1800" b="1" i="1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64" marR="68564" marT="34318" marB="34318" horzOverflow="overflow">
                    <a:lnL cap="flat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√</a:t>
                      </a:r>
                    </a:p>
                  </a:txBody>
                  <a:tcPr marL="68564" marR="68564" marT="34318" marB="3431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×</a:t>
                      </a:r>
                      <a:endParaRPr kumimoji="0" lang="zh-CN" altLang="en-US" sz="18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64" marR="68564" marT="34318" marB="3431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×</a:t>
                      </a:r>
                      <a:endParaRPr kumimoji="0" lang="zh-CN" altLang="en-US" sz="18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64" marR="68564" marT="34318" marB="3431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309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800" b="1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d</a:t>
                      </a:r>
                      <a:r>
                        <a:rPr kumimoji="0" lang="en-US" altLang="zh-CN" sz="1800" b="1" i="1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3</a:t>
                      </a:r>
                      <a:endParaRPr kumimoji="0" lang="zh-CN" altLang="en-US" sz="1800" b="1" i="1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64" marR="68564" marT="34318" marB="34318" horzOverflow="overflow">
                    <a:lnL cap="flat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√</a:t>
                      </a:r>
                    </a:p>
                  </a:txBody>
                  <a:tcPr marL="68564" marR="68564" marT="34318" marB="3431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√</a:t>
                      </a:r>
                    </a:p>
                  </a:txBody>
                  <a:tcPr marL="68564" marR="68564" marT="34318" marB="3431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√</a:t>
                      </a:r>
                    </a:p>
                  </a:txBody>
                  <a:tcPr marL="68564" marR="68564" marT="34318" marB="3431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309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800" b="1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d</a:t>
                      </a:r>
                      <a:r>
                        <a:rPr kumimoji="0" lang="en-US" altLang="zh-CN" sz="1800" b="1" i="1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4</a:t>
                      </a:r>
                      <a:endParaRPr kumimoji="0" lang="zh-CN" altLang="en-US" sz="1800" b="1" i="1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64" marR="68564" marT="34318" marB="34318" horzOverflow="overflow">
                    <a:lnL cap="flat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×</a:t>
                      </a:r>
                      <a:endParaRPr kumimoji="0" lang="zh-CN" altLang="en-US" sz="18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64" marR="68564" marT="34318" marB="3431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√</a:t>
                      </a:r>
                    </a:p>
                  </a:txBody>
                  <a:tcPr marL="68564" marR="68564" marT="34318" marB="3431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√</a:t>
                      </a:r>
                    </a:p>
                  </a:txBody>
                  <a:tcPr marL="68564" marR="68564" marT="34318" marB="3431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309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800" b="1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d</a:t>
                      </a:r>
                      <a:r>
                        <a:rPr kumimoji="0" lang="en-US" altLang="zh-CN" sz="1800" b="1" i="1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5</a:t>
                      </a:r>
                      <a:endParaRPr kumimoji="0" lang="zh-CN" altLang="en-US" sz="1800" b="1" i="1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64" marR="68564" marT="34318" marB="34318" horzOverflow="overflow">
                    <a:lnL cap="flat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√</a:t>
                      </a:r>
                    </a:p>
                  </a:txBody>
                  <a:tcPr marL="68564" marR="68564" marT="34318" marB="3431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√</a:t>
                      </a:r>
                    </a:p>
                  </a:txBody>
                  <a:tcPr marL="68564" marR="68564" marT="34318" marB="3431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√</a:t>
                      </a:r>
                    </a:p>
                  </a:txBody>
                  <a:tcPr marL="68564" marR="68564" marT="34318" marB="3431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309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800" b="1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d</a:t>
                      </a:r>
                      <a:r>
                        <a:rPr kumimoji="0" lang="en-US" altLang="zh-CN" sz="1800" b="1" i="1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6</a:t>
                      </a:r>
                      <a:endParaRPr kumimoji="0" lang="zh-CN" altLang="en-US" sz="1800" b="1" i="1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64" marR="68564" marT="34318" marB="34318" horzOverflow="overflow">
                    <a:lnL cap="flat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√</a:t>
                      </a:r>
                    </a:p>
                  </a:txBody>
                  <a:tcPr marL="68564" marR="68564" marT="34318" marB="3431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√</a:t>
                      </a:r>
                    </a:p>
                  </a:txBody>
                  <a:tcPr marL="68564" marR="68564" marT="34318" marB="3431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√</a:t>
                      </a:r>
                    </a:p>
                  </a:txBody>
                  <a:tcPr marL="68564" marR="68564" marT="34318" marB="3431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309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800" b="1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d</a:t>
                      </a:r>
                      <a:r>
                        <a:rPr kumimoji="0" lang="en-US" altLang="zh-CN" sz="1800" b="1" i="1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7</a:t>
                      </a:r>
                      <a:endParaRPr kumimoji="0" lang="zh-CN" altLang="en-US" sz="1800" b="1" i="1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64" marR="68564" marT="34318" marB="34318" horzOverflow="overflow">
                    <a:lnL cap="flat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√</a:t>
                      </a:r>
                    </a:p>
                  </a:txBody>
                  <a:tcPr marL="68564" marR="68564" marT="34318" marB="3431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×</a:t>
                      </a:r>
                      <a:endParaRPr kumimoji="0" lang="zh-CN" altLang="en-US" sz="18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64" marR="68564" marT="34318" marB="3431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×</a:t>
                      </a:r>
                      <a:endParaRPr kumimoji="0" lang="zh-CN" altLang="en-US" sz="18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64" marR="68564" marT="34318" marB="3431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62" name="矩形 61">
            <a:extLst>
              <a:ext uri="{FF2B5EF4-FFF2-40B4-BE49-F238E27FC236}">
                <a16:creationId xmlns:a16="http://schemas.microsoft.com/office/drawing/2014/main" id="{EF68CFAE-60EA-4871-A1CC-ACC23BA3590D}"/>
              </a:ext>
            </a:extLst>
          </p:cNvPr>
          <p:cNvSpPr/>
          <p:nvPr/>
        </p:nvSpPr>
        <p:spPr bwMode="auto">
          <a:xfrm>
            <a:off x="7175274" y="3767593"/>
            <a:ext cx="814932" cy="857256"/>
          </a:xfrm>
          <a:prstGeom prst="rect">
            <a:avLst/>
          </a:prstGeom>
          <a:noFill/>
          <a:ln w="3810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  <a:effectLst/>
          <a:scene3d>
            <a:camera prst="orthographicFront">
              <a:rot lat="0" lon="21299999" rev="0"/>
            </a:camera>
            <a:lightRig rig="threePt" dir="t"/>
          </a:scene3d>
        </p:spPr>
        <p:txBody>
          <a:bodyPr lIns="68580" tIns="34290" rIns="68580" bIns="34290"/>
          <a:lstStyle/>
          <a:p>
            <a:pPr algn="ctr" eaLnBrk="1" hangingPunct="1">
              <a:defRPr/>
            </a:pPr>
            <a:endParaRPr lang="zh-CN" altLang="en-US" b="0" dirty="0">
              <a:latin typeface="Arial" charset="0"/>
            </a:endParaRPr>
          </a:p>
        </p:txBody>
      </p:sp>
      <p:sp>
        <p:nvSpPr>
          <p:cNvPr id="55" name="Line 31">
            <a:extLst>
              <a:ext uri="{FF2B5EF4-FFF2-40B4-BE49-F238E27FC236}">
                <a16:creationId xmlns:a16="http://schemas.microsoft.com/office/drawing/2014/main" id="{C2473559-FD4A-4A02-8A2B-22EEA044D06E}"/>
              </a:ext>
            </a:extLst>
          </p:cNvPr>
          <p:cNvSpPr>
            <a:spLocks noChangeShapeType="1"/>
          </p:cNvSpPr>
          <p:nvPr/>
        </p:nvSpPr>
        <p:spPr bwMode="auto">
          <a:xfrm>
            <a:off x="5003800" y="176213"/>
            <a:ext cx="0" cy="2759075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 type="non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/>
          </a:p>
        </p:txBody>
      </p:sp>
      <p:sp>
        <p:nvSpPr>
          <p:cNvPr id="56" name="Line 31">
            <a:extLst>
              <a:ext uri="{FF2B5EF4-FFF2-40B4-BE49-F238E27FC236}">
                <a16:creationId xmlns:a16="http://schemas.microsoft.com/office/drawing/2014/main" id="{0F588D76-30BF-4875-82A4-2D61938E095C}"/>
              </a:ext>
            </a:extLst>
          </p:cNvPr>
          <p:cNvSpPr>
            <a:spLocks noChangeShapeType="1"/>
          </p:cNvSpPr>
          <p:nvPr/>
        </p:nvSpPr>
        <p:spPr bwMode="auto">
          <a:xfrm>
            <a:off x="7143750" y="185738"/>
            <a:ext cx="0" cy="27432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 type="non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699" name="Rectangle 2">
            <a:extLst>
              <a:ext uri="{FF2B5EF4-FFF2-40B4-BE49-F238E27FC236}">
                <a16:creationId xmlns:a16="http://schemas.microsoft.com/office/drawing/2014/main" id="{9B3DB553-C23E-4342-8854-646677662F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引用</a:t>
            </a:r>
            <a:r>
              <a:rPr lang="en-US" altLang="zh-CN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</a:t>
            </a:r>
            <a:r>
              <a:rPr lang="zh-CN" altLang="en-US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定值链</a:t>
            </a:r>
            <a:r>
              <a:rPr lang="en-US" altLang="zh-CN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 </a:t>
            </a:r>
            <a:r>
              <a:rPr lang="en-US" altLang="zh-CN" sz="2800" dirty="0">
                <a:solidFill>
                  <a:schemeClr val="tx1"/>
                </a:solidFill>
                <a:ea typeface="楷体_GB2312" charset="0"/>
                <a:cs typeface="Times New Roman" panose="02020603050405020304" pitchFamily="18" charset="0"/>
              </a:rPr>
              <a:t>(</a:t>
            </a:r>
            <a:r>
              <a:rPr lang="en-US" altLang="zh-CN" sz="2400" i="1" dirty="0">
                <a:solidFill>
                  <a:schemeClr val="tx1"/>
                </a:solidFill>
                <a:ea typeface="楷体_GB2312" charset="0"/>
                <a:cs typeface="Times New Roman" panose="02020603050405020304" pitchFamily="18" charset="0"/>
              </a:rPr>
              <a:t>Use-Definition Chains</a:t>
            </a:r>
            <a:r>
              <a:rPr lang="en-US" altLang="zh-CN" sz="2800" dirty="0">
                <a:solidFill>
                  <a:schemeClr val="tx1"/>
                </a:solidFill>
                <a:ea typeface="楷体_GB2312" charset="0"/>
                <a:cs typeface="Times New Roman" panose="02020603050405020304" pitchFamily="18" charset="0"/>
              </a:rPr>
              <a:t>)</a:t>
            </a:r>
            <a:endParaRPr lang="zh-CN" altLang="en-US" sz="2500" dirty="0">
              <a:solidFill>
                <a:schemeClr val="tx1"/>
              </a:solidFill>
              <a:ea typeface="楷体_GB2312" charset="0"/>
              <a:cs typeface="Times New Roman" panose="02020603050405020304" pitchFamily="18" charset="0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5ECCD141-54F4-48D0-9FBC-04E90C20D6B2}"/>
              </a:ext>
            </a:extLst>
          </p:cNvPr>
          <p:cNvSpPr/>
          <p:nvPr/>
        </p:nvSpPr>
        <p:spPr>
          <a:xfrm>
            <a:off x="436563" y="1684338"/>
            <a:ext cx="6296025" cy="3154362"/>
          </a:xfrm>
          <a:prstGeom prst="rect">
            <a:avLst/>
          </a:prstGeom>
        </p:spPr>
        <p:txBody>
          <a:bodyPr>
            <a:spAutoFit/>
          </a:bodyPr>
          <a:lstStyle/>
          <a:p>
            <a:pPr marL="574675" lvl="1" indent="-271463" eaLnBrk="1" hangingPunct="1">
              <a:lnSpc>
                <a:spcPts val="3500"/>
              </a:lnSpc>
              <a:spcBef>
                <a:spcPct val="20000"/>
              </a:spcBef>
              <a:buSzPct val="100000"/>
              <a:buFont typeface="Wingdings" panose="05000000000000000000" pitchFamily="2" charset="2"/>
              <a:buChar char="Ø"/>
              <a:defRPr/>
            </a:pPr>
            <a:r>
              <a:rPr lang="zh-CN" altLang="en-US" sz="2400" dirty="0">
                <a:solidFill>
                  <a:prstClr val="black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如果块</a:t>
            </a:r>
            <a:r>
              <a:rPr lang="en-US" altLang="zh-CN" sz="2400" i="1" dirty="0">
                <a:solidFill>
                  <a:prstClr val="black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B</a:t>
            </a:r>
            <a:r>
              <a:rPr lang="zh-CN" altLang="en-US" sz="2400" dirty="0">
                <a:solidFill>
                  <a:prstClr val="black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中变量</a:t>
            </a:r>
            <a:r>
              <a:rPr lang="en-US" altLang="zh-CN" sz="2400" i="1" dirty="0">
                <a:solidFill>
                  <a:prstClr val="black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a</a:t>
            </a:r>
            <a:r>
              <a:rPr lang="zh-CN" altLang="en-US" sz="2400" dirty="0">
                <a:solidFill>
                  <a:prstClr val="black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的</a:t>
            </a:r>
            <a:r>
              <a:rPr lang="zh-CN" altLang="en-US" sz="2400" dirty="0">
                <a:solidFill>
                  <a:srgbClr val="0070C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引用之前</a:t>
            </a:r>
            <a:r>
              <a:rPr lang="zh-CN" altLang="en-US" sz="2400" dirty="0">
                <a:solidFill>
                  <a:srgbClr val="FF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有</a:t>
            </a:r>
            <a:r>
              <a:rPr lang="en-US" altLang="zh-CN" sz="2400" i="1" dirty="0">
                <a:solidFill>
                  <a:srgbClr val="0070C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a</a:t>
            </a:r>
            <a:r>
              <a:rPr lang="zh-CN" altLang="en-US" sz="2400" dirty="0">
                <a:solidFill>
                  <a:srgbClr val="0070C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的定值</a:t>
            </a:r>
            <a:r>
              <a:rPr lang="zh-CN" altLang="en-US" sz="2400" dirty="0">
                <a:solidFill>
                  <a:prstClr val="black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，</a:t>
            </a:r>
            <a:endParaRPr lang="en-US" altLang="zh-CN" sz="2400" dirty="0">
              <a:solidFill>
                <a:prstClr val="black"/>
              </a:solidFill>
              <a:latin typeface="Times New Roman" panose="02020603050405020304" pitchFamily="18" charset="0"/>
              <a:ea typeface="华文楷体" panose="02010600040101010101" pitchFamily="2" charset="-122"/>
              <a:cs typeface="Times New Roman" panose="02020603050405020304" pitchFamily="18" charset="0"/>
            </a:endParaRPr>
          </a:p>
          <a:p>
            <a:pPr marL="303212" lvl="1" indent="0" eaLnBrk="1" hangingPunct="1">
              <a:lnSpc>
                <a:spcPts val="3500"/>
              </a:lnSpc>
              <a:spcBef>
                <a:spcPct val="20000"/>
              </a:spcBef>
              <a:buSzPct val="100000"/>
              <a:defRPr/>
            </a:pPr>
            <a:r>
              <a:rPr lang="en-US" altLang="zh-CN" sz="2400" dirty="0">
                <a:solidFill>
                  <a:prstClr val="black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    </a:t>
            </a:r>
            <a:r>
              <a:rPr lang="zh-CN" altLang="en-US" sz="2400" dirty="0">
                <a:solidFill>
                  <a:prstClr val="black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那么只有</a:t>
            </a:r>
            <a:r>
              <a:rPr lang="en-US" altLang="zh-CN" sz="2400" i="1" dirty="0">
                <a:solidFill>
                  <a:prstClr val="black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a</a:t>
            </a:r>
            <a:r>
              <a:rPr lang="zh-CN" altLang="en-US" sz="2400" dirty="0">
                <a:solidFill>
                  <a:prstClr val="black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的</a:t>
            </a:r>
            <a:r>
              <a:rPr lang="zh-CN" altLang="en-US" sz="2400" dirty="0">
                <a:solidFill>
                  <a:srgbClr val="0070C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最后一次定值</a:t>
            </a:r>
            <a:r>
              <a:rPr lang="zh-CN" altLang="en-US" sz="2400" dirty="0">
                <a:solidFill>
                  <a:prstClr val="black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会在该引用的</a:t>
            </a:r>
            <a:endParaRPr lang="en-US" altLang="zh-CN" sz="2400" dirty="0">
              <a:solidFill>
                <a:prstClr val="black"/>
              </a:solidFill>
              <a:latin typeface="Times New Roman" panose="02020603050405020304" pitchFamily="18" charset="0"/>
              <a:ea typeface="华文楷体" panose="02010600040101010101" pitchFamily="2" charset="-122"/>
              <a:cs typeface="Times New Roman" panose="02020603050405020304" pitchFamily="18" charset="0"/>
            </a:endParaRPr>
          </a:p>
          <a:p>
            <a:pPr marL="303212" lvl="1" indent="0" eaLnBrk="1" hangingPunct="1">
              <a:lnSpc>
                <a:spcPts val="3500"/>
              </a:lnSpc>
              <a:spcBef>
                <a:spcPct val="20000"/>
              </a:spcBef>
              <a:buSzPct val="100000"/>
              <a:defRPr/>
            </a:pPr>
            <a:r>
              <a:rPr lang="en-US" altLang="zh-CN" sz="2400" i="1" dirty="0">
                <a:solidFill>
                  <a:prstClr val="black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    </a:t>
            </a:r>
            <a:r>
              <a:rPr lang="en-US" altLang="zh-CN" sz="2400" i="1" dirty="0" err="1">
                <a:solidFill>
                  <a:prstClr val="black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ud</a:t>
            </a:r>
            <a:r>
              <a:rPr lang="zh-CN" altLang="en-US" sz="2400" dirty="0">
                <a:solidFill>
                  <a:prstClr val="black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链中</a:t>
            </a:r>
            <a:endParaRPr lang="en-US" altLang="zh-CN" sz="2400" dirty="0">
              <a:solidFill>
                <a:prstClr val="black"/>
              </a:solidFill>
              <a:latin typeface="Times New Roman" panose="02020603050405020304" pitchFamily="18" charset="0"/>
              <a:ea typeface="华文楷体" panose="02010600040101010101" pitchFamily="2" charset="-122"/>
              <a:cs typeface="Times New Roman" panose="02020603050405020304" pitchFamily="18" charset="0"/>
            </a:endParaRPr>
          </a:p>
          <a:p>
            <a:pPr marL="574675" lvl="1" indent="-271463" eaLnBrk="1" hangingPunct="1">
              <a:lnSpc>
                <a:spcPts val="3500"/>
              </a:lnSpc>
              <a:spcBef>
                <a:spcPct val="20000"/>
              </a:spcBef>
              <a:buSzPct val="100000"/>
              <a:buFont typeface="Wingdings" panose="05000000000000000000" pitchFamily="2" charset="2"/>
              <a:buChar char="Ø"/>
              <a:defRPr/>
            </a:pPr>
            <a:r>
              <a:rPr lang="zh-CN" altLang="en-US" sz="2400" dirty="0">
                <a:solidFill>
                  <a:prstClr val="black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如果块</a:t>
            </a:r>
            <a:r>
              <a:rPr lang="en-US" altLang="zh-CN" sz="2400" i="1" dirty="0">
                <a:solidFill>
                  <a:prstClr val="black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B</a:t>
            </a:r>
            <a:r>
              <a:rPr lang="zh-CN" altLang="en-US" sz="2400" dirty="0">
                <a:solidFill>
                  <a:prstClr val="black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中变量</a:t>
            </a:r>
            <a:r>
              <a:rPr lang="en-US" altLang="zh-CN" sz="2400" i="1" dirty="0">
                <a:solidFill>
                  <a:prstClr val="black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a</a:t>
            </a:r>
            <a:r>
              <a:rPr lang="zh-CN" altLang="en-US" sz="2400" dirty="0">
                <a:solidFill>
                  <a:prstClr val="black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的</a:t>
            </a:r>
            <a:r>
              <a:rPr lang="zh-CN" altLang="en-US" sz="2400" dirty="0">
                <a:solidFill>
                  <a:srgbClr val="0070C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引用之前</a:t>
            </a:r>
            <a:r>
              <a:rPr lang="zh-CN" altLang="en-US" sz="2400" dirty="0">
                <a:solidFill>
                  <a:srgbClr val="FF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没有</a:t>
            </a:r>
            <a:r>
              <a:rPr lang="en-US" altLang="zh-CN" sz="2400" i="1" dirty="0">
                <a:solidFill>
                  <a:srgbClr val="0070C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a</a:t>
            </a:r>
            <a:r>
              <a:rPr lang="zh-CN" altLang="en-US" sz="2400" dirty="0">
                <a:solidFill>
                  <a:srgbClr val="0070C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的定值</a:t>
            </a:r>
            <a:r>
              <a:rPr lang="zh-CN" altLang="en-US" sz="2400" dirty="0">
                <a:solidFill>
                  <a:prstClr val="black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，</a:t>
            </a:r>
            <a:endParaRPr lang="en-US" altLang="zh-CN" sz="2400" dirty="0">
              <a:solidFill>
                <a:prstClr val="black"/>
              </a:solidFill>
              <a:latin typeface="Times New Roman" panose="02020603050405020304" pitchFamily="18" charset="0"/>
              <a:ea typeface="华文楷体" panose="02010600040101010101" pitchFamily="2" charset="-122"/>
              <a:cs typeface="Times New Roman" panose="02020603050405020304" pitchFamily="18" charset="0"/>
            </a:endParaRPr>
          </a:p>
          <a:p>
            <a:pPr marL="303212" lvl="1" indent="0" eaLnBrk="1" hangingPunct="1">
              <a:lnSpc>
                <a:spcPts val="3500"/>
              </a:lnSpc>
              <a:spcBef>
                <a:spcPct val="20000"/>
              </a:spcBef>
              <a:buSzPct val="100000"/>
              <a:defRPr/>
            </a:pPr>
            <a:r>
              <a:rPr lang="en-US" altLang="zh-CN" sz="2400" dirty="0">
                <a:solidFill>
                  <a:prstClr val="black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    </a:t>
            </a:r>
            <a:r>
              <a:rPr lang="zh-CN" altLang="en-US" sz="2400" dirty="0">
                <a:solidFill>
                  <a:prstClr val="black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那么</a:t>
            </a:r>
            <a:r>
              <a:rPr lang="en-US" altLang="zh-CN" sz="2400" i="1" dirty="0">
                <a:solidFill>
                  <a:srgbClr val="0070C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a</a:t>
            </a:r>
            <a:r>
              <a:rPr lang="zh-CN" altLang="en-US" sz="2400" dirty="0">
                <a:solidFill>
                  <a:prstClr val="black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的这次引用的</a:t>
            </a:r>
            <a:r>
              <a:rPr lang="en-US" altLang="zh-CN" sz="2400" i="1" dirty="0" err="1">
                <a:solidFill>
                  <a:prstClr val="black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ud</a:t>
            </a:r>
            <a:r>
              <a:rPr lang="zh-CN" altLang="en-US" sz="2400" dirty="0">
                <a:solidFill>
                  <a:prstClr val="black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链就是</a:t>
            </a:r>
            <a:r>
              <a:rPr lang="en-US" altLang="zh-CN" sz="2400" i="1" dirty="0">
                <a:solidFill>
                  <a:srgbClr val="0070C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IN</a:t>
            </a:r>
            <a:r>
              <a:rPr lang="en-US" altLang="zh-CN" sz="2400" dirty="0">
                <a:solidFill>
                  <a:srgbClr val="0070C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[</a:t>
            </a:r>
            <a:r>
              <a:rPr lang="en-US" altLang="zh-CN" sz="2400" i="1" dirty="0">
                <a:solidFill>
                  <a:srgbClr val="0070C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B</a:t>
            </a:r>
            <a:r>
              <a:rPr lang="en-US" altLang="zh-CN" sz="2400" dirty="0">
                <a:solidFill>
                  <a:srgbClr val="0070C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]</a:t>
            </a:r>
            <a:r>
              <a:rPr lang="zh-CN" altLang="en-US" sz="2400" dirty="0">
                <a:solidFill>
                  <a:srgbClr val="0070C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中</a:t>
            </a:r>
            <a:r>
              <a:rPr lang="en-US" altLang="zh-CN" sz="2400" i="1" dirty="0">
                <a:solidFill>
                  <a:srgbClr val="0070C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a</a:t>
            </a:r>
            <a:r>
              <a:rPr lang="zh-CN" altLang="en-US" sz="2400" dirty="0">
                <a:solidFill>
                  <a:srgbClr val="0070C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的 </a:t>
            </a:r>
            <a:endParaRPr lang="en-US" altLang="zh-CN" sz="2400" dirty="0">
              <a:solidFill>
                <a:srgbClr val="0070C0"/>
              </a:solidFill>
              <a:latin typeface="Times New Roman" panose="02020603050405020304" pitchFamily="18" charset="0"/>
              <a:ea typeface="华文楷体" panose="02010600040101010101" pitchFamily="2" charset="-122"/>
              <a:cs typeface="Times New Roman" panose="02020603050405020304" pitchFamily="18" charset="0"/>
            </a:endParaRPr>
          </a:p>
          <a:p>
            <a:pPr marL="303212" lvl="1" indent="0" eaLnBrk="1" hangingPunct="1">
              <a:lnSpc>
                <a:spcPts val="3500"/>
              </a:lnSpc>
              <a:spcBef>
                <a:spcPct val="20000"/>
              </a:spcBef>
              <a:buSzPct val="100000"/>
              <a:defRPr/>
            </a:pPr>
            <a:r>
              <a:rPr lang="en-US" altLang="zh-CN" sz="2400" dirty="0">
                <a:solidFill>
                  <a:srgbClr val="0070C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    </a:t>
            </a:r>
            <a:r>
              <a:rPr lang="zh-CN" altLang="en-US" sz="2400" dirty="0">
                <a:solidFill>
                  <a:srgbClr val="0070C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定值的集合</a:t>
            </a:r>
            <a:endParaRPr lang="en-US" altLang="zh-CN" sz="2400" dirty="0">
              <a:solidFill>
                <a:srgbClr val="0070C0"/>
              </a:solidFill>
              <a:latin typeface="Times New Roman" panose="02020603050405020304" pitchFamily="18" charset="0"/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" name="Rectangle 22">
            <a:extLst>
              <a:ext uri="{FF2B5EF4-FFF2-40B4-BE49-F238E27FC236}">
                <a16:creationId xmlns:a16="http://schemas.microsoft.com/office/drawing/2014/main" id="{EB509B40-B649-44A7-9089-678B238A11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67513" y="3332163"/>
            <a:ext cx="1876425" cy="100806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lIns="68580" tIns="34290" rIns="68580" bIns="34290"/>
          <a:lstStyle>
            <a:lvl1pPr marL="257175" indent="-257175">
              <a:defRPr b="1">
                <a:solidFill>
                  <a:schemeClr val="tx1"/>
                </a:solidFill>
                <a:latin typeface="Tahoma" charset="0"/>
                <a:ea typeface="宋体" charset="0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charset="0"/>
                <a:ea typeface="宋体" charset="0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charset="0"/>
                <a:ea typeface="宋体" charset="0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charset="0"/>
                <a:ea typeface="宋体" charset="0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charset="0"/>
                <a:ea typeface="宋体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charset="0"/>
                <a:ea typeface="宋体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charset="0"/>
                <a:ea typeface="宋体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charset="0"/>
                <a:ea typeface="宋体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charset="0"/>
                <a:ea typeface="宋体" charset="0"/>
              </a:defRPr>
            </a:lvl9pPr>
          </a:lstStyle>
          <a:p>
            <a:pPr algn="ctr" eaLnBrk="1" hangingPunct="1">
              <a:lnSpc>
                <a:spcPts val="2000"/>
              </a:lnSpc>
              <a:spcBef>
                <a:spcPct val="20000"/>
              </a:spcBef>
              <a:buClr>
                <a:srgbClr val="5EAEFF"/>
              </a:buClr>
              <a:buSzPct val="60000"/>
              <a:defRPr/>
            </a:pPr>
            <a:r>
              <a:rPr kumimoji="1" lang="en-US" altLang="zh-CN" sz="2400" i="1" dirty="0">
                <a:solidFill>
                  <a:prstClr val="black"/>
                </a:solidFill>
                <a:latin typeface="Times New Roman" charset="0"/>
              </a:rPr>
              <a:t>···</a:t>
            </a:r>
            <a:endParaRPr kumimoji="1" lang="en-US" altLang="zh-CN" sz="2400" dirty="0">
              <a:solidFill>
                <a:prstClr val="black"/>
              </a:solidFill>
              <a:latin typeface="Times New Roman" charset="0"/>
            </a:endParaRPr>
          </a:p>
          <a:p>
            <a:pPr algn="ctr" eaLnBrk="1" hangingPunct="1">
              <a:lnSpc>
                <a:spcPts val="2000"/>
              </a:lnSpc>
              <a:spcBef>
                <a:spcPct val="20000"/>
              </a:spcBef>
              <a:buClr>
                <a:srgbClr val="5EAEFF"/>
              </a:buClr>
              <a:buSzPct val="60000"/>
              <a:defRPr/>
            </a:pPr>
            <a:r>
              <a:rPr kumimoji="1" lang="en-US" altLang="zh-CN" sz="2400" i="1" dirty="0">
                <a:solidFill>
                  <a:srgbClr val="FF0000"/>
                </a:solidFill>
                <a:latin typeface="Times New Roman" charset="0"/>
              </a:rPr>
              <a:t>··· = ···a···</a:t>
            </a:r>
          </a:p>
          <a:p>
            <a:pPr algn="ctr" eaLnBrk="1" hangingPunct="1">
              <a:lnSpc>
                <a:spcPts val="2000"/>
              </a:lnSpc>
              <a:spcBef>
                <a:spcPct val="20000"/>
              </a:spcBef>
              <a:buClr>
                <a:srgbClr val="5EAEFF"/>
              </a:buClr>
              <a:buSzPct val="60000"/>
              <a:defRPr/>
            </a:pPr>
            <a:r>
              <a:rPr kumimoji="1" lang="en-US" altLang="zh-CN" sz="2400" i="1" dirty="0">
                <a:solidFill>
                  <a:prstClr val="black"/>
                </a:solidFill>
                <a:latin typeface="Times New Roman" charset="0"/>
              </a:rPr>
              <a:t>···</a:t>
            </a:r>
            <a:endParaRPr kumimoji="1" lang="en-US" altLang="zh-CN" sz="2400" dirty="0">
              <a:solidFill>
                <a:prstClr val="black"/>
              </a:solidFill>
              <a:latin typeface="Times New Roman" charset="0"/>
            </a:endParaRPr>
          </a:p>
        </p:txBody>
      </p:sp>
      <p:sp>
        <p:nvSpPr>
          <p:cNvPr id="8" name="Rectangle 22">
            <a:extLst>
              <a:ext uri="{FF2B5EF4-FFF2-40B4-BE49-F238E27FC236}">
                <a16:creationId xmlns:a16="http://schemas.microsoft.com/office/drawing/2014/main" id="{DF178B11-8D3E-4F0B-980B-D32BFAD328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99263" y="1635125"/>
            <a:ext cx="1876425" cy="158591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lIns="68580" tIns="34290" rIns="68580" bIns="34290"/>
          <a:lstStyle>
            <a:lvl1pPr marL="257175" indent="-257175">
              <a:defRPr b="1">
                <a:solidFill>
                  <a:schemeClr val="tx1"/>
                </a:solidFill>
                <a:latin typeface="Tahoma" charset="0"/>
                <a:ea typeface="宋体" charset="0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charset="0"/>
                <a:ea typeface="宋体" charset="0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charset="0"/>
                <a:ea typeface="宋体" charset="0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charset="0"/>
                <a:ea typeface="宋体" charset="0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charset="0"/>
                <a:ea typeface="宋体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charset="0"/>
                <a:ea typeface="宋体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charset="0"/>
                <a:ea typeface="宋体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charset="0"/>
                <a:ea typeface="宋体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charset="0"/>
                <a:ea typeface="宋体" charset="0"/>
              </a:defRPr>
            </a:lvl9pPr>
          </a:lstStyle>
          <a:p>
            <a:pPr algn="ctr" eaLnBrk="1" hangingPunct="1">
              <a:lnSpc>
                <a:spcPts val="2000"/>
              </a:lnSpc>
              <a:spcBef>
                <a:spcPct val="20000"/>
              </a:spcBef>
              <a:buClr>
                <a:srgbClr val="5EAEFF"/>
              </a:buClr>
              <a:buSzPct val="60000"/>
              <a:defRPr/>
            </a:pPr>
            <a:r>
              <a:rPr kumimoji="1" lang="en-US" altLang="zh-CN" sz="2400" i="1" dirty="0">
                <a:solidFill>
                  <a:prstClr val="black"/>
                </a:solidFill>
                <a:latin typeface="Times New Roman" charset="0"/>
              </a:rPr>
              <a:t>···</a:t>
            </a:r>
            <a:endParaRPr kumimoji="1" lang="en-US" altLang="zh-CN" sz="2400" dirty="0">
              <a:solidFill>
                <a:prstClr val="black"/>
              </a:solidFill>
              <a:latin typeface="Times New Roman" charset="0"/>
            </a:endParaRPr>
          </a:p>
          <a:p>
            <a:pPr eaLnBrk="1" hangingPunct="1">
              <a:lnSpc>
                <a:spcPts val="2000"/>
              </a:lnSpc>
              <a:spcBef>
                <a:spcPct val="20000"/>
              </a:spcBef>
              <a:buClr>
                <a:srgbClr val="5EAEFF"/>
              </a:buClr>
              <a:buSzPct val="60000"/>
              <a:defRPr/>
            </a:pPr>
            <a:r>
              <a:rPr kumimoji="1" lang="en-US" altLang="zh-CN" sz="2400" i="1" dirty="0">
                <a:solidFill>
                  <a:srgbClr val="FF0000"/>
                </a:solidFill>
                <a:latin typeface="Times New Roman" charset="0"/>
              </a:rPr>
              <a:t>d</a:t>
            </a:r>
            <a:r>
              <a:rPr kumimoji="1" lang="en-US" altLang="zh-CN" sz="2400" dirty="0">
                <a:solidFill>
                  <a:srgbClr val="FF0000"/>
                </a:solidFill>
                <a:latin typeface="Times New Roman" charset="0"/>
              </a:rPr>
              <a:t>: </a:t>
            </a:r>
            <a:r>
              <a:rPr kumimoji="1" lang="en-US" altLang="zh-CN" sz="2400" i="1" dirty="0">
                <a:solidFill>
                  <a:srgbClr val="FF0000"/>
                </a:solidFill>
                <a:latin typeface="Times New Roman" charset="0"/>
              </a:rPr>
              <a:t>a =</a:t>
            </a:r>
            <a:r>
              <a:rPr kumimoji="1" lang="en-US" altLang="zh-CN" sz="2400" dirty="0">
                <a:solidFill>
                  <a:srgbClr val="FF0000"/>
                </a:solidFill>
                <a:latin typeface="Times New Roman" charset="0"/>
              </a:rPr>
              <a:t> </a:t>
            </a:r>
            <a:r>
              <a:rPr kumimoji="1" lang="en-US" altLang="zh-CN" sz="2400" i="1" dirty="0">
                <a:solidFill>
                  <a:srgbClr val="FF0000"/>
                </a:solidFill>
                <a:latin typeface="Times New Roman" charset="0"/>
              </a:rPr>
              <a:t>···</a:t>
            </a:r>
            <a:endParaRPr kumimoji="1" lang="en-US" altLang="zh-CN" sz="2400" dirty="0">
              <a:solidFill>
                <a:srgbClr val="FF0000"/>
              </a:solidFill>
              <a:latin typeface="Times New Roman" charset="0"/>
            </a:endParaRPr>
          </a:p>
          <a:p>
            <a:pPr algn="ctr" eaLnBrk="1" hangingPunct="1">
              <a:lnSpc>
                <a:spcPts val="2000"/>
              </a:lnSpc>
              <a:spcBef>
                <a:spcPct val="20000"/>
              </a:spcBef>
              <a:buClr>
                <a:srgbClr val="5EAEFF"/>
              </a:buClr>
              <a:buSzPct val="60000"/>
              <a:defRPr/>
            </a:pPr>
            <a:r>
              <a:rPr kumimoji="1" lang="en-US" altLang="zh-CN" sz="2400" i="1" dirty="0">
                <a:solidFill>
                  <a:prstClr val="black"/>
                </a:solidFill>
                <a:latin typeface="Times New Roman" charset="0"/>
              </a:rPr>
              <a:t>···</a:t>
            </a:r>
            <a:endParaRPr kumimoji="1" lang="en-US" altLang="zh-CN" sz="2400" dirty="0">
              <a:solidFill>
                <a:prstClr val="black"/>
              </a:solidFill>
              <a:latin typeface="Times New Roman" charset="0"/>
            </a:endParaRPr>
          </a:p>
          <a:p>
            <a:pPr algn="ctr" eaLnBrk="1" hangingPunct="1">
              <a:lnSpc>
                <a:spcPts val="2000"/>
              </a:lnSpc>
              <a:spcBef>
                <a:spcPct val="20000"/>
              </a:spcBef>
              <a:buClr>
                <a:srgbClr val="5EAEFF"/>
              </a:buClr>
              <a:buSzPct val="60000"/>
              <a:defRPr/>
            </a:pPr>
            <a:r>
              <a:rPr kumimoji="1" lang="en-US" altLang="zh-CN" sz="2400" i="1" dirty="0">
                <a:solidFill>
                  <a:srgbClr val="FF0000"/>
                </a:solidFill>
                <a:latin typeface="Times New Roman" charset="0"/>
              </a:rPr>
              <a:t>··· = ···a···</a:t>
            </a:r>
          </a:p>
          <a:p>
            <a:pPr algn="ctr" eaLnBrk="1" hangingPunct="1">
              <a:lnSpc>
                <a:spcPts val="2000"/>
              </a:lnSpc>
              <a:spcBef>
                <a:spcPct val="20000"/>
              </a:spcBef>
              <a:buClr>
                <a:srgbClr val="5EAEFF"/>
              </a:buClr>
              <a:buSzPct val="60000"/>
              <a:defRPr/>
            </a:pPr>
            <a:r>
              <a:rPr kumimoji="1" lang="en-US" altLang="zh-CN" sz="2400" i="1" dirty="0">
                <a:solidFill>
                  <a:prstClr val="black"/>
                </a:solidFill>
                <a:latin typeface="Times New Roman" charset="0"/>
              </a:rPr>
              <a:t>···</a:t>
            </a:r>
            <a:endParaRPr kumimoji="1" lang="en-US" altLang="zh-CN" sz="2400" dirty="0">
              <a:solidFill>
                <a:prstClr val="black"/>
              </a:solidFill>
              <a:latin typeface="Times New Roman" charset="0"/>
            </a:endParaRPr>
          </a:p>
        </p:txBody>
      </p:sp>
      <p:sp>
        <p:nvSpPr>
          <p:cNvPr id="10" name="Rectangle 3">
            <a:extLst>
              <a:ext uri="{FF2B5EF4-FFF2-40B4-BE49-F238E27FC236}">
                <a16:creationId xmlns:a16="http://schemas.microsoft.com/office/drawing/2014/main" id="{609415F7-C08A-4FDA-8EA4-BF73D5966E6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8313" y="836613"/>
            <a:ext cx="8351837" cy="847725"/>
          </a:xfrm>
          <a:prstGeom prst="rect">
            <a:avLst/>
          </a:prstGeom>
          <a:noFill/>
        </p:spPr>
        <p:txBody>
          <a:bodyPr lIns="68580" tIns="34290" rIns="68580" bIns="34290"/>
          <a:lstStyle>
            <a:lvl1pPr marL="271463" indent="-27146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400" kern="1200" baseline="0">
                <a:solidFill>
                  <a:schemeClr val="tx2"/>
                </a:solidFill>
                <a:latin typeface="Times New Roman" panose="02020603050405020304" pitchFamily="18" charset="0"/>
                <a:ea typeface="+mn-ea"/>
                <a:cs typeface="+mn-cs"/>
              </a:defRPr>
            </a:lvl1pPr>
            <a:lvl2pPr marL="574675" indent="-27146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200" kern="1200" baseline="0">
                <a:solidFill>
                  <a:schemeClr val="tx2"/>
                </a:solidFill>
                <a:latin typeface="Times New Roman" panose="02020603050405020304" pitchFamily="18" charset="0"/>
                <a:ea typeface="+mn-ea"/>
                <a:cs typeface="+mn-cs"/>
              </a:defRPr>
            </a:lvl2pPr>
            <a:lvl3pPr marL="854075" indent="-22701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 kern="1200" baseline="0">
                <a:solidFill>
                  <a:schemeClr val="tx2"/>
                </a:solidFill>
                <a:latin typeface="Times New Roman" panose="02020603050405020304" pitchFamily="18" charset="0"/>
                <a:ea typeface="+mn-ea"/>
                <a:cs typeface="+mn-cs"/>
              </a:defRPr>
            </a:lvl3pPr>
            <a:lvl4pPr marL="1141413" indent="-22701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 kern="1200" baseline="0">
                <a:solidFill>
                  <a:schemeClr val="tx2"/>
                </a:solidFill>
                <a:latin typeface="Times New Roman" panose="02020603050405020304" pitchFamily="18" charset="0"/>
                <a:ea typeface="+mn-ea"/>
                <a:cs typeface="+mn-cs"/>
              </a:defRPr>
            </a:lvl4pPr>
            <a:lvl5pPr marL="1460500" indent="-22701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 kern="1200" baseline="0">
                <a:solidFill>
                  <a:schemeClr val="tx2"/>
                </a:solidFill>
                <a:latin typeface="Times New Roman" panose="02020603050405020304" pitchFamily="18" charset="0"/>
                <a:ea typeface="+mn-ea"/>
                <a:cs typeface="+mn-cs"/>
              </a:defRPr>
            </a:lvl5pPr>
            <a:lvl6pPr marL="1783036" indent="-228594" algn="l" defTabSz="914378" rtl="0" eaLnBrk="1" latinLnBrk="0" hangingPunct="1">
              <a:spcBef>
                <a:spcPts val="384"/>
              </a:spcBef>
              <a:buClr>
                <a:schemeClr val="accent1"/>
              </a:buClr>
              <a:buFont typeface="Symbol" pitchFamily="18" charset="2"/>
              <a:buChar char="*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103068" indent="-228594" algn="l" defTabSz="914378" rtl="0" eaLnBrk="1" latinLnBrk="0" hangingPunct="1">
              <a:spcBef>
                <a:spcPts val="384"/>
              </a:spcBef>
              <a:buClr>
                <a:schemeClr val="accent1"/>
              </a:buClr>
              <a:buFont typeface="Symbol" pitchFamily="18" charset="2"/>
              <a:buChar char="*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423099" indent="-228594" algn="l" defTabSz="914378" rtl="0" eaLnBrk="1" latinLnBrk="0" hangingPunct="1">
              <a:spcBef>
                <a:spcPts val="384"/>
              </a:spcBef>
              <a:buClr>
                <a:schemeClr val="accent1"/>
              </a:buClr>
              <a:buFont typeface="Symbol" pitchFamily="18" charset="2"/>
              <a:buChar char="*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743132" indent="-228594" algn="l" defTabSz="914378" rtl="0" eaLnBrk="1" latinLnBrk="0" hangingPunct="1">
              <a:spcBef>
                <a:spcPts val="384"/>
              </a:spcBef>
              <a:buClr>
                <a:schemeClr val="accent1"/>
              </a:buClr>
              <a:buFont typeface="Symbol" pitchFamily="18" charset="2"/>
              <a:buChar char="*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hangingPunct="1">
              <a:lnSpc>
                <a:spcPts val="3000"/>
              </a:lnSpc>
              <a:buClr>
                <a:schemeClr val="tx1"/>
              </a:buClr>
              <a:buFont typeface="Wingdings" panose="05000000000000000000" pitchFamily="2" charset="2"/>
              <a:buChar char="Ø"/>
              <a:defRPr/>
            </a:pPr>
            <a:r>
              <a:rPr lang="zh-CN" altLang="en-US" sz="2500" dirty="0">
                <a:solidFill>
                  <a:srgbClr val="FF0000"/>
                </a:solidFill>
                <a:cs typeface="Times New Roman" panose="02020603050405020304" pitchFamily="18" charset="0"/>
              </a:rPr>
              <a:t>引用</a:t>
            </a:r>
            <a:r>
              <a:rPr lang="en-US" altLang="zh-CN" sz="2500" dirty="0">
                <a:solidFill>
                  <a:srgbClr val="FF0000"/>
                </a:solidFill>
                <a:cs typeface="Times New Roman" panose="02020603050405020304" pitchFamily="18" charset="0"/>
              </a:rPr>
              <a:t>-</a:t>
            </a:r>
            <a:r>
              <a:rPr lang="zh-CN" altLang="en-US" sz="2500" dirty="0">
                <a:solidFill>
                  <a:srgbClr val="FF0000"/>
                </a:solidFill>
                <a:cs typeface="Times New Roman" panose="02020603050405020304" pitchFamily="18" charset="0"/>
              </a:rPr>
              <a:t>定值链</a:t>
            </a:r>
            <a:r>
              <a:rPr lang="en-US" altLang="zh-CN" sz="2000" dirty="0">
                <a:solidFill>
                  <a:schemeClr val="tx1"/>
                </a:solidFill>
                <a:cs typeface="Times New Roman" panose="02020603050405020304" pitchFamily="18" charset="0"/>
              </a:rPr>
              <a:t>(</a:t>
            </a:r>
            <a:r>
              <a:rPr lang="zh-CN" altLang="en-US" sz="2000" dirty="0">
                <a:solidFill>
                  <a:schemeClr val="tx1"/>
                </a:solidFill>
                <a:cs typeface="Times New Roman" panose="02020603050405020304" pitchFamily="18" charset="0"/>
              </a:rPr>
              <a:t>简称</a:t>
            </a:r>
            <a:r>
              <a:rPr lang="en-US" altLang="zh-CN" sz="2000" i="1" dirty="0" err="1">
                <a:solidFill>
                  <a:srgbClr val="0070C0"/>
                </a:solidFill>
                <a:cs typeface="Times New Roman" panose="02020603050405020304" pitchFamily="18" charset="0"/>
              </a:rPr>
              <a:t>ud</a:t>
            </a:r>
            <a:r>
              <a:rPr lang="zh-CN" altLang="en-US" sz="2000" dirty="0">
                <a:solidFill>
                  <a:srgbClr val="0070C0"/>
                </a:solidFill>
                <a:cs typeface="Times New Roman" panose="02020603050405020304" pitchFamily="18" charset="0"/>
              </a:rPr>
              <a:t>链</a:t>
            </a:r>
            <a:r>
              <a:rPr lang="en-US" altLang="zh-CN" sz="2000" dirty="0">
                <a:solidFill>
                  <a:schemeClr val="tx1"/>
                </a:solidFill>
                <a:cs typeface="Times New Roman" panose="02020603050405020304" pitchFamily="18" charset="0"/>
              </a:rPr>
              <a:t>)</a:t>
            </a:r>
            <a:r>
              <a:rPr lang="en-US" altLang="zh-CN" sz="1800" dirty="0">
                <a:solidFill>
                  <a:schemeClr val="tx1"/>
                </a:solidFill>
                <a:cs typeface="Times New Roman" panose="02020603050405020304" pitchFamily="18" charset="0"/>
              </a:rPr>
              <a:t> </a:t>
            </a:r>
            <a:r>
              <a:rPr lang="zh-CN" altLang="en-US" sz="2500" dirty="0">
                <a:solidFill>
                  <a:schemeClr val="tx1"/>
                </a:solidFill>
                <a:cs typeface="Times New Roman" panose="02020603050405020304" pitchFamily="18" charset="0"/>
              </a:rPr>
              <a:t>是一个列表，对于变量的每一次</a:t>
            </a:r>
            <a:r>
              <a:rPr lang="zh-CN" altLang="en-US" sz="2500" dirty="0">
                <a:solidFill>
                  <a:srgbClr val="0070C0"/>
                </a:solidFill>
                <a:cs typeface="Times New Roman" panose="02020603050405020304" pitchFamily="18" charset="0"/>
              </a:rPr>
              <a:t>引用</a:t>
            </a:r>
            <a:r>
              <a:rPr lang="zh-CN" altLang="en-US" sz="2500" dirty="0">
                <a:solidFill>
                  <a:schemeClr val="tx1"/>
                </a:solidFill>
                <a:cs typeface="Times New Roman" panose="02020603050405020304" pitchFamily="18" charset="0"/>
              </a:rPr>
              <a:t>，到达该引用的所有</a:t>
            </a:r>
            <a:r>
              <a:rPr lang="zh-CN" altLang="en-US" sz="2500" dirty="0">
                <a:solidFill>
                  <a:srgbClr val="0070C0"/>
                </a:solidFill>
                <a:cs typeface="Times New Roman" panose="02020603050405020304" pitchFamily="18" charset="0"/>
              </a:rPr>
              <a:t>定值</a:t>
            </a:r>
            <a:r>
              <a:rPr lang="zh-CN" altLang="en-US" sz="2500" dirty="0">
                <a:solidFill>
                  <a:schemeClr val="tx1"/>
                </a:solidFill>
                <a:cs typeface="Times New Roman" panose="02020603050405020304" pitchFamily="18" charset="0"/>
              </a:rPr>
              <a:t>都在该列表中</a:t>
            </a:r>
            <a:endParaRPr lang="zh-CN" altLang="en-US" sz="2500" dirty="0">
              <a:solidFill>
                <a:schemeClr val="tx2">
                  <a:lumMod val="60000"/>
                  <a:lumOff val="40000"/>
                </a:schemeClr>
              </a:solidFill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 nodeType="clickPar">
                      <p:stCondLst>
                        <p:cond delay="indefinite"/>
                      </p:stCondLst>
                      <p:childTnLst>
                        <p:par>
                          <p:cTn id="1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 nodeType="clickPar">
                      <p:stCondLst>
                        <p:cond delay="indefinite"/>
                      </p:stCondLst>
                      <p:childTnLst>
                        <p:par>
                          <p:cTn id="3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1" presetID="53" presetClass="exit" presetSubtype="32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32" dur="5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5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3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 nodeType="clickPar">
                      <p:stCondLst>
                        <p:cond delay="indefinite"/>
                      </p:stCondLst>
                      <p:childTnLst>
                        <p:par>
                          <p:cTn id="3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 nodeType="clickPar">
                      <p:stCondLst>
                        <p:cond delay="indefinite"/>
                      </p:stCondLst>
                      <p:childTnLst>
                        <p:par>
                          <p:cTn id="4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0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2" dur="5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5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7" dur="5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5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8" grpId="1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1203" name="Rectangle 3">
            <a:extLst>
              <a:ext uri="{FF2B5EF4-FFF2-40B4-BE49-F238E27FC236}">
                <a16:creationId xmlns:a16="http://schemas.microsoft.com/office/drawing/2014/main" id="{836A336F-2867-438A-9C08-B8E0B3CCFEFF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4633052" y="1061752"/>
            <a:ext cx="4307243" cy="3707681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lnSpc>
                <a:spcPts val="2600"/>
              </a:lnSpc>
              <a:spcBef>
                <a:spcPts val="0"/>
              </a:spcBef>
            </a:pPr>
            <a:r>
              <a:rPr lang="en-US" altLang="zh-CN" sz="2000" b="1" i="1" dirty="0" err="1">
                <a:ea typeface="宋体" panose="02010600030101010101" pitchFamily="2" charset="-122"/>
                <a:cs typeface="楷体_GB2312" charset="0"/>
              </a:rPr>
              <a:t>i</a:t>
            </a:r>
            <a:r>
              <a:rPr lang="en-US" altLang="zh-CN" sz="2000" b="1" i="1" dirty="0">
                <a:ea typeface="宋体" panose="02010600030101010101" pitchFamily="2" charset="-122"/>
                <a:cs typeface="楷体_GB2312" charset="0"/>
              </a:rPr>
              <a:t> </a:t>
            </a:r>
            <a:r>
              <a:rPr lang="zh-CN" altLang="en-US" sz="2000" b="1" dirty="0">
                <a:latin typeface="华文楷体" panose="02010600040101010101" pitchFamily="2" charset="-122"/>
                <a:cs typeface="楷体_GB2312" charset="0"/>
              </a:rPr>
              <a:t>在引用点 </a:t>
            </a:r>
            <a:r>
              <a:rPr lang="en-US" altLang="zh-CN" sz="2000" b="1" i="1" dirty="0">
                <a:ea typeface="宋体" panose="02010600030101010101" pitchFamily="2" charset="-122"/>
                <a:cs typeface="楷体_GB2312" charset="0"/>
              </a:rPr>
              <a:t>d</a:t>
            </a:r>
            <a:r>
              <a:rPr lang="en-US" altLang="zh-CN" sz="2000" b="1" baseline="-25000" dirty="0">
                <a:ea typeface="宋体" panose="02010600030101010101" pitchFamily="2" charset="-122"/>
                <a:cs typeface="楷体_GB2312" charset="0"/>
              </a:rPr>
              <a:t>3</a:t>
            </a:r>
            <a:r>
              <a:rPr lang="zh-CN" altLang="en-US" sz="2000" b="1" dirty="0">
                <a:latin typeface="华文楷体" panose="02010600040101010101" pitchFamily="2" charset="-122"/>
                <a:cs typeface="楷体_GB2312" charset="0"/>
              </a:rPr>
              <a:t>的</a:t>
            </a:r>
            <a:r>
              <a:rPr lang="en-US" altLang="zh-CN" sz="2000" b="1" i="1" dirty="0">
                <a:ea typeface="宋体" panose="02010600030101010101" pitchFamily="2" charset="-122"/>
                <a:cs typeface="楷体_GB2312" charset="0"/>
              </a:rPr>
              <a:t> UD</a:t>
            </a:r>
            <a:r>
              <a:rPr lang="zh-CN" altLang="en-US" sz="2000" b="1" dirty="0">
                <a:latin typeface="华文楷体" panose="02010600040101010101" pitchFamily="2" charset="-122"/>
                <a:cs typeface="楷体_GB2312" charset="0"/>
              </a:rPr>
              <a:t>链</a:t>
            </a:r>
            <a:r>
              <a:rPr lang="en-US" altLang="zh-CN" sz="2000" b="1" dirty="0">
                <a:latin typeface="华文楷体" panose="02010600040101010101" pitchFamily="2" charset="-122"/>
                <a:cs typeface="楷体_GB2312" charset="0"/>
              </a:rPr>
              <a:t>: </a:t>
            </a:r>
          </a:p>
          <a:p>
            <a:pPr lvl="1" eaLnBrk="1" hangingPunct="1">
              <a:lnSpc>
                <a:spcPts val="2600"/>
              </a:lnSpc>
              <a:spcBef>
                <a:spcPts val="0"/>
              </a:spcBef>
            </a:pPr>
            <a:r>
              <a:rPr lang="zh-CN" altLang="en-US" sz="1800" b="1" dirty="0">
                <a:latin typeface="华文楷体" panose="02010600040101010101" pitchFamily="2" charset="-122"/>
                <a:cs typeface="楷体_GB2312" charset="0"/>
              </a:rPr>
              <a:t>块内最近一次定值</a:t>
            </a:r>
            <a:r>
              <a:rPr lang="en-US" altLang="zh-CN" sz="1800" b="1" dirty="0">
                <a:latin typeface="华文楷体" panose="02010600040101010101" pitchFamily="2" charset="-122"/>
                <a:cs typeface="楷体_GB2312" charset="0"/>
              </a:rPr>
              <a:t>{ </a:t>
            </a:r>
            <a:r>
              <a:rPr lang="en-US" altLang="zh-CN" sz="1800" b="1" i="1" dirty="0">
                <a:ea typeface="宋体" panose="02010600030101010101" pitchFamily="2" charset="-122"/>
                <a:cs typeface="楷体_GB2312" charset="0"/>
              </a:rPr>
              <a:t>d</a:t>
            </a:r>
            <a:r>
              <a:rPr lang="en-US" altLang="zh-CN" sz="1800" b="1" baseline="-25000" dirty="0">
                <a:ea typeface="宋体" panose="02010600030101010101" pitchFamily="2" charset="-122"/>
                <a:cs typeface="楷体_GB2312" charset="0"/>
              </a:rPr>
              <a:t>1 </a:t>
            </a:r>
            <a:r>
              <a:rPr lang="en-US" altLang="zh-CN" sz="1800" b="1" dirty="0">
                <a:cs typeface="Times New Roman" panose="02020603050405020304" pitchFamily="18" charset="0"/>
              </a:rPr>
              <a:t>}</a:t>
            </a:r>
            <a:r>
              <a:rPr lang="en-US" altLang="zh-CN" sz="1800" b="1" i="1" dirty="0">
                <a:cs typeface="Times New Roman" panose="02020603050405020304" pitchFamily="18" charset="0"/>
              </a:rPr>
              <a:t> </a:t>
            </a:r>
            <a:endParaRPr lang="en-US" altLang="zh-CN" sz="1800" b="1" dirty="0">
              <a:cs typeface="Times New Roman" panose="02020603050405020304" pitchFamily="18" charset="0"/>
            </a:endParaRPr>
          </a:p>
          <a:p>
            <a:pPr lvl="1" eaLnBrk="1" hangingPunct="1">
              <a:lnSpc>
                <a:spcPts val="2600"/>
              </a:lnSpc>
              <a:spcBef>
                <a:spcPts val="0"/>
              </a:spcBef>
            </a:pPr>
            <a:r>
              <a:rPr lang="zh-CN" altLang="en-US" sz="1800" b="1" dirty="0"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定值</a:t>
            </a:r>
            <a:r>
              <a:rPr lang="zh-CN" altLang="en-US" sz="1800" b="1" dirty="0">
                <a:latin typeface="楷体" panose="02010609060101010101" pitchFamily="49" charset="-122"/>
                <a:ea typeface="楷体" panose="02010609060101010101" pitchFamily="49" charset="-122"/>
                <a:cs typeface="楷体_GB2312" charset="0"/>
              </a:rPr>
              <a:t>为</a:t>
            </a:r>
            <a:r>
              <a:rPr lang="en-US" altLang="zh-CN" sz="1800" b="1" dirty="0">
                <a:ea typeface="楷体" panose="02010609060101010101" pitchFamily="49" charset="-122"/>
                <a:cs typeface="Times New Roman" panose="02020603050405020304" pitchFamily="18" charset="0"/>
              </a:rPr>
              <a:t>1</a:t>
            </a:r>
            <a:r>
              <a:rPr lang="zh-CN" altLang="en-US" sz="1800" b="1" dirty="0">
                <a:latin typeface="楷体" panose="02010609060101010101" pitchFamily="49" charset="-122"/>
                <a:ea typeface="楷体" panose="02010609060101010101" pitchFamily="49" charset="-122"/>
                <a:cs typeface="楷体_GB2312" charset="0"/>
              </a:rPr>
              <a:t>，常量合并</a:t>
            </a:r>
            <a:endParaRPr lang="en-US" altLang="zh-CN" sz="1800" b="1" i="1" dirty="0">
              <a:ea typeface="宋体" panose="02010600030101010101" pitchFamily="2" charset="-122"/>
              <a:cs typeface="楷体_GB2312" charset="0"/>
            </a:endParaRPr>
          </a:p>
          <a:p>
            <a:pPr eaLnBrk="1" hangingPunct="1">
              <a:lnSpc>
                <a:spcPts val="2600"/>
              </a:lnSpc>
              <a:spcBef>
                <a:spcPts val="0"/>
              </a:spcBef>
            </a:pPr>
            <a:r>
              <a:rPr lang="en-US" altLang="zh-CN" sz="2000" b="1" i="1" dirty="0" err="1">
                <a:ea typeface="宋体" panose="02010600030101010101" pitchFamily="2" charset="-122"/>
                <a:cs typeface="楷体_GB2312" charset="0"/>
              </a:rPr>
              <a:t>i</a:t>
            </a:r>
            <a:r>
              <a:rPr lang="zh-CN" altLang="en-US" sz="2000" b="1" dirty="0">
                <a:latin typeface="华文楷体" panose="02010600040101010101" pitchFamily="2" charset="-122"/>
                <a:cs typeface="楷体_GB2312" charset="0"/>
              </a:rPr>
              <a:t>在引用点</a:t>
            </a:r>
            <a:r>
              <a:rPr lang="en-US" altLang="zh-CN" sz="2000" b="1" i="1" dirty="0">
                <a:ea typeface="宋体" panose="02010600030101010101" pitchFamily="2" charset="-122"/>
                <a:cs typeface="楷体_GB2312" charset="0"/>
              </a:rPr>
              <a:t>d</a:t>
            </a:r>
            <a:r>
              <a:rPr lang="en-US" altLang="zh-CN" sz="2000" b="1" baseline="-25000" dirty="0">
                <a:ea typeface="宋体" panose="02010600030101010101" pitchFamily="2" charset="-122"/>
                <a:cs typeface="楷体_GB2312" charset="0"/>
              </a:rPr>
              <a:t>4</a:t>
            </a:r>
            <a:r>
              <a:rPr lang="zh-CN" altLang="en-US" sz="2000" b="1" dirty="0">
                <a:latin typeface="华文楷体" panose="02010600040101010101" pitchFamily="2" charset="-122"/>
                <a:cs typeface="楷体_GB2312" charset="0"/>
              </a:rPr>
              <a:t>的</a:t>
            </a:r>
            <a:r>
              <a:rPr lang="en-US" altLang="zh-CN" sz="2000" b="1" i="1" dirty="0">
                <a:ea typeface="宋体" panose="02010600030101010101" pitchFamily="2" charset="-122"/>
                <a:cs typeface="楷体_GB2312" charset="0"/>
              </a:rPr>
              <a:t> UD</a:t>
            </a:r>
            <a:r>
              <a:rPr lang="zh-CN" altLang="en-US" sz="2000" b="1" dirty="0">
                <a:latin typeface="华文楷体" panose="02010600040101010101" pitchFamily="2" charset="-122"/>
                <a:cs typeface="楷体_GB2312" charset="0"/>
              </a:rPr>
              <a:t>链</a:t>
            </a:r>
            <a:r>
              <a:rPr lang="en-US" altLang="zh-CN" sz="2000" b="1" dirty="0">
                <a:latin typeface="华文楷体" panose="02010600040101010101" pitchFamily="2" charset="-122"/>
                <a:cs typeface="楷体_GB2312" charset="0"/>
              </a:rPr>
              <a:t>: </a:t>
            </a:r>
          </a:p>
          <a:p>
            <a:pPr lvl="1" eaLnBrk="1" hangingPunct="1">
              <a:lnSpc>
                <a:spcPts val="2600"/>
              </a:lnSpc>
              <a:spcBef>
                <a:spcPts val="0"/>
              </a:spcBef>
            </a:pPr>
            <a:r>
              <a:rPr lang="en-US" altLang="zh-CN" sz="1800" b="1" i="1" dirty="0">
                <a:cs typeface="Times New Roman" panose="02020603050405020304" pitchFamily="18" charset="0"/>
              </a:rPr>
              <a:t>IN</a:t>
            </a:r>
            <a:r>
              <a:rPr lang="en-US" altLang="zh-CN" sz="1800" b="1" dirty="0">
                <a:cs typeface="Times New Roman" panose="02020603050405020304" pitchFamily="18" charset="0"/>
              </a:rPr>
              <a:t>[</a:t>
            </a:r>
            <a:r>
              <a:rPr lang="en-US" altLang="zh-CN" sz="1800" b="1" i="1" dirty="0">
                <a:cs typeface="Times New Roman" panose="02020603050405020304" pitchFamily="18" charset="0"/>
              </a:rPr>
              <a:t>B</a:t>
            </a:r>
            <a:r>
              <a:rPr lang="en-US" altLang="zh-CN" sz="1800" b="1" i="1" baseline="-25000" dirty="0">
                <a:cs typeface="Times New Roman" panose="02020603050405020304" pitchFamily="18" charset="0"/>
              </a:rPr>
              <a:t>2</a:t>
            </a:r>
            <a:r>
              <a:rPr lang="en-US" altLang="zh-CN" sz="1800" b="1" dirty="0">
                <a:cs typeface="Times New Roman" panose="02020603050405020304" pitchFamily="18" charset="0"/>
              </a:rPr>
              <a:t>]</a:t>
            </a:r>
            <a:r>
              <a:rPr lang="zh-CN" altLang="en-US" sz="1800" b="1" dirty="0">
                <a:cs typeface="Times New Roman" panose="02020603050405020304" pitchFamily="18" charset="0"/>
              </a:rPr>
              <a:t>中</a:t>
            </a:r>
            <a:r>
              <a:rPr lang="en-US" altLang="zh-CN" sz="1800" b="1" i="1" dirty="0" err="1">
                <a:ea typeface="宋体" panose="02010600030101010101" pitchFamily="2" charset="-122"/>
                <a:cs typeface="楷体_GB2312" charset="0"/>
              </a:rPr>
              <a:t>i</a:t>
            </a:r>
            <a:r>
              <a:rPr lang="zh-CN" altLang="en-US" sz="1800" b="1" dirty="0">
                <a:cs typeface="Times New Roman" panose="02020603050405020304" pitchFamily="18" charset="0"/>
              </a:rPr>
              <a:t>的定值的集合</a:t>
            </a:r>
            <a:r>
              <a:rPr lang="zh-CN" altLang="en-US" sz="1800" b="1" dirty="0">
                <a:latin typeface="华文楷体" panose="02010600040101010101" pitchFamily="2" charset="-122"/>
                <a:ea typeface="华文楷体" panose="02010600040101010101" pitchFamily="2" charset="-122"/>
                <a:cs typeface="Times New Roman" panose="02020603050405020304" pitchFamily="18" charset="0"/>
              </a:rPr>
              <a:t>即</a:t>
            </a:r>
            <a:r>
              <a:rPr lang="en-US" altLang="zh-CN" sz="1800" b="1" dirty="0">
                <a:ea typeface="宋体" panose="02010600030101010101" pitchFamily="2" charset="-122"/>
                <a:cs typeface="楷体_GB2312" charset="0"/>
              </a:rPr>
              <a:t>{ </a:t>
            </a:r>
            <a:r>
              <a:rPr lang="en-US" altLang="zh-CN" sz="1800" b="1" i="1" dirty="0">
                <a:ea typeface="宋体" panose="02010600030101010101" pitchFamily="2" charset="-122"/>
                <a:cs typeface="楷体_GB2312" charset="0"/>
              </a:rPr>
              <a:t>d</a:t>
            </a:r>
            <a:r>
              <a:rPr lang="en-US" altLang="zh-CN" sz="1800" b="1" baseline="-25000" dirty="0">
                <a:ea typeface="宋体" panose="02010600030101010101" pitchFamily="2" charset="-122"/>
                <a:cs typeface="楷体_GB2312" charset="0"/>
              </a:rPr>
              <a:t>1</a:t>
            </a:r>
            <a:r>
              <a:rPr lang="en-US" altLang="zh-CN" sz="1800" b="1" dirty="0">
                <a:ea typeface="宋体" panose="02010600030101010101" pitchFamily="2" charset="-122"/>
                <a:cs typeface="楷体_GB2312" charset="0"/>
              </a:rPr>
              <a:t> , </a:t>
            </a:r>
            <a:r>
              <a:rPr lang="en-US" altLang="zh-CN" sz="1800" b="1" i="1" dirty="0">
                <a:ea typeface="宋体" panose="02010600030101010101" pitchFamily="2" charset="-122"/>
                <a:cs typeface="楷体_GB2312" charset="0"/>
              </a:rPr>
              <a:t>d</a:t>
            </a:r>
            <a:r>
              <a:rPr lang="en-US" altLang="zh-CN" sz="1800" b="1" baseline="-25000" dirty="0">
                <a:ea typeface="宋体" panose="02010600030101010101" pitchFamily="2" charset="-122"/>
                <a:cs typeface="楷体_GB2312" charset="0"/>
              </a:rPr>
              <a:t>7</a:t>
            </a:r>
            <a:r>
              <a:rPr lang="en-US" altLang="zh-CN" sz="1800" b="1" dirty="0">
                <a:ea typeface="宋体" panose="02010600030101010101" pitchFamily="2" charset="-122"/>
                <a:cs typeface="楷体_GB2312" charset="0"/>
              </a:rPr>
              <a:t> }</a:t>
            </a:r>
          </a:p>
          <a:p>
            <a:pPr lvl="1" eaLnBrk="1" hangingPunct="1">
              <a:lnSpc>
                <a:spcPts val="2600"/>
              </a:lnSpc>
              <a:spcBef>
                <a:spcPts val="0"/>
              </a:spcBef>
            </a:pPr>
            <a:r>
              <a:rPr lang="zh-CN" altLang="en-US" sz="1800" b="1" dirty="0">
                <a:latin typeface="楷体" panose="02010609060101010101" pitchFamily="49" charset="-122"/>
                <a:ea typeface="楷体" panose="02010609060101010101" pitchFamily="49" charset="-122"/>
                <a:cs typeface="楷体_GB2312" charset="0"/>
              </a:rPr>
              <a:t>都是定值为</a:t>
            </a:r>
            <a:r>
              <a:rPr lang="en-US" altLang="zh-CN" sz="1800" b="1" dirty="0">
                <a:ea typeface="楷体" panose="02010609060101010101" pitchFamily="49" charset="-122"/>
                <a:cs typeface="Times New Roman" panose="02020603050405020304" pitchFamily="18" charset="0"/>
              </a:rPr>
              <a:t>1</a:t>
            </a:r>
            <a:r>
              <a:rPr lang="zh-CN" altLang="en-US" sz="1800" b="1" dirty="0">
                <a:latin typeface="楷体" panose="02010609060101010101" pitchFamily="49" charset="-122"/>
                <a:ea typeface="楷体" panose="02010609060101010101" pitchFamily="49" charset="-122"/>
                <a:cs typeface="楷体_GB2312" charset="0"/>
              </a:rPr>
              <a:t>，常量合并</a:t>
            </a:r>
            <a:endParaRPr lang="en-US" altLang="zh-CN" sz="1800" b="1" i="1" dirty="0">
              <a:latin typeface="楷体" panose="02010609060101010101" pitchFamily="49" charset="-122"/>
              <a:ea typeface="楷体" panose="02010609060101010101" pitchFamily="49" charset="-122"/>
              <a:cs typeface="楷体_GB2312" charset="0"/>
            </a:endParaRPr>
          </a:p>
          <a:p>
            <a:pPr eaLnBrk="1" hangingPunct="1">
              <a:lnSpc>
                <a:spcPts val="2600"/>
              </a:lnSpc>
              <a:spcBef>
                <a:spcPts val="0"/>
              </a:spcBef>
            </a:pPr>
            <a:r>
              <a:rPr lang="en-US" altLang="zh-CN" sz="2000" b="1" i="1" dirty="0">
                <a:ea typeface="宋体" panose="02010600030101010101" pitchFamily="2" charset="-122"/>
                <a:cs typeface="楷体_GB2312" charset="0"/>
              </a:rPr>
              <a:t>j</a:t>
            </a:r>
            <a:r>
              <a:rPr lang="zh-CN" altLang="en-US" sz="2000" b="1" dirty="0">
                <a:latin typeface="华文楷体" panose="02010600040101010101" pitchFamily="2" charset="-122"/>
                <a:cs typeface="楷体_GB2312" charset="0"/>
              </a:rPr>
              <a:t>在引用点</a:t>
            </a:r>
            <a:r>
              <a:rPr lang="en-US" altLang="zh-CN" sz="2000" b="1" i="1" dirty="0">
                <a:ea typeface="宋体" panose="02010600030101010101" pitchFamily="2" charset="-122"/>
                <a:cs typeface="楷体_GB2312" charset="0"/>
              </a:rPr>
              <a:t>d</a:t>
            </a:r>
            <a:r>
              <a:rPr lang="en-US" altLang="zh-CN" sz="2000" b="1" baseline="-25000" dirty="0">
                <a:ea typeface="宋体" panose="02010600030101010101" pitchFamily="2" charset="-122"/>
                <a:cs typeface="楷体_GB2312" charset="0"/>
              </a:rPr>
              <a:t>5</a:t>
            </a:r>
            <a:r>
              <a:rPr lang="zh-CN" altLang="en-US" sz="2000" b="1" dirty="0">
                <a:latin typeface="华文楷体" panose="02010600040101010101" pitchFamily="2" charset="-122"/>
                <a:cs typeface="楷体_GB2312" charset="0"/>
              </a:rPr>
              <a:t>的</a:t>
            </a:r>
            <a:r>
              <a:rPr lang="en-US" altLang="zh-CN" sz="2000" b="1" i="1" dirty="0">
                <a:ea typeface="宋体" panose="02010600030101010101" pitchFamily="2" charset="-122"/>
                <a:cs typeface="楷体_GB2312" charset="0"/>
              </a:rPr>
              <a:t> UD</a:t>
            </a:r>
            <a:r>
              <a:rPr lang="zh-CN" altLang="en-US" sz="2000" b="1" dirty="0">
                <a:latin typeface="华文楷体" panose="02010600040101010101" pitchFamily="2" charset="-122"/>
                <a:cs typeface="楷体_GB2312" charset="0"/>
              </a:rPr>
              <a:t>链</a:t>
            </a:r>
            <a:r>
              <a:rPr lang="en-US" altLang="zh-CN" sz="2000" b="1" dirty="0">
                <a:latin typeface="华文楷体" panose="02010600040101010101" pitchFamily="2" charset="-122"/>
                <a:cs typeface="楷体_GB2312" charset="0"/>
              </a:rPr>
              <a:t>: </a:t>
            </a:r>
          </a:p>
          <a:p>
            <a:pPr lvl="1" eaLnBrk="1" hangingPunct="1">
              <a:lnSpc>
                <a:spcPts val="2600"/>
              </a:lnSpc>
              <a:spcBef>
                <a:spcPts val="0"/>
              </a:spcBef>
            </a:pPr>
            <a:r>
              <a:rPr lang="en-US" altLang="zh-CN" sz="1800" b="1" i="1" dirty="0">
                <a:cs typeface="Times New Roman" panose="02020603050405020304" pitchFamily="18" charset="0"/>
              </a:rPr>
              <a:t>IN</a:t>
            </a:r>
            <a:r>
              <a:rPr lang="en-US" altLang="zh-CN" sz="1800" b="1" dirty="0">
                <a:cs typeface="Times New Roman" panose="02020603050405020304" pitchFamily="18" charset="0"/>
              </a:rPr>
              <a:t>[</a:t>
            </a:r>
            <a:r>
              <a:rPr lang="en-US" altLang="zh-CN" sz="1800" b="1" i="1" dirty="0">
                <a:cs typeface="Times New Roman" panose="02020603050405020304" pitchFamily="18" charset="0"/>
              </a:rPr>
              <a:t>B</a:t>
            </a:r>
            <a:r>
              <a:rPr lang="en-US" altLang="zh-CN" sz="1800" b="1" i="1" baseline="-25000" dirty="0">
                <a:cs typeface="Times New Roman" panose="02020603050405020304" pitchFamily="18" charset="0"/>
              </a:rPr>
              <a:t>2</a:t>
            </a:r>
            <a:r>
              <a:rPr lang="en-US" altLang="zh-CN" sz="1800" b="1" dirty="0">
                <a:cs typeface="Times New Roman" panose="02020603050405020304" pitchFamily="18" charset="0"/>
              </a:rPr>
              <a:t>]</a:t>
            </a:r>
            <a:r>
              <a:rPr lang="zh-CN" altLang="en-US" sz="1800" b="1" dirty="0">
                <a:cs typeface="Times New Roman" panose="02020603050405020304" pitchFamily="18" charset="0"/>
              </a:rPr>
              <a:t>中</a:t>
            </a:r>
            <a:r>
              <a:rPr lang="en-US" altLang="zh-CN" sz="1800" b="1" i="1" dirty="0">
                <a:ea typeface="宋体" panose="02010600030101010101" pitchFamily="2" charset="-122"/>
                <a:cs typeface="楷体_GB2312" charset="0"/>
              </a:rPr>
              <a:t>j</a:t>
            </a:r>
            <a:r>
              <a:rPr lang="zh-CN" altLang="en-US" sz="1800" b="1" dirty="0">
                <a:cs typeface="Times New Roman" panose="02020603050405020304" pitchFamily="18" charset="0"/>
              </a:rPr>
              <a:t>的定值的集合</a:t>
            </a:r>
            <a:r>
              <a:rPr lang="zh-CN" altLang="en-US" sz="1800" b="1" dirty="0">
                <a:latin typeface="华文楷体" panose="02010600040101010101" pitchFamily="2" charset="-122"/>
                <a:cs typeface="Times New Roman" panose="02020603050405020304" pitchFamily="18" charset="0"/>
              </a:rPr>
              <a:t>即</a:t>
            </a:r>
            <a:r>
              <a:rPr lang="en-US" altLang="zh-CN" sz="1800" b="1" dirty="0">
                <a:ea typeface="宋体" panose="02010600030101010101" pitchFamily="2" charset="-122"/>
                <a:cs typeface="楷体_GB2312" charset="0"/>
              </a:rPr>
              <a:t>{ </a:t>
            </a:r>
            <a:r>
              <a:rPr lang="en-US" altLang="zh-CN" sz="1800" b="1" i="1" dirty="0">
                <a:ea typeface="宋体" panose="02010600030101010101" pitchFamily="2" charset="-122"/>
                <a:cs typeface="楷体_GB2312" charset="0"/>
              </a:rPr>
              <a:t>d</a:t>
            </a:r>
            <a:r>
              <a:rPr lang="en-US" altLang="zh-CN" sz="1800" b="1" baseline="-25000" dirty="0">
                <a:ea typeface="宋体" panose="02010600030101010101" pitchFamily="2" charset="-122"/>
                <a:cs typeface="楷体_GB2312" charset="0"/>
              </a:rPr>
              <a:t>2</a:t>
            </a:r>
            <a:r>
              <a:rPr lang="en-US" altLang="zh-CN" sz="1800" b="1" dirty="0">
                <a:ea typeface="宋体" panose="02010600030101010101" pitchFamily="2" charset="-122"/>
                <a:cs typeface="楷体_GB2312" charset="0"/>
              </a:rPr>
              <a:t> , </a:t>
            </a:r>
            <a:r>
              <a:rPr lang="en-US" altLang="zh-CN" sz="1800" b="1" i="1" dirty="0">
                <a:ea typeface="宋体" panose="02010600030101010101" pitchFamily="2" charset="-122"/>
                <a:cs typeface="楷体_GB2312" charset="0"/>
              </a:rPr>
              <a:t>d</a:t>
            </a:r>
            <a:r>
              <a:rPr lang="en-US" altLang="zh-CN" sz="1800" b="1" baseline="-25000" dirty="0">
                <a:ea typeface="宋体" panose="02010600030101010101" pitchFamily="2" charset="-122"/>
                <a:cs typeface="楷体_GB2312" charset="0"/>
              </a:rPr>
              <a:t>5</a:t>
            </a:r>
            <a:r>
              <a:rPr lang="en-US" altLang="zh-CN" sz="1800" b="1" dirty="0">
                <a:ea typeface="宋体" panose="02010600030101010101" pitchFamily="2" charset="-122"/>
                <a:cs typeface="楷体_GB2312" charset="0"/>
              </a:rPr>
              <a:t> }</a:t>
            </a:r>
            <a:endParaRPr lang="en-US" altLang="zh-CN" sz="1800" b="1" i="1" dirty="0">
              <a:ea typeface="宋体" panose="02010600030101010101" pitchFamily="2" charset="-122"/>
            </a:endParaRPr>
          </a:p>
          <a:p>
            <a:pPr marL="266700" indent="-266700" eaLnBrk="1" hangingPunct="1">
              <a:lnSpc>
                <a:spcPts val="2600"/>
              </a:lnSpc>
              <a:spcBef>
                <a:spcPts val="0"/>
              </a:spcBef>
              <a:defRPr/>
            </a:pPr>
            <a:r>
              <a:rPr lang="en-US" altLang="zh-CN" sz="2000" b="1" i="1" dirty="0">
                <a:ea typeface="宋体" panose="02010600030101010101" pitchFamily="2" charset="-122"/>
                <a:cs typeface="楷体_GB2312" charset="0"/>
              </a:rPr>
              <a:t>u</a:t>
            </a:r>
            <a:r>
              <a:rPr lang="en-US" altLang="zh-CN" sz="2000" b="1" i="1" baseline="-25000" dirty="0">
                <a:ea typeface="宋体" panose="02010600030101010101" pitchFamily="2" charset="-122"/>
                <a:cs typeface="楷体_GB2312" charset="0"/>
              </a:rPr>
              <a:t>2</a:t>
            </a:r>
            <a:r>
              <a:rPr lang="zh-CN" altLang="en-US" sz="2000" b="1" dirty="0">
                <a:latin typeface="华文楷体" panose="02010600040101010101" pitchFamily="2" charset="-122"/>
                <a:cs typeface="楷体_GB2312" charset="0"/>
              </a:rPr>
              <a:t>在引用点</a:t>
            </a:r>
            <a:r>
              <a:rPr lang="en-US" altLang="zh-CN" sz="2000" b="1" i="1" dirty="0">
                <a:ea typeface="宋体" panose="02010600030101010101" pitchFamily="2" charset="-122"/>
                <a:cs typeface="楷体_GB2312" charset="0"/>
              </a:rPr>
              <a:t>d</a:t>
            </a:r>
            <a:r>
              <a:rPr lang="en-US" altLang="zh-CN" sz="2000" b="1" baseline="-25000" dirty="0">
                <a:ea typeface="宋体" panose="02010600030101010101" pitchFamily="2" charset="-122"/>
                <a:cs typeface="楷体_GB2312" charset="0"/>
              </a:rPr>
              <a:t>6</a:t>
            </a:r>
            <a:r>
              <a:rPr lang="zh-CN" altLang="en-US" sz="2000" b="1" dirty="0">
                <a:latin typeface="华文楷体" panose="02010600040101010101" pitchFamily="2" charset="-122"/>
                <a:cs typeface="楷体_GB2312" charset="0"/>
              </a:rPr>
              <a:t>的</a:t>
            </a:r>
            <a:r>
              <a:rPr lang="en-US" altLang="zh-CN" sz="2000" b="1" i="1" dirty="0">
                <a:ea typeface="宋体" panose="02010600030101010101" pitchFamily="2" charset="-122"/>
                <a:cs typeface="楷体_GB2312" charset="0"/>
              </a:rPr>
              <a:t> UD</a:t>
            </a:r>
            <a:r>
              <a:rPr lang="zh-CN" altLang="en-US" sz="2000" b="1" dirty="0">
                <a:latin typeface="华文楷体" panose="02010600040101010101" pitchFamily="2" charset="-122"/>
                <a:cs typeface="楷体_GB2312" charset="0"/>
              </a:rPr>
              <a:t>链</a:t>
            </a:r>
            <a:r>
              <a:rPr lang="en-US" altLang="zh-CN" sz="2000" b="1" dirty="0">
                <a:latin typeface="华文楷体" panose="02010600040101010101" pitchFamily="2" charset="-122"/>
                <a:cs typeface="楷体_GB2312" charset="0"/>
              </a:rPr>
              <a:t>: </a:t>
            </a:r>
          </a:p>
          <a:p>
            <a:pPr marL="569912" lvl="1" indent="-266700" eaLnBrk="1" hangingPunct="1">
              <a:lnSpc>
                <a:spcPts val="2600"/>
              </a:lnSpc>
              <a:spcBef>
                <a:spcPts val="0"/>
              </a:spcBef>
              <a:defRPr/>
            </a:pPr>
            <a:r>
              <a:rPr lang="en-US" altLang="zh-CN" sz="1800" b="1" i="1" dirty="0">
                <a:cs typeface="Times New Roman" panose="02020603050405020304" pitchFamily="18" charset="0"/>
              </a:rPr>
              <a:t>IN</a:t>
            </a:r>
            <a:r>
              <a:rPr lang="en-US" altLang="zh-CN" sz="1800" b="1" dirty="0">
                <a:cs typeface="Times New Roman" panose="02020603050405020304" pitchFamily="18" charset="0"/>
              </a:rPr>
              <a:t>[</a:t>
            </a:r>
            <a:r>
              <a:rPr lang="en-US" altLang="zh-CN" sz="1800" b="1" i="1" dirty="0">
                <a:cs typeface="Times New Roman" panose="02020603050405020304" pitchFamily="18" charset="0"/>
              </a:rPr>
              <a:t>B</a:t>
            </a:r>
            <a:r>
              <a:rPr lang="en-US" altLang="zh-CN" sz="1800" b="1" i="1" baseline="-25000" dirty="0">
                <a:cs typeface="Times New Roman" panose="02020603050405020304" pitchFamily="18" charset="0"/>
              </a:rPr>
              <a:t>3</a:t>
            </a:r>
            <a:r>
              <a:rPr lang="en-US" altLang="zh-CN" sz="1800" b="1" dirty="0">
                <a:cs typeface="Times New Roman" panose="02020603050405020304" pitchFamily="18" charset="0"/>
              </a:rPr>
              <a:t>]</a:t>
            </a:r>
            <a:r>
              <a:rPr lang="zh-CN" altLang="en-US" sz="1800" b="1" dirty="0">
                <a:cs typeface="Times New Roman" panose="02020603050405020304" pitchFamily="18" charset="0"/>
              </a:rPr>
              <a:t>中</a:t>
            </a:r>
            <a:r>
              <a:rPr lang="en-US" altLang="zh-CN" sz="1800" b="1" i="1" dirty="0">
                <a:ea typeface="宋体" panose="02010600030101010101" pitchFamily="2" charset="-122"/>
                <a:cs typeface="楷体_GB2312" charset="0"/>
              </a:rPr>
              <a:t>u</a:t>
            </a:r>
            <a:r>
              <a:rPr lang="en-US" altLang="zh-CN" sz="1800" b="1" i="1" baseline="-25000" dirty="0">
                <a:ea typeface="宋体" panose="02010600030101010101" pitchFamily="2" charset="-122"/>
                <a:cs typeface="楷体_GB2312" charset="0"/>
              </a:rPr>
              <a:t>2</a:t>
            </a:r>
            <a:r>
              <a:rPr lang="zh-CN" altLang="en-US" sz="1800" b="1" dirty="0">
                <a:cs typeface="Times New Roman" panose="02020603050405020304" pitchFamily="18" charset="0"/>
              </a:rPr>
              <a:t>的定值的集合 </a:t>
            </a:r>
            <a:endParaRPr lang="en-US" altLang="zh-CN" sz="1800" b="1" dirty="0">
              <a:cs typeface="Times New Roman" panose="02020603050405020304" pitchFamily="18" charset="0"/>
            </a:endParaRPr>
          </a:p>
          <a:p>
            <a:pPr marL="569912" lvl="1" indent="-266700" eaLnBrk="1" hangingPunct="1">
              <a:lnSpc>
                <a:spcPts val="2600"/>
              </a:lnSpc>
              <a:spcBef>
                <a:spcPts val="0"/>
              </a:spcBef>
              <a:defRPr/>
            </a:pPr>
            <a:r>
              <a:rPr lang="zh-CN" altLang="en-US" sz="1800" b="1" dirty="0">
                <a:cs typeface="Times New Roman" panose="02020603050405020304" pitchFamily="18" charset="0"/>
              </a:rPr>
              <a:t>一定在循环之外，循环不变计算。</a:t>
            </a:r>
            <a:endParaRPr lang="en-US" altLang="zh-CN" sz="1800" b="1" i="1" dirty="0">
              <a:cs typeface="Times New Roman" panose="02020603050405020304" pitchFamily="18" charset="0"/>
            </a:endParaRPr>
          </a:p>
        </p:txBody>
      </p:sp>
      <p:sp>
        <p:nvSpPr>
          <p:cNvPr id="167939" name="Rectangle 2">
            <a:extLst>
              <a:ext uri="{FF2B5EF4-FFF2-40B4-BE49-F238E27FC236}">
                <a16:creationId xmlns:a16="http://schemas.microsoft.com/office/drawing/2014/main" id="{B2FB366D-98DB-48D5-A635-7B80CFC721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dirty="0">
                <a:latin typeface="微软雅黑" panose="020B0503020204020204" pitchFamily="34" charset="-122"/>
              </a:rPr>
              <a:t>引用</a:t>
            </a:r>
            <a:r>
              <a:rPr lang="en-US" altLang="zh-CN" dirty="0">
                <a:latin typeface="微软雅黑" panose="020B0503020204020204" pitchFamily="34" charset="-122"/>
              </a:rPr>
              <a:t>-</a:t>
            </a:r>
            <a:r>
              <a:rPr lang="zh-CN" altLang="en-US" dirty="0">
                <a:latin typeface="微软雅黑" panose="020B0503020204020204" pitchFamily="34" charset="-122"/>
              </a:rPr>
              <a:t>定值链</a:t>
            </a:r>
            <a:r>
              <a:rPr lang="en-US" altLang="zh-CN" dirty="0">
                <a:latin typeface="微软雅黑" panose="020B0503020204020204" pitchFamily="34" charset="-122"/>
              </a:rPr>
              <a:t> </a:t>
            </a:r>
            <a:r>
              <a:rPr lang="en-US" altLang="zh-CN" dirty="0">
                <a:ea typeface="楷体_GB2312" charset="0"/>
              </a:rPr>
              <a:t>(</a:t>
            </a:r>
            <a:r>
              <a:rPr lang="en-US" altLang="zh-CN" sz="2400" i="1" dirty="0">
                <a:ea typeface="楷体_GB2312" charset="0"/>
              </a:rPr>
              <a:t>Use-Definition Chains</a:t>
            </a:r>
            <a:r>
              <a:rPr lang="en-US" altLang="zh-CN" dirty="0">
                <a:ea typeface="楷体_GB2312" charset="0"/>
              </a:rPr>
              <a:t>)</a:t>
            </a:r>
            <a:endParaRPr lang="zh-CN" altLang="en-US" dirty="0">
              <a:solidFill>
                <a:schemeClr val="tx1"/>
              </a:solidFill>
              <a:ea typeface="微软雅黑" panose="020B0503020204020204" pitchFamily="34" charset="-122"/>
            </a:endParaRPr>
          </a:p>
        </p:txBody>
      </p:sp>
      <p:grpSp>
        <p:nvGrpSpPr>
          <p:cNvPr id="167940" name="组合 29">
            <a:extLst>
              <a:ext uri="{FF2B5EF4-FFF2-40B4-BE49-F238E27FC236}">
                <a16:creationId xmlns:a16="http://schemas.microsoft.com/office/drawing/2014/main" id="{DAC44480-8A39-43C3-AD67-66C4767E14A0}"/>
              </a:ext>
            </a:extLst>
          </p:cNvPr>
          <p:cNvGrpSpPr>
            <a:grpSpLocks/>
          </p:cNvGrpSpPr>
          <p:nvPr/>
        </p:nvGrpSpPr>
        <p:grpSpPr bwMode="auto">
          <a:xfrm>
            <a:off x="1331640" y="1448197"/>
            <a:ext cx="3441897" cy="3535090"/>
            <a:chOff x="52811" y="1214428"/>
            <a:chExt cx="3499996" cy="3786229"/>
          </a:xfrm>
        </p:grpSpPr>
        <p:sp>
          <p:nvSpPr>
            <p:cNvPr id="167941" name="Line 29">
              <a:extLst>
                <a:ext uri="{FF2B5EF4-FFF2-40B4-BE49-F238E27FC236}">
                  <a16:creationId xmlns:a16="http://schemas.microsoft.com/office/drawing/2014/main" id="{2A3CC344-AB7F-40FC-B47D-BE6D98196FC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267084" y="2500312"/>
              <a:ext cx="0" cy="271463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 sz="1600"/>
            </a:p>
          </p:txBody>
        </p:sp>
        <p:sp>
          <p:nvSpPr>
            <p:cNvPr id="167942" name="Line 31">
              <a:extLst>
                <a:ext uri="{FF2B5EF4-FFF2-40B4-BE49-F238E27FC236}">
                  <a16:creationId xmlns:a16="http://schemas.microsoft.com/office/drawing/2014/main" id="{AFDE2AD9-40F8-413B-82FE-435EC176B19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267084" y="3286133"/>
              <a:ext cx="0" cy="86400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 sz="1600"/>
            </a:p>
          </p:txBody>
        </p:sp>
        <p:sp>
          <p:nvSpPr>
            <p:cNvPr id="25" name="Rectangle 23">
              <a:extLst>
                <a:ext uri="{FF2B5EF4-FFF2-40B4-BE49-F238E27FC236}">
                  <a16:creationId xmlns:a16="http://schemas.microsoft.com/office/drawing/2014/main" id="{C3246FC5-2675-491E-AA22-4A56B4391B4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643285" y="1214428"/>
              <a:ext cx="1266665" cy="285753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8580" tIns="27000" rIns="68580" bIns="0" anchor="b"/>
            <a:lstStyle>
              <a:lvl1pPr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ctr">
                <a:lnSpc>
                  <a:spcPct val="70000"/>
                </a:lnSpc>
                <a:defRPr/>
              </a:pPr>
              <a:r>
                <a:rPr lang="en-US" altLang="zh-CN" i="1" dirty="0">
                  <a:latin typeface="Times New Roman" charset="0"/>
                </a:rPr>
                <a:t>ENTRY</a:t>
              </a:r>
              <a:endParaRPr lang="en-US" altLang="zh-CN" dirty="0">
                <a:latin typeface="Times New Roman" charset="0"/>
              </a:endParaRPr>
            </a:p>
          </p:txBody>
        </p:sp>
        <p:sp>
          <p:nvSpPr>
            <p:cNvPr id="26" name="Rectangle 24">
              <a:extLst>
                <a:ext uri="{FF2B5EF4-FFF2-40B4-BE49-F238E27FC236}">
                  <a16:creationId xmlns:a16="http://schemas.microsoft.com/office/drawing/2014/main" id="{02887449-089F-4095-9E97-A7787EC2BD2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627412" y="1727197"/>
              <a:ext cx="1282538" cy="844559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8580" tIns="54000" rIns="68580" bIns="0"/>
            <a:lstStyle>
              <a:lvl1pPr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just">
                <a:lnSpc>
                  <a:spcPts val="1900"/>
                </a:lnSpc>
                <a:defRPr/>
              </a:pPr>
              <a:r>
                <a:rPr lang="en-US" altLang="zh-CN" i="1" dirty="0">
                  <a:latin typeface="Times New Roman" charset="0"/>
                </a:rPr>
                <a:t>d</a:t>
              </a:r>
              <a:r>
                <a:rPr lang="en-US" altLang="zh-CN" i="1" baseline="-25000" dirty="0">
                  <a:latin typeface="Times New Roman" charset="0"/>
                </a:rPr>
                <a:t>1</a:t>
              </a:r>
              <a:r>
                <a:rPr lang="en-US" altLang="zh-CN" dirty="0">
                  <a:latin typeface="Times New Roman" charset="0"/>
                </a:rPr>
                <a:t>: </a:t>
              </a:r>
              <a:r>
                <a:rPr lang="en-US" altLang="zh-CN" i="1" dirty="0" err="1">
                  <a:latin typeface="Times New Roman" charset="0"/>
                </a:rPr>
                <a:t>i</a:t>
              </a:r>
              <a:r>
                <a:rPr lang="en-US" altLang="zh-CN" i="1" dirty="0">
                  <a:latin typeface="Times New Roman" charset="0"/>
                </a:rPr>
                <a:t> = </a:t>
              </a:r>
              <a:r>
                <a:rPr lang="en-US" altLang="zh-CN" i="1" dirty="0">
                  <a:solidFill>
                    <a:srgbClr val="FF0000"/>
                  </a:solidFill>
                  <a:latin typeface="Times New Roman" charset="0"/>
                </a:rPr>
                <a:t>1</a:t>
              </a:r>
            </a:p>
            <a:p>
              <a:pPr algn="just">
                <a:lnSpc>
                  <a:spcPts val="1900"/>
                </a:lnSpc>
                <a:defRPr/>
              </a:pPr>
              <a:r>
                <a:rPr lang="en-US" altLang="zh-CN" i="1" dirty="0">
                  <a:latin typeface="Times New Roman" charset="0"/>
                </a:rPr>
                <a:t>d</a:t>
              </a:r>
              <a:r>
                <a:rPr lang="en-US" altLang="zh-CN" i="1" baseline="-25000" dirty="0">
                  <a:latin typeface="Times New Roman" charset="0"/>
                </a:rPr>
                <a:t>2</a:t>
              </a:r>
              <a:r>
                <a:rPr lang="en-US" altLang="zh-CN" dirty="0">
                  <a:latin typeface="Times New Roman" charset="0"/>
                </a:rPr>
                <a:t>: </a:t>
              </a:r>
              <a:r>
                <a:rPr lang="en-US" altLang="zh-CN" i="1" dirty="0">
                  <a:latin typeface="Times New Roman" charset="0"/>
                </a:rPr>
                <a:t>j = n</a:t>
              </a:r>
            </a:p>
            <a:p>
              <a:pPr algn="just">
                <a:lnSpc>
                  <a:spcPts val="1900"/>
                </a:lnSpc>
                <a:defRPr/>
              </a:pPr>
              <a:r>
                <a:rPr lang="en-US" altLang="zh-CN" i="1" dirty="0">
                  <a:latin typeface="Times New Roman" charset="0"/>
                </a:rPr>
                <a:t>d</a:t>
              </a:r>
              <a:r>
                <a:rPr lang="en-US" altLang="zh-CN" i="1" baseline="-25000" dirty="0">
                  <a:latin typeface="Times New Roman" charset="0"/>
                </a:rPr>
                <a:t>3</a:t>
              </a:r>
              <a:r>
                <a:rPr lang="en-US" altLang="zh-CN" dirty="0">
                  <a:latin typeface="Times New Roman" charset="0"/>
                </a:rPr>
                <a:t>: </a:t>
              </a:r>
              <a:r>
                <a:rPr lang="en-US" altLang="zh-CN" i="1" dirty="0">
                  <a:latin typeface="Times New Roman" charset="0"/>
                </a:rPr>
                <a:t>a = </a:t>
              </a:r>
              <a:r>
                <a:rPr lang="en-US" altLang="zh-CN" i="1" dirty="0" err="1">
                  <a:solidFill>
                    <a:srgbClr val="FF0000"/>
                  </a:solidFill>
                  <a:latin typeface="Times New Roman" charset="0"/>
                </a:rPr>
                <a:t>i</a:t>
              </a:r>
              <a:endParaRPr lang="en-US" altLang="zh-CN" i="1" baseline="-25000" dirty="0">
                <a:solidFill>
                  <a:srgbClr val="FF0000"/>
                </a:solidFill>
                <a:latin typeface="Times New Roman" charset="0"/>
              </a:endParaRPr>
            </a:p>
            <a:p>
              <a:pPr algn="just">
                <a:lnSpc>
                  <a:spcPts val="2000"/>
                </a:lnSpc>
                <a:defRPr/>
              </a:pPr>
              <a:endParaRPr lang="en-US" altLang="zh-CN" sz="1400" i="1" baseline="-25000" dirty="0">
                <a:latin typeface="Times New Roman" charset="0"/>
              </a:endParaRPr>
            </a:p>
            <a:p>
              <a:pPr algn="just">
                <a:lnSpc>
                  <a:spcPct val="70000"/>
                </a:lnSpc>
                <a:defRPr/>
              </a:pPr>
              <a:endParaRPr lang="en-US" altLang="zh-CN" sz="1400" i="1" baseline="-25000" dirty="0">
                <a:latin typeface="Times New Roman" charset="0"/>
              </a:endParaRPr>
            </a:p>
          </p:txBody>
        </p:sp>
        <p:sp>
          <p:nvSpPr>
            <p:cNvPr id="167945" name="Rectangle 25">
              <a:extLst>
                <a:ext uri="{FF2B5EF4-FFF2-40B4-BE49-F238E27FC236}">
                  <a16:creationId xmlns:a16="http://schemas.microsoft.com/office/drawing/2014/main" id="{FE642430-A74A-42EF-823A-709514E6CF5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16250" y="1708139"/>
              <a:ext cx="393700" cy="22066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0" rIns="0" bIns="0"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i="1">
                  <a:latin typeface="Times New Roman" panose="02020603050405020304" pitchFamily="18" charset="0"/>
                </a:rPr>
                <a:t>B</a:t>
              </a:r>
              <a:r>
                <a:rPr lang="en-US" altLang="zh-CN" baseline="-25000">
                  <a:latin typeface="Times New Roman" panose="02020603050405020304" pitchFamily="18" charset="0"/>
                </a:rPr>
                <a:t>1</a:t>
              </a:r>
              <a:endParaRPr lang="en-US" altLang="zh-CN">
                <a:latin typeface="Times New Roman" panose="02020603050405020304" pitchFamily="18" charset="0"/>
              </a:endParaRPr>
            </a:p>
          </p:txBody>
        </p:sp>
        <p:sp>
          <p:nvSpPr>
            <p:cNvPr id="167946" name="Rectangle 26">
              <a:extLst>
                <a:ext uri="{FF2B5EF4-FFF2-40B4-BE49-F238E27FC236}">
                  <a16:creationId xmlns:a16="http://schemas.microsoft.com/office/drawing/2014/main" id="{BB467935-D8A1-4D49-B3E8-8ED249FB255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27332" y="2746379"/>
              <a:ext cx="625475" cy="3254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i="1">
                  <a:latin typeface="Times New Roman" panose="02020603050405020304" pitchFamily="18" charset="0"/>
                </a:rPr>
                <a:t>B</a:t>
              </a:r>
              <a:r>
                <a:rPr lang="en-US" altLang="zh-CN" baseline="-25000">
                  <a:latin typeface="Times New Roman" panose="02020603050405020304" pitchFamily="18" charset="0"/>
                </a:rPr>
                <a:t>2</a:t>
              </a:r>
              <a:endParaRPr lang="en-US" altLang="zh-CN">
                <a:latin typeface="Times New Roman" panose="02020603050405020304" pitchFamily="18" charset="0"/>
              </a:endParaRPr>
            </a:p>
          </p:txBody>
        </p:sp>
        <p:sp>
          <p:nvSpPr>
            <p:cNvPr id="29" name="Rectangle 27">
              <a:extLst>
                <a:ext uri="{FF2B5EF4-FFF2-40B4-BE49-F238E27FC236}">
                  <a16:creationId xmlns:a16="http://schemas.microsoft.com/office/drawing/2014/main" id="{8F974BBB-0744-4C90-8B92-A9D9F049599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644873" y="2786070"/>
              <a:ext cx="1265077" cy="571506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8580" tIns="54000" rIns="68580" bIns="0"/>
            <a:lstStyle>
              <a:lvl1pPr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just">
                <a:lnSpc>
                  <a:spcPts val="1900"/>
                </a:lnSpc>
                <a:defRPr/>
              </a:pPr>
              <a:r>
                <a:rPr lang="en-US" altLang="zh-CN" i="1" dirty="0">
                  <a:latin typeface="Times New Roman" charset="0"/>
                </a:rPr>
                <a:t>d</a:t>
              </a:r>
              <a:r>
                <a:rPr lang="en-US" altLang="zh-CN" i="1" baseline="-25000" dirty="0">
                  <a:latin typeface="Times New Roman" charset="0"/>
                </a:rPr>
                <a:t>4</a:t>
              </a:r>
              <a:r>
                <a:rPr lang="en-US" altLang="zh-CN" dirty="0">
                  <a:latin typeface="Times New Roman" charset="0"/>
                </a:rPr>
                <a:t>: </a:t>
              </a:r>
              <a:r>
                <a:rPr lang="en-US" altLang="zh-CN" i="1" dirty="0" err="1">
                  <a:latin typeface="Times New Roman" charset="0"/>
                </a:rPr>
                <a:t>i</a:t>
              </a:r>
              <a:r>
                <a:rPr lang="en-US" altLang="zh-CN" i="1" dirty="0">
                  <a:latin typeface="Times New Roman" charset="0"/>
                </a:rPr>
                <a:t> = i+1</a:t>
              </a:r>
            </a:p>
            <a:p>
              <a:pPr algn="just">
                <a:lnSpc>
                  <a:spcPts val="1900"/>
                </a:lnSpc>
                <a:defRPr/>
              </a:pPr>
              <a:r>
                <a:rPr lang="en-US" altLang="zh-CN" i="1" dirty="0">
                  <a:latin typeface="Times New Roman" charset="0"/>
                </a:rPr>
                <a:t>d</a:t>
              </a:r>
              <a:r>
                <a:rPr lang="en-US" altLang="zh-CN" i="1" baseline="-25000" dirty="0">
                  <a:latin typeface="Times New Roman" charset="0"/>
                </a:rPr>
                <a:t>5</a:t>
              </a:r>
              <a:r>
                <a:rPr lang="en-US" altLang="zh-CN" dirty="0">
                  <a:latin typeface="Times New Roman" charset="0"/>
                </a:rPr>
                <a:t>: </a:t>
              </a:r>
              <a:r>
                <a:rPr lang="en-US" altLang="zh-CN" i="1" dirty="0">
                  <a:latin typeface="Times New Roman" charset="0"/>
                </a:rPr>
                <a:t>j = j</a:t>
              </a:r>
              <a:r>
                <a:rPr lang="en-US" altLang="zh-CN" i="1" dirty="0">
                  <a:solidFill>
                    <a:srgbClr val="FF0000"/>
                  </a:solidFill>
                  <a:latin typeface="Times New Roman" charset="0"/>
                </a:rPr>
                <a:t> </a:t>
              </a:r>
              <a:r>
                <a:rPr lang="en-US" altLang="zh-CN" i="1" dirty="0">
                  <a:latin typeface="Times New Roman" charset="0"/>
                </a:rPr>
                <a:t>-1</a:t>
              </a:r>
            </a:p>
          </p:txBody>
        </p:sp>
        <p:sp>
          <p:nvSpPr>
            <p:cNvPr id="167948" name="Line 28">
              <a:extLst>
                <a:ext uri="{FF2B5EF4-FFF2-40B4-BE49-F238E27FC236}">
                  <a16:creationId xmlns:a16="http://schemas.microsoft.com/office/drawing/2014/main" id="{228CFE9B-0EAD-4636-B366-78B03D0632C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267084" y="1500180"/>
              <a:ext cx="0" cy="239712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 sz="1600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845435D6-DB36-4C6B-8C81-83C7B66856D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9954" y="3643329"/>
              <a:ext cx="1214284" cy="285753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7500" tIns="0" rIns="0" bIns="0" anchor="ctr"/>
            <a:lstStyle>
              <a:lvl1pPr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just">
                <a:lnSpc>
                  <a:spcPts val="1900"/>
                </a:lnSpc>
                <a:defRPr/>
              </a:pPr>
              <a:r>
                <a:rPr lang="en-US" altLang="zh-CN" i="1" dirty="0">
                  <a:latin typeface="Times New Roman" charset="0"/>
                </a:rPr>
                <a:t>d</a:t>
              </a:r>
              <a:r>
                <a:rPr lang="en-US" altLang="zh-CN" i="1" baseline="-25000" dirty="0">
                  <a:latin typeface="Times New Roman" charset="0"/>
                </a:rPr>
                <a:t>6</a:t>
              </a:r>
              <a:r>
                <a:rPr lang="en-US" altLang="zh-CN" dirty="0">
                  <a:latin typeface="Times New Roman" charset="0"/>
                </a:rPr>
                <a:t>: </a:t>
              </a:r>
              <a:r>
                <a:rPr lang="en-US" altLang="zh-CN" i="1" dirty="0">
                  <a:latin typeface="Times New Roman" charset="0"/>
                </a:rPr>
                <a:t>a = u2</a:t>
              </a:r>
              <a:endParaRPr lang="en-US" altLang="zh-CN" i="1" baseline="-25000" dirty="0">
                <a:latin typeface="Times New Roman" charset="0"/>
              </a:endParaRPr>
            </a:p>
          </p:txBody>
        </p:sp>
        <p:sp>
          <p:nvSpPr>
            <p:cNvPr id="167950" name="Rectangle 33">
              <a:extLst>
                <a:ext uri="{FF2B5EF4-FFF2-40B4-BE49-F238E27FC236}">
                  <a16:creationId xmlns:a16="http://schemas.microsoft.com/office/drawing/2014/main" id="{C467C062-FEA3-4A40-975E-87910D606AC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25744" y="4071956"/>
              <a:ext cx="627063" cy="3238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i="1">
                  <a:latin typeface="Times New Roman" panose="02020603050405020304" pitchFamily="18" charset="0"/>
                </a:rPr>
                <a:t>B</a:t>
              </a:r>
              <a:r>
                <a:rPr lang="en-US" altLang="zh-CN" baseline="-25000">
                  <a:latin typeface="Times New Roman" panose="02020603050405020304" pitchFamily="18" charset="0"/>
                </a:rPr>
                <a:t>4</a:t>
              </a:r>
              <a:endParaRPr lang="en-US" altLang="zh-CN">
                <a:latin typeface="Times New Roman" panose="02020603050405020304" pitchFamily="18" charset="0"/>
              </a:endParaRPr>
            </a:p>
          </p:txBody>
        </p:sp>
        <p:sp>
          <p:nvSpPr>
            <p:cNvPr id="167951" name="Rectangle 34">
              <a:extLst>
                <a:ext uri="{FF2B5EF4-FFF2-40B4-BE49-F238E27FC236}">
                  <a16:creationId xmlns:a16="http://schemas.microsoft.com/office/drawing/2014/main" id="{63D78D33-7A98-4761-AC06-DAB9EF1FC8A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638434" y="3571883"/>
              <a:ext cx="628650" cy="3270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i="1">
                  <a:latin typeface="Times New Roman" panose="02020603050405020304" pitchFamily="18" charset="0"/>
                </a:rPr>
                <a:t>B</a:t>
              </a:r>
              <a:r>
                <a:rPr lang="en-US" altLang="zh-CN" baseline="-25000">
                  <a:latin typeface="Times New Roman" panose="02020603050405020304" pitchFamily="18" charset="0"/>
                </a:rPr>
                <a:t>3</a:t>
              </a:r>
              <a:endParaRPr lang="en-US" altLang="zh-CN">
                <a:latin typeface="Times New Roman" panose="02020603050405020304" pitchFamily="18" charset="0"/>
              </a:endParaRPr>
            </a:p>
          </p:txBody>
        </p:sp>
        <p:sp>
          <p:nvSpPr>
            <p:cNvPr id="167952" name="Line 37">
              <a:extLst>
                <a:ext uri="{FF2B5EF4-FFF2-40B4-BE49-F238E27FC236}">
                  <a16:creationId xmlns:a16="http://schemas.microsoft.com/office/drawing/2014/main" id="{9CB43941-F4A9-4ADF-B605-85510705FFDC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928661" y="3357568"/>
              <a:ext cx="941389" cy="285752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 sz="1600"/>
            </a:p>
          </p:txBody>
        </p:sp>
        <p:sp>
          <p:nvSpPr>
            <p:cNvPr id="167953" name="Line 38">
              <a:extLst>
                <a:ext uri="{FF2B5EF4-FFF2-40B4-BE49-F238E27FC236}">
                  <a16:creationId xmlns:a16="http://schemas.microsoft.com/office/drawing/2014/main" id="{80AFDE0A-6C4F-4149-9258-FE95CF0713F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000100" y="3929072"/>
              <a:ext cx="928694" cy="214314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 sz="1600"/>
            </a:p>
          </p:txBody>
        </p:sp>
        <p:sp>
          <p:nvSpPr>
            <p:cNvPr id="167954" name="Freeform 42">
              <a:extLst>
                <a:ext uri="{FF2B5EF4-FFF2-40B4-BE49-F238E27FC236}">
                  <a16:creationId xmlns:a16="http://schemas.microsoft.com/office/drawing/2014/main" id="{E49B21D7-93B4-44AA-967C-EF5483A040EF}"/>
                </a:ext>
              </a:extLst>
            </p:cNvPr>
            <p:cNvSpPr>
              <a:spLocks/>
            </p:cNvSpPr>
            <p:nvPr/>
          </p:nvSpPr>
          <p:spPr bwMode="auto">
            <a:xfrm rot="-906172">
              <a:off x="52811" y="2748547"/>
              <a:ext cx="1807873" cy="1979317"/>
            </a:xfrm>
            <a:custGeom>
              <a:avLst/>
              <a:gdLst>
                <a:gd name="T0" fmla="*/ 2147483646 w 627"/>
                <a:gd name="T1" fmla="*/ 2147483646 h 3190"/>
                <a:gd name="T2" fmla="*/ 2147483646 w 627"/>
                <a:gd name="T3" fmla="*/ 2147483646 h 3190"/>
                <a:gd name="T4" fmla="*/ 2147483646 w 627"/>
                <a:gd name="T5" fmla="*/ 2147483646 h 3190"/>
                <a:gd name="T6" fmla="*/ 2147483646 w 627"/>
                <a:gd name="T7" fmla="*/ 2147483646 h 3190"/>
                <a:gd name="T8" fmla="*/ 2147483646 w 627"/>
                <a:gd name="T9" fmla="*/ 2147483646 h 319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627"/>
                <a:gd name="T16" fmla="*/ 0 h 3190"/>
                <a:gd name="T17" fmla="*/ 627 w 627"/>
                <a:gd name="T18" fmla="*/ 3190 h 319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627" h="3190">
                  <a:moveTo>
                    <a:pt x="491" y="2994"/>
                  </a:moveTo>
                  <a:cubicBezTo>
                    <a:pt x="430" y="3092"/>
                    <a:pt x="369" y="3190"/>
                    <a:pt x="309" y="3130"/>
                  </a:cubicBezTo>
                  <a:cubicBezTo>
                    <a:pt x="249" y="3070"/>
                    <a:pt x="166" y="3092"/>
                    <a:pt x="128" y="2631"/>
                  </a:cubicBezTo>
                  <a:cubicBezTo>
                    <a:pt x="90" y="2170"/>
                    <a:pt x="0" y="726"/>
                    <a:pt x="83" y="363"/>
                  </a:cubicBezTo>
                  <a:cubicBezTo>
                    <a:pt x="166" y="0"/>
                    <a:pt x="396" y="227"/>
                    <a:pt x="627" y="454"/>
                  </a:cubicBezTo>
                </a:path>
              </a:pathLst>
            </a:cu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 sz="1600"/>
            </a:p>
          </p:txBody>
        </p:sp>
        <p:sp>
          <p:nvSpPr>
            <p:cNvPr id="37" name="Rectangle 30">
              <a:extLst>
                <a:ext uri="{FF2B5EF4-FFF2-40B4-BE49-F238E27FC236}">
                  <a16:creationId xmlns:a16="http://schemas.microsoft.com/office/drawing/2014/main" id="{8777C354-FBAC-461F-88A2-AE30829848D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643285" y="4143398"/>
              <a:ext cx="1266665" cy="309565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7500" tIns="0" rIns="0" bIns="0" anchor="ctr"/>
            <a:lstStyle>
              <a:lvl1pPr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just">
                <a:lnSpc>
                  <a:spcPts val="1900"/>
                </a:lnSpc>
                <a:defRPr/>
              </a:pPr>
              <a:r>
                <a:rPr lang="en-US" altLang="zh-CN" i="1" dirty="0">
                  <a:latin typeface="Times New Roman" charset="0"/>
                </a:rPr>
                <a:t>d</a:t>
              </a:r>
              <a:r>
                <a:rPr lang="en-US" altLang="zh-CN" i="1" baseline="-25000" dirty="0">
                  <a:latin typeface="Times New Roman" charset="0"/>
                </a:rPr>
                <a:t>7</a:t>
              </a:r>
              <a:r>
                <a:rPr lang="en-US" altLang="zh-CN" dirty="0">
                  <a:latin typeface="Times New Roman" charset="0"/>
                </a:rPr>
                <a:t>: </a:t>
              </a:r>
              <a:r>
                <a:rPr lang="en-US" altLang="zh-CN" i="1" dirty="0" err="1">
                  <a:latin typeface="Times New Roman" charset="0"/>
                </a:rPr>
                <a:t>i</a:t>
              </a:r>
              <a:r>
                <a:rPr lang="en-US" altLang="zh-CN" i="1" dirty="0">
                  <a:latin typeface="Times New Roman" charset="0"/>
                </a:rPr>
                <a:t> = </a:t>
              </a:r>
              <a:r>
                <a:rPr lang="en-US" altLang="zh-CN" i="1" dirty="0">
                  <a:solidFill>
                    <a:srgbClr val="FF0000"/>
                  </a:solidFill>
                  <a:latin typeface="Times New Roman" charset="0"/>
                </a:rPr>
                <a:t>1</a:t>
              </a:r>
              <a:endParaRPr lang="en-US" altLang="zh-CN" i="1" baseline="-25000" dirty="0">
                <a:solidFill>
                  <a:srgbClr val="FF0000"/>
                </a:solidFill>
                <a:latin typeface="Times New Roman" charset="0"/>
              </a:endParaRPr>
            </a:p>
          </p:txBody>
        </p:sp>
        <p:sp>
          <p:nvSpPr>
            <p:cNvPr id="38" name="Rectangle 23">
              <a:extLst>
                <a:ext uri="{FF2B5EF4-FFF2-40B4-BE49-F238E27FC236}">
                  <a16:creationId xmlns:a16="http://schemas.microsoft.com/office/drawing/2014/main" id="{A05293CE-C95C-4822-A443-9DED5D05ABD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643285" y="4714904"/>
              <a:ext cx="1266665" cy="285753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8580" tIns="27000" rIns="68580" bIns="0" anchor="b"/>
            <a:lstStyle>
              <a:lvl1pPr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ctr">
                <a:lnSpc>
                  <a:spcPct val="70000"/>
                </a:lnSpc>
                <a:defRPr/>
              </a:pPr>
              <a:r>
                <a:rPr lang="en-US" altLang="zh-CN" i="1" dirty="0">
                  <a:latin typeface="Times New Roman" charset="0"/>
                </a:rPr>
                <a:t>EXIT</a:t>
              </a:r>
              <a:endParaRPr lang="en-US" altLang="zh-CN" dirty="0">
                <a:latin typeface="Times New Roman" charset="0"/>
              </a:endParaRPr>
            </a:p>
          </p:txBody>
        </p:sp>
        <p:sp>
          <p:nvSpPr>
            <p:cNvPr id="167957" name="Line 28">
              <a:extLst>
                <a:ext uri="{FF2B5EF4-FFF2-40B4-BE49-F238E27FC236}">
                  <a16:creationId xmlns:a16="http://schemas.microsoft.com/office/drawing/2014/main" id="{D9411F53-013A-48A5-86DA-1DDCDA554F6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267084" y="4475191"/>
              <a:ext cx="0" cy="239712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 sz="1600"/>
            </a:p>
          </p:txBody>
        </p:sp>
      </p:grpSp>
      <p:graphicFrame>
        <p:nvGraphicFramePr>
          <p:cNvPr id="22" name="Group 182">
            <a:extLst>
              <a:ext uri="{FF2B5EF4-FFF2-40B4-BE49-F238E27FC236}">
                <a16:creationId xmlns:a16="http://schemas.microsoft.com/office/drawing/2014/main" id="{6AE7D89C-B461-416B-A567-A0BC6F4CAEA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71343055"/>
              </p:ext>
            </p:extLst>
          </p:nvPr>
        </p:nvGraphicFramePr>
        <p:xfrm>
          <a:off x="81840" y="662769"/>
          <a:ext cx="2197965" cy="2255968"/>
        </p:xfrm>
        <a:graphic>
          <a:graphicData uri="http://schemas.openxmlformats.org/drawingml/2006/table">
            <a:tbl>
              <a:tblPr/>
              <a:tblGrid>
                <a:gridCol w="72798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44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449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4099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2561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400" b="1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IN</a:t>
                      </a:r>
                      <a:r>
                        <a:rPr kumimoji="0" lang="en-US" altLang="zh-CN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[</a:t>
                      </a:r>
                      <a:r>
                        <a:rPr kumimoji="0" lang="en-US" altLang="zh-CN" sz="1400" b="1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B</a:t>
                      </a:r>
                      <a:r>
                        <a:rPr kumimoji="0" lang="en-US" altLang="zh-CN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]</a:t>
                      </a:r>
                    </a:p>
                  </a:txBody>
                  <a:tcPr marL="68564" marR="68564" marT="34318" marB="34318" horzOverflow="overflow">
                    <a:lnL cap="flat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400" b="1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B</a:t>
                      </a:r>
                      <a:r>
                        <a:rPr kumimoji="0" lang="en-US" altLang="zh-CN" sz="1400" b="1" i="1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2</a:t>
                      </a:r>
                    </a:p>
                  </a:txBody>
                  <a:tcPr marL="68564" marR="68564" marT="34318" marB="3431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400" b="1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B</a:t>
                      </a:r>
                      <a:r>
                        <a:rPr kumimoji="0" lang="en-US" altLang="zh-CN" sz="1400" b="1" i="1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3</a:t>
                      </a:r>
                    </a:p>
                  </a:txBody>
                  <a:tcPr marL="68564" marR="68564" marT="34318" marB="3431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400" b="1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B</a:t>
                      </a:r>
                      <a:r>
                        <a:rPr kumimoji="0" lang="en-US" altLang="zh-CN" sz="1400" b="1" i="1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4</a:t>
                      </a:r>
                    </a:p>
                  </a:txBody>
                  <a:tcPr marL="68564" marR="68564" marT="34318" marB="3431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2561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400" b="1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d</a:t>
                      </a:r>
                      <a:r>
                        <a:rPr kumimoji="0" lang="en-US" altLang="zh-CN" sz="1400" b="1" i="1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1</a:t>
                      </a:r>
                    </a:p>
                  </a:txBody>
                  <a:tcPr marL="68564" marR="68564" marT="34318" marB="34318" horzOverflow="overflow">
                    <a:lnL cap="flat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√</a:t>
                      </a:r>
                    </a:p>
                  </a:txBody>
                  <a:tcPr marL="68564" marR="68564" marT="34318" marB="3431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×</a:t>
                      </a:r>
                      <a:endParaRPr kumimoji="0" lang="zh-CN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64" marR="68564" marT="34318" marB="3431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×</a:t>
                      </a:r>
                      <a:endParaRPr kumimoji="0" lang="zh-CN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64" marR="68564" marT="34318" marB="3431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2561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400" b="1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d</a:t>
                      </a:r>
                      <a:r>
                        <a:rPr kumimoji="0" lang="en-US" altLang="zh-CN" sz="1400" b="1" i="1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2</a:t>
                      </a:r>
                      <a:endParaRPr kumimoji="0" lang="zh-CN" altLang="en-US" sz="1400" b="1" i="1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64" marR="68564" marT="34318" marB="34318" horzOverflow="overflow">
                    <a:lnL cap="flat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√</a:t>
                      </a:r>
                    </a:p>
                  </a:txBody>
                  <a:tcPr marL="68564" marR="68564" marT="34318" marB="3431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×</a:t>
                      </a:r>
                      <a:endParaRPr kumimoji="0" lang="zh-CN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64" marR="68564" marT="34318" marB="3431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×</a:t>
                      </a:r>
                      <a:endParaRPr kumimoji="0" lang="zh-CN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64" marR="68564" marT="34318" marB="3431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2561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400" b="1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d</a:t>
                      </a:r>
                      <a:r>
                        <a:rPr kumimoji="0" lang="en-US" altLang="zh-CN" sz="1400" b="1" i="1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3</a:t>
                      </a:r>
                      <a:endParaRPr kumimoji="0" lang="zh-CN" altLang="en-US" sz="1400" b="1" i="1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64" marR="68564" marT="34318" marB="34318" horzOverflow="overflow">
                    <a:lnL cap="flat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√</a:t>
                      </a:r>
                    </a:p>
                  </a:txBody>
                  <a:tcPr marL="68564" marR="68564" marT="34318" marB="3431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√</a:t>
                      </a:r>
                    </a:p>
                  </a:txBody>
                  <a:tcPr marL="68564" marR="68564" marT="34318" marB="3431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√</a:t>
                      </a:r>
                    </a:p>
                  </a:txBody>
                  <a:tcPr marL="68564" marR="68564" marT="34318" marB="3431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2561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400" b="1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d</a:t>
                      </a:r>
                      <a:r>
                        <a:rPr kumimoji="0" lang="en-US" altLang="zh-CN" sz="1400" b="1" i="1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4</a:t>
                      </a:r>
                      <a:endParaRPr kumimoji="0" lang="zh-CN" altLang="en-US" sz="1400" b="1" i="1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64" marR="68564" marT="34318" marB="34318" horzOverflow="overflow">
                    <a:lnL cap="flat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4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×</a:t>
                      </a:r>
                      <a:endParaRPr kumimoji="0" lang="zh-CN" altLang="en-US" sz="14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64" marR="68564" marT="34318" marB="3431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√</a:t>
                      </a:r>
                    </a:p>
                  </a:txBody>
                  <a:tcPr marL="68564" marR="68564" marT="34318" marB="3431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√</a:t>
                      </a:r>
                    </a:p>
                  </a:txBody>
                  <a:tcPr marL="68564" marR="68564" marT="34318" marB="3431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2561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400" b="1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d</a:t>
                      </a:r>
                      <a:r>
                        <a:rPr kumimoji="0" lang="en-US" altLang="zh-CN" sz="1400" b="1" i="1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5</a:t>
                      </a:r>
                      <a:endParaRPr kumimoji="0" lang="zh-CN" altLang="en-US" sz="1400" b="1" i="1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64" marR="68564" marT="34318" marB="34318" horzOverflow="overflow">
                    <a:lnL cap="flat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√</a:t>
                      </a:r>
                    </a:p>
                  </a:txBody>
                  <a:tcPr marL="68564" marR="68564" marT="34318" marB="3431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√</a:t>
                      </a:r>
                    </a:p>
                  </a:txBody>
                  <a:tcPr marL="68564" marR="68564" marT="34318" marB="3431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√</a:t>
                      </a:r>
                    </a:p>
                  </a:txBody>
                  <a:tcPr marL="68564" marR="68564" marT="34318" marB="3431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2561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400" b="1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d</a:t>
                      </a:r>
                      <a:r>
                        <a:rPr kumimoji="0" lang="en-US" altLang="zh-CN" sz="1400" b="1" i="1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6</a:t>
                      </a:r>
                      <a:endParaRPr kumimoji="0" lang="zh-CN" altLang="en-US" sz="1400" b="1" i="1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64" marR="68564" marT="34318" marB="34318" horzOverflow="overflow">
                    <a:lnL cap="flat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√</a:t>
                      </a:r>
                    </a:p>
                  </a:txBody>
                  <a:tcPr marL="68564" marR="68564" marT="34318" marB="3431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√</a:t>
                      </a:r>
                    </a:p>
                  </a:txBody>
                  <a:tcPr marL="68564" marR="68564" marT="34318" marB="3431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√</a:t>
                      </a:r>
                    </a:p>
                  </a:txBody>
                  <a:tcPr marL="68564" marR="68564" marT="34318" marB="3431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2561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400" b="1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d</a:t>
                      </a:r>
                      <a:r>
                        <a:rPr kumimoji="0" lang="en-US" altLang="zh-CN" sz="1400" b="1" i="1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7</a:t>
                      </a:r>
                      <a:endParaRPr kumimoji="0" lang="zh-CN" altLang="en-US" sz="1400" b="1" i="1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64" marR="68564" marT="34318" marB="34318" horzOverflow="overflow">
                    <a:lnL cap="flat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√</a:t>
                      </a:r>
                    </a:p>
                  </a:txBody>
                  <a:tcPr marL="68564" marR="68564" marT="34318" marB="3431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×</a:t>
                      </a:r>
                      <a:endParaRPr kumimoji="0" lang="zh-CN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64" marR="68564" marT="34318" marB="3431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×</a:t>
                      </a:r>
                      <a:endParaRPr kumimoji="0" lang="zh-CN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64" marR="68564" marT="34318" marB="34318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3" name="Line 31">
            <a:extLst>
              <a:ext uri="{FF2B5EF4-FFF2-40B4-BE49-F238E27FC236}">
                <a16:creationId xmlns:a16="http://schemas.microsoft.com/office/drawing/2014/main" id="{BA67A2B3-1DC9-4997-9A72-42E32139A264}"/>
              </a:ext>
            </a:extLst>
          </p:cNvPr>
          <p:cNvSpPr>
            <a:spLocks noChangeShapeType="1"/>
          </p:cNvSpPr>
          <p:nvPr/>
        </p:nvSpPr>
        <p:spPr bwMode="auto">
          <a:xfrm>
            <a:off x="65965" y="652009"/>
            <a:ext cx="0" cy="2266728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 type="non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/>
          </a:p>
        </p:txBody>
      </p:sp>
      <p:sp>
        <p:nvSpPr>
          <p:cNvPr id="24" name="Line 31">
            <a:extLst>
              <a:ext uri="{FF2B5EF4-FFF2-40B4-BE49-F238E27FC236}">
                <a16:creationId xmlns:a16="http://schemas.microsoft.com/office/drawing/2014/main" id="{4D0C6AEC-8938-49D4-8E21-CF3FEAF6B297}"/>
              </a:ext>
            </a:extLst>
          </p:cNvPr>
          <p:cNvSpPr>
            <a:spLocks noChangeShapeType="1"/>
          </p:cNvSpPr>
          <p:nvPr/>
        </p:nvSpPr>
        <p:spPr bwMode="auto">
          <a:xfrm>
            <a:off x="2267744" y="661533"/>
            <a:ext cx="0" cy="2257204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 type="non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879941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120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69120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120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69120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120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500"/>
                                        <p:tgtEl>
                                          <p:spTgt spid="69120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120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0" dur="500"/>
                                        <p:tgtEl>
                                          <p:spTgt spid="69120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120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5" dur="500"/>
                                        <p:tgtEl>
                                          <p:spTgt spid="69120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120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8" dur="500"/>
                                        <p:tgtEl>
                                          <p:spTgt spid="69120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120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3" dur="500"/>
                                        <p:tgtEl>
                                          <p:spTgt spid="69120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120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8" dur="500"/>
                                        <p:tgtEl>
                                          <p:spTgt spid="69120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120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3" dur="500"/>
                                        <p:tgtEl>
                                          <p:spTgt spid="69120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120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8" dur="500"/>
                                        <p:tgtEl>
                                          <p:spTgt spid="69120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120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1" dur="500"/>
                                        <p:tgtEl>
                                          <p:spTgt spid="69120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91203" grpId="0" uiExpand="1" build="p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746" name="Rectangle 3">
            <a:extLst>
              <a:ext uri="{FF2B5EF4-FFF2-40B4-BE49-F238E27FC236}">
                <a16:creationId xmlns:a16="http://schemas.microsoft.com/office/drawing/2014/main" id="{91C95A1A-8815-4C1F-9A9D-09288F6DF4F5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01650" y="785813"/>
            <a:ext cx="8102798" cy="322580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lnSpc>
                <a:spcPts val="4000"/>
              </a:lnSpc>
              <a:buClrTx/>
              <a:buFont typeface="Wingdings" panose="05000000000000000000" pitchFamily="2" charset="2"/>
              <a:buChar char="Ø"/>
            </a:pPr>
            <a:r>
              <a:rPr lang="zh-CN" altLang="en-US" sz="3000" b="1" dirty="0">
                <a:solidFill>
                  <a:schemeClr val="tx1"/>
                </a:solidFill>
              </a:rPr>
              <a:t>活跃变量</a:t>
            </a:r>
            <a:endParaRPr lang="en-US" altLang="zh-CN" sz="3000" b="1" dirty="0">
              <a:solidFill>
                <a:schemeClr val="tx1"/>
              </a:solidFill>
            </a:endParaRPr>
          </a:p>
          <a:p>
            <a:pPr lvl="1" eaLnBrk="1" hangingPunct="1">
              <a:lnSpc>
                <a:spcPts val="4000"/>
              </a:lnSpc>
              <a:buClrTx/>
              <a:buFont typeface="Wingdings" panose="05000000000000000000" pitchFamily="2" charset="2"/>
              <a:buChar char="Ø"/>
            </a:pPr>
            <a:r>
              <a:rPr lang="zh-CN" altLang="en-US" sz="2500" b="1" dirty="0">
                <a:solidFill>
                  <a:schemeClr val="tx1"/>
                </a:solidFill>
              </a:rPr>
              <a:t>对于变量</a:t>
            </a:r>
            <a:r>
              <a:rPr lang="en-US" altLang="zh-CN" sz="2500" b="1" i="1" dirty="0">
                <a:solidFill>
                  <a:srgbClr val="0070C0"/>
                </a:solidFill>
              </a:rPr>
              <a:t>x</a:t>
            </a:r>
            <a:r>
              <a:rPr lang="zh-CN" altLang="en-US" sz="2500" b="1" dirty="0">
                <a:solidFill>
                  <a:schemeClr val="tx1"/>
                </a:solidFill>
              </a:rPr>
              <a:t>和程序点 </a:t>
            </a:r>
            <a:r>
              <a:rPr lang="en-US" altLang="zh-CN" sz="2500" b="1" i="1" dirty="0">
                <a:solidFill>
                  <a:srgbClr val="0070C0"/>
                </a:solidFill>
              </a:rPr>
              <a:t>p</a:t>
            </a:r>
            <a:r>
              <a:rPr lang="zh-CN" altLang="en-US" sz="2500" b="1" dirty="0">
                <a:solidFill>
                  <a:schemeClr val="tx1"/>
                </a:solidFill>
              </a:rPr>
              <a:t>，如果在流图中沿着从 </a:t>
            </a:r>
            <a:r>
              <a:rPr lang="en-US" altLang="zh-CN" sz="2500" b="1" i="1" dirty="0">
                <a:solidFill>
                  <a:srgbClr val="0070C0"/>
                </a:solidFill>
              </a:rPr>
              <a:t>p</a:t>
            </a:r>
            <a:r>
              <a:rPr lang="zh-CN" altLang="en-US" sz="2500" b="1" dirty="0">
                <a:solidFill>
                  <a:schemeClr val="tx1"/>
                </a:solidFill>
              </a:rPr>
              <a:t>开始的</a:t>
            </a:r>
            <a:r>
              <a:rPr lang="zh-CN" altLang="en-US" sz="2500" b="1" u="sng" dirty="0">
                <a:solidFill>
                  <a:srgbClr val="FF0000"/>
                </a:solidFill>
              </a:rPr>
              <a:t>某条</a:t>
            </a:r>
            <a:r>
              <a:rPr lang="zh-CN" altLang="en-US" sz="2500" b="1" u="sng" dirty="0">
                <a:solidFill>
                  <a:srgbClr val="0070C0"/>
                </a:solidFill>
              </a:rPr>
              <a:t>路径</a:t>
            </a:r>
            <a:r>
              <a:rPr lang="zh-CN" altLang="en-US" sz="2500" b="1" dirty="0">
                <a:solidFill>
                  <a:schemeClr val="tx1"/>
                </a:solidFill>
              </a:rPr>
              <a:t>会引用</a:t>
            </a:r>
            <a:r>
              <a:rPr lang="zh-CN" altLang="en-US" sz="2500" b="1" u="sng" dirty="0">
                <a:solidFill>
                  <a:schemeClr val="tx1"/>
                </a:solidFill>
              </a:rPr>
              <a:t>变量</a:t>
            </a:r>
            <a:r>
              <a:rPr lang="en-US" altLang="zh-CN" sz="2500" b="1" i="1" u="sng" dirty="0">
                <a:solidFill>
                  <a:srgbClr val="0070C0"/>
                </a:solidFill>
              </a:rPr>
              <a:t>x</a:t>
            </a:r>
            <a:r>
              <a:rPr lang="zh-CN" altLang="en-US" sz="2500" b="1" u="sng" dirty="0">
                <a:solidFill>
                  <a:schemeClr val="tx1"/>
                </a:solidFill>
              </a:rPr>
              <a:t>在 </a:t>
            </a:r>
            <a:r>
              <a:rPr lang="en-US" altLang="zh-CN" sz="2500" b="1" i="1" u="sng" dirty="0">
                <a:solidFill>
                  <a:srgbClr val="0070C0"/>
                </a:solidFill>
              </a:rPr>
              <a:t>p</a:t>
            </a:r>
            <a:r>
              <a:rPr lang="zh-CN" altLang="en-US" sz="2500" b="1" u="sng" dirty="0">
                <a:solidFill>
                  <a:schemeClr val="tx1"/>
                </a:solidFill>
              </a:rPr>
              <a:t>点的</a:t>
            </a:r>
            <a:r>
              <a:rPr lang="zh-CN" altLang="en-US" sz="2500" b="1" u="sng" dirty="0">
                <a:solidFill>
                  <a:srgbClr val="0070C0"/>
                </a:solidFill>
              </a:rPr>
              <a:t>值</a:t>
            </a:r>
            <a:r>
              <a:rPr lang="zh-CN" altLang="en-US" sz="2500" b="1" dirty="0">
                <a:solidFill>
                  <a:schemeClr val="tx1"/>
                </a:solidFill>
              </a:rPr>
              <a:t>，则称变量</a:t>
            </a:r>
            <a:r>
              <a:rPr lang="en-US" altLang="zh-CN" sz="2500" b="1" i="1" dirty="0">
                <a:solidFill>
                  <a:srgbClr val="0070C0"/>
                </a:solidFill>
              </a:rPr>
              <a:t>x</a:t>
            </a:r>
            <a:r>
              <a:rPr lang="zh-CN" altLang="en-US" sz="2500" b="1" dirty="0">
                <a:solidFill>
                  <a:schemeClr val="tx1"/>
                </a:solidFill>
              </a:rPr>
              <a:t>在点 </a:t>
            </a:r>
            <a:r>
              <a:rPr lang="en-US" altLang="zh-CN" sz="2500" b="1" i="1" dirty="0">
                <a:solidFill>
                  <a:srgbClr val="0070C0"/>
                </a:solidFill>
              </a:rPr>
              <a:t>p</a:t>
            </a:r>
            <a:r>
              <a:rPr lang="zh-CN" altLang="en-US" sz="2500" b="1" dirty="0">
                <a:solidFill>
                  <a:schemeClr val="tx1"/>
                </a:solidFill>
              </a:rPr>
              <a:t>是</a:t>
            </a:r>
            <a:r>
              <a:rPr lang="zh-CN" altLang="en-US" sz="2500" b="1" dirty="0">
                <a:solidFill>
                  <a:srgbClr val="FF0000"/>
                </a:solidFill>
              </a:rPr>
              <a:t>活跃</a:t>
            </a:r>
            <a:r>
              <a:rPr lang="en-US" altLang="zh-CN" sz="2500" b="1" dirty="0">
                <a:solidFill>
                  <a:schemeClr val="tx1"/>
                </a:solidFill>
                <a:ea typeface="楷体_GB2312" charset="0"/>
                <a:cs typeface="Times New Roman" panose="02020603050405020304" pitchFamily="18" charset="0"/>
              </a:rPr>
              <a:t>(</a:t>
            </a:r>
            <a:r>
              <a:rPr lang="en-US" altLang="zh-CN" sz="2500" b="1" i="1" dirty="0">
                <a:solidFill>
                  <a:schemeClr val="tx1"/>
                </a:solidFill>
              </a:rPr>
              <a:t>live</a:t>
            </a:r>
            <a:r>
              <a:rPr lang="en-US" altLang="zh-CN" sz="2500" b="1" dirty="0">
                <a:solidFill>
                  <a:schemeClr val="tx1"/>
                </a:solidFill>
                <a:ea typeface="宋体" panose="02010600030101010101" pitchFamily="2" charset="-122"/>
              </a:rPr>
              <a:t>)</a:t>
            </a:r>
            <a:r>
              <a:rPr lang="zh-CN" altLang="en-US" sz="2500" b="1" dirty="0">
                <a:solidFill>
                  <a:schemeClr val="tx1"/>
                </a:solidFill>
              </a:rPr>
              <a:t>的，否则称变量</a:t>
            </a:r>
            <a:r>
              <a:rPr lang="en-US" altLang="zh-CN" sz="2500" b="1" i="1" dirty="0">
                <a:solidFill>
                  <a:srgbClr val="0070C0"/>
                </a:solidFill>
              </a:rPr>
              <a:t>x</a:t>
            </a:r>
            <a:r>
              <a:rPr lang="zh-CN" altLang="en-US" sz="2500" b="1" dirty="0">
                <a:solidFill>
                  <a:schemeClr val="tx1"/>
                </a:solidFill>
              </a:rPr>
              <a:t>在点 </a:t>
            </a:r>
            <a:r>
              <a:rPr lang="en-US" altLang="zh-CN" sz="2500" b="1" i="1" dirty="0">
                <a:solidFill>
                  <a:srgbClr val="0070C0"/>
                </a:solidFill>
              </a:rPr>
              <a:t>p</a:t>
            </a:r>
            <a:r>
              <a:rPr lang="zh-CN" altLang="en-US" sz="2500" b="1" dirty="0">
                <a:solidFill>
                  <a:srgbClr val="FF0000"/>
                </a:solidFill>
              </a:rPr>
              <a:t>不活跃</a:t>
            </a:r>
            <a:r>
              <a:rPr lang="en-US" altLang="zh-CN" sz="2500" b="1" dirty="0">
                <a:solidFill>
                  <a:schemeClr val="tx1"/>
                </a:solidFill>
                <a:ea typeface="宋体" panose="02010600030101010101" pitchFamily="2" charset="-122"/>
              </a:rPr>
              <a:t>(</a:t>
            </a:r>
            <a:r>
              <a:rPr lang="en-US" altLang="zh-CN" sz="2500" b="1" i="1" dirty="0">
                <a:solidFill>
                  <a:schemeClr val="tx1"/>
                </a:solidFill>
              </a:rPr>
              <a:t>dead</a:t>
            </a:r>
            <a:r>
              <a:rPr lang="en-US" altLang="zh-CN" sz="2500" b="1" dirty="0">
                <a:solidFill>
                  <a:schemeClr val="tx1"/>
                </a:solidFill>
                <a:ea typeface="宋体" panose="02010600030101010101" pitchFamily="2" charset="-122"/>
              </a:rPr>
              <a:t>)</a:t>
            </a:r>
            <a:endParaRPr lang="en-US" altLang="zh-CN" sz="2500" b="1" dirty="0">
              <a:solidFill>
                <a:schemeClr val="tx1"/>
              </a:solidFill>
            </a:endParaRPr>
          </a:p>
        </p:txBody>
      </p:sp>
      <p:sp>
        <p:nvSpPr>
          <p:cNvPr id="159747" name="Rectangle 2">
            <a:extLst>
              <a:ext uri="{FF2B5EF4-FFF2-40B4-BE49-F238E27FC236}">
                <a16:creationId xmlns:a16="http://schemas.microsoft.com/office/drawing/2014/main" id="{11E17A99-9155-4469-93E3-E579BDFEBE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en-US" altLang="zh-CN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8.4.2 </a:t>
            </a:r>
            <a:r>
              <a:rPr lang="zh-CN" altLang="en-US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活跃变量分析</a:t>
            </a:r>
            <a:r>
              <a:rPr lang="en-US" altLang="zh-CN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en-US" altLang="zh-CN" sz="2400" i="1" dirty="0">
                <a:solidFill>
                  <a:schemeClr val="tx1"/>
                </a:solidFill>
              </a:rPr>
              <a:t>Live-variable </a:t>
            </a:r>
            <a:r>
              <a:rPr lang="en-US" altLang="zh-CN" sz="2400" i="1" dirty="0"/>
              <a:t>A</a:t>
            </a:r>
            <a:r>
              <a:rPr lang="en-US" altLang="zh-CN" sz="2400" i="1" dirty="0">
                <a:solidFill>
                  <a:schemeClr val="tx1"/>
                </a:solidFill>
              </a:rPr>
              <a:t>nalysis</a:t>
            </a:r>
            <a:r>
              <a:rPr lang="en-US" altLang="zh-CN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lang="zh-CN" altLang="en-US" sz="3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794" name="Rectangle 3">
            <a:extLst>
              <a:ext uri="{FF2B5EF4-FFF2-40B4-BE49-F238E27FC236}">
                <a16:creationId xmlns:a16="http://schemas.microsoft.com/office/drawing/2014/main" id="{08C79537-A592-427C-BC58-8C21FE593D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例：各基本块的出口处的活跃变量</a:t>
            </a:r>
          </a:p>
        </p:txBody>
      </p:sp>
      <p:graphicFrame>
        <p:nvGraphicFramePr>
          <p:cNvPr id="1097823" name="Group 95">
            <a:extLst>
              <a:ext uri="{FF2B5EF4-FFF2-40B4-BE49-F238E27FC236}">
                <a16:creationId xmlns:a16="http://schemas.microsoft.com/office/drawing/2014/main" id="{B6A318B3-BEAF-4466-B0E3-66346F16281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8585824"/>
              </p:ext>
            </p:extLst>
          </p:nvPr>
        </p:nvGraphicFramePr>
        <p:xfrm>
          <a:off x="4532313" y="1350963"/>
          <a:ext cx="3424237" cy="3360735"/>
        </p:xfrm>
        <a:graphic>
          <a:graphicData uri="http://schemas.openxmlformats.org/drawingml/2006/table">
            <a:tbl>
              <a:tblPr/>
              <a:tblGrid>
                <a:gridCol w="112303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733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7596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7596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596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341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000" b="1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OUT</a:t>
                      </a:r>
                      <a:r>
                        <a:rPr kumimoji="0" lang="en-US" altLang="zh-CN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[</a:t>
                      </a:r>
                      <a:r>
                        <a:rPr kumimoji="0" lang="en-US" altLang="zh-CN" sz="2000" b="1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B</a:t>
                      </a:r>
                      <a:r>
                        <a:rPr kumimoji="0" lang="en-US" altLang="zh-CN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 ]</a:t>
                      </a:r>
                    </a:p>
                  </a:txBody>
                  <a:tcPr marL="68556" marR="68556" marT="34281" marB="34281" horzOverflow="overflow">
                    <a:lnL cap="flat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000" b="1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B</a:t>
                      </a:r>
                      <a:r>
                        <a:rPr kumimoji="0" lang="en-US" altLang="zh-CN" sz="2000" b="1" i="1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1</a:t>
                      </a:r>
                    </a:p>
                  </a:txBody>
                  <a:tcPr marL="68556" marR="68556" marT="34281" marB="3428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000" b="1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B</a:t>
                      </a:r>
                      <a:r>
                        <a:rPr kumimoji="0" lang="en-US" altLang="zh-CN" sz="2000" b="1" i="1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2</a:t>
                      </a:r>
                    </a:p>
                  </a:txBody>
                  <a:tcPr marL="68556" marR="68556" marT="34281" marB="3428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000" b="1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B</a:t>
                      </a:r>
                      <a:r>
                        <a:rPr kumimoji="0" lang="en-US" altLang="zh-CN" sz="2000" b="1" i="1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3</a:t>
                      </a:r>
                    </a:p>
                  </a:txBody>
                  <a:tcPr marL="68556" marR="68556" marT="34281" marB="3428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000" b="1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B</a:t>
                      </a:r>
                      <a:r>
                        <a:rPr kumimoji="0" lang="en-US" altLang="zh-CN" sz="2000" b="1" i="1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4</a:t>
                      </a:r>
                    </a:p>
                  </a:txBody>
                  <a:tcPr marL="68556" marR="68556" marT="34281" marB="3428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341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000" b="1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a</a:t>
                      </a:r>
                      <a:endParaRPr kumimoji="0" lang="en-US" altLang="zh-CN" sz="2000" b="1" i="1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56" marR="68556" marT="34281" marB="34281" horzOverflow="overflow">
                    <a:lnL cap="flat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56" marR="68556" marT="34281" marB="3428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56" marR="68556" marT="34281" marB="3428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56" marR="68556" marT="34281" marB="3428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56" marR="68556" marT="34281" marB="3428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341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000" b="1" i="1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i</a:t>
                      </a:r>
                      <a:endParaRPr kumimoji="0" lang="zh-CN" altLang="en-US" sz="2000" b="1" i="1" u="none" strike="noStrike" cap="none" normalizeH="0" baseline="-2500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56" marR="68556" marT="34281" marB="34281" horzOverflow="overflow">
                    <a:lnL cap="flat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56" marR="68556" marT="34281" marB="3428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56" marR="68556" marT="34281" marB="3428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56" marR="68556" marT="34281" marB="3428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56" marR="68556" marT="34281" marB="3428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341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000" b="1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j</a:t>
                      </a:r>
                      <a:endParaRPr kumimoji="0" lang="zh-CN" altLang="en-US" sz="2000" b="1" i="1" u="none" strike="noStrike" cap="none" normalizeH="0" baseline="-2500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56" marR="68556" marT="34281" marB="34281" horzOverflow="overflow">
                    <a:lnL cap="flat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56" marR="68556" marT="34281" marB="3428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56" marR="68556" marT="34281" marB="3428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56" marR="68556" marT="34281" marB="3428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56" marR="68556" marT="34281" marB="3428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341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000" b="1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m</a:t>
                      </a:r>
                      <a:endParaRPr kumimoji="0" lang="zh-CN" altLang="en-US" sz="2000" b="1" i="1" u="none" strike="noStrike" cap="none" normalizeH="0" baseline="-2500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56" marR="68556" marT="34281" marB="34281" horzOverflow="overflow">
                    <a:lnL cap="flat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56" marR="68556" marT="34281" marB="3428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56" marR="68556" marT="34281" marB="3428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56" marR="68556" marT="34281" marB="3428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56" marR="68556" marT="34281" marB="3428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341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000" b="1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n</a:t>
                      </a:r>
                      <a:endParaRPr kumimoji="0" lang="zh-CN" altLang="en-US" sz="2000" b="1" i="1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56" marR="68556" marT="34281" marB="34281" horzOverflow="overflow">
                    <a:lnL cap="flat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56" marR="68556" marT="34281" marB="3428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56" marR="68556" marT="34281" marB="3428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56" marR="68556" marT="34281" marB="3428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56" marR="68556" marT="34281" marB="3428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341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000" b="1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u1</a:t>
                      </a:r>
                      <a:endParaRPr kumimoji="0" lang="zh-CN" altLang="en-US" sz="2000" b="1" i="1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56" marR="68556" marT="34281" marB="34281" horzOverflow="overflow">
                    <a:lnL cap="flat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20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56" marR="68556" marT="34281" marB="3428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20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56" marR="68556" marT="34281" marB="3428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20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56" marR="68556" marT="34281" marB="3428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56" marR="68556" marT="34281" marB="3428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341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000" b="1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u2</a:t>
                      </a:r>
                      <a:endParaRPr kumimoji="0" lang="zh-CN" altLang="en-US" sz="2000" b="1" i="1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56" marR="68556" marT="34281" marB="34281" horzOverflow="overflow">
                    <a:lnL cap="flat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56" marR="68556" marT="34281" marB="3428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56" marR="68556" marT="34281" marB="3428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56" marR="68556" marT="34281" marB="3428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56" marR="68556" marT="34281" marB="3428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341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000" b="1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u3</a:t>
                      </a:r>
                      <a:endParaRPr kumimoji="0" lang="zh-CN" altLang="en-US" sz="2000" b="1" i="1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56" marR="68556" marT="34281" marB="34281" horzOverflow="overflow">
                    <a:lnL cap="flat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56" marR="68556" marT="34281" marB="3428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20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56" marR="68556" marT="34281" marB="3428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56" marR="68556" marT="34281" marB="3428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56" marR="68556" marT="34281" marB="3428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23" name="Line 31">
            <a:extLst>
              <a:ext uri="{FF2B5EF4-FFF2-40B4-BE49-F238E27FC236}">
                <a16:creationId xmlns:a16="http://schemas.microsoft.com/office/drawing/2014/main" id="{F1F74DD8-2F38-4FA7-98D7-AE3CD20E62EE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522788" y="1350963"/>
            <a:ext cx="0" cy="3360737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 type="non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/>
          </a:p>
        </p:txBody>
      </p:sp>
      <p:sp>
        <p:nvSpPr>
          <p:cNvPr id="25" name="Line 31">
            <a:extLst>
              <a:ext uri="{FF2B5EF4-FFF2-40B4-BE49-F238E27FC236}">
                <a16:creationId xmlns:a16="http://schemas.microsoft.com/office/drawing/2014/main" id="{98398CC0-B024-4E24-9E52-01C87A5FE7A9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7956550" y="1347788"/>
            <a:ext cx="0" cy="3360737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 type="non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9A70C1BB-0771-4466-92FE-E8157C787D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27700" y="1739900"/>
            <a:ext cx="2373313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en-US" altLang="zh-CN" sz="2000" dirty="0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×      </a:t>
            </a:r>
            <a:r>
              <a:rPr lang="en-US" altLang="zh-CN" sz="2000" dirty="0"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×      ×      ×</a:t>
            </a:r>
            <a:endParaRPr lang="zh-CN" altLang="en-US" sz="2000" dirty="0">
              <a:latin typeface="Times New Roman" panose="02020603050405020304" pitchFamily="18" charset="0"/>
              <a:ea typeface="楷体_GB2312" charset="0"/>
              <a:cs typeface="Times New Roman" panose="02020603050405020304" pitchFamily="18" charset="0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9BBD9C4-BC90-47D4-8DD6-225BCCB193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00788" y="2083388"/>
            <a:ext cx="442912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en-US" altLang="zh-CN" sz="2000" dirty="0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×</a:t>
            </a:r>
            <a:endParaRPr lang="zh-CN" altLang="en-US" sz="2000" dirty="0">
              <a:solidFill>
                <a:srgbClr val="000000"/>
              </a:solidFill>
              <a:latin typeface="Times New Roman" panose="02020603050405020304" pitchFamily="18" charset="0"/>
              <a:ea typeface="楷体_GB2312" charset="0"/>
              <a:cs typeface="Times New Roman" panose="02020603050405020304" pitchFamily="18" charset="0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2AA968CE-6C94-49F0-BA2A-F7D6DAE7B28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57863" y="2073961"/>
            <a:ext cx="327025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zh-CN" altLang="en-US" sz="2000" dirty="0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√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F1799667-1BBD-4D32-8458-6C9C60C5D87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65938" y="2073961"/>
            <a:ext cx="442912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en-US" altLang="zh-CN" sz="2000" dirty="0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×</a:t>
            </a:r>
            <a:endParaRPr lang="zh-CN" altLang="en-US" sz="2000" dirty="0">
              <a:solidFill>
                <a:srgbClr val="000000"/>
              </a:solidFill>
              <a:latin typeface="Times New Roman" panose="02020603050405020304" pitchFamily="18" charset="0"/>
              <a:ea typeface="楷体_GB2312" charset="0"/>
              <a:cs typeface="Times New Roman" panose="02020603050405020304" pitchFamily="18" charset="0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EE07B1DD-C131-477A-BA34-6722B2438E1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86650" y="2092815"/>
            <a:ext cx="325438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zh-CN" altLang="en-US" sz="2000" dirty="0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√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C1813290-7F3C-42B0-A558-878245B0C0F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69073" y="2462605"/>
            <a:ext cx="2208213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zh-CN" altLang="en-US" sz="2000" dirty="0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√</a:t>
            </a:r>
            <a:endParaRPr lang="zh-CN" altLang="en-US" sz="2000" dirty="0">
              <a:latin typeface="Times New Roman" panose="02020603050405020304" pitchFamily="18" charset="0"/>
              <a:ea typeface="楷体_GB2312" charset="0"/>
              <a:cs typeface="Times New Roman" panose="02020603050405020304" pitchFamily="18" charset="0"/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963EA7AA-BC54-4AA7-BD70-BEF1174A6F1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24525" y="2819400"/>
            <a:ext cx="2371725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en-US" altLang="zh-CN" sz="2000" dirty="0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×      </a:t>
            </a:r>
            <a:r>
              <a:rPr lang="en-US" altLang="zh-CN" sz="2000" dirty="0"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×      ×      ×</a:t>
            </a:r>
            <a:endParaRPr lang="zh-CN" altLang="en-US" sz="2000" dirty="0">
              <a:latin typeface="Times New Roman" panose="02020603050405020304" pitchFamily="18" charset="0"/>
              <a:ea typeface="楷体_GB2312" charset="0"/>
              <a:cs typeface="Times New Roman" panose="02020603050405020304" pitchFamily="18" charset="0"/>
            </a:endParaRP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D42330E6-3282-4496-9F68-77A6776A80C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24525" y="3219450"/>
            <a:ext cx="2371725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en-US" altLang="zh-CN" sz="2000" dirty="0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×      </a:t>
            </a:r>
            <a:r>
              <a:rPr lang="en-US" altLang="zh-CN" sz="2000" dirty="0"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×      ×      ×</a:t>
            </a:r>
            <a:endParaRPr lang="zh-CN" altLang="en-US" sz="2000" dirty="0">
              <a:latin typeface="Times New Roman" panose="02020603050405020304" pitchFamily="18" charset="0"/>
              <a:ea typeface="楷体_GB2312" charset="0"/>
              <a:cs typeface="Times New Roman" panose="02020603050405020304" pitchFamily="18" charset="0"/>
            </a:endParaRP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A981FA47-1FE3-4822-ACCC-BD7EDF42D1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24525" y="3611563"/>
            <a:ext cx="2371725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en-US" altLang="zh-CN" sz="2000" dirty="0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×      </a:t>
            </a:r>
            <a:r>
              <a:rPr lang="en-US" altLang="zh-CN" sz="2000" dirty="0"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×      ×      ×</a:t>
            </a:r>
            <a:endParaRPr lang="zh-CN" altLang="en-US" sz="2000" dirty="0">
              <a:latin typeface="Times New Roman" panose="02020603050405020304" pitchFamily="18" charset="0"/>
              <a:ea typeface="楷体_GB2312" charset="0"/>
              <a:cs typeface="Times New Roman" panose="02020603050405020304" pitchFamily="18" charset="0"/>
            </a:endParaRP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D515E923-6774-4B9B-B358-583B9CE8CD7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78500" y="3971925"/>
            <a:ext cx="2681288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zh-CN" altLang="en-US" sz="2000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√       </a:t>
            </a:r>
            <a:r>
              <a:rPr lang="zh-CN" altLang="en-US" sz="2000"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√      √       √</a:t>
            </a: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105E93B3-0CE8-4C41-8E15-352C9AAF3D8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78500" y="4371975"/>
            <a:ext cx="2681288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zh-CN" altLang="en-US" sz="2000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√       </a:t>
            </a:r>
            <a:r>
              <a:rPr lang="zh-CN" altLang="en-US" sz="2000"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√      √       √</a:t>
            </a:r>
          </a:p>
        </p:txBody>
      </p:sp>
      <p:grpSp>
        <p:nvGrpSpPr>
          <p:cNvPr id="161868" name="组合 29">
            <a:extLst>
              <a:ext uri="{FF2B5EF4-FFF2-40B4-BE49-F238E27FC236}">
                <a16:creationId xmlns:a16="http://schemas.microsoft.com/office/drawing/2014/main" id="{EBBA4E4F-2D3B-414D-81F1-723A41C77839}"/>
              </a:ext>
            </a:extLst>
          </p:cNvPr>
          <p:cNvGrpSpPr>
            <a:grpSpLocks/>
          </p:cNvGrpSpPr>
          <p:nvPr/>
        </p:nvGrpSpPr>
        <p:grpSpPr bwMode="auto">
          <a:xfrm>
            <a:off x="458788" y="985838"/>
            <a:ext cx="3500437" cy="3786187"/>
            <a:chOff x="52811" y="1214428"/>
            <a:chExt cx="3499996" cy="3786229"/>
          </a:xfrm>
        </p:grpSpPr>
        <p:sp>
          <p:nvSpPr>
            <p:cNvPr id="161872" name="Line 29">
              <a:extLst>
                <a:ext uri="{FF2B5EF4-FFF2-40B4-BE49-F238E27FC236}">
                  <a16:creationId xmlns:a16="http://schemas.microsoft.com/office/drawing/2014/main" id="{412D37A2-DAA9-40F4-860A-E4A818EC4F8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267084" y="2500312"/>
              <a:ext cx="0" cy="271463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161873" name="Line 31">
              <a:extLst>
                <a:ext uri="{FF2B5EF4-FFF2-40B4-BE49-F238E27FC236}">
                  <a16:creationId xmlns:a16="http://schemas.microsoft.com/office/drawing/2014/main" id="{9A4B1646-AF34-40CD-BD82-29520B67DD6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267084" y="3286133"/>
              <a:ext cx="0" cy="86400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40" name="Rectangle 23">
              <a:extLst>
                <a:ext uri="{FF2B5EF4-FFF2-40B4-BE49-F238E27FC236}">
                  <a16:creationId xmlns:a16="http://schemas.microsoft.com/office/drawing/2014/main" id="{F7E324C8-EA71-4961-B684-994CFB5CB98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643286" y="1214428"/>
              <a:ext cx="1266665" cy="285753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8580" tIns="27000" rIns="68580" bIns="0" anchor="b"/>
            <a:lstStyle>
              <a:lvl1pPr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ctr">
                <a:lnSpc>
                  <a:spcPct val="70000"/>
                </a:lnSpc>
                <a:defRPr/>
              </a:pPr>
              <a:r>
                <a:rPr lang="en-US" altLang="zh-CN" sz="2000" i="1" dirty="0">
                  <a:latin typeface="Times New Roman" charset="0"/>
                </a:rPr>
                <a:t>ENTRY</a:t>
              </a:r>
              <a:endParaRPr lang="en-US" altLang="zh-CN" sz="2000" dirty="0">
                <a:latin typeface="Times New Roman" charset="0"/>
              </a:endParaRPr>
            </a:p>
          </p:txBody>
        </p:sp>
        <p:sp>
          <p:nvSpPr>
            <p:cNvPr id="41" name="Rectangle 24">
              <a:extLst>
                <a:ext uri="{FF2B5EF4-FFF2-40B4-BE49-F238E27FC236}">
                  <a16:creationId xmlns:a16="http://schemas.microsoft.com/office/drawing/2014/main" id="{CA16509E-BC21-4ADB-9293-36500F538D8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627413" y="1727196"/>
              <a:ext cx="1282538" cy="844559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8580" tIns="54000" rIns="68580" bIns="0"/>
            <a:lstStyle>
              <a:lvl1pPr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just">
                <a:lnSpc>
                  <a:spcPts val="1900"/>
                </a:lnSpc>
                <a:defRPr/>
              </a:pPr>
              <a:r>
                <a:rPr lang="en-US" altLang="zh-CN" sz="2000" i="1" dirty="0">
                  <a:latin typeface="Times New Roman" charset="0"/>
                </a:rPr>
                <a:t>d</a:t>
              </a:r>
              <a:r>
                <a:rPr lang="en-US" altLang="zh-CN" sz="2000" i="1" baseline="-25000" dirty="0">
                  <a:latin typeface="Times New Roman" charset="0"/>
                </a:rPr>
                <a:t>1</a:t>
              </a:r>
              <a:r>
                <a:rPr lang="en-US" altLang="zh-CN" sz="2000" dirty="0">
                  <a:latin typeface="Times New Roman" charset="0"/>
                </a:rPr>
                <a:t>: </a:t>
              </a:r>
              <a:r>
                <a:rPr lang="en-US" altLang="zh-CN" sz="2000" i="1" dirty="0">
                  <a:latin typeface="Times New Roman" charset="0"/>
                </a:rPr>
                <a:t>i = m-1</a:t>
              </a:r>
            </a:p>
            <a:p>
              <a:pPr algn="just">
                <a:lnSpc>
                  <a:spcPts val="1900"/>
                </a:lnSpc>
                <a:defRPr/>
              </a:pPr>
              <a:r>
                <a:rPr lang="en-US" altLang="zh-CN" sz="2000" i="1" dirty="0">
                  <a:latin typeface="Times New Roman" charset="0"/>
                </a:rPr>
                <a:t>d</a:t>
              </a:r>
              <a:r>
                <a:rPr lang="en-US" altLang="zh-CN" sz="2000" i="1" baseline="-25000" dirty="0">
                  <a:latin typeface="Times New Roman" charset="0"/>
                </a:rPr>
                <a:t>2</a:t>
              </a:r>
              <a:r>
                <a:rPr lang="en-US" altLang="zh-CN" sz="2000" dirty="0">
                  <a:latin typeface="Times New Roman" charset="0"/>
                </a:rPr>
                <a:t>: </a:t>
              </a:r>
              <a:r>
                <a:rPr lang="en-US" altLang="zh-CN" sz="2000" i="1" dirty="0">
                  <a:latin typeface="Times New Roman" charset="0"/>
                </a:rPr>
                <a:t>j = n</a:t>
              </a:r>
            </a:p>
            <a:p>
              <a:pPr algn="just">
                <a:lnSpc>
                  <a:spcPts val="1900"/>
                </a:lnSpc>
                <a:defRPr/>
              </a:pPr>
              <a:r>
                <a:rPr lang="en-US" altLang="zh-CN" sz="2000" i="1" dirty="0">
                  <a:latin typeface="Times New Roman" charset="0"/>
                </a:rPr>
                <a:t>d</a:t>
              </a:r>
              <a:r>
                <a:rPr lang="en-US" altLang="zh-CN" sz="2000" i="1" baseline="-25000" dirty="0">
                  <a:latin typeface="Times New Roman" charset="0"/>
                </a:rPr>
                <a:t>3</a:t>
              </a:r>
              <a:r>
                <a:rPr lang="en-US" altLang="zh-CN" sz="2000" dirty="0">
                  <a:latin typeface="Times New Roman" charset="0"/>
                </a:rPr>
                <a:t>: </a:t>
              </a:r>
              <a:r>
                <a:rPr lang="en-US" altLang="zh-CN" sz="2000" i="1" dirty="0">
                  <a:latin typeface="Times New Roman" charset="0"/>
                </a:rPr>
                <a:t>a = u1</a:t>
              </a:r>
              <a:endParaRPr lang="en-US" altLang="zh-CN" sz="2000" i="1" baseline="-25000" dirty="0">
                <a:latin typeface="Times New Roman" charset="0"/>
              </a:endParaRPr>
            </a:p>
            <a:p>
              <a:pPr algn="just">
                <a:lnSpc>
                  <a:spcPts val="2000"/>
                </a:lnSpc>
                <a:defRPr/>
              </a:pPr>
              <a:endParaRPr lang="en-US" altLang="zh-CN" sz="1500" i="1" baseline="-25000" dirty="0">
                <a:latin typeface="Times New Roman" charset="0"/>
              </a:endParaRPr>
            </a:p>
            <a:p>
              <a:pPr algn="just">
                <a:lnSpc>
                  <a:spcPct val="70000"/>
                </a:lnSpc>
                <a:defRPr/>
              </a:pPr>
              <a:endParaRPr lang="en-US" altLang="zh-CN" sz="1500" i="1" baseline="-25000" dirty="0">
                <a:latin typeface="Times New Roman" charset="0"/>
              </a:endParaRPr>
            </a:p>
          </p:txBody>
        </p:sp>
        <p:sp>
          <p:nvSpPr>
            <p:cNvPr id="161876" name="Rectangle 25">
              <a:extLst>
                <a:ext uri="{FF2B5EF4-FFF2-40B4-BE49-F238E27FC236}">
                  <a16:creationId xmlns:a16="http://schemas.microsoft.com/office/drawing/2014/main" id="{B3A34FE6-B600-4B0B-A710-BDC10DABAE3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16250" y="1708139"/>
              <a:ext cx="393700" cy="22066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0" rIns="0" bIns="0"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sz="2000" i="1">
                  <a:latin typeface="Times New Roman" panose="02020603050405020304" pitchFamily="18" charset="0"/>
                </a:rPr>
                <a:t>B</a:t>
              </a:r>
              <a:r>
                <a:rPr lang="en-US" altLang="zh-CN" sz="2000" baseline="-25000">
                  <a:latin typeface="Times New Roman" panose="02020603050405020304" pitchFamily="18" charset="0"/>
                </a:rPr>
                <a:t>1</a:t>
              </a:r>
              <a:endParaRPr lang="en-US" altLang="zh-CN" sz="2000">
                <a:latin typeface="Times New Roman" panose="02020603050405020304" pitchFamily="18" charset="0"/>
              </a:endParaRPr>
            </a:p>
          </p:txBody>
        </p:sp>
        <p:sp>
          <p:nvSpPr>
            <p:cNvPr id="161877" name="Rectangle 26">
              <a:extLst>
                <a:ext uri="{FF2B5EF4-FFF2-40B4-BE49-F238E27FC236}">
                  <a16:creationId xmlns:a16="http://schemas.microsoft.com/office/drawing/2014/main" id="{A9158AB4-C50F-4F2D-BE81-4DBEFE3DA43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27332" y="2746379"/>
              <a:ext cx="625475" cy="3254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sz="2000" i="1">
                  <a:latin typeface="Times New Roman" panose="02020603050405020304" pitchFamily="18" charset="0"/>
                </a:rPr>
                <a:t>B</a:t>
              </a:r>
              <a:r>
                <a:rPr lang="en-US" altLang="zh-CN" sz="2000" baseline="-25000">
                  <a:latin typeface="Times New Roman" panose="02020603050405020304" pitchFamily="18" charset="0"/>
                </a:rPr>
                <a:t>2</a:t>
              </a:r>
              <a:endParaRPr lang="en-US" altLang="zh-CN" sz="2000">
                <a:latin typeface="Times New Roman" panose="02020603050405020304" pitchFamily="18" charset="0"/>
              </a:endParaRPr>
            </a:p>
          </p:txBody>
        </p:sp>
        <p:sp>
          <p:nvSpPr>
            <p:cNvPr id="44" name="Rectangle 27">
              <a:extLst>
                <a:ext uri="{FF2B5EF4-FFF2-40B4-BE49-F238E27FC236}">
                  <a16:creationId xmlns:a16="http://schemas.microsoft.com/office/drawing/2014/main" id="{A332A76D-3532-4709-BC25-235634BC5C8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644872" y="2786070"/>
              <a:ext cx="1265079" cy="571506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8580" tIns="54000" rIns="68580" bIns="0"/>
            <a:lstStyle>
              <a:lvl1pPr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just">
                <a:lnSpc>
                  <a:spcPts val="1900"/>
                </a:lnSpc>
                <a:defRPr/>
              </a:pPr>
              <a:r>
                <a:rPr lang="en-US" altLang="zh-CN" sz="2000" i="1" dirty="0">
                  <a:latin typeface="Times New Roman" charset="0"/>
                </a:rPr>
                <a:t>d</a:t>
              </a:r>
              <a:r>
                <a:rPr lang="en-US" altLang="zh-CN" sz="2000" i="1" baseline="-25000" dirty="0">
                  <a:latin typeface="Times New Roman" charset="0"/>
                </a:rPr>
                <a:t>4</a:t>
              </a:r>
              <a:r>
                <a:rPr lang="en-US" altLang="zh-CN" sz="2000" dirty="0">
                  <a:latin typeface="Times New Roman" charset="0"/>
                </a:rPr>
                <a:t>: </a:t>
              </a:r>
              <a:r>
                <a:rPr lang="en-US" altLang="zh-CN" sz="2000" i="1" dirty="0">
                  <a:latin typeface="Times New Roman" charset="0"/>
                </a:rPr>
                <a:t>i = i+1</a:t>
              </a:r>
            </a:p>
            <a:p>
              <a:pPr algn="just">
                <a:lnSpc>
                  <a:spcPts val="1900"/>
                </a:lnSpc>
                <a:defRPr/>
              </a:pPr>
              <a:r>
                <a:rPr lang="en-US" altLang="zh-CN" sz="2000" i="1" dirty="0">
                  <a:latin typeface="Times New Roman" charset="0"/>
                </a:rPr>
                <a:t>d</a:t>
              </a:r>
              <a:r>
                <a:rPr lang="en-US" altLang="zh-CN" sz="2000" i="1" baseline="-25000" dirty="0">
                  <a:latin typeface="Times New Roman" charset="0"/>
                </a:rPr>
                <a:t>5</a:t>
              </a:r>
              <a:r>
                <a:rPr lang="en-US" altLang="zh-CN" sz="2000" dirty="0">
                  <a:latin typeface="Times New Roman" charset="0"/>
                </a:rPr>
                <a:t>: </a:t>
              </a:r>
              <a:r>
                <a:rPr lang="en-US" altLang="zh-CN" sz="2000" i="1" dirty="0">
                  <a:latin typeface="Times New Roman" charset="0"/>
                </a:rPr>
                <a:t>j = j-1</a:t>
              </a:r>
            </a:p>
          </p:txBody>
        </p:sp>
        <p:sp>
          <p:nvSpPr>
            <p:cNvPr id="161879" name="Line 28">
              <a:extLst>
                <a:ext uri="{FF2B5EF4-FFF2-40B4-BE49-F238E27FC236}">
                  <a16:creationId xmlns:a16="http://schemas.microsoft.com/office/drawing/2014/main" id="{54129A90-9D1D-4B45-A268-10C78EC37D8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267084" y="1500180"/>
              <a:ext cx="0" cy="239712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46" name="Rectangle 30">
              <a:extLst>
                <a:ext uri="{FF2B5EF4-FFF2-40B4-BE49-F238E27FC236}">
                  <a16:creationId xmlns:a16="http://schemas.microsoft.com/office/drawing/2014/main" id="{E3BBC731-04F2-48AE-9674-77DA1463F3D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9953" y="3643330"/>
              <a:ext cx="1214285" cy="285753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7500" tIns="0" rIns="0" bIns="0" anchor="ctr"/>
            <a:lstStyle>
              <a:lvl1pPr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just">
                <a:lnSpc>
                  <a:spcPts val="1900"/>
                </a:lnSpc>
                <a:defRPr/>
              </a:pPr>
              <a:r>
                <a:rPr lang="en-US" altLang="zh-CN" sz="2000" i="1" dirty="0">
                  <a:latin typeface="Times New Roman" charset="0"/>
                </a:rPr>
                <a:t>d</a:t>
              </a:r>
              <a:r>
                <a:rPr lang="en-US" altLang="zh-CN" sz="2000" i="1" baseline="-25000" dirty="0">
                  <a:latin typeface="Times New Roman" charset="0"/>
                </a:rPr>
                <a:t>6</a:t>
              </a:r>
              <a:r>
                <a:rPr lang="en-US" altLang="zh-CN" sz="2000" dirty="0">
                  <a:latin typeface="Times New Roman" charset="0"/>
                </a:rPr>
                <a:t>: </a:t>
              </a:r>
              <a:r>
                <a:rPr lang="en-US" altLang="zh-CN" sz="2000" i="1" dirty="0">
                  <a:latin typeface="Times New Roman" charset="0"/>
                </a:rPr>
                <a:t>a = u2</a:t>
              </a:r>
              <a:endParaRPr lang="en-US" altLang="zh-CN" sz="2000" i="1" baseline="-25000" dirty="0">
                <a:latin typeface="Times New Roman" charset="0"/>
              </a:endParaRPr>
            </a:p>
          </p:txBody>
        </p:sp>
        <p:sp>
          <p:nvSpPr>
            <p:cNvPr id="161881" name="Rectangle 33">
              <a:extLst>
                <a:ext uri="{FF2B5EF4-FFF2-40B4-BE49-F238E27FC236}">
                  <a16:creationId xmlns:a16="http://schemas.microsoft.com/office/drawing/2014/main" id="{4486FAAD-B601-42AD-845A-DD271D7B2BA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25744" y="4071956"/>
              <a:ext cx="627063" cy="3238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sz="2000" i="1">
                  <a:latin typeface="Times New Roman" panose="02020603050405020304" pitchFamily="18" charset="0"/>
                </a:rPr>
                <a:t>B</a:t>
              </a:r>
              <a:r>
                <a:rPr lang="en-US" altLang="zh-CN" sz="2000" baseline="-25000">
                  <a:latin typeface="Times New Roman" panose="02020603050405020304" pitchFamily="18" charset="0"/>
                </a:rPr>
                <a:t>4</a:t>
              </a:r>
              <a:endParaRPr lang="en-US" altLang="zh-CN" sz="2000">
                <a:latin typeface="Times New Roman" panose="02020603050405020304" pitchFamily="18" charset="0"/>
              </a:endParaRPr>
            </a:p>
          </p:txBody>
        </p:sp>
        <p:sp>
          <p:nvSpPr>
            <p:cNvPr id="161882" name="Rectangle 34">
              <a:extLst>
                <a:ext uri="{FF2B5EF4-FFF2-40B4-BE49-F238E27FC236}">
                  <a16:creationId xmlns:a16="http://schemas.microsoft.com/office/drawing/2014/main" id="{3B83DB80-BF28-473A-AF83-AB574D31F79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638434" y="3571883"/>
              <a:ext cx="628650" cy="3270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sz="2000" i="1">
                  <a:latin typeface="Times New Roman" panose="02020603050405020304" pitchFamily="18" charset="0"/>
                </a:rPr>
                <a:t>B</a:t>
              </a:r>
              <a:r>
                <a:rPr lang="en-US" altLang="zh-CN" sz="2000" baseline="-25000">
                  <a:latin typeface="Times New Roman" panose="02020603050405020304" pitchFamily="18" charset="0"/>
                </a:rPr>
                <a:t>3</a:t>
              </a:r>
              <a:endParaRPr lang="en-US" altLang="zh-CN" sz="2000">
                <a:latin typeface="Times New Roman" panose="02020603050405020304" pitchFamily="18" charset="0"/>
              </a:endParaRPr>
            </a:p>
          </p:txBody>
        </p:sp>
        <p:sp>
          <p:nvSpPr>
            <p:cNvPr id="161883" name="Line 37">
              <a:extLst>
                <a:ext uri="{FF2B5EF4-FFF2-40B4-BE49-F238E27FC236}">
                  <a16:creationId xmlns:a16="http://schemas.microsoft.com/office/drawing/2014/main" id="{DD833CC0-CFD6-41FC-A950-C4673D0E6887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928661" y="3357568"/>
              <a:ext cx="941389" cy="285752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161884" name="Line 38">
              <a:extLst>
                <a:ext uri="{FF2B5EF4-FFF2-40B4-BE49-F238E27FC236}">
                  <a16:creationId xmlns:a16="http://schemas.microsoft.com/office/drawing/2014/main" id="{359A5C6A-C81D-44DE-B033-544D77FA250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000100" y="3929072"/>
              <a:ext cx="928694" cy="214314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161885" name="Freeform 42">
              <a:extLst>
                <a:ext uri="{FF2B5EF4-FFF2-40B4-BE49-F238E27FC236}">
                  <a16:creationId xmlns:a16="http://schemas.microsoft.com/office/drawing/2014/main" id="{2635DFAB-0C23-4586-8646-52D256D824CA}"/>
                </a:ext>
              </a:extLst>
            </p:cNvPr>
            <p:cNvSpPr>
              <a:spLocks/>
            </p:cNvSpPr>
            <p:nvPr/>
          </p:nvSpPr>
          <p:spPr bwMode="auto">
            <a:xfrm rot="-906172">
              <a:off x="52811" y="2748547"/>
              <a:ext cx="1807873" cy="1979317"/>
            </a:xfrm>
            <a:custGeom>
              <a:avLst/>
              <a:gdLst>
                <a:gd name="T0" fmla="*/ 2147483646 w 627"/>
                <a:gd name="T1" fmla="*/ 2147483646 h 3190"/>
                <a:gd name="T2" fmla="*/ 2147483646 w 627"/>
                <a:gd name="T3" fmla="*/ 2147483646 h 3190"/>
                <a:gd name="T4" fmla="*/ 2147483646 w 627"/>
                <a:gd name="T5" fmla="*/ 2147483646 h 3190"/>
                <a:gd name="T6" fmla="*/ 2147483646 w 627"/>
                <a:gd name="T7" fmla="*/ 2147483646 h 3190"/>
                <a:gd name="T8" fmla="*/ 2147483646 w 627"/>
                <a:gd name="T9" fmla="*/ 2147483646 h 319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627"/>
                <a:gd name="T16" fmla="*/ 0 h 3190"/>
                <a:gd name="T17" fmla="*/ 627 w 627"/>
                <a:gd name="T18" fmla="*/ 3190 h 319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627" h="3190">
                  <a:moveTo>
                    <a:pt x="491" y="2994"/>
                  </a:moveTo>
                  <a:cubicBezTo>
                    <a:pt x="430" y="3092"/>
                    <a:pt x="369" y="3190"/>
                    <a:pt x="309" y="3130"/>
                  </a:cubicBezTo>
                  <a:cubicBezTo>
                    <a:pt x="249" y="3070"/>
                    <a:pt x="166" y="3092"/>
                    <a:pt x="128" y="2631"/>
                  </a:cubicBezTo>
                  <a:cubicBezTo>
                    <a:pt x="90" y="2170"/>
                    <a:pt x="0" y="726"/>
                    <a:pt x="83" y="363"/>
                  </a:cubicBezTo>
                  <a:cubicBezTo>
                    <a:pt x="166" y="0"/>
                    <a:pt x="396" y="227"/>
                    <a:pt x="627" y="454"/>
                  </a:cubicBezTo>
                </a:path>
              </a:pathLst>
            </a:cu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52" name="Rectangle 30">
              <a:extLst>
                <a:ext uri="{FF2B5EF4-FFF2-40B4-BE49-F238E27FC236}">
                  <a16:creationId xmlns:a16="http://schemas.microsoft.com/office/drawing/2014/main" id="{A066F7E5-A1F3-4907-A687-FDAB7F8746A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643286" y="4143397"/>
              <a:ext cx="1266665" cy="309566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7500" tIns="0" rIns="0" bIns="0" anchor="ctr"/>
            <a:lstStyle>
              <a:lvl1pPr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just">
                <a:lnSpc>
                  <a:spcPts val="1900"/>
                </a:lnSpc>
                <a:defRPr/>
              </a:pPr>
              <a:r>
                <a:rPr lang="en-US" altLang="zh-CN" sz="2000" i="1" dirty="0">
                  <a:latin typeface="Times New Roman" charset="0"/>
                </a:rPr>
                <a:t>d</a:t>
              </a:r>
              <a:r>
                <a:rPr lang="en-US" altLang="zh-CN" sz="2000" i="1" baseline="-25000" dirty="0">
                  <a:latin typeface="Times New Roman" charset="0"/>
                </a:rPr>
                <a:t>7</a:t>
              </a:r>
              <a:r>
                <a:rPr lang="en-US" altLang="zh-CN" sz="2000" dirty="0">
                  <a:latin typeface="Times New Roman" charset="0"/>
                </a:rPr>
                <a:t>: </a:t>
              </a:r>
              <a:r>
                <a:rPr lang="en-US" altLang="zh-CN" sz="2000" i="1" dirty="0">
                  <a:latin typeface="Times New Roman" charset="0"/>
                </a:rPr>
                <a:t>i = u3</a:t>
              </a:r>
              <a:endParaRPr lang="en-US" altLang="zh-CN" sz="2000" i="1" baseline="-25000" dirty="0">
                <a:latin typeface="Times New Roman" charset="0"/>
              </a:endParaRPr>
            </a:p>
          </p:txBody>
        </p:sp>
        <p:sp>
          <p:nvSpPr>
            <p:cNvPr id="53" name="Rectangle 23">
              <a:extLst>
                <a:ext uri="{FF2B5EF4-FFF2-40B4-BE49-F238E27FC236}">
                  <a16:creationId xmlns:a16="http://schemas.microsoft.com/office/drawing/2014/main" id="{0F792B0F-29BB-4707-A456-904BC8C2218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643286" y="4714904"/>
              <a:ext cx="1266665" cy="285753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8580" tIns="27000" rIns="68580" bIns="0" anchor="b"/>
            <a:lstStyle>
              <a:lvl1pPr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ctr">
                <a:lnSpc>
                  <a:spcPct val="70000"/>
                </a:lnSpc>
                <a:defRPr/>
              </a:pPr>
              <a:r>
                <a:rPr lang="en-US" altLang="zh-CN" sz="2000" i="1" dirty="0">
                  <a:latin typeface="Times New Roman" charset="0"/>
                </a:rPr>
                <a:t>EXIT</a:t>
              </a:r>
              <a:endParaRPr lang="en-US" altLang="zh-CN" sz="2000" dirty="0">
                <a:latin typeface="Times New Roman" charset="0"/>
              </a:endParaRPr>
            </a:p>
          </p:txBody>
        </p:sp>
        <p:sp>
          <p:nvSpPr>
            <p:cNvPr id="161888" name="Line 28">
              <a:extLst>
                <a:ext uri="{FF2B5EF4-FFF2-40B4-BE49-F238E27FC236}">
                  <a16:creationId xmlns:a16="http://schemas.microsoft.com/office/drawing/2014/main" id="{079C3B64-BBF7-47E5-9985-A4F4A5E5BEB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267084" y="4475191"/>
              <a:ext cx="0" cy="239712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</p:grpSp>
      <p:sp>
        <p:nvSpPr>
          <p:cNvPr id="5" name="矩形 4">
            <a:extLst>
              <a:ext uri="{FF2B5EF4-FFF2-40B4-BE49-F238E27FC236}">
                <a16:creationId xmlns:a16="http://schemas.microsoft.com/office/drawing/2014/main" id="{DB622ECA-CFBC-4C96-878C-3ECAA207C7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72225" y="2489200"/>
            <a:ext cx="325438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/>
          <a:p>
            <a:pPr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zh-CN" altLang="en-US" sz="2000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√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11FBE034-0BE8-42CD-802E-4BB114E1E01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11975" y="2463800"/>
            <a:ext cx="325438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/>
          <a:p>
            <a:pPr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zh-CN" altLang="en-US" sz="2000" dirty="0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√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799FB323-2599-4D11-B524-A003E649B3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57683" y="2473717"/>
            <a:ext cx="390525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/>
          <a:p>
            <a:pPr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zh-CN" altLang="en-US" sz="2000" dirty="0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 √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78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0978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0978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0978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 nodeType="clickPar">
                      <p:stCondLst>
                        <p:cond delay="indefinite"/>
                      </p:stCondLst>
                      <p:childTnLst>
                        <p:par>
                          <p:cTn id="2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 nodeType="clickPar">
                      <p:stCondLst>
                        <p:cond delay="indefinite"/>
                      </p:stCondLst>
                      <p:childTnLst>
                        <p:par>
                          <p:cTn id="3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6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 nodeType="clickPar">
                      <p:stCondLst>
                        <p:cond delay="indefinite"/>
                      </p:stCondLst>
                      <p:childTnLst>
                        <p:par>
                          <p:cTn id="4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5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 nodeType="clickPar">
                      <p:stCondLst>
                        <p:cond delay="indefinite"/>
                      </p:stCondLst>
                      <p:childTnLst>
                        <p:par>
                          <p:cTn id="4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0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2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 nodeType="clickPar">
                      <p:stCondLst>
                        <p:cond delay="indefinite"/>
                      </p:stCondLst>
                      <p:childTnLst>
                        <p:par>
                          <p:cTn id="5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 nodeType="clickPar">
                      <p:stCondLst>
                        <p:cond delay="indefinite"/>
                      </p:stCondLst>
                      <p:childTnLst>
                        <p:par>
                          <p:cTn id="6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 nodeType="clickPar">
                      <p:stCondLst>
                        <p:cond delay="indefinite"/>
                      </p:stCondLst>
                      <p:childTnLst>
                        <p:par>
                          <p:cTn id="7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 nodeType="clickPar">
                      <p:stCondLst>
                        <p:cond delay="indefinite"/>
                      </p:stCondLst>
                      <p:childTnLst>
                        <p:par>
                          <p:cTn id="7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 nodeType="clickPar">
                      <p:stCondLst>
                        <p:cond delay="indefinite"/>
                      </p:stCondLst>
                      <p:childTnLst>
                        <p:par>
                          <p:cTn id="8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7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8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 nodeType="clickPar">
                      <p:stCondLst>
                        <p:cond delay="indefinite"/>
                      </p:stCondLst>
                      <p:childTnLst>
                        <p:par>
                          <p:cTn id="9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4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5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 nodeType="clickPar">
                      <p:stCondLst>
                        <p:cond delay="indefinite"/>
                      </p:stCondLst>
                      <p:childTnLst>
                        <p:par>
                          <p:cTn id="9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1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2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4" fill="hold" nodeType="clickPar">
                      <p:stCondLst>
                        <p:cond delay="indefinite"/>
                      </p:stCondLst>
                      <p:childTnLst>
                        <p:par>
                          <p:cTn id="10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6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8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0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 nodeType="clickPar">
                      <p:stCondLst>
                        <p:cond delay="indefinite"/>
                      </p:stCondLst>
                      <p:childTnLst>
                        <p:par>
                          <p:cTn id="1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5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6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  <p:bldP spid="5" grpId="0"/>
      <p:bldP spid="6" grpId="0"/>
      <p:bldP spid="7" grpId="0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643" name="Rectangle 3">
            <a:extLst>
              <a:ext uri="{FF2B5EF4-FFF2-40B4-BE49-F238E27FC236}">
                <a16:creationId xmlns:a16="http://schemas.microsoft.com/office/drawing/2014/main" id="{6803FDA8-7A99-4616-9571-8EBADC480518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357188" y="714374"/>
            <a:ext cx="8429625" cy="4305648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lnSpc>
                <a:spcPts val="3100"/>
              </a:lnSpc>
              <a:buClrTx/>
              <a:buFont typeface="Wingdings" panose="05000000000000000000" pitchFamily="2" charset="2"/>
              <a:buChar char="Ø"/>
            </a:pP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删除无用赋值</a:t>
            </a:r>
          </a:p>
          <a:p>
            <a:pPr lvl="1" eaLnBrk="1" hangingPunct="1">
              <a:lnSpc>
                <a:spcPts val="3100"/>
              </a:lnSpc>
              <a:buClrTx/>
              <a:buFont typeface="Wingdings" panose="05000000000000000000" pitchFamily="2" charset="2"/>
              <a:buChar char="Ø"/>
            </a:pP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 </a:t>
            </a:r>
            <a:r>
              <a:rPr lang="zh-CN" altLang="en-US" b="1" dirty="0">
                <a:solidFill>
                  <a:srgbClr val="FF0000"/>
                </a:solidFill>
                <a:cs typeface="Times New Roman" panose="02020603050405020304" pitchFamily="18" charset="0"/>
              </a:rPr>
              <a:t>无用赋值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：如果</a:t>
            </a:r>
            <a:r>
              <a:rPr lang="en-US" altLang="zh-CN" b="1" i="1" dirty="0">
                <a:solidFill>
                  <a:srgbClr val="0070C0"/>
                </a:solidFill>
                <a:cs typeface="Times New Roman" panose="02020603050405020304" pitchFamily="18" charset="0"/>
              </a:rPr>
              <a:t>x</a:t>
            </a:r>
            <a:r>
              <a:rPr lang="zh-CN" altLang="en-US" b="1" dirty="0">
                <a:solidFill>
                  <a:srgbClr val="0070C0"/>
                </a:solidFill>
                <a:cs typeface="Times New Roman" panose="02020603050405020304" pitchFamily="18" charset="0"/>
              </a:rPr>
              <a:t>在点</a:t>
            </a:r>
            <a:r>
              <a:rPr lang="en-US" altLang="zh-CN" b="1" i="1" dirty="0">
                <a:solidFill>
                  <a:srgbClr val="0070C0"/>
                </a:solidFill>
                <a:cs typeface="Times New Roman" panose="02020603050405020304" pitchFamily="18" charset="0"/>
              </a:rPr>
              <a:t>p</a:t>
            </a:r>
            <a:r>
              <a:rPr lang="zh-CN" altLang="en-US" b="1" dirty="0">
                <a:solidFill>
                  <a:srgbClr val="0070C0"/>
                </a:solidFill>
                <a:cs typeface="Times New Roman" panose="02020603050405020304" pitchFamily="18" charset="0"/>
              </a:rPr>
              <a:t>的定值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在基本块内所有后继点都</a:t>
            </a:r>
            <a:r>
              <a:rPr lang="zh-CN" altLang="en-US" b="1" dirty="0">
                <a:solidFill>
                  <a:srgbClr val="0070C0"/>
                </a:solidFill>
                <a:cs typeface="Times New Roman" panose="02020603050405020304" pitchFamily="18" charset="0"/>
              </a:rPr>
              <a:t>不被引用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，且</a:t>
            </a:r>
            <a:r>
              <a:rPr lang="en-US" altLang="zh-CN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x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在基本块出口之后又是</a:t>
            </a:r>
            <a:r>
              <a:rPr lang="zh-CN" altLang="en-US" b="1" dirty="0">
                <a:solidFill>
                  <a:srgbClr val="0070C0"/>
                </a:solidFill>
                <a:cs typeface="Times New Roman" panose="02020603050405020304" pitchFamily="18" charset="0"/>
              </a:rPr>
              <a:t>不活跃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的，那么</a:t>
            </a:r>
            <a:r>
              <a:rPr lang="en-US" altLang="zh-CN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x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在点</a:t>
            </a:r>
            <a:r>
              <a:rPr lang="en-US" altLang="zh-CN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p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的定值就是无用的</a:t>
            </a:r>
          </a:p>
          <a:p>
            <a:pPr eaLnBrk="1" hangingPunct="1">
              <a:lnSpc>
                <a:spcPts val="3100"/>
              </a:lnSpc>
              <a:buClrTx/>
              <a:buFont typeface="Wingdings" panose="05000000000000000000" pitchFamily="2" charset="2"/>
              <a:buChar char="Ø"/>
            </a:pP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为基本块分配寄存器</a:t>
            </a:r>
            <a:endParaRPr lang="en-US" altLang="zh-CN" sz="25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lvl="1" eaLnBrk="1" hangingPunct="1">
              <a:lnSpc>
                <a:spcPts val="3100"/>
              </a:lnSpc>
              <a:buClrTx/>
              <a:buFont typeface="Wingdings" panose="05000000000000000000" pitchFamily="2" charset="2"/>
              <a:buChar char="Ø"/>
            </a:pP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 如果</a:t>
            </a:r>
            <a:r>
              <a:rPr lang="zh-CN" altLang="en-US" b="1" dirty="0">
                <a:solidFill>
                  <a:srgbClr val="0070C0"/>
                </a:solidFill>
                <a:cs typeface="Times New Roman" panose="02020603050405020304" pitchFamily="18" charset="0"/>
              </a:rPr>
              <a:t>所有寄存器都被占用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，并且还需要申请一个寄存器，则应该考虑使用已经</a:t>
            </a:r>
            <a:r>
              <a:rPr lang="zh-CN" altLang="en-US" b="1" dirty="0">
                <a:solidFill>
                  <a:srgbClr val="0070C0"/>
                </a:solidFill>
                <a:cs typeface="Times New Roman" panose="02020603050405020304" pitchFamily="18" charset="0"/>
              </a:rPr>
              <a:t>存放了不活跃变量</a:t>
            </a:r>
            <a:r>
              <a:rPr lang="en-US" altLang="zh-CN" b="1" dirty="0">
                <a:solidFill>
                  <a:srgbClr val="0070C0"/>
                </a:solidFill>
                <a:cs typeface="Times New Roman" panose="02020603050405020304" pitchFamily="18" charset="0"/>
              </a:rPr>
              <a:t>(</a:t>
            </a:r>
            <a:r>
              <a:rPr lang="zh-CN" altLang="en-US" b="1" dirty="0">
                <a:solidFill>
                  <a:srgbClr val="0070C0"/>
                </a:solidFill>
                <a:cs typeface="Times New Roman" panose="02020603050405020304" pitchFamily="18" charset="0"/>
              </a:rPr>
              <a:t>死亡</a:t>
            </a:r>
            <a:r>
              <a:rPr lang="en-US" altLang="zh-CN" b="1" dirty="0">
                <a:solidFill>
                  <a:srgbClr val="0070C0"/>
                </a:solidFill>
                <a:cs typeface="Times New Roman" panose="02020603050405020304" pitchFamily="18" charset="0"/>
              </a:rPr>
              <a:t>)</a:t>
            </a:r>
            <a:r>
              <a:rPr lang="zh-CN" altLang="en-US" b="1" dirty="0">
                <a:solidFill>
                  <a:srgbClr val="0070C0"/>
                </a:solidFill>
                <a:cs typeface="Times New Roman" panose="02020603050405020304" pitchFamily="18" charset="0"/>
              </a:rPr>
              <a:t>值的寄存器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，因为这个值不需要保存到内存</a:t>
            </a:r>
            <a:endParaRPr lang="en-US" altLang="zh-CN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lvl="1" eaLnBrk="1" hangingPunct="1">
              <a:lnSpc>
                <a:spcPts val="3100"/>
              </a:lnSpc>
              <a:buClrTx/>
              <a:buFont typeface="Wingdings" panose="05000000000000000000" pitchFamily="2" charset="2"/>
              <a:buChar char="Ø"/>
            </a:pP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 如果一个值</a:t>
            </a:r>
            <a:r>
              <a:rPr lang="zh-CN" altLang="en-US" b="1" dirty="0">
                <a:cs typeface="Times New Roman" panose="02020603050405020304" pitchFamily="18" charset="0"/>
              </a:rPr>
              <a:t>在基本块结尾处是</a:t>
            </a:r>
            <a:r>
              <a:rPr lang="zh-CN" altLang="en-US" b="1" dirty="0">
                <a:solidFill>
                  <a:srgbClr val="0070C0"/>
                </a:solidFill>
                <a:cs typeface="Times New Roman" panose="02020603050405020304" pitchFamily="18" charset="0"/>
              </a:rPr>
              <a:t>不活跃</a:t>
            </a:r>
            <a:r>
              <a:rPr lang="en-US" altLang="zh-CN" b="1" dirty="0">
                <a:solidFill>
                  <a:srgbClr val="0070C0"/>
                </a:solidFill>
                <a:cs typeface="Times New Roman" panose="02020603050405020304" pitchFamily="18" charset="0"/>
              </a:rPr>
              <a:t>(</a:t>
            </a:r>
            <a:r>
              <a:rPr lang="zh-CN" altLang="en-US" b="1" dirty="0">
                <a:solidFill>
                  <a:srgbClr val="0070C0"/>
                </a:solidFill>
                <a:cs typeface="Times New Roman" panose="02020603050405020304" pitchFamily="18" charset="0"/>
              </a:rPr>
              <a:t>死</a:t>
            </a:r>
            <a:r>
              <a:rPr lang="en-US" altLang="zh-CN" b="1" dirty="0">
                <a:solidFill>
                  <a:srgbClr val="0070C0"/>
                </a:solidFill>
                <a:cs typeface="Times New Roman" panose="02020603050405020304" pitchFamily="18" charset="0"/>
              </a:rPr>
              <a:t>)</a:t>
            </a:r>
            <a:r>
              <a:rPr lang="zh-CN" altLang="en-US" b="1" dirty="0">
                <a:solidFill>
                  <a:srgbClr val="0070C0"/>
                </a:solidFill>
                <a:cs typeface="Times New Roman" panose="02020603050405020304" pitchFamily="18" charset="0"/>
              </a:rPr>
              <a:t>的</a:t>
            </a:r>
            <a:r>
              <a:rPr lang="zh-CN" altLang="en-US" b="1" dirty="0">
                <a:cs typeface="Times New Roman" panose="02020603050405020304" pitchFamily="18" charset="0"/>
              </a:rPr>
              <a:t>就</a:t>
            </a:r>
            <a:r>
              <a:rPr lang="zh-CN" altLang="en-US" b="1" dirty="0">
                <a:solidFill>
                  <a:srgbClr val="0070C0"/>
                </a:solidFill>
                <a:cs typeface="Times New Roman" panose="02020603050405020304" pitchFamily="18" charset="0"/>
              </a:rPr>
              <a:t>不必</a:t>
            </a:r>
            <a:r>
              <a:rPr lang="zh-CN" altLang="en-US" b="1" dirty="0">
                <a:cs typeface="Times New Roman" panose="02020603050405020304" pitchFamily="18" charset="0"/>
              </a:rPr>
              <a:t>在结尾处</a:t>
            </a:r>
            <a:r>
              <a:rPr lang="zh-CN" altLang="en-US" b="1" dirty="0">
                <a:solidFill>
                  <a:srgbClr val="0070C0"/>
                </a:solidFill>
                <a:cs typeface="Times New Roman" panose="02020603050405020304" pitchFamily="18" charset="0"/>
              </a:rPr>
              <a:t>保存这个值</a:t>
            </a:r>
            <a:endParaRPr lang="en-US" altLang="zh-CN" b="1" dirty="0">
              <a:solidFill>
                <a:srgbClr val="0070C0"/>
              </a:solidFill>
              <a:cs typeface="Times New Roman" panose="02020603050405020304" pitchFamily="18" charset="0"/>
            </a:endParaRPr>
          </a:p>
        </p:txBody>
      </p:sp>
      <p:sp>
        <p:nvSpPr>
          <p:cNvPr id="163843" name="Rectangle 2">
            <a:extLst>
              <a:ext uri="{FF2B5EF4-FFF2-40B4-BE49-F238E27FC236}">
                <a16:creationId xmlns:a16="http://schemas.microsoft.com/office/drawing/2014/main" id="{C0DCD90D-2B98-4843-B22B-9D8344318D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活跃变量信息的主要用途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06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8806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8806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8806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064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88064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88064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88064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064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88064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88064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88064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064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88064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88064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88064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064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88064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88064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88064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95" name="Rectangle 3">
            <a:extLst>
              <a:ext uri="{FF2B5EF4-FFF2-40B4-BE49-F238E27FC236}">
                <a16:creationId xmlns:a16="http://schemas.microsoft.com/office/drawing/2014/main" id="{800B4C15-6B88-40DB-8065-F2FA076C2A6B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01650" y="785812"/>
            <a:ext cx="8142288" cy="3874169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lnSpc>
                <a:spcPts val="3500"/>
              </a:lnSpc>
              <a:buClrTx/>
              <a:buFont typeface="Wingdings" panose="05000000000000000000" pitchFamily="2" charset="2"/>
              <a:buChar char="Ø"/>
            </a:pPr>
            <a:r>
              <a:rPr lang="zh-CN" altLang="en-US" sz="2500" b="1" dirty="0">
                <a:solidFill>
                  <a:schemeClr val="tx1"/>
                </a:solidFill>
                <a:latin typeface="楷体" panose="02010609060101010101" pitchFamily="49" charset="-122"/>
              </a:rPr>
              <a:t>逆向数据流问题</a:t>
            </a:r>
            <a:endParaRPr lang="en-US" altLang="zh-CN" sz="2500" b="1" dirty="0">
              <a:solidFill>
                <a:schemeClr val="tx1"/>
              </a:solidFill>
              <a:latin typeface="楷体" panose="02010609060101010101" pitchFamily="49" charset="-122"/>
            </a:endParaRPr>
          </a:p>
          <a:p>
            <a:pPr lvl="1" eaLnBrk="1" hangingPunct="1">
              <a:lnSpc>
                <a:spcPts val="3500"/>
              </a:lnSpc>
              <a:buClrTx/>
              <a:buFont typeface="Wingdings" panose="05000000000000000000" pitchFamily="2" charset="2"/>
              <a:buChar char="Ø"/>
            </a:pPr>
            <a:r>
              <a:rPr lang="en-US" altLang="zh-CN" sz="25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 </a:t>
            </a:r>
            <a:r>
              <a:rPr lang="en-US" altLang="zh-CN" sz="2500" b="1" i="1" dirty="0">
                <a:solidFill>
                  <a:srgbClr val="0070C0"/>
                </a:solidFill>
                <a:cs typeface="Times New Roman" panose="02020603050405020304" pitchFamily="18" charset="0"/>
              </a:rPr>
              <a:t>IN</a:t>
            </a:r>
            <a:r>
              <a:rPr lang="en-US" altLang="zh-CN" sz="2500" b="1" dirty="0">
                <a:solidFill>
                  <a:srgbClr val="0070C0"/>
                </a:solidFill>
                <a:cs typeface="Times New Roman" panose="02020603050405020304" pitchFamily="18" charset="0"/>
              </a:rPr>
              <a:t>[</a:t>
            </a:r>
            <a:r>
              <a:rPr lang="en-US" altLang="zh-CN" sz="2500" b="1" i="1" dirty="0">
                <a:solidFill>
                  <a:srgbClr val="0070C0"/>
                </a:solidFill>
                <a:cs typeface="Times New Roman" panose="02020603050405020304" pitchFamily="18" charset="0"/>
              </a:rPr>
              <a:t>B</a:t>
            </a:r>
            <a:r>
              <a:rPr lang="en-US" altLang="zh-CN" sz="2500" b="1" dirty="0">
                <a:solidFill>
                  <a:srgbClr val="0070C0"/>
                </a:solidFill>
                <a:cs typeface="Times New Roman" panose="02020603050405020304" pitchFamily="18" charset="0"/>
              </a:rPr>
              <a:t>]</a:t>
            </a:r>
            <a:r>
              <a:rPr lang="en-US" altLang="zh-CN" sz="2500" b="1" i="1" dirty="0">
                <a:solidFill>
                  <a:srgbClr val="0070C0"/>
                </a:solidFill>
                <a:cs typeface="Times New Roman" panose="02020603050405020304" pitchFamily="18" charset="0"/>
              </a:rPr>
              <a:t> </a:t>
            </a:r>
            <a:r>
              <a:rPr lang="en-US" altLang="zh-CN" sz="2500" b="1" dirty="0">
                <a:solidFill>
                  <a:srgbClr val="0070C0"/>
                </a:solidFill>
                <a:cs typeface="Times New Roman" panose="02020603050405020304" pitchFamily="18" charset="0"/>
              </a:rPr>
              <a:t>= </a:t>
            </a:r>
            <a:r>
              <a:rPr lang="en-US" altLang="zh-CN" sz="2500" b="1" i="1" dirty="0">
                <a:solidFill>
                  <a:srgbClr val="0070C0"/>
                </a:solidFill>
                <a:cs typeface="Times New Roman" panose="02020603050405020304" pitchFamily="18" charset="0"/>
              </a:rPr>
              <a:t>f</a:t>
            </a:r>
            <a:r>
              <a:rPr lang="en-US" altLang="zh-CN" sz="2500" b="1" i="1" baseline="-30000" dirty="0">
                <a:solidFill>
                  <a:srgbClr val="0070C0"/>
                </a:solidFill>
                <a:cs typeface="Times New Roman" panose="02020603050405020304" pitchFamily="18" charset="0"/>
              </a:rPr>
              <a:t>B</a:t>
            </a:r>
            <a:r>
              <a:rPr lang="en-US" altLang="zh-CN" sz="2500" b="1" dirty="0">
                <a:solidFill>
                  <a:srgbClr val="0070C0"/>
                </a:solidFill>
                <a:cs typeface="Times New Roman" panose="02020603050405020304" pitchFamily="18" charset="0"/>
              </a:rPr>
              <a:t>(</a:t>
            </a:r>
            <a:r>
              <a:rPr lang="en-US" altLang="zh-CN" sz="2500" b="1" i="1" dirty="0">
                <a:solidFill>
                  <a:srgbClr val="0070C0"/>
                </a:solidFill>
                <a:cs typeface="Times New Roman" panose="02020603050405020304" pitchFamily="18" charset="0"/>
              </a:rPr>
              <a:t>OUT </a:t>
            </a:r>
            <a:r>
              <a:rPr lang="en-US" altLang="zh-CN" sz="2500" b="1" dirty="0">
                <a:solidFill>
                  <a:srgbClr val="0070C0"/>
                </a:solidFill>
                <a:cs typeface="Times New Roman" panose="02020603050405020304" pitchFamily="18" charset="0"/>
              </a:rPr>
              <a:t>[</a:t>
            </a:r>
            <a:r>
              <a:rPr lang="en-US" altLang="zh-CN" sz="2500" b="1" i="1" dirty="0">
                <a:solidFill>
                  <a:srgbClr val="0070C0"/>
                </a:solidFill>
                <a:cs typeface="Times New Roman" panose="02020603050405020304" pitchFamily="18" charset="0"/>
              </a:rPr>
              <a:t>B</a:t>
            </a:r>
            <a:r>
              <a:rPr lang="en-US" altLang="zh-CN" sz="2500" b="1" dirty="0">
                <a:solidFill>
                  <a:srgbClr val="0070C0"/>
                </a:solidFill>
                <a:cs typeface="Times New Roman" panose="02020603050405020304" pitchFamily="18" charset="0"/>
              </a:rPr>
              <a:t>]</a:t>
            </a:r>
            <a:r>
              <a:rPr lang="zh-CN" altLang="en-US" sz="2500" b="1" dirty="0">
                <a:solidFill>
                  <a:srgbClr val="0070C0"/>
                </a:solidFill>
                <a:cs typeface="Times New Roman" panose="02020603050405020304" pitchFamily="18" charset="0"/>
              </a:rPr>
              <a:t>）</a:t>
            </a:r>
            <a:endParaRPr lang="en-US" altLang="zh-CN" sz="2500" b="1" i="1" dirty="0">
              <a:solidFill>
                <a:srgbClr val="0070C0"/>
              </a:solidFill>
              <a:ea typeface="楷体_GB2312" charset="0"/>
              <a:cs typeface="Times New Roman" panose="02020603050405020304" pitchFamily="18" charset="0"/>
            </a:endParaRPr>
          </a:p>
          <a:p>
            <a:pPr eaLnBrk="1" hangingPunct="1">
              <a:lnSpc>
                <a:spcPts val="3500"/>
              </a:lnSpc>
            </a:pPr>
            <a:r>
              <a:rPr lang="en-US" altLang="zh-CN" sz="2500" b="1" i="1" dirty="0">
                <a:solidFill>
                  <a:srgbClr val="0070C0"/>
                </a:solidFill>
                <a:cs typeface="Times New Roman" panose="02020603050405020304" pitchFamily="18" charset="0"/>
              </a:rPr>
              <a:t>IN</a:t>
            </a:r>
            <a:r>
              <a:rPr lang="en-US" altLang="zh-CN" sz="2500" b="1" dirty="0">
                <a:solidFill>
                  <a:srgbClr val="0070C0"/>
                </a:solidFill>
                <a:cs typeface="Times New Roman" panose="02020603050405020304" pitchFamily="18" charset="0"/>
              </a:rPr>
              <a:t>[</a:t>
            </a:r>
            <a:r>
              <a:rPr lang="en-US" altLang="zh-CN" sz="2500" b="1" i="1" dirty="0">
                <a:solidFill>
                  <a:srgbClr val="0070C0"/>
                </a:solidFill>
                <a:cs typeface="Times New Roman" panose="02020603050405020304" pitchFamily="18" charset="0"/>
              </a:rPr>
              <a:t>B</a:t>
            </a:r>
            <a:r>
              <a:rPr lang="en-US" altLang="zh-CN" sz="2500" b="1" dirty="0">
                <a:solidFill>
                  <a:srgbClr val="0070C0"/>
                </a:solidFill>
                <a:cs typeface="Times New Roman" panose="02020603050405020304" pitchFamily="18" charset="0"/>
              </a:rPr>
              <a:t>]</a:t>
            </a:r>
            <a:r>
              <a:rPr lang="en-US" altLang="zh-CN" sz="2500" b="1" i="1" dirty="0">
                <a:solidFill>
                  <a:srgbClr val="0070C0"/>
                </a:solidFill>
                <a:cs typeface="Times New Roman" panose="02020603050405020304" pitchFamily="18" charset="0"/>
              </a:rPr>
              <a:t> </a:t>
            </a:r>
            <a:r>
              <a:rPr lang="en-US" altLang="zh-CN" sz="2500" b="1" dirty="0">
                <a:solidFill>
                  <a:srgbClr val="0070C0"/>
                </a:solidFill>
                <a:cs typeface="Times New Roman" panose="02020603050405020304" pitchFamily="18" charset="0"/>
              </a:rPr>
              <a:t>= </a:t>
            </a:r>
            <a:r>
              <a:rPr lang="en-US" altLang="zh-CN" sz="2500" b="1" i="1" dirty="0" err="1">
                <a:solidFill>
                  <a:srgbClr val="0070C0"/>
                </a:solidFill>
                <a:ea typeface="楷体_GB2312" charset="0"/>
                <a:cs typeface="Times New Roman" panose="02020603050405020304" pitchFamily="18" charset="0"/>
              </a:rPr>
              <a:t>f</a:t>
            </a:r>
            <a:r>
              <a:rPr lang="en-US" altLang="zh-CN" sz="2500" b="1" i="1" baseline="-30000" dirty="0" err="1">
                <a:solidFill>
                  <a:srgbClr val="0070C0"/>
                </a:solidFill>
                <a:cs typeface="Times New Roman" panose="02020603050405020304" pitchFamily="18" charset="0"/>
              </a:rPr>
              <a:t>B</a:t>
            </a:r>
            <a:r>
              <a:rPr lang="en-US" altLang="zh-CN" sz="2500" b="1" i="1" baseline="-30000" dirty="0">
                <a:solidFill>
                  <a:srgbClr val="0070C0"/>
                </a:solidFill>
                <a:cs typeface="Times New Roman" panose="02020603050405020304" pitchFamily="18" charset="0"/>
              </a:rPr>
              <a:t> </a:t>
            </a:r>
            <a:r>
              <a:rPr lang="en-US" altLang="zh-CN" sz="2500" b="1" dirty="0">
                <a:solidFill>
                  <a:srgbClr val="0070C0"/>
                </a:solidFill>
                <a:ea typeface="楷体_GB2312" charset="0"/>
                <a:cs typeface="Times New Roman" panose="02020603050405020304" pitchFamily="18" charset="0"/>
              </a:rPr>
              <a:t>(</a:t>
            </a:r>
            <a:r>
              <a:rPr lang="en-US" altLang="zh-CN" sz="2500" b="1" i="1" dirty="0">
                <a:solidFill>
                  <a:srgbClr val="0070C0"/>
                </a:solidFill>
                <a:cs typeface="Times New Roman" panose="02020603050405020304" pitchFamily="18" charset="0"/>
              </a:rPr>
              <a:t>OUT </a:t>
            </a:r>
            <a:r>
              <a:rPr lang="en-US" altLang="zh-CN" sz="2500" b="1" dirty="0">
                <a:solidFill>
                  <a:srgbClr val="0070C0"/>
                </a:solidFill>
                <a:cs typeface="Times New Roman" panose="02020603050405020304" pitchFamily="18" charset="0"/>
              </a:rPr>
              <a:t>[</a:t>
            </a:r>
            <a:r>
              <a:rPr lang="en-US" altLang="zh-CN" sz="2500" b="1" i="1" dirty="0">
                <a:solidFill>
                  <a:srgbClr val="0070C0"/>
                </a:solidFill>
                <a:cs typeface="Times New Roman" panose="02020603050405020304" pitchFamily="18" charset="0"/>
              </a:rPr>
              <a:t>B</a:t>
            </a:r>
            <a:r>
              <a:rPr lang="en-US" altLang="zh-CN" sz="2500" b="1" dirty="0">
                <a:solidFill>
                  <a:srgbClr val="0070C0"/>
                </a:solidFill>
                <a:cs typeface="Times New Roman" panose="02020603050405020304" pitchFamily="18" charset="0"/>
              </a:rPr>
              <a:t>]</a:t>
            </a:r>
            <a:r>
              <a:rPr lang="en-US" altLang="zh-CN" sz="2500" b="1" dirty="0">
                <a:solidFill>
                  <a:srgbClr val="0070C0"/>
                </a:solidFill>
                <a:ea typeface="楷体_GB2312" charset="0"/>
                <a:cs typeface="Times New Roman" panose="02020603050405020304" pitchFamily="18" charset="0"/>
              </a:rPr>
              <a:t>) = </a:t>
            </a:r>
            <a:r>
              <a:rPr lang="en-US" altLang="zh-CN" sz="2500" b="1" i="1" dirty="0" err="1">
                <a:solidFill>
                  <a:srgbClr val="0070C0"/>
                </a:solidFill>
                <a:ea typeface="楷体_GB2312" charset="0"/>
                <a:cs typeface="Times New Roman" panose="02020603050405020304" pitchFamily="18" charset="0"/>
              </a:rPr>
              <a:t>use</a:t>
            </a:r>
            <a:r>
              <a:rPr lang="en-US" altLang="zh-CN" sz="2500" b="1" i="1" baseline="-30000" dirty="0" err="1">
                <a:solidFill>
                  <a:srgbClr val="0070C0"/>
                </a:solidFill>
                <a:cs typeface="Times New Roman" panose="02020603050405020304" pitchFamily="18" charset="0"/>
              </a:rPr>
              <a:t>B</a:t>
            </a:r>
            <a:r>
              <a:rPr lang="en-US" altLang="zh-CN" sz="2500" b="1" i="1" baseline="-30000" dirty="0">
                <a:solidFill>
                  <a:srgbClr val="0070C0"/>
                </a:solidFill>
                <a:cs typeface="Times New Roman" panose="02020603050405020304" pitchFamily="18" charset="0"/>
              </a:rPr>
              <a:t> </a:t>
            </a:r>
            <a:r>
              <a:rPr lang="en-US" altLang="zh-CN" sz="2500" b="1" dirty="0">
                <a:solidFill>
                  <a:srgbClr val="0070C0"/>
                </a:solidFill>
                <a:cs typeface="Times New Roman" panose="02020603050405020304" pitchFamily="18" charset="0"/>
              </a:rPr>
              <a:t>∪(</a:t>
            </a:r>
            <a:r>
              <a:rPr lang="en-US" altLang="zh-CN" sz="2500" b="1" i="1" dirty="0">
                <a:solidFill>
                  <a:srgbClr val="0070C0"/>
                </a:solidFill>
                <a:cs typeface="Times New Roman" panose="02020603050405020304" pitchFamily="18" charset="0"/>
              </a:rPr>
              <a:t>OUT </a:t>
            </a:r>
            <a:r>
              <a:rPr lang="en-US" altLang="zh-CN" sz="2500" b="1" dirty="0">
                <a:solidFill>
                  <a:srgbClr val="0070C0"/>
                </a:solidFill>
                <a:cs typeface="Times New Roman" panose="02020603050405020304" pitchFamily="18" charset="0"/>
              </a:rPr>
              <a:t>[</a:t>
            </a:r>
            <a:r>
              <a:rPr lang="en-US" altLang="zh-CN" sz="2500" b="1" i="1" dirty="0">
                <a:solidFill>
                  <a:srgbClr val="0070C0"/>
                </a:solidFill>
                <a:cs typeface="Times New Roman" panose="02020603050405020304" pitchFamily="18" charset="0"/>
              </a:rPr>
              <a:t>B</a:t>
            </a:r>
            <a:r>
              <a:rPr lang="en-US" altLang="zh-CN" sz="2500" b="1" dirty="0">
                <a:solidFill>
                  <a:srgbClr val="0070C0"/>
                </a:solidFill>
                <a:cs typeface="Times New Roman" panose="02020603050405020304" pitchFamily="18" charset="0"/>
              </a:rPr>
              <a:t>] </a:t>
            </a:r>
            <a:r>
              <a:rPr lang="en-US" altLang="zh-CN" sz="2500" b="1" i="1" dirty="0">
                <a:solidFill>
                  <a:srgbClr val="0070C0"/>
                </a:solidFill>
                <a:ea typeface="楷体_GB2312" charset="0"/>
                <a:cs typeface="Times New Roman" panose="02020603050405020304" pitchFamily="18" charset="0"/>
              </a:rPr>
              <a:t>- </a:t>
            </a:r>
            <a:r>
              <a:rPr lang="en-US" altLang="zh-CN" sz="2500" b="1" i="1" dirty="0" err="1">
                <a:solidFill>
                  <a:srgbClr val="0070C0"/>
                </a:solidFill>
                <a:ea typeface="楷体_GB2312" charset="0"/>
                <a:cs typeface="Times New Roman" panose="02020603050405020304" pitchFamily="18" charset="0"/>
              </a:rPr>
              <a:t>def</a:t>
            </a:r>
            <a:r>
              <a:rPr lang="en-US" altLang="zh-CN" sz="2500" b="1" i="1" baseline="-30000" dirty="0" err="1">
                <a:solidFill>
                  <a:srgbClr val="0070C0"/>
                </a:solidFill>
                <a:cs typeface="Times New Roman" panose="02020603050405020304" pitchFamily="18" charset="0"/>
              </a:rPr>
              <a:t>B</a:t>
            </a:r>
            <a:r>
              <a:rPr lang="en-US" altLang="zh-CN" sz="2500" b="1" i="1" baseline="-30000" dirty="0">
                <a:solidFill>
                  <a:srgbClr val="0070C0"/>
                </a:solidFill>
                <a:cs typeface="Times New Roman" panose="02020603050405020304" pitchFamily="18" charset="0"/>
              </a:rPr>
              <a:t> </a:t>
            </a:r>
            <a:r>
              <a:rPr lang="en-US" altLang="zh-CN" sz="2500" b="1" dirty="0">
                <a:solidFill>
                  <a:srgbClr val="0070C0"/>
                </a:solidFill>
                <a:cs typeface="Times New Roman" panose="02020603050405020304" pitchFamily="18" charset="0"/>
              </a:rPr>
              <a:t>)</a:t>
            </a:r>
            <a:endParaRPr lang="en-US" altLang="zh-CN" sz="2500" b="1" dirty="0">
              <a:solidFill>
                <a:srgbClr val="0070C0"/>
              </a:solidFill>
              <a:ea typeface="楷体_GB2312" charset="0"/>
              <a:cs typeface="Times New Roman" panose="02020603050405020304" pitchFamily="18" charset="0"/>
            </a:endParaRPr>
          </a:p>
          <a:p>
            <a:pPr lvl="1" eaLnBrk="1" hangingPunct="1">
              <a:lnSpc>
                <a:spcPts val="3500"/>
              </a:lnSpc>
            </a:pPr>
            <a:r>
              <a:rPr lang="en-US" altLang="zh-CN" sz="2500" b="1" i="1" dirty="0" err="1">
                <a:solidFill>
                  <a:srgbClr val="0070C0"/>
                </a:solidFill>
                <a:ea typeface="楷体_GB2312" charset="0"/>
                <a:cs typeface="Times New Roman" panose="02020603050405020304" pitchFamily="18" charset="0"/>
              </a:rPr>
              <a:t>use</a:t>
            </a:r>
            <a:r>
              <a:rPr lang="en-US" altLang="zh-CN" sz="2500" b="1" i="1" baseline="-30000" dirty="0" err="1">
                <a:solidFill>
                  <a:srgbClr val="0070C0"/>
                </a:solidFill>
                <a:ea typeface="楷体_GB2312" charset="0"/>
                <a:cs typeface="Times New Roman" panose="02020603050405020304" pitchFamily="18" charset="0"/>
              </a:rPr>
              <a:t>B</a:t>
            </a:r>
            <a:r>
              <a:rPr lang="en-US" altLang="zh-CN" sz="2500" b="1" i="1" baseline="-30000" dirty="0">
                <a:solidFill>
                  <a:srgbClr val="0070C0"/>
                </a:solidFill>
                <a:ea typeface="楷体_GB2312" charset="0"/>
                <a:cs typeface="Times New Roman" panose="02020603050405020304" pitchFamily="18" charset="0"/>
              </a:rPr>
              <a:t> </a:t>
            </a:r>
            <a:r>
              <a:rPr lang="zh-CN" altLang="en-US" sz="2500" b="1" dirty="0">
                <a:cs typeface="Times New Roman" panose="02020603050405020304" pitchFamily="18" charset="0"/>
              </a:rPr>
              <a:t>：在基本块</a:t>
            </a:r>
            <a:r>
              <a:rPr lang="en-US" altLang="zh-CN" sz="2500" b="1" i="1" dirty="0">
                <a:cs typeface="Times New Roman" panose="02020603050405020304" pitchFamily="18" charset="0"/>
              </a:rPr>
              <a:t>B</a:t>
            </a:r>
            <a:r>
              <a:rPr lang="zh-CN" altLang="en-US" sz="2500" b="1" dirty="0">
                <a:cs typeface="Times New Roman" panose="02020603050405020304" pitchFamily="18" charset="0"/>
              </a:rPr>
              <a:t>中引用，但是</a:t>
            </a:r>
            <a:r>
              <a:rPr lang="zh-CN" altLang="en-US" sz="2500" b="1" dirty="0">
                <a:solidFill>
                  <a:srgbClr val="0070C0"/>
                </a:solidFill>
                <a:cs typeface="Times New Roman" panose="02020603050405020304" pitchFamily="18" charset="0"/>
              </a:rPr>
              <a:t>引用前</a:t>
            </a:r>
            <a:r>
              <a:rPr lang="zh-CN" altLang="en-US" sz="2500" b="1" dirty="0">
                <a:cs typeface="Times New Roman" panose="02020603050405020304" pitchFamily="18" charset="0"/>
              </a:rPr>
              <a:t>在</a:t>
            </a:r>
            <a:r>
              <a:rPr lang="en-US" altLang="zh-CN" sz="2500" b="1" i="1" dirty="0">
                <a:cs typeface="Times New Roman" panose="02020603050405020304" pitchFamily="18" charset="0"/>
              </a:rPr>
              <a:t>B</a:t>
            </a:r>
            <a:r>
              <a:rPr lang="zh-CN" altLang="en-US" sz="2500" b="1" dirty="0">
                <a:cs typeface="Times New Roman" panose="02020603050405020304" pitchFamily="18" charset="0"/>
              </a:rPr>
              <a:t>中</a:t>
            </a:r>
            <a:r>
              <a:rPr lang="zh-CN" altLang="en-US" sz="2500" b="1" dirty="0">
                <a:solidFill>
                  <a:srgbClr val="0070C0"/>
                </a:solidFill>
                <a:cs typeface="Times New Roman" panose="02020603050405020304" pitchFamily="18" charset="0"/>
              </a:rPr>
              <a:t>没有被定值</a:t>
            </a:r>
            <a:r>
              <a:rPr lang="zh-CN" altLang="en-US" sz="2500" b="1" dirty="0">
                <a:cs typeface="Times New Roman" panose="02020603050405020304" pitchFamily="18" charset="0"/>
              </a:rPr>
              <a:t>的变量集合</a:t>
            </a:r>
            <a:r>
              <a:rPr lang="en-US" altLang="zh-CN" sz="25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 —— </a:t>
            </a: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引用的是</a:t>
            </a:r>
            <a:r>
              <a:rPr lang="en-US" altLang="zh-CN" sz="2500" b="1" i="1" dirty="0">
                <a:cs typeface="Times New Roman" panose="02020603050405020304" pitchFamily="18" charset="0"/>
              </a:rPr>
              <a:t>B</a:t>
            </a:r>
            <a:r>
              <a:rPr lang="zh-CN" altLang="en-US" sz="2500" b="1" dirty="0">
                <a:cs typeface="Times New Roman" panose="02020603050405020304" pitchFamily="18" charset="0"/>
              </a:rPr>
              <a:t>的入口处的变量值</a:t>
            </a:r>
            <a:endParaRPr lang="en-US" altLang="zh-CN" sz="25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lvl="1" eaLnBrk="1" hangingPunct="1">
              <a:lnSpc>
                <a:spcPts val="3500"/>
              </a:lnSpc>
              <a:buClrTx/>
              <a:buFont typeface="Wingdings" panose="05000000000000000000" pitchFamily="2" charset="2"/>
              <a:buChar char="Ø"/>
            </a:pPr>
            <a:r>
              <a:rPr lang="en-US" altLang="zh-CN" sz="2500" b="1" i="1" dirty="0" err="1">
                <a:solidFill>
                  <a:srgbClr val="0070C0"/>
                </a:solidFill>
                <a:cs typeface="Times New Roman" panose="02020603050405020304" pitchFamily="18" charset="0"/>
              </a:rPr>
              <a:t>def</a:t>
            </a:r>
            <a:r>
              <a:rPr lang="en-US" altLang="zh-CN" sz="2500" b="1" i="1" baseline="-30000" dirty="0" err="1">
                <a:solidFill>
                  <a:srgbClr val="0070C0"/>
                </a:solidFill>
                <a:cs typeface="Times New Roman" panose="02020603050405020304" pitchFamily="18" charset="0"/>
              </a:rPr>
              <a:t>B</a:t>
            </a:r>
            <a:r>
              <a:rPr lang="en-US" altLang="zh-CN" sz="2500" b="1" i="1" baseline="-30000" dirty="0">
                <a:solidFill>
                  <a:srgbClr val="0070C0"/>
                </a:solidFill>
                <a:cs typeface="Times New Roman" panose="02020603050405020304" pitchFamily="18" charset="0"/>
              </a:rPr>
              <a:t> </a:t>
            </a: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：在基本块</a:t>
            </a:r>
            <a:r>
              <a:rPr lang="en-US" altLang="zh-CN" sz="25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B</a:t>
            </a: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中定值，但是</a:t>
            </a:r>
            <a:r>
              <a:rPr lang="zh-CN" altLang="en-US" sz="2500" b="1" dirty="0">
                <a:solidFill>
                  <a:srgbClr val="0070C0"/>
                </a:solidFill>
                <a:cs typeface="Times New Roman" panose="02020603050405020304" pitchFamily="18" charset="0"/>
              </a:rPr>
              <a:t>定值前</a:t>
            </a: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在</a:t>
            </a:r>
            <a:r>
              <a:rPr lang="en-US" altLang="zh-CN" sz="25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B</a:t>
            </a: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中</a:t>
            </a:r>
            <a:r>
              <a:rPr lang="zh-CN" altLang="en-US" sz="2500" b="1" dirty="0">
                <a:solidFill>
                  <a:srgbClr val="0070C0"/>
                </a:solidFill>
                <a:cs typeface="Times New Roman" panose="02020603050405020304" pitchFamily="18" charset="0"/>
              </a:rPr>
              <a:t>没有被引用</a:t>
            </a: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的变量的集合 </a:t>
            </a:r>
            <a:r>
              <a:rPr lang="en-US" altLang="zh-CN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—— </a:t>
            </a: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引用的不是</a:t>
            </a:r>
            <a:r>
              <a:rPr lang="en-US" altLang="zh-CN" sz="25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B</a:t>
            </a: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的入口处的变量值</a:t>
            </a:r>
            <a:endParaRPr lang="en-US" altLang="zh-CN" sz="25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eaLnBrk="1" hangingPunct="1"/>
            <a:endParaRPr lang="en-US" altLang="zh-CN" sz="1800" i="1" dirty="0">
              <a:cs typeface="Times New Roman" panose="02020603050405020304" pitchFamily="18" charset="0"/>
            </a:endParaRPr>
          </a:p>
        </p:txBody>
      </p:sp>
      <p:sp>
        <p:nvSpPr>
          <p:cNvPr id="165891" name="Rectangle 31">
            <a:extLst>
              <a:ext uri="{FF2B5EF4-FFF2-40B4-BE49-F238E27FC236}">
                <a16:creationId xmlns:a16="http://schemas.microsoft.com/office/drawing/2014/main" id="{2625B154-3004-4325-9E00-F1CF28B35C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活跃变量的传递函数</a:t>
            </a:r>
            <a:endParaRPr lang="en-US" altLang="zh-CN" sz="3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9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849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849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849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99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8499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8499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8499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99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8499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8499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8499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99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8499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8499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8499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99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8499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8499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8499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1203" name="Rectangle 3">
            <a:extLst>
              <a:ext uri="{FF2B5EF4-FFF2-40B4-BE49-F238E27FC236}">
                <a16:creationId xmlns:a16="http://schemas.microsoft.com/office/drawing/2014/main" id="{836A336F-2867-438A-9C08-B8E0B3CCFEFF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4435475" y="842963"/>
            <a:ext cx="3736975" cy="4032249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buClrTx/>
              <a:buFont typeface="Wingdings" panose="05000000000000000000" pitchFamily="2" charset="2"/>
              <a:buChar char="Ø"/>
            </a:pPr>
            <a:r>
              <a:rPr lang="en-US" altLang="zh-CN" b="1" i="1" dirty="0">
                <a:solidFill>
                  <a:schemeClr val="tx1"/>
                </a:solidFill>
                <a:ea typeface="宋体" panose="02010600030101010101" pitchFamily="2" charset="-122"/>
                <a:cs typeface="楷体_GB2312" charset="0"/>
              </a:rPr>
              <a:t>use</a:t>
            </a:r>
            <a:r>
              <a:rPr lang="en-US" altLang="zh-CN" sz="2000" b="1" i="1" baseline="-30000" dirty="0">
                <a:solidFill>
                  <a:schemeClr val="tx1"/>
                </a:solidFill>
                <a:ea typeface="宋体" panose="02010600030101010101" pitchFamily="2" charset="-122"/>
                <a:cs typeface="楷体_GB2312" charset="0"/>
              </a:rPr>
              <a:t>B1</a:t>
            </a:r>
            <a:r>
              <a:rPr lang="en-US" altLang="zh-CN" b="1" dirty="0">
                <a:solidFill>
                  <a:schemeClr val="tx1"/>
                </a:solidFill>
                <a:cs typeface="楷体_GB2312" charset="0"/>
              </a:rPr>
              <a:t> ={ </a:t>
            </a:r>
            <a:r>
              <a:rPr lang="en-US" altLang="zh-CN" b="1" i="1" dirty="0">
                <a:solidFill>
                  <a:schemeClr val="tx1"/>
                </a:solidFill>
                <a:cs typeface="楷体_GB2312" charset="0"/>
              </a:rPr>
              <a:t>m, n, u1</a:t>
            </a:r>
            <a:r>
              <a:rPr lang="en-US" altLang="zh-CN" b="1" baseline="-30000" dirty="0">
                <a:solidFill>
                  <a:schemeClr val="tx1"/>
                </a:solidFill>
                <a:ea typeface="宋体" panose="02010600030101010101" pitchFamily="2" charset="-122"/>
                <a:cs typeface="楷体_GB2312" charset="0"/>
              </a:rPr>
              <a:t> </a:t>
            </a:r>
            <a:r>
              <a:rPr lang="en-US" altLang="zh-CN" b="1" dirty="0">
                <a:solidFill>
                  <a:schemeClr val="tx1"/>
                </a:solidFill>
                <a:cs typeface="楷体_GB2312" charset="0"/>
              </a:rPr>
              <a:t>}</a:t>
            </a:r>
          </a:p>
          <a:p>
            <a:pPr eaLnBrk="1" hangingPunct="1">
              <a:buClrTx/>
              <a:buFont typeface="Wingdings" panose="05000000000000000000" pitchFamily="2" charset="2"/>
              <a:buChar char="Ø"/>
            </a:pPr>
            <a:r>
              <a:rPr lang="en-US" altLang="zh-CN" b="1" i="1" dirty="0">
                <a:solidFill>
                  <a:schemeClr val="tx1"/>
                </a:solidFill>
                <a:ea typeface="宋体" panose="02010600030101010101" pitchFamily="2" charset="-122"/>
                <a:cs typeface="楷体_GB2312" charset="0"/>
              </a:rPr>
              <a:t>def</a:t>
            </a:r>
            <a:r>
              <a:rPr lang="en-US" altLang="zh-CN" sz="2000" b="1" i="1" baseline="-30000" dirty="0">
                <a:solidFill>
                  <a:schemeClr val="tx1"/>
                </a:solidFill>
                <a:ea typeface="宋体" panose="02010600030101010101" pitchFamily="2" charset="-122"/>
                <a:cs typeface="楷体_GB2312" charset="0"/>
              </a:rPr>
              <a:t>B1</a:t>
            </a:r>
            <a:r>
              <a:rPr lang="en-US" altLang="zh-CN" b="1" i="1" baseline="-30000" dirty="0">
                <a:solidFill>
                  <a:schemeClr val="tx1"/>
                </a:solidFill>
                <a:ea typeface="宋体" panose="02010600030101010101" pitchFamily="2" charset="-122"/>
                <a:cs typeface="楷体_GB2312" charset="0"/>
              </a:rPr>
              <a:t>  </a:t>
            </a:r>
            <a:r>
              <a:rPr lang="en-US" altLang="zh-CN" b="1" dirty="0">
                <a:solidFill>
                  <a:schemeClr val="tx1"/>
                </a:solidFill>
              </a:rPr>
              <a:t>={ </a:t>
            </a:r>
            <a:r>
              <a:rPr lang="en-US" altLang="zh-CN" b="1" i="1" dirty="0" err="1">
                <a:solidFill>
                  <a:schemeClr val="tx1"/>
                </a:solidFill>
              </a:rPr>
              <a:t>i</a:t>
            </a:r>
            <a:r>
              <a:rPr lang="en-US" altLang="zh-CN" b="1" i="1" dirty="0">
                <a:solidFill>
                  <a:schemeClr val="tx1"/>
                </a:solidFill>
              </a:rPr>
              <a:t>, j, a </a:t>
            </a:r>
            <a:r>
              <a:rPr lang="en-US" altLang="zh-CN" b="1" dirty="0">
                <a:solidFill>
                  <a:schemeClr val="tx1"/>
                </a:solidFill>
              </a:rPr>
              <a:t>}</a:t>
            </a:r>
          </a:p>
          <a:p>
            <a:pPr eaLnBrk="1" hangingPunct="1"/>
            <a:endParaRPr lang="en-US" altLang="zh-CN" sz="800" b="1" i="1" dirty="0">
              <a:solidFill>
                <a:schemeClr val="tx1"/>
              </a:solidFill>
              <a:ea typeface="宋体" panose="02010600030101010101" pitchFamily="2" charset="-122"/>
            </a:endParaRPr>
          </a:p>
          <a:p>
            <a:pPr eaLnBrk="1" hangingPunct="1">
              <a:buClrTx/>
              <a:buFont typeface="Wingdings" panose="05000000000000000000" pitchFamily="2" charset="2"/>
              <a:buChar char="Ø"/>
            </a:pPr>
            <a:r>
              <a:rPr lang="en-US" altLang="zh-CN" b="1" i="1" dirty="0">
                <a:solidFill>
                  <a:schemeClr val="tx1"/>
                </a:solidFill>
                <a:ea typeface="宋体" panose="02010600030101010101" pitchFamily="2" charset="-122"/>
              </a:rPr>
              <a:t>use</a:t>
            </a:r>
            <a:r>
              <a:rPr lang="en-US" altLang="zh-CN" sz="2000" b="1" i="1" baseline="-30000" dirty="0">
                <a:solidFill>
                  <a:schemeClr val="tx1"/>
                </a:solidFill>
                <a:ea typeface="宋体" panose="02010600030101010101" pitchFamily="2" charset="-122"/>
              </a:rPr>
              <a:t>B2</a:t>
            </a:r>
            <a:r>
              <a:rPr lang="en-US" altLang="zh-CN" b="1" dirty="0">
                <a:solidFill>
                  <a:schemeClr val="tx1"/>
                </a:solidFill>
              </a:rPr>
              <a:t> ={ </a:t>
            </a:r>
            <a:r>
              <a:rPr lang="en-US" altLang="zh-CN" b="1" i="1" dirty="0" err="1">
                <a:solidFill>
                  <a:schemeClr val="tx1"/>
                </a:solidFill>
              </a:rPr>
              <a:t>i</a:t>
            </a:r>
            <a:r>
              <a:rPr lang="en-US" altLang="zh-CN" b="1" i="1" dirty="0">
                <a:solidFill>
                  <a:schemeClr val="tx1"/>
                </a:solidFill>
              </a:rPr>
              <a:t>, j </a:t>
            </a:r>
            <a:r>
              <a:rPr lang="en-US" altLang="zh-CN" b="1" dirty="0">
                <a:solidFill>
                  <a:schemeClr val="tx1"/>
                </a:solidFill>
              </a:rPr>
              <a:t>}</a:t>
            </a:r>
          </a:p>
          <a:p>
            <a:pPr eaLnBrk="1" hangingPunct="1">
              <a:buClrTx/>
              <a:buFont typeface="Wingdings" panose="05000000000000000000" pitchFamily="2" charset="2"/>
              <a:buChar char="Ø"/>
            </a:pPr>
            <a:r>
              <a:rPr lang="en-US" altLang="zh-CN" b="1" i="1" dirty="0">
                <a:solidFill>
                  <a:schemeClr val="tx1"/>
                </a:solidFill>
                <a:ea typeface="宋体" panose="02010600030101010101" pitchFamily="2" charset="-122"/>
              </a:rPr>
              <a:t>def</a:t>
            </a:r>
            <a:r>
              <a:rPr lang="en-US" altLang="zh-CN" sz="2000" b="1" i="1" baseline="-30000" dirty="0">
                <a:solidFill>
                  <a:schemeClr val="tx1"/>
                </a:solidFill>
                <a:ea typeface="宋体" panose="02010600030101010101" pitchFamily="2" charset="-122"/>
              </a:rPr>
              <a:t>B2</a:t>
            </a:r>
            <a:r>
              <a:rPr lang="en-US" altLang="zh-CN" b="1" dirty="0">
                <a:solidFill>
                  <a:schemeClr val="tx1"/>
                </a:solidFill>
              </a:rPr>
              <a:t>= </a:t>
            </a:r>
            <a:r>
              <a:rPr lang="el-GR" altLang="zh-CN" b="1" i="1" dirty="0">
                <a:solidFill>
                  <a:schemeClr val="tx1"/>
                </a:solidFill>
                <a:cs typeface="楷体_GB2312" charset="0"/>
              </a:rPr>
              <a:t>Φ</a:t>
            </a:r>
            <a:endParaRPr lang="zh-CN" altLang="en-US" b="1" dirty="0">
              <a:solidFill>
                <a:schemeClr val="tx1"/>
              </a:solidFill>
            </a:endParaRPr>
          </a:p>
          <a:p>
            <a:pPr eaLnBrk="1" hangingPunct="1"/>
            <a:endParaRPr lang="en-US" altLang="zh-CN" sz="800" b="1" i="1" dirty="0">
              <a:solidFill>
                <a:schemeClr val="tx1"/>
              </a:solidFill>
              <a:ea typeface="宋体" panose="02010600030101010101" pitchFamily="2" charset="-122"/>
            </a:endParaRPr>
          </a:p>
          <a:p>
            <a:pPr eaLnBrk="1" hangingPunct="1">
              <a:buClrTx/>
              <a:buFont typeface="Wingdings" panose="05000000000000000000" pitchFamily="2" charset="2"/>
              <a:buChar char="Ø"/>
            </a:pPr>
            <a:r>
              <a:rPr lang="en-US" altLang="zh-CN" b="1" i="1" dirty="0">
                <a:solidFill>
                  <a:schemeClr val="tx1"/>
                </a:solidFill>
                <a:ea typeface="宋体" panose="02010600030101010101" pitchFamily="2" charset="-122"/>
              </a:rPr>
              <a:t>use</a:t>
            </a:r>
            <a:r>
              <a:rPr lang="en-US" altLang="zh-CN" sz="2000" b="1" i="1" baseline="-30000" dirty="0">
                <a:solidFill>
                  <a:schemeClr val="tx1"/>
                </a:solidFill>
                <a:ea typeface="宋体" panose="02010600030101010101" pitchFamily="2" charset="-122"/>
              </a:rPr>
              <a:t>B3</a:t>
            </a:r>
            <a:r>
              <a:rPr lang="en-US" altLang="zh-CN" b="1" dirty="0">
                <a:solidFill>
                  <a:schemeClr val="tx1"/>
                </a:solidFill>
              </a:rPr>
              <a:t> ={ </a:t>
            </a:r>
            <a:r>
              <a:rPr lang="en-US" altLang="zh-CN" b="1" i="1" dirty="0">
                <a:solidFill>
                  <a:schemeClr val="tx1"/>
                </a:solidFill>
              </a:rPr>
              <a:t>u2</a:t>
            </a:r>
            <a:r>
              <a:rPr lang="en-US" altLang="zh-CN" b="1" i="1" baseline="-30000" dirty="0">
                <a:solidFill>
                  <a:schemeClr val="tx1"/>
                </a:solidFill>
                <a:ea typeface="宋体" panose="02010600030101010101" pitchFamily="2" charset="-122"/>
              </a:rPr>
              <a:t> </a:t>
            </a:r>
            <a:r>
              <a:rPr lang="en-US" altLang="zh-CN" b="1" dirty="0">
                <a:solidFill>
                  <a:schemeClr val="tx1"/>
                </a:solidFill>
              </a:rPr>
              <a:t>}</a:t>
            </a:r>
          </a:p>
          <a:p>
            <a:pPr eaLnBrk="1" hangingPunct="1">
              <a:buClrTx/>
              <a:buFont typeface="Wingdings" panose="05000000000000000000" pitchFamily="2" charset="2"/>
              <a:buChar char="Ø"/>
            </a:pPr>
            <a:r>
              <a:rPr lang="en-US" altLang="zh-CN" b="1" i="1" dirty="0">
                <a:solidFill>
                  <a:schemeClr val="tx1"/>
                </a:solidFill>
                <a:ea typeface="宋体" panose="02010600030101010101" pitchFamily="2" charset="-122"/>
              </a:rPr>
              <a:t>def</a:t>
            </a:r>
            <a:r>
              <a:rPr lang="en-US" altLang="zh-CN" sz="2000" b="1" i="1" baseline="-30000" dirty="0">
                <a:solidFill>
                  <a:schemeClr val="tx1"/>
                </a:solidFill>
                <a:ea typeface="宋体" panose="02010600030101010101" pitchFamily="2" charset="-122"/>
              </a:rPr>
              <a:t>B3</a:t>
            </a:r>
            <a:r>
              <a:rPr lang="en-US" altLang="zh-CN" b="1" dirty="0">
                <a:solidFill>
                  <a:schemeClr val="tx1"/>
                </a:solidFill>
              </a:rPr>
              <a:t> ={ </a:t>
            </a:r>
            <a:r>
              <a:rPr lang="en-US" altLang="zh-CN" b="1" i="1" dirty="0">
                <a:solidFill>
                  <a:schemeClr val="tx1"/>
                </a:solidFill>
              </a:rPr>
              <a:t>a</a:t>
            </a:r>
            <a:r>
              <a:rPr lang="en-US" altLang="zh-CN" b="1" dirty="0">
                <a:solidFill>
                  <a:schemeClr val="tx1"/>
                </a:solidFill>
              </a:rPr>
              <a:t> }</a:t>
            </a:r>
          </a:p>
          <a:p>
            <a:pPr eaLnBrk="1" hangingPunct="1"/>
            <a:endParaRPr lang="en-US" altLang="zh-CN" sz="800" b="1" i="1" dirty="0">
              <a:solidFill>
                <a:schemeClr val="tx1"/>
              </a:solidFill>
              <a:ea typeface="宋体" panose="02010600030101010101" pitchFamily="2" charset="-122"/>
            </a:endParaRPr>
          </a:p>
          <a:p>
            <a:pPr eaLnBrk="1" hangingPunct="1">
              <a:buClrTx/>
              <a:buFont typeface="Wingdings" panose="05000000000000000000" pitchFamily="2" charset="2"/>
              <a:buChar char="Ø"/>
            </a:pPr>
            <a:r>
              <a:rPr lang="en-US" altLang="zh-CN" b="1" i="1" dirty="0">
                <a:solidFill>
                  <a:schemeClr val="tx1"/>
                </a:solidFill>
                <a:ea typeface="宋体" panose="02010600030101010101" pitchFamily="2" charset="-122"/>
              </a:rPr>
              <a:t>use</a:t>
            </a:r>
            <a:r>
              <a:rPr lang="en-US" altLang="zh-CN" sz="2000" b="1" i="1" baseline="-30000" dirty="0">
                <a:solidFill>
                  <a:schemeClr val="tx1"/>
                </a:solidFill>
                <a:ea typeface="宋体" panose="02010600030101010101" pitchFamily="2" charset="-122"/>
              </a:rPr>
              <a:t>B4</a:t>
            </a:r>
            <a:r>
              <a:rPr lang="en-US" altLang="zh-CN" b="1" dirty="0">
                <a:solidFill>
                  <a:schemeClr val="tx1"/>
                </a:solidFill>
              </a:rPr>
              <a:t> ={ </a:t>
            </a:r>
            <a:r>
              <a:rPr lang="en-US" altLang="zh-CN" b="1" i="1" dirty="0">
                <a:solidFill>
                  <a:schemeClr val="tx1"/>
                </a:solidFill>
              </a:rPr>
              <a:t>u3</a:t>
            </a:r>
            <a:r>
              <a:rPr lang="en-US" altLang="zh-CN" b="1" i="1" baseline="-30000" dirty="0">
                <a:solidFill>
                  <a:schemeClr val="tx1"/>
                </a:solidFill>
                <a:ea typeface="宋体" panose="02010600030101010101" pitchFamily="2" charset="-122"/>
              </a:rPr>
              <a:t> </a:t>
            </a:r>
            <a:r>
              <a:rPr lang="en-US" altLang="zh-CN" b="1" dirty="0">
                <a:solidFill>
                  <a:schemeClr val="tx1"/>
                </a:solidFill>
              </a:rPr>
              <a:t>}</a:t>
            </a:r>
          </a:p>
          <a:p>
            <a:pPr eaLnBrk="1" hangingPunct="1">
              <a:buClrTx/>
              <a:buFont typeface="Wingdings" panose="05000000000000000000" pitchFamily="2" charset="2"/>
              <a:buChar char="Ø"/>
            </a:pPr>
            <a:r>
              <a:rPr lang="en-US" altLang="zh-CN" b="1" i="1" dirty="0">
                <a:solidFill>
                  <a:schemeClr val="tx1"/>
                </a:solidFill>
                <a:ea typeface="宋体" panose="02010600030101010101" pitchFamily="2" charset="-122"/>
              </a:rPr>
              <a:t>def</a:t>
            </a:r>
            <a:r>
              <a:rPr lang="en-US" altLang="zh-CN" sz="2000" b="1" i="1" baseline="-30000" dirty="0">
                <a:solidFill>
                  <a:schemeClr val="tx1"/>
                </a:solidFill>
                <a:ea typeface="宋体" panose="02010600030101010101" pitchFamily="2" charset="-122"/>
              </a:rPr>
              <a:t>B4</a:t>
            </a:r>
            <a:r>
              <a:rPr lang="en-US" altLang="zh-CN" b="1" dirty="0">
                <a:solidFill>
                  <a:schemeClr val="tx1"/>
                </a:solidFill>
              </a:rPr>
              <a:t> ={ </a:t>
            </a:r>
            <a:r>
              <a:rPr lang="en-US" altLang="zh-CN" b="1" i="1" dirty="0" err="1">
                <a:solidFill>
                  <a:schemeClr val="tx1"/>
                </a:solidFill>
              </a:rPr>
              <a:t>i</a:t>
            </a:r>
            <a:r>
              <a:rPr lang="en-US" altLang="zh-CN" b="1" dirty="0">
                <a:solidFill>
                  <a:schemeClr val="tx1"/>
                </a:solidFill>
              </a:rPr>
              <a:t> }</a:t>
            </a:r>
          </a:p>
        </p:txBody>
      </p:sp>
      <p:sp>
        <p:nvSpPr>
          <p:cNvPr id="167939" name="Rectangle 2">
            <a:extLst>
              <a:ext uri="{FF2B5EF4-FFF2-40B4-BE49-F238E27FC236}">
                <a16:creationId xmlns:a16="http://schemas.microsoft.com/office/drawing/2014/main" id="{B2FB366D-98DB-48D5-A635-7B80CFC721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例：各基本块</a:t>
            </a:r>
            <a:r>
              <a:rPr lang="en-US" altLang="zh-CN" sz="3000" i="1">
                <a:solidFill>
                  <a:schemeClr val="tx1"/>
                </a:solidFill>
                <a:ea typeface="微软雅黑" panose="020B0503020204020204" pitchFamily="34" charset="-122"/>
                <a:cs typeface="Times New Roman" panose="02020603050405020304" pitchFamily="18" charset="0"/>
              </a:rPr>
              <a:t>B</a:t>
            </a:r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的</a:t>
            </a:r>
            <a:r>
              <a:rPr lang="en-US" altLang="zh-CN" sz="3000" i="1">
                <a:solidFill>
                  <a:schemeClr val="tx1"/>
                </a:solidFill>
                <a:ea typeface="微软雅黑" panose="020B0503020204020204" pitchFamily="34" charset="-122"/>
              </a:rPr>
              <a:t>use</a:t>
            </a:r>
            <a:r>
              <a:rPr lang="en-US" altLang="zh-CN" sz="3000" i="1" baseline="-30000">
                <a:solidFill>
                  <a:schemeClr val="tx1"/>
                </a:solidFill>
                <a:ea typeface="微软雅黑" panose="020B0503020204020204" pitchFamily="34" charset="-122"/>
              </a:rPr>
              <a:t>B </a:t>
            </a:r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和</a:t>
            </a:r>
            <a:r>
              <a:rPr lang="en-US" altLang="zh-CN" sz="3000" i="1">
                <a:solidFill>
                  <a:schemeClr val="tx1"/>
                </a:solidFill>
                <a:ea typeface="微软雅黑" panose="020B0503020204020204" pitchFamily="34" charset="-122"/>
              </a:rPr>
              <a:t>def</a:t>
            </a:r>
            <a:r>
              <a:rPr lang="en-US" altLang="zh-CN" sz="3000" i="1" baseline="-30000">
                <a:solidFill>
                  <a:schemeClr val="tx1"/>
                </a:solidFill>
                <a:ea typeface="微软雅黑" panose="020B0503020204020204" pitchFamily="34" charset="-122"/>
              </a:rPr>
              <a:t>B </a:t>
            </a:r>
            <a:endParaRPr lang="zh-CN" altLang="en-US" sz="3000">
              <a:solidFill>
                <a:schemeClr val="tx1"/>
              </a:solidFill>
              <a:ea typeface="微软雅黑" panose="020B0503020204020204" pitchFamily="34" charset="-122"/>
            </a:endParaRPr>
          </a:p>
        </p:txBody>
      </p:sp>
      <p:grpSp>
        <p:nvGrpSpPr>
          <p:cNvPr id="167940" name="组合 29">
            <a:extLst>
              <a:ext uri="{FF2B5EF4-FFF2-40B4-BE49-F238E27FC236}">
                <a16:creationId xmlns:a16="http://schemas.microsoft.com/office/drawing/2014/main" id="{DAC44480-8A39-43C3-AD67-66C4767E14A0}"/>
              </a:ext>
            </a:extLst>
          </p:cNvPr>
          <p:cNvGrpSpPr>
            <a:grpSpLocks/>
          </p:cNvGrpSpPr>
          <p:nvPr/>
        </p:nvGrpSpPr>
        <p:grpSpPr bwMode="auto">
          <a:xfrm>
            <a:off x="600075" y="952500"/>
            <a:ext cx="3500438" cy="3786188"/>
            <a:chOff x="52811" y="1214428"/>
            <a:chExt cx="3499996" cy="3786229"/>
          </a:xfrm>
        </p:grpSpPr>
        <p:sp>
          <p:nvSpPr>
            <p:cNvPr id="167941" name="Line 29">
              <a:extLst>
                <a:ext uri="{FF2B5EF4-FFF2-40B4-BE49-F238E27FC236}">
                  <a16:creationId xmlns:a16="http://schemas.microsoft.com/office/drawing/2014/main" id="{2A3CC344-AB7F-40FC-B47D-BE6D98196FC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267084" y="2500312"/>
              <a:ext cx="0" cy="271463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167942" name="Line 31">
              <a:extLst>
                <a:ext uri="{FF2B5EF4-FFF2-40B4-BE49-F238E27FC236}">
                  <a16:creationId xmlns:a16="http://schemas.microsoft.com/office/drawing/2014/main" id="{AFDE2AD9-40F8-413B-82FE-435EC176B19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267084" y="3286133"/>
              <a:ext cx="0" cy="86400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25" name="Rectangle 23">
              <a:extLst>
                <a:ext uri="{FF2B5EF4-FFF2-40B4-BE49-F238E27FC236}">
                  <a16:creationId xmlns:a16="http://schemas.microsoft.com/office/drawing/2014/main" id="{C3246FC5-2675-491E-AA22-4A56B4391B4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643285" y="1214428"/>
              <a:ext cx="1266665" cy="285753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8580" tIns="27000" rIns="68580" bIns="0" anchor="b"/>
            <a:lstStyle>
              <a:lvl1pPr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ctr">
                <a:lnSpc>
                  <a:spcPct val="70000"/>
                </a:lnSpc>
                <a:defRPr/>
              </a:pPr>
              <a:r>
                <a:rPr lang="en-US" altLang="zh-CN" sz="2000" i="1" dirty="0">
                  <a:latin typeface="Times New Roman" charset="0"/>
                </a:rPr>
                <a:t>ENTRY</a:t>
              </a:r>
              <a:endParaRPr lang="en-US" altLang="zh-CN" sz="2000" dirty="0">
                <a:latin typeface="Times New Roman" charset="0"/>
              </a:endParaRPr>
            </a:p>
          </p:txBody>
        </p:sp>
        <p:sp>
          <p:nvSpPr>
            <p:cNvPr id="26" name="Rectangle 24">
              <a:extLst>
                <a:ext uri="{FF2B5EF4-FFF2-40B4-BE49-F238E27FC236}">
                  <a16:creationId xmlns:a16="http://schemas.microsoft.com/office/drawing/2014/main" id="{02887449-089F-4095-9E97-A7787EC2BD2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627412" y="1727197"/>
              <a:ext cx="1282538" cy="844559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8580" tIns="54000" rIns="68580" bIns="0"/>
            <a:lstStyle>
              <a:lvl1pPr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just">
                <a:lnSpc>
                  <a:spcPts val="1900"/>
                </a:lnSpc>
                <a:defRPr/>
              </a:pPr>
              <a:r>
                <a:rPr lang="en-US" altLang="zh-CN" sz="2000" i="1" dirty="0">
                  <a:latin typeface="Times New Roman" charset="0"/>
                </a:rPr>
                <a:t>d</a:t>
              </a:r>
              <a:r>
                <a:rPr lang="en-US" altLang="zh-CN" sz="2000" i="1" baseline="-25000" dirty="0">
                  <a:latin typeface="Times New Roman" charset="0"/>
                </a:rPr>
                <a:t>1</a:t>
              </a:r>
              <a:r>
                <a:rPr lang="en-US" altLang="zh-CN" sz="2000" dirty="0">
                  <a:latin typeface="Times New Roman" charset="0"/>
                </a:rPr>
                <a:t>: </a:t>
              </a:r>
              <a:r>
                <a:rPr lang="en-US" altLang="zh-CN" sz="2000" i="1" dirty="0" err="1">
                  <a:latin typeface="Times New Roman" charset="0"/>
                </a:rPr>
                <a:t>i</a:t>
              </a:r>
              <a:r>
                <a:rPr lang="en-US" altLang="zh-CN" sz="2000" i="1" dirty="0">
                  <a:latin typeface="Times New Roman" charset="0"/>
                </a:rPr>
                <a:t> = m-1</a:t>
              </a:r>
            </a:p>
            <a:p>
              <a:pPr algn="just">
                <a:lnSpc>
                  <a:spcPts val="1900"/>
                </a:lnSpc>
                <a:defRPr/>
              </a:pPr>
              <a:r>
                <a:rPr lang="en-US" altLang="zh-CN" sz="2000" i="1" dirty="0">
                  <a:latin typeface="Times New Roman" charset="0"/>
                </a:rPr>
                <a:t>d</a:t>
              </a:r>
              <a:r>
                <a:rPr lang="en-US" altLang="zh-CN" sz="2000" i="1" baseline="-25000" dirty="0">
                  <a:latin typeface="Times New Roman" charset="0"/>
                </a:rPr>
                <a:t>2</a:t>
              </a:r>
              <a:r>
                <a:rPr lang="en-US" altLang="zh-CN" sz="2000" dirty="0">
                  <a:latin typeface="Times New Roman" charset="0"/>
                </a:rPr>
                <a:t>: </a:t>
              </a:r>
              <a:r>
                <a:rPr lang="en-US" altLang="zh-CN" sz="2000" i="1" dirty="0">
                  <a:latin typeface="Times New Roman" charset="0"/>
                </a:rPr>
                <a:t>j = n</a:t>
              </a:r>
            </a:p>
            <a:p>
              <a:pPr algn="just">
                <a:lnSpc>
                  <a:spcPts val="1900"/>
                </a:lnSpc>
                <a:defRPr/>
              </a:pPr>
              <a:r>
                <a:rPr lang="en-US" altLang="zh-CN" sz="2000" i="1" dirty="0">
                  <a:latin typeface="Times New Roman" charset="0"/>
                </a:rPr>
                <a:t>d</a:t>
              </a:r>
              <a:r>
                <a:rPr lang="en-US" altLang="zh-CN" sz="2000" i="1" baseline="-25000" dirty="0">
                  <a:latin typeface="Times New Roman" charset="0"/>
                </a:rPr>
                <a:t>3</a:t>
              </a:r>
              <a:r>
                <a:rPr lang="en-US" altLang="zh-CN" sz="2000" dirty="0">
                  <a:latin typeface="Times New Roman" charset="0"/>
                </a:rPr>
                <a:t>: </a:t>
              </a:r>
              <a:r>
                <a:rPr lang="en-US" altLang="zh-CN" sz="2000" i="1" dirty="0">
                  <a:latin typeface="Times New Roman" charset="0"/>
                </a:rPr>
                <a:t>a = u1</a:t>
              </a:r>
              <a:endParaRPr lang="en-US" altLang="zh-CN" sz="2000" i="1" baseline="-25000" dirty="0">
                <a:latin typeface="Times New Roman" charset="0"/>
              </a:endParaRPr>
            </a:p>
            <a:p>
              <a:pPr algn="just">
                <a:lnSpc>
                  <a:spcPts val="2000"/>
                </a:lnSpc>
                <a:defRPr/>
              </a:pPr>
              <a:endParaRPr lang="en-US" altLang="zh-CN" sz="1500" i="1" baseline="-25000" dirty="0">
                <a:latin typeface="Times New Roman" charset="0"/>
              </a:endParaRPr>
            </a:p>
            <a:p>
              <a:pPr algn="just">
                <a:lnSpc>
                  <a:spcPct val="70000"/>
                </a:lnSpc>
                <a:defRPr/>
              </a:pPr>
              <a:endParaRPr lang="en-US" altLang="zh-CN" sz="1500" i="1" baseline="-25000" dirty="0">
                <a:latin typeface="Times New Roman" charset="0"/>
              </a:endParaRPr>
            </a:p>
          </p:txBody>
        </p:sp>
        <p:sp>
          <p:nvSpPr>
            <p:cNvPr id="167945" name="Rectangle 25">
              <a:extLst>
                <a:ext uri="{FF2B5EF4-FFF2-40B4-BE49-F238E27FC236}">
                  <a16:creationId xmlns:a16="http://schemas.microsoft.com/office/drawing/2014/main" id="{FE642430-A74A-42EF-823A-709514E6CF5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16250" y="1708139"/>
              <a:ext cx="393700" cy="22066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0" rIns="0" bIns="0"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sz="2000" i="1">
                  <a:latin typeface="Times New Roman" panose="02020603050405020304" pitchFamily="18" charset="0"/>
                </a:rPr>
                <a:t>B</a:t>
              </a:r>
              <a:r>
                <a:rPr lang="en-US" altLang="zh-CN" sz="2000" baseline="-25000">
                  <a:latin typeface="Times New Roman" panose="02020603050405020304" pitchFamily="18" charset="0"/>
                </a:rPr>
                <a:t>1</a:t>
              </a:r>
              <a:endParaRPr lang="en-US" altLang="zh-CN" sz="2000">
                <a:latin typeface="Times New Roman" panose="02020603050405020304" pitchFamily="18" charset="0"/>
              </a:endParaRPr>
            </a:p>
          </p:txBody>
        </p:sp>
        <p:sp>
          <p:nvSpPr>
            <p:cNvPr id="167946" name="Rectangle 26">
              <a:extLst>
                <a:ext uri="{FF2B5EF4-FFF2-40B4-BE49-F238E27FC236}">
                  <a16:creationId xmlns:a16="http://schemas.microsoft.com/office/drawing/2014/main" id="{BB467935-D8A1-4D49-B3E8-8ED249FB255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27332" y="2746379"/>
              <a:ext cx="625475" cy="3254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sz="2000" i="1">
                  <a:latin typeface="Times New Roman" panose="02020603050405020304" pitchFamily="18" charset="0"/>
                </a:rPr>
                <a:t>B</a:t>
              </a:r>
              <a:r>
                <a:rPr lang="en-US" altLang="zh-CN" sz="2000" baseline="-25000">
                  <a:latin typeface="Times New Roman" panose="02020603050405020304" pitchFamily="18" charset="0"/>
                </a:rPr>
                <a:t>2</a:t>
              </a:r>
              <a:endParaRPr lang="en-US" altLang="zh-CN" sz="2000">
                <a:latin typeface="Times New Roman" panose="02020603050405020304" pitchFamily="18" charset="0"/>
              </a:endParaRPr>
            </a:p>
          </p:txBody>
        </p:sp>
        <p:sp>
          <p:nvSpPr>
            <p:cNvPr id="29" name="Rectangle 27">
              <a:extLst>
                <a:ext uri="{FF2B5EF4-FFF2-40B4-BE49-F238E27FC236}">
                  <a16:creationId xmlns:a16="http://schemas.microsoft.com/office/drawing/2014/main" id="{8F974BBB-0744-4C90-8B92-A9D9F049599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644873" y="2786070"/>
              <a:ext cx="1265077" cy="571506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8580" tIns="54000" rIns="68580" bIns="0"/>
            <a:lstStyle>
              <a:lvl1pPr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just">
                <a:lnSpc>
                  <a:spcPts val="1900"/>
                </a:lnSpc>
                <a:defRPr/>
              </a:pPr>
              <a:r>
                <a:rPr lang="en-US" altLang="zh-CN" sz="2000" i="1" dirty="0">
                  <a:latin typeface="Times New Roman" charset="0"/>
                </a:rPr>
                <a:t>d</a:t>
              </a:r>
              <a:r>
                <a:rPr lang="en-US" altLang="zh-CN" sz="2000" i="1" baseline="-25000" dirty="0">
                  <a:latin typeface="Times New Roman" charset="0"/>
                </a:rPr>
                <a:t>4</a:t>
              </a:r>
              <a:r>
                <a:rPr lang="en-US" altLang="zh-CN" sz="2000" dirty="0">
                  <a:latin typeface="Times New Roman" charset="0"/>
                </a:rPr>
                <a:t>: </a:t>
              </a:r>
              <a:r>
                <a:rPr lang="en-US" altLang="zh-CN" sz="2000" i="1" dirty="0" err="1">
                  <a:latin typeface="Times New Roman" charset="0"/>
                </a:rPr>
                <a:t>i</a:t>
              </a:r>
              <a:r>
                <a:rPr lang="en-US" altLang="zh-CN" sz="2000" i="1" dirty="0">
                  <a:latin typeface="Times New Roman" charset="0"/>
                </a:rPr>
                <a:t> = i+1</a:t>
              </a:r>
            </a:p>
            <a:p>
              <a:pPr algn="just">
                <a:lnSpc>
                  <a:spcPts val="1900"/>
                </a:lnSpc>
                <a:defRPr/>
              </a:pPr>
              <a:r>
                <a:rPr lang="en-US" altLang="zh-CN" sz="2000" i="1" dirty="0">
                  <a:latin typeface="Times New Roman" charset="0"/>
                </a:rPr>
                <a:t>d</a:t>
              </a:r>
              <a:r>
                <a:rPr lang="en-US" altLang="zh-CN" sz="2000" i="1" baseline="-25000" dirty="0">
                  <a:latin typeface="Times New Roman" charset="0"/>
                </a:rPr>
                <a:t>5</a:t>
              </a:r>
              <a:r>
                <a:rPr lang="en-US" altLang="zh-CN" sz="2000" dirty="0">
                  <a:latin typeface="Times New Roman" charset="0"/>
                </a:rPr>
                <a:t>: </a:t>
              </a:r>
              <a:r>
                <a:rPr lang="en-US" altLang="zh-CN" sz="2000" i="1" dirty="0">
                  <a:latin typeface="Times New Roman" charset="0"/>
                </a:rPr>
                <a:t>j = j-1</a:t>
              </a:r>
            </a:p>
          </p:txBody>
        </p:sp>
        <p:sp>
          <p:nvSpPr>
            <p:cNvPr id="167948" name="Line 28">
              <a:extLst>
                <a:ext uri="{FF2B5EF4-FFF2-40B4-BE49-F238E27FC236}">
                  <a16:creationId xmlns:a16="http://schemas.microsoft.com/office/drawing/2014/main" id="{228CFE9B-0EAD-4636-B366-78B03D0632C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267084" y="1500180"/>
              <a:ext cx="0" cy="239712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845435D6-DB36-4C6B-8C81-83C7B66856D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9954" y="3643329"/>
              <a:ext cx="1214284" cy="285753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7500" tIns="0" rIns="0" bIns="0" anchor="ctr"/>
            <a:lstStyle>
              <a:lvl1pPr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just">
                <a:lnSpc>
                  <a:spcPts val="1900"/>
                </a:lnSpc>
                <a:defRPr/>
              </a:pPr>
              <a:r>
                <a:rPr lang="en-US" altLang="zh-CN" sz="2000" i="1" dirty="0">
                  <a:latin typeface="Times New Roman" charset="0"/>
                </a:rPr>
                <a:t>d</a:t>
              </a:r>
              <a:r>
                <a:rPr lang="en-US" altLang="zh-CN" sz="2000" i="1" baseline="-25000" dirty="0">
                  <a:latin typeface="Times New Roman" charset="0"/>
                </a:rPr>
                <a:t>6</a:t>
              </a:r>
              <a:r>
                <a:rPr lang="en-US" altLang="zh-CN" sz="2000" dirty="0">
                  <a:latin typeface="Times New Roman" charset="0"/>
                </a:rPr>
                <a:t>: </a:t>
              </a:r>
              <a:r>
                <a:rPr lang="en-US" altLang="zh-CN" sz="2000" i="1" dirty="0">
                  <a:latin typeface="Times New Roman" charset="0"/>
                </a:rPr>
                <a:t>a = u2</a:t>
              </a:r>
              <a:endParaRPr lang="en-US" altLang="zh-CN" sz="2000" i="1" baseline="-25000" dirty="0">
                <a:latin typeface="Times New Roman" charset="0"/>
              </a:endParaRPr>
            </a:p>
          </p:txBody>
        </p:sp>
        <p:sp>
          <p:nvSpPr>
            <p:cNvPr id="167950" name="Rectangle 33">
              <a:extLst>
                <a:ext uri="{FF2B5EF4-FFF2-40B4-BE49-F238E27FC236}">
                  <a16:creationId xmlns:a16="http://schemas.microsoft.com/office/drawing/2014/main" id="{C467C062-FEA3-4A40-975E-87910D606AC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25744" y="4071956"/>
              <a:ext cx="627063" cy="3238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sz="2000" i="1">
                  <a:latin typeface="Times New Roman" panose="02020603050405020304" pitchFamily="18" charset="0"/>
                </a:rPr>
                <a:t>B</a:t>
              </a:r>
              <a:r>
                <a:rPr lang="en-US" altLang="zh-CN" sz="2000" baseline="-25000">
                  <a:latin typeface="Times New Roman" panose="02020603050405020304" pitchFamily="18" charset="0"/>
                </a:rPr>
                <a:t>4</a:t>
              </a:r>
              <a:endParaRPr lang="en-US" altLang="zh-CN" sz="2000">
                <a:latin typeface="Times New Roman" panose="02020603050405020304" pitchFamily="18" charset="0"/>
              </a:endParaRPr>
            </a:p>
          </p:txBody>
        </p:sp>
        <p:sp>
          <p:nvSpPr>
            <p:cNvPr id="167951" name="Rectangle 34">
              <a:extLst>
                <a:ext uri="{FF2B5EF4-FFF2-40B4-BE49-F238E27FC236}">
                  <a16:creationId xmlns:a16="http://schemas.microsoft.com/office/drawing/2014/main" id="{63D78D33-7A98-4761-AC06-DAB9EF1FC8A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638434" y="3571883"/>
              <a:ext cx="628650" cy="3270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sz="2000" i="1">
                  <a:latin typeface="Times New Roman" panose="02020603050405020304" pitchFamily="18" charset="0"/>
                </a:rPr>
                <a:t>B</a:t>
              </a:r>
              <a:r>
                <a:rPr lang="en-US" altLang="zh-CN" sz="2000" baseline="-25000">
                  <a:latin typeface="Times New Roman" panose="02020603050405020304" pitchFamily="18" charset="0"/>
                </a:rPr>
                <a:t>3</a:t>
              </a:r>
              <a:endParaRPr lang="en-US" altLang="zh-CN" sz="2000">
                <a:latin typeface="Times New Roman" panose="02020603050405020304" pitchFamily="18" charset="0"/>
              </a:endParaRPr>
            </a:p>
          </p:txBody>
        </p:sp>
        <p:sp>
          <p:nvSpPr>
            <p:cNvPr id="167952" name="Line 37">
              <a:extLst>
                <a:ext uri="{FF2B5EF4-FFF2-40B4-BE49-F238E27FC236}">
                  <a16:creationId xmlns:a16="http://schemas.microsoft.com/office/drawing/2014/main" id="{9CB43941-F4A9-4ADF-B605-85510705FFDC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928661" y="3357568"/>
              <a:ext cx="941389" cy="285752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167953" name="Line 38">
              <a:extLst>
                <a:ext uri="{FF2B5EF4-FFF2-40B4-BE49-F238E27FC236}">
                  <a16:creationId xmlns:a16="http://schemas.microsoft.com/office/drawing/2014/main" id="{80AFDE0A-6C4F-4149-9258-FE95CF0713F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000100" y="3929072"/>
              <a:ext cx="928694" cy="214314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167954" name="Freeform 42">
              <a:extLst>
                <a:ext uri="{FF2B5EF4-FFF2-40B4-BE49-F238E27FC236}">
                  <a16:creationId xmlns:a16="http://schemas.microsoft.com/office/drawing/2014/main" id="{E49B21D7-93B4-44AA-967C-EF5483A040EF}"/>
                </a:ext>
              </a:extLst>
            </p:cNvPr>
            <p:cNvSpPr>
              <a:spLocks/>
            </p:cNvSpPr>
            <p:nvPr/>
          </p:nvSpPr>
          <p:spPr bwMode="auto">
            <a:xfrm rot="-906172">
              <a:off x="52811" y="2748547"/>
              <a:ext cx="1807873" cy="1979317"/>
            </a:xfrm>
            <a:custGeom>
              <a:avLst/>
              <a:gdLst>
                <a:gd name="T0" fmla="*/ 2147483646 w 627"/>
                <a:gd name="T1" fmla="*/ 2147483646 h 3190"/>
                <a:gd name="T2" fmla="*/ 2147483646 w 627"/>
                <a:gd name="T3" fmla="*/ 2147483646 h 3190"/>
                <a:gd name="T4" fmla="*/ 2147483646 w 627"/>
                <a:gd name="T5" fmla="*/ 2147483646 h 3190"/>
                <a:gd name="T6" fmla="*/ 2147483646 w 627"/>
                <a:gd name="T7" fmla="*/ 2147483646 h 3190"/>
                <a:gd name="T8" fmla="*/ 2147483646 w 627"/>
                <a:gd name="T9" fmla="*/ 2147483646 h 319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627"/>
                <a:gd name="T16" fmla="*/ 0 h 3190"/>
                <a:gd name="T17" fmla="*/ 627 w 627"/>
                <a:gd name="T18" fmla="*/ 3190 h 319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627" h="3190">
                  <a:moveTo>
                    <a:pt x="491" y="2994"/>
                  </a:moveTo>
                  <a:cubicBezTo>
                    <a:pt x="430" y="3092"/>
                    <a:pt x="369" y="3190"/>
                    <a:pt x="309" y="3130"/>
                  </a:cubicBezTo>
                  <a:cubicBezTo>
                    <a:pt x="249" y="3070"/>
                    <a:pt x="166" y="3092"/>
                    <a:pt x="128" y="2631"/>
                  </a:cubicBezTo>
                  <a:cubicBezTo>
                    <a:pt x="90" y="2170"/>
                    <a:pt x="0" y="726"/>
                    <a:pt x="83" y="363"/>
                  </a:cubicBezTo>
                  <a:cubicBezTo>
                    <a:pt x="166" y="0"/>
                    <a:pt x="396" y="227"/>
                    <a:pt x="627" y="454"/>
                  </a:cubicBezTo>
                </a:path>
              </a:pathLst>
            </a:cu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37" name="Rectangle 30">
              <a:extLst>
                <a:ext uri="{FF2B5EF4-FFF2-40B4-BE49-F238E27FC236}">
                  <a16:creationId xmlns:a16="http://schemas.microsoft.com/office/drawing/2014/main" id="{8777C354-FBAC-461F-88A2-AE30829848D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643285" y="4143398"/>
              <a:ext cx="1266665" cy="309565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7500" tIns="0" rIns="0" bIns="0" anchor="ctr"/>
            <a:lstStyle>
              <a:lvl1pPr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just">
                <a:lnSpc>
                  <a:spcPts val="1900"/>
                </a:lnSpc>
                <a:defRPr/>
              </a:pPr>
              <a:r>
                <a:rPr lang="en-US" altLang="zh-CN" sz="2000" i="1" dirty="0">
                  <a:latin typeface="Times New Roman" charset="0"/>
                </a:rPr>
                <a:t>d</a:t>
              </a:r>
              <a:r>
                <a:rPr lang="en-US" altLang="zh-CN" sz="2000" i="1" baseline="-25000" dirty="0">
                  <a:latin typeface="Times New Roman" charset="0"/>
                </a:rPr>
                <a:t>7</a:t>
              </a:r>
              <a:r>
                <a:rPr lang="en-US" altLang="zh-CN" sz="2000" dirty="0">
                  <a:latin typeface="Times New Roman" charset="0"/>
                </a:rPr>
                <a:t>: </a:t>
              </a:r>
              <a:r>
                <a:rPr lang="en-US" altLang="zh-CN" sz="2000" i="1" dirty="0" err="1">
                  <a:latin typeface="Times New Roman" charset="0"/>
                </a:rPr>
                <a:t>i</a:t>
              </a:r>
              <a:r>
                <a:rPr lang="en-US" altLang="zh-CN" sz="2000" i="1" dirty="0">
                  <a:latin typeface="Times New Roman" charset="0"/>
                </a:rPr>
                <a:t> = u3</a:t>
              </a:r>
              <a:endParaRPr lang="en-US" altLang="zh-CN" sz="2000" i="1" baseline="-25000" dirty="0">
                <a:latin typeface="Times New Roman" charset="0"/>
              </a:endParaRPr>
            </a:p>
          </p:txBody>
        </p:sp>
        <p:sp>
          <p:nvSpPr>
            <p:cNvPr id="38" name="Rectangle 23">
              <a:extLst>
                <a:ext uri="{FF2B5EF4-FFF2-40B4-BE49-F238E27FC236}">
                  <a16:creationId xmlns:a16="http://schemas.microsoft.com/office/drawing/2014/main" id="{A05293CE-C95C-4822-A443-9DED5D05ABD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643285" y="4714904"/>
              <a:ext cx="1266665" cy="285753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8580" tIns="27000" rIns="68580" bIns="0" anchor="b"/>
            <a:lstStyle>
              <a:lvl1pPr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ctr">
                <a:lnSpc>
                  <a:spcPct val="70000"/>
                </a:lnSpc>
                <a:defRPr/>
              </a:pPr>
              <a:r>
                <a:rPr lang="en-US" altLang="zh-CN" sz="2000" i="1" dirty="0">
                  <a:latin typeface="Times New Roman" charset="0"/>
                </a:rPr>
                <a:t>EXIT</a:t>
              </a:r>
              <a:endParaRPr lang="en-US" altLang="zh-CN" sz="2000" dirty="0">
                <a:latin typeface="Times New Roman" charset="0"/>
              </a:endParaRPr>
            </a:p>
          </p:txBody>
        </p:sp>
        <p:sp>
          <p:nvSpPr>
            <p:cNvPr id="167957" name="Line 28">
              <a:extLst>
                <a:ext uri="{FF2B5EF4-FFF2-40B4-BE49-F238E27FC236}">
                  <a16:creationId xmlns:a16="http://schemas.microsoft.com/office/drawing/2014/main" id="{D9411F53-013A-48A5-86DA-1DDCDA554F6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267084" y="4475191"/>
              <a:ext cx="0" cy="239712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120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69120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69120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69120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 nodeType="clickPar">
                      <p:stCondLst>
                        <p:cond delay="indefinite"/>
                      </p:stCondLst>
                      <p:childTnLst>
                        <p:par>
                          <p:cTn id="1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120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69120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69120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9120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120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69120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69120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69120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 nodeType="clickPar">
                      <p:stCondLst>
                        <p:cond delay="indefinite"/>
                      </p:stCondLst>
                      <p:childTnLst>
                        <p:par>
                          <p:cTn id="2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6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120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69120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69120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69120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120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69120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69120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69120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 nodeType="clickPar">
                      <p:stCondLst>
                        <p:cond delay="indefinite"/>
                      </p:stCondLst>
                      <p:childTnLst>
                        <p:par>
                          <p:cTn id="3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0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120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69120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69120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69120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 nodeType="clickPar">
                      <p:stCondLst>
                        <p:cond delay="indefinite"/>
                      </p:stCondLst>
                      <p:childTnLst>
                        <p:par>
                          <p:cTn id="4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7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120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9" dur="500" fill="hold"/>
                                        <p:tgtEl>
                                          <p:spTgt spid="69120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500" fill="hold"/>
                                        <p:tgtEl>
                                          <p:spTgt spid="69120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69120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 nodeType="clickPar">
                      <p:stCondLst>
                        <p:cond delay="indefinite"/>
                      </p:stCondLst>
                      <p:childTnLst>
                        <p:par>
                          <p:cTn id="5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4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120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6" dur="500" fill="hold"/>
                                        <p:tgtEl>
                                          <p:spTgt spid="69120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500" fill="hold"/>
                                        <p:tgtEl>
                                          <p:spTgt spid="69120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69120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962" name="Rectangle 2">
            <a:extLst>
              <a:ext uri="{FF2B5EF4-FFF2-40B4-BE49-F238E27FC236}">
                <a16:creationId xmlns:a16="http://schemas.microsoft.com/office/drawing/2014/main" id="{C4A629AE-FD3A-4EE4-BBF5-9D7EB418A3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活跃变量数据流方程</a:t>
            </a:r>
            <a:endParaRPr lang="zh-CN" altLang="en-US" sz="3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C9C89608-533C-490E-AF36-B8D1157F2E0E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25463" y="857251"/>
            <a:ext cx="8078985" cy="2794620"/>
          </a:xfrm>
        </p:spPr>
        <p:txBody>
          <a:bodyPr vert="horz" wrap="square" numCol="1" anchor="t" anchorCtr="0" compatLnSpc="1">
            <a:prstTxWarp prst="textNoShape">
              <a:avLst/>
            </a:prstTxWarp>
          </a:bodyPr>
          <a:lstStyle/>
          <a:p>
            <a:pPr marL="363538" indent="-363538" eaLnBrk="1" hangingPunct="1">
              <a:lnSpc>
                <a:spcPts val="30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en-US" altLang="zh-CN" sz="2500" b="1" i="1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IN</a:t>
            </a:r>
            <a:r>
              <a:rPr lang="en-US" altLang="zh-CN" sz="2500" b="1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[</a:t>
            </a:r>
            <a:r>
              <a:rPr lang="en-US" altLang="zh-CN" sz="2500" b="1" i="1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B</a:t>
            </a:r>
            <a:r>
              <a:rPr lang="en-US" altLang="zh-CN" sz="2500" b="1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]</a:t>
            </a: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：在基本块</a:t>
            </a:r>
            <a:r>
              <a:rPr lang="en-US" altLang="zh-CN" sz="25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B</a:t>
            </a: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的入口处的活跃变量集合</a:t>
            </a:r>
            <a:endParaRPr lang="en-US" altLang="zh-CN" sz="2500" b="1" i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0" lvl="1" indent="0" eaLnBrk="1" hangingPunct="1">
              <a:lnSpc>
                <a:spcPts val="3000"/>
              </a:lnSpc>
              <a:buClr>
                <a:schemeClr val="folHlink"/>
              </a:buClr>
              <a:buSzPct val="60000"/>
              <a:buFont typeface="Symbol" panose="05050102010706020507" pitchFamily="18" charset="2"/>
              <a:buNone/>
              <a:defRPr/>
            </a:pPr>
            <a:r>
              <a:rPr lang="en-US" altLang="zh-CN" sz="2500" b="1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    </a:t>
            </a:r>
            <a:r>
              <a:rPr lang="en-US" altLang="zh-CN" sz="2500" b="1" i="1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OUT</a:t>
            </a:r>
            <a:r>
              <a:rPr lang="en-US" altLang="zh-CN" sz="2500" b="1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[</a:t>
            </a:r>
            <a:r>
              <a:rPr lang="en-US" altLang="zh-CN" sz="2500" b="1" i="1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B</a:t>
            </a:r>
            <a:r>
              <a:rPr lang="en-US" altLang="zh-CN" sz="2500" b="1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]</a:t>
            </a: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：在基本块</a:t>
            </a:r>
            <a:r>
              <a:rPr lang="en-US" altLang="zh-CN" sz="25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B</a:t>
            </a: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的出口处的活跃变量集合</a:t>
            </a:r>
            <a:endParaRPr lang="en-US" altLang="zh-CN" sz="2500" b="1" i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363538" indent="-363538" eaLnBrk="1" hangingPunct="1">
              <a:lnSpc>
                <a:spcPts val="30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2500" b="1" dirty="0">
                <a:cs typeface="Times New Roman" panose="02020603050405020304" pitchFamily="18" charset="0"/>
              </a:rPr>
              <a:t>建立逆向流</a:t>
            </a: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方程</a:t>
            </a:r>
            <a:r>
              <a:rPr lang="en-US" altLang="zh-CN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 </a:t>
            </a:r>
          </a:p>
          <a:p>
            <a:pPr marL="279400" lvl="2" indent="0" eaLnBrk="1" hangingPunct="1">
              <a:lnSpc>
                <a:spcPts val="30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en-US" altLang="zh-CN" b="1" i="1" dirty="0">
                <a:solidFill>
                  <a:srgbClr val="0070C0"/>
                </a:solidFill>
                <a:ea typeface="楷体_GB2312"/>
                <a:cs typeface="Times New Roman" panose="02020603050405020304" pitchFamily="18" charset="0"/>
              </a:rPr>
              <a:t>IN</a:t>
            </a:r>
            <a:r>
              <a:rPr lang="en-US" altLang="zh-CN" b="1" dirty="0">
                <a:solidFill>
                  <a:srgbClr val="0070C0"/>
                </a:solidFill>
                <a:ea typeface="楷体_GB2312"/>
                <a:cs typeface="Times New Roman" panose="02020603050405020304" pitchFamily="18" charset="0"/>
              </a:rPr>
              <a:t>[</a:t>
            </a:r>
            <a:r>
              <a:rPr lang="en-US" altLang="zh-CN" b="1" i="1" dirty="0">
                <a:solidFill>
                  <a:srgbClr val="0070C0"/>
                </a:solidFill>
                <a:ea typeface="楷体_GB2312"/>
                <a:cs typeface="Times New Roman" panose="02020603050405020304" pitchFamily="18" charset="0"/>
              </a:rPr>
              <a:t>EXIT</a:t>
            </a:r>
            <a:r>
              <a:rPr lang="en-US" altLang="zh-CN" b="1" dirty="0">
                <a:solidFill>
                  <a:srgbClr val="0070C0"/>
                </a:solidFill>
                <a:ea typeface="楷体_GB2312"/>
                <a:cs typeface="Times New Roman" panose="02020603050405020304" pitchFamily="18" charset="0"/>
              </a:rPr>
              <a:t>] = </a:t>
            </a:r>
            <a:r>
              <a:rPr lang="el-GR" altLang="zh-CN" b="1" i="1" dirty="0">
                <a:solidFill>
                  <a:srgbClr val="0070C0"/>
                </a:solidFill>
                <a:ea typeface="楷体_GB2312"/>
                <a:cs typeface="Times New Roman" panose="02020603050405020304" pitchFamily="18" charset="0"/>
              </a:rPr>
              <a:t>Φ</a:t>
            </a:r>
            <a:r>
              <a:rPr lang="en-US" altLang="zh-CN" b="1" i="1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	</a:t>
            </a:r>
            <a:endParaRPr lang="zh-CN" altLang="en-US" b="1" dirty="0">
              <a:solidFill>
                <a:schemeClr val="tx1"/>
              </a:solidFill>
              <a:ea typeface="楷体_GB2312"/>
              <a:cs typeface="Times New Roman" panose="02020603050405020304" pitchFamily="18" charset="0"/>
            </a:endParaRPr>
          </a:p>
          <a:p>
            <a:pPr marL="279400" lvl="2" indent="0" eaLnBrk="1" hangingPunct="1">
              <a:lnSpc>
                <a:spcPts val="3000"/>
              </a:lnSpc>
              <a:defRPr/>
            </a:pPr>
            <a:r>
              <a:rPr lang="en-US" altLang="zh-CN" b="1" i="1" dirty="0">
                <a:solidFill>
                  <a:srgbClr val="0070C0"/>
                </a:solidFill>
                <a:ea typeface="楷体_GB2312"/>
                <a:cs typeface="Times New Roman" panose="02020603050405020304" pitchFamily="18" charset="0"/>
              </a:rPr>
              <a:t>IN</a:t>
            </a:r>
            <a:r>
              <a:rPr lang="en-US" altLang="zh-CN" b="1" dirty="0">
                <a:solidFill>
                  <a:srgbClr val="0070C0"/>
                </a:solidFill>
                <a:ea typeface="楷体_GB2312"/>
                <a:cs typeface="Times New Roman" panose="02020603050405020304" pitchFamily="18" charset="0"/>
              </a:rPr>
              <a:t>[</a:t>
            </a:r>
            <a:r>
              <a:rPr lang="en-US" altLang="zh-CN" b="1" i="1" dirty="0">
                <a:solidFill>
                  <a:srgbClr val="0070C0"/>
                </a:solidFill>
                <a:ea typeface="楷体_GB2312"/>
                <a:cs typeface="Times New Roman" panose="02020603050405020304" pitchFamily="18" charset="0"/>
              </a:rPr>
              <a:t>B</a:t>
            </a:r>
            <a:r>
              <a:rPr lang="en-US" altLang="zh-CN" b="1" dirty="0">
                <a:solidFill>
                  <a:srgbClr val="0070C0"/>
                </a:solidFill>
                <a:ea typeface="楷体_GB2312"/>
                <a:cs typeface="Times New Roman" panose="02020603050405020304" pitchFamily="18" charset="0"/>
              </a:rPr>
              <a:t>] = </a:t>
            </a:r>
            <a:r>
              <a:rPr lang="en-US" altLang="zh-CN" b="1" i="1" dirty="0">
                <a:solidFill>
                  <a:srgbClr val="0070C0"/>
                </a:solidFill>
                <a:ea typeface="楷体_GB2312"/>
                <a:cs typeface="Times New Roman" panose="02020603050405020304" pitchFamily="18" charset="0"/>
              </a:rPr>
              <a:t>f</a:t>
            </a:r>
            <a:r>
              <a:rPr lang="en-US" altLang="zh-CN" b="1" i="1" baseline="-30000" dirty="0">
                <a:solidFill>
                  <a:srgbClr val="0070C0"/>
                </a:solidFill>
                <a:cs typeface="Times New Roman" panose="02020603050405020304" pitchFamily="18" charset="0"/>
              </a:rPr>
              <a:t>B</a:t>
            </a:r>
            <a:r>
              <a:rPr lang="en-US" altLang="zh-CN" b="1" dirty="0">
                <a:solidFill>
                  <a:srgbClr val="0070C0"/>
                </a:solidFill>
                <a:ea typeface="楷体_GB2312"/>
                <a:cs typeface="Times New Roman" panose="02020603050405020304" pitchFamily="18" charset="0"/>
              </a:rPr>
              <a:t>(</a:t>
            </a:r>
            <a:r>
              <a:rPr lang="en-US" altLang="zh-CN" b="1" i="1" dirty="0">
                <a:solidFill>
                  <a:srgbClr val="0070C0"/>
                </a:solidFill>
                <a:ea typeface="楷体_GB2312"/>
                <a:cs typeface="Times New Roman" panose="02020603050405020304" pitchFamily="18" charset="0"/>
              </a:rPr>
              <a:t>OUT</a:t>
            </a:r>
            <a:r>
              <a:rPr lang="en-US" altLang="zh-CN" b="1" dirty="0">
                <a:solidFill>
                  <a:srgbClr val="0070C0"/>
                </a:solidFill>
                <a:ea typeface="楷体_GB2312"/>
                <a:cs typeface="Times New Roman" panose="02020603050405020304" pitchFamily="18" charset="0"/>
              </a:rPr>
              <a:t>[</a:t>
            </a:r>
            <a:r>
              <a:rPr lang="en-US" altLang="zh-CN" b="1" i="1" dirty="0">
                <a:solidFill>
                  <a:srgbClr val="0070C0"/>
                </a:solidFill>
                <a:ea typeface="楷体_GB2312"/>
                <a:cs typeface="Times New Roman" panose="02020603050405020304" pitchFamily="18" charset="0"/>
              </a:rPr>
              <a:t>B</a:t>
            </a:r>
            <a:r>
              <a:rPr lang="en-US" altLang="zh-CN" b="1" dirty="0">
                <a:solidFill>
                  <a:srgbClr val="0070C0"/>
                </a:solidFill>
                <a:ea typeface="楷体_GB2312"/>
                <a:cs typeface="Times New Roman" panose="02020603050405020304" pitchFamily="18" charset="0"/>
              </a:rPr>
              <a:t>]</a:t>
            </a:r>
            <a:r>
              <a:rPr lang="zh-CN" altLang="en-US" b="1" dirty="0">
                <a:solidFill>
                  <a:srgbClr val="0070C0"/>
                </a:solidFill>
                <a:ea typeface="楷体_GB2312"/>
                <a:cs typeface="Times New Roman" panose="02020603050405020304" pitchFamily="18" charset="0"/>
              </a:rPr>
              <a:t>）</a:t>
            </a:r>
            <a:r>
              <a:rPr lang="en-US" altLang="zh-CN" b="1" dirty="0">
                <a:solidFill>
                  <a:srgbClr val="0070C0"/>
                </a:solidFill>
                <a:ea typeface="楷体_GB2312"/>
                <a:cs typeface="Times New Roman" panose="02020603050405020304" pitchFamily="18" charset="0"/>
              </a:rPr>
              <a:t>= </a:t>
            </a:r>
            <a:r>
              <a:rPr lang="en-US" altLang="zh-CN" b="1" i="1" dirty="0" err="1">
                <a:solidFill>
                  <a:srgbClr val="0070C0"/>
                </a:solidFill>
                <a:ea typeface="楷体_GB2312"/>
                <a:cs typeface="Times New Roman" panose="02020603050405020304" pitchFamily="18" charset="0"/>
              </a:rPr>
              <a:t>use</a:t>
            </a:r>
            <a:r>
              <a:rPr lang="en-US" altLang="zh-CN" b="1" i="1" baseline="-30000" dirty="0" err="1">
                <a:solidFill>
                  <a:srgbClr val="0070C0"/>
                </a:solidFill>
                <a:ea typeface="楷体_GB2312"/>
                <a:cs typeface="Times New Roman" panose="02020603050405020304" pitchFamily="18" charset="0"/>
              </a:rPr>
              <a:t>B</a:t>
            </a:r>
            <a:r>
              <a:rPr lang="en-US" altLang="zh-CN" b="1" dirty="0">
                <a:solidFill>
                  <a:srgbClr val="0070C0"/>
                </a:solidFill>
                <a:ea typeface="楷体_GB2312"/>
                <a:cs typeface="Times New Roman" panose="02020603050405020304" pitchFamily="18" charset="0"/>
              </a:rPr>
              <a:t>∪(</a:t>
            </a:r>
            <a:r>
              <a:rPr lang="en-US" altLang="zh-CN" b="1" i="1" dirty="0">
                <a:solidFill>
                  <a:srgbClr val="0070C0"/>
                </a:solidFill>
                <a:cs typeface="Times New Roman" panose="02020603050405020304" pitchFamily="18" charset="0"/>
              </a:rPr>
              <a:t>OUT</a:t>
            </a:r>
            <a:r>
              <a:rPr lang="en-US" altLang="zh-CN" b="1" dirty="0">
                <a:solidFill>
                  <a:srgbClr val="0070C0"/>
                </a:solidFill>
                <a:ea typeface="楷体_GB2312"/>
                <a:cs typeface="Times New Roman" panose="02020603050405020304" pitchFamily="18" charset="0"/>
              </a:rPr>
              <a:t>[</a:t>
            </a:r>
            <a:r>
              <a:rPr lang="en-US" altLang="zh-CN" b="1" i="1" dirty="0">
                <a:solidFill>
                  <a:srgbClr val="0070C0"/>
                </a:solidFill>
                <a:ea typeface="楷体_GB2312"/>
                <a:cs typeface="Times New Roman" panose="02020603050405020304" pitchFamily="18" charset="0"/>
              </a:rPr>
              <a:t>B</a:t>
            </a:r>
            <a:r>
              <a:rPr lang="en-US" altLang="zh-CN" b="1" dirty="0">
                <a:solidFill>
                  <a:srgbClr val="0070C0"/>
                </a:solidFill>
                <a:ea typeface="楷体_GB2312"/>
                <a:cs typeface="Times New Roman" panose="02020603050405020304" pitchFamily="18" charset="0"/>
              </a:rPr>
              <a:t>]</a:t>
            </a:r>
            <a:r>
              <a:rPr lang="en-US" altLang="zh-CN" b="1" i="1" dirty="0">
                <a:solidFill>
                  <a:srgbClr val="0070C0"/>
                </a:solidFill>
                <a:ea typeface="楷体_GB2312"/>
                <a:cs typeface="Times New Roman" panose="02020603050405020304" pitchFamily="18" charset="0"/>
              </a:rPr>
              <a:t>-</a:t>
            </a:r>
            <a:r>
              <a:rPr lang="en-US" altLang="zh-CN" b="1" i="1" dirty="0" err="1">
                <a:solidFill>
                  <a:srgbClr val="0070C0"/>
                </a:solidFill>
                <a:ea typeface="楷体_GB2312"/>
                <a:cs typeface="Times New Roman" panose="02020603050405020304" pitchFamily="18" charset="0"/>
              </a:rPr>
              <a:t>def</a:t>
            </a:r>
            <a:r>
              <a:rPr lang="en-US" altLang="zh-CN" b="1" i="1" baseline="-30000" dirty="0" err="1">
                <a:solidFill>
                  <a:srgbClr val="0070C0"/>
                </a:solidFill>
                <a:ea typeface="楷体_GB2312"/>
                <a:cs typeface="Times New Roman" panose="02020603050405020304" pitchFamily="18" charset="0"/>
              </a:rPr>
              <a:t>B</a:t>
            </a:r>
            <a:r>
              <a:rPr lang="en-US" altLang="zh-CN" b="1" i="1" baseline="-30000" dirty="0">
                <a:solidFill>
                  <a:srgbClr val="0070C0"/>
                </a:solidFill>
                <a:ea typeface="楷体_GB2312"/>
                <a:cs typeface="Times New Roman" panose="02020603050405020304" pitchFamily="18" charset="0"/>
              </a:rPr>
              <a:t> </a:t>
            </a:r>
            <a:r>
              <a:rPr lang="en-US" altLang="zh-CN" b="1" dirty="0">
                <a:solidFill>
                  <a:srgbClr val="0070C0"/>
                </a:solidFill>
                <a:ea typeface="楷体_GB2312"/>
                <a:cs typeface="Times New Roman" panose="02020603050405020304" pitchFamily="18" charset="0"/>
              </a:rPr>
              <a:t>)  </a:t>
            </a:r>
            <a:r>
              <a:rPr lang="en-US" altLang="zh-CN" b="1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( </a:t>
            </a:r>
            <a:r>
              <a:rPr lang="en-US" altLang="zh-CN" b="1" i="1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B</a:t>
            </a:r>
            <a:r>
              <a:rPr lang="en-US" altLang="en-US" b="1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≠</a:t>
            </a:r>
            <a:r>
              <a:rPr lang="en-US" altLang="zh-CN" b="1" i="1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EXIT</a:t>
            </a:r>
            <a:r>
              <a:rPr lang="en-US" altLang="zh-CN" b="1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 )</a:t>
            </a:r>
            <a:endParaRPr lang="en-US" altLang="zh-CN" sz="22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279400" lvl="2" indent="0" eaLnBrk="1" hangingPunct="1">
              <a:lnSpc>
                <a:spcPts val="30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en-US" altLang="zh-CN" b="1" i="1" dirty="0">
                <a:solidFill>
                  <a:srgbClr val="0070C0"/>
                </a:solidFill>
                <a:ea typeface="楷体_GB2312"/>
                <a:cs typeface="Times New Roman" panose="02020603050405020304" pitchFamily="18" charset="0"/>
              </a:rPr>
              <a:t>OUT</a:t>
            </a:r>
            <a:r>
              <a:rPr lang="en-US" altLang="zh-CN" b="1" dirty="0">
                <a:solidFill>
                  <a:srgbClr val="0070C0"/>
                </a:solidFill>
                <a:ea typeface="楷体_GB2312"/>
                <a:cs typeface="Times New Roman" panose="02020603050405020304" pitchFamily="18" charset="0"/>
              </a:rPr>
              <a:t>[</a:t>
            </a:r>
            <a:r>
              <a:rPr lang="en-US" altLang="zh-CN" b="1" i="1" dirty="0">
                <a:solidFill>
                  <a:srgbClr val="0070C0"/>
                </a:solidFill>
                <a:ea typeface="楷体_GB2312"/>
                <a:cs typeface="Times New Roman" panose="02020603050405020304" pitchFamily="18" charset="0"/>
              </a:rPr>
              <a:t>B</a:t>
            </a:r>
            <a:r>
              <a:rPr lang="en-US" altLang="zh-CN" b="1" dirty="0">
                <a:solidFill>
                  <a:srgbClr val="0070C0"/>
                </a:solidFill>
                <a:ea typeface="楷体_GB2312"/>
                <a:cs typeface="Times New Roman" panose="02020603050405020304" pitchFamily="18" charset="0"/>
              </a:rPr>
              <a:t>]= ∪</a:t>
            </a:r>
            <a:r>
              <a:rPr lang="en-US" altLang="zh-CN" b="1" i="1" baseline="-30000" dirty="0">
                <a:solidFill>
                  <a:srgbClr val="0070C0"/>
                </a:solidFill>
                <a:cs typeface="Times New Roman" panose="02020603050405020304" pitchFamily="18" charset="0"/>
              </a:rPr>
              <a:t> S</a:t>
            </a:r>
            <a:r>
              <a:rPr lang="zh-CN" altLang="en-US" b="1" baseline="-30000" dirty="0">
                <a:solidFill>
                  <a:srgbClr val="0070C0"/>
                </a:solidFill>
                <a:cs typeface="Times New Roman" panose="02020603050405020304" pitchFamily="18" charset="0"/>
              </a:rPr>
              <a:t>是</a:t>
            </a:r>
            <a:r>
              <a:rPr lang="en-US" altLang="zh-CN" b="1" i="1" baseline="-30000" dirty="0">
                <a:solidFill>
                  <a:srgbClr val="0070C0"/>
                </a:solidFill>
                <a:cs typeface="Times New Roman" panose="02020603050405020304" pitchFamily="18" charset="0"/>
              </a:rPr>
              <a:t>B</a:t>
            </a:r>
            <a:r>
              <a:rPr lang="zh-CN" altLang="en-US" b="1" baseline="-30000" dirty="0">
                <a:solidFill>
                  <a:srgbClr val="0070C0"/>
                </a:solidFill>
                <a:cs typeface="Times New Roman" panose="02020603050405020304" pitchFamily="18" charset="0"/>
              </a:rPr>
              <a:t>的一个后继</a:t>
            </a:r>
            <a:r>
              <a:rPr lang="en-US" altLang="zh-CN" b="1" baseline="-30000" dirty="0">
                <a:solidFill>
                  <a:srgbClr val="0070C0"/>
                </a:solidFill>
                <a:cs typeface="Times New Roman" panose="02020603050405020304" pitchFamily="18" charset="0"/>
              </a:rPr>
              <a:t> </a:t>
            </a:r>
            <a:r>
              <a:rPr lang="en-US" altLang="zh-CN" b="1" i="1" dirty="0">
                <a:solidFill>
                  <a:srgbClr val="0070C0"/>
                </a:solidFill>
                <a:ea typeface="楷体_GB2312"/>
                <a:cs typeface="Times New Roman" panose="02020603050405020304" pitchFamily="18" charset="0"/>
              </a:rPr>
              <a:t>IN</a:t>
            </a:r>
            <a:r>
              <a:rPr lang="en-US" altLang="zh-CN" b="1" dirty="0">
                <a:solidFill>
                  <a:srgbClr val="0070C0"/>
                </a:solidFill>
                <a:ea typeface="楷体_GB2312"/>
                <a:cs typeface="Times New Roman" panose="02020603050405020304" pitchFamily="18" charset="0"/>
              </a:rPr>
              <a:t>[</a:t>
            </a:r>
            <a:r>
              <a:rPr lang="en-US" altLang="zh-CN" b="1" i="1" dirty="0">
                <a:solidFill>
                  <a:srgbClr val="0070C0"/>
                </a:solidFill>
                <a:ea typeface="楷体_GB2312"/>
                <a:cs typeface="Times New Roman" panose="02020603050405020304" pitchFamily="18" charset="0"/>
              </a:rPr>
              <a:t>S</a:t>
            </a:r>
            <a:r>
              <a:rPr lang="en-US" altLang="zh-CN" b="1" dirty="0">
                <a:solidFill>
                  <a:srgbClr val="0070C0"/>
                </a:solidFill>
                <a:ea typeface="楷体_GB2312"/>
                <a:cs typeface="Times New Roman" panose="02020603050405020304" pitchFamily="18" charset="0"/>
              </a:rPr>
              <a:t>]    </a:t>
            </a:r>
            <a:r>
              <a:rPr lang="en-US" altLang="zh-CN" b="1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( </a:t>
            </a:r>
            <a:r>
              <a:rPr lang="en-US" altLang="zh-CN" b="1" i="1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B</a:t>
            </a:r>
            <a:r>
              <a:rPr lang="en-US" altLang="en-US" b="1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≠</a:t>
            </a:r>
            <a:r>
              <a:rPr lang="en-US" altLang="zh-CN" b="1" i="1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EXIT</a:t>
            </a:r>
            <a:r>
              <a:rPr lang="en-US" altLang="zh-CN" b="1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 )</a:t>
            </a:r>
          </a:p>
          <a:p>
            <a:pPr marL="1139825" lvl="2" indent="-303213" eaLnBrk="1" hangingPunct="1">
              <a:defRPr/>
            </a:pPr>
            <a:endParaRPr lang="zh-CN" altLang="en-US" sz="2500" b="1" dirty="0">
              <a:solidFill>
                <a:schemeClr val="tx1"/>
              </a:solidFill>
              <a:ea typeface="楷体_GB2312"/>
              <a:cs typeface="Times New Roman" panose="02020603050405020304" pitchFamily="18" charset="0"/>
            </a:endParaRPr>
          </a:p>
        </p:txBody>
      </p:sp>
      <p:sp>
        <p:nvSpPr>
          <p:cNvPr id="10" name="Rectangle 4">
            <a:extLst>
              <a:ext uri="{FF2B5EF4-FFF2-40B4-BE49-F238E27FC236}">
                <a16:creationId xmlns:a16="http://schemas.microsoft.com/office/drawing/2014/main" id="{ED8EB9BB-6A4A-4E63-BB5F-B8C6F0E9CD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05074" y="3898042"/>
            <a:ext cx="4786313" cy="708025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eaLnBrk="1" hangingPunct="1">
              <a:defRPr/>
            </a:pPr>
            <a:r>
              <a:rPr lang="en-US" altLang="zh-CN" sz="2000" i="1">
                <a:solidFill>
                  <a:srgbClr val="0000FF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use</a:t>
            </a:r>
            <a:r>
              <a:rPr lang="en-US" altLang="zh-CN" sz="2000" i="1" baseline="-30000">
                <a:solidFill>
                  <a:srgbClr val="0000FF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B</a:t>
            </a:r>
            <a:r>
              <a:rPr lang="zh-CN" altLang="en-US" sz="2000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和</a:t>
            </a:r>
            <a:r>
              <a:rPr lang="en-US" altLang="zh-CN" sz="2000" i="1">
                <a:solidFill>
                  <a:srgbClr val="0000FF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def</a:t>
            </a:r>
            <a:r>
              <a:rPr lang="en-US" altLang="zh-CN" sz="2000" i="1" baseline="-30000">
                <a:solidFill>
                  <a:srgbClr val="0000FF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B</a:t>
            </a:r>
            <a:r>
              <a:rPr lang="zh-CN" altLang="en-US" sz="2000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的值可以直接从流图计算出来，因此在方程中作为</a:t>
            </a:r>
            <a:r>
              <a:rPr lang="zh-CN" altLang="en-US" sz="2000">
                <a:solidFill>
                  <a:srgbClr val="0000FF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已知量</a:t>
            </a:r>
          </a:p>
        </p:txBody>
      </p:sp>
      <p:grpSp>
        <p:nvGrpSpPr>
          <p:cNvPr id="3" name="组合 2">
            <a:extLst>
              <a:ext uri="{FF2B5EF4-FFF2-40B4-BE49-F238E27FC236}">
                <a16:creationId xmlns:a16="http://schemas.microsoft.com/office/drawing/2014/main" id="{5ED12639-B34B-4803-8F9D-A499174EB803}"/>
              </a:ext>
            </a:extLst>
          </p:cNvPr>
          <p:cNvGrpSpPr>
            <a:grpSpLocks/>
          </p:cNvGrpSpPr>
          <p:nvPr/>
        </p:nvGrpSpPr>
        <p:grpSpPr bwMode="auto">
          <a:xfrm>
            <a:off x="6670675" y="3499681"/>
            <a:ext cx="2016125" cy="982662"/>
            <a:chOff x="6262453" y="4011017"/>
            <a:chExt cx="2016125" cy="983964"/>
          </a:xfrm>
        </p:grpSpPr>
        <p:sp>
          <p:nvSpPr>
            <p:cNvPr id="168967" name="Line 37">
              <a:extLst>
                <a:ext uri="{FF2B5EF4-FFF2-40B4-BE49-F238E27FC236}">
                  <a16:creationId xmlns:a16="http://schemas.microsoft.com/office/drawing/2014/main" id="{9ED06F61-F75A-4DE8-BFE2-6469D31453A9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7095655" y="4329080"/>
              <a:ext cx="0" cy="258894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12" name="Rectangle 30">
              <a:extLst>
                <a:ext uri="{FF2B5EF4-FFF2-40B4-BE49-F238E27FC236}">
                  <a16:creationId xmlns:a16="http://schemas.microsoft.com/office/drawing/2014/main" id="{CBD3D630-71B2-425F-A276-1A472B52253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62453" y="4681830"/>
              <a:ext cx="504825" cy="289308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7500" tIns="0" rIns="0" bIns="0"/>
            <a:lstStyle>
              <a:lvl1pPr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just">
                <a:lnSpc>
                  <a:spcPts val="2200"/>
                </a:lnSpc>
                <a:defRPr/>
              </a:pPr>
              <a:r>
                <a:rPr lang="en-US" altLang="zh-CN" sz="2000" i="1" dirty="0">
                  <a:latin typeface="Times New Roman" panose="02020603050405020304" pitchFamily="18" charset="0"/>
                </a:rPr>
                <a:t> S</a:t>
              </a:r>
              <a:r>
                <a:rPr lang="en-US" altLang="zh-CN" sz="2000" i="1" baseline="-25000" dirty="0">
                  <a:latin typeface="Times New Roman" panose="02020603050405020304" pitchFamily="18" charset="0"/>
                </a:rPr>
                <a:t>1</a:t>
              </a:r>
              <a:endParaRPr lang="en-US" altLang="zh-CN" sz="2000" i="1" dirty="0">
                <a:latin typeface="Times New Roman" panose="02020603050405020304" pitchFamily="18" charset="0"/>
              </a:endParaRPr>
            </a:p>
          </p:txBody>
        </p:sp>
        <p:sp>
          <p:nvSpPr>
            <p:cNvPr id="168969" name="矩形 1">
              <a:extLst>
                <a:ext uri="{FF2B5EF4-FFF2-40B4-BE49-F238E27FC236}">
                  <a16:creationId xmlns:a16="http://schemas.microsoft.com/office/drawing/2014/main" id="{070F1514-88F5-4D55-A3EC-34FC546151C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298384" y="4533796"/>
              <a:ext cx="492419" cy="46118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r>
                <a:rPr lang="en-US" altLang="zh-CN" sz="2400"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…</a:t>
              </a:r>
              <a:endParaRPr lang="zh-CN" altLang="en-US" sz="3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4" name="Rectangle 30">
              <a:extLst>
                <a:ext uri="{FF2B5EF4-FFF2-40B4-BE49-F238E27FC236}">
                  <a16:creationId xmlns:a16="http://schemas.microsoft.com/office/drawing/2014/main" id="{01590D37-3CD2-419A-9CDB-3A0EEEDFA69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838715" y="4683419"/>
              <a:ext cx="504825" cy="289308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7500" tIns="0" rIns="0" bIns="0"/>
            <a:lstStyle>
              <a:lvl1pPr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just">
                <a:lnSpc>
                  <a:spcPts val="2200"/>
                </a:lnSpc>
                <a:defRPr/>
              </a:pPr>
              <a:r>
                <a:rPr lang="en-US" altLang="zh-CN" sz="2000" i="1" dirty="0">
                  <a:latin typeface="Times New Roman" panose="02020603050405020304" pitchFamily="18" charset="0"/>
                </a:rPr>
                <a:t> S</a:t>
              </a:r>
              <a:r>
                <a:rPr lang="en-US" altLang="zh-CN" sz="2000" i="1" baseline="-25000" dirty="0">
                  <a:latin typeface="Times New Roman" panose="02020603050405020304" pitchFamily="18" charset="0"/>
                </a:rPr>
                <a:t>2</a:t>
              </a:r>
              <a:endParaRPr lang="en-US" altLang="zh-CN" sz="2000" i="1" dirty="0">
                <a:latin typeface="Times New Roman" panose="02020603050405020304" pitchFamily="18" charset="0"/>
              </a:endParaRPr>
            </a:p>
          </p:txBody>
        </p:sp>
        <p:sp>
          <p:nvSpPr>
            <p:cNvPr id="15" name="Rectangle 30">
              <a:extLst>
                <a:ext uri="{FF2B5EF4-FFF2-40B4-BE49-F238E27FC236}">
                  <a16:creationId xmlns:a16="http://schemas.microsoft.com/office/drawing/2014/main" id="{91F13063-E2BC-48EA-BE97-FAAFF52E8BF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773753" y="4683419"/>
              <a:ext cx="504825" cy="289308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7500" tIns="0" rIns="0" bIns="0"/>
            <a:lstStyle>
              <a:lvl1pPr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just">
                <a:lnSpc>
                  <a:spcPts val="2200"/>
                </a:lnSpc>
                <a:defRPr/>
              </a:pPr>
              <a:r>
                <a:rPr lang="en-US" altLang="zh-CN" sz="2000" i="1" dirty="0">
                  <a:latin typeface="Times New Roman" panose="02020603050405020304" pitchFamily="18" charset="0"/>
                </a:rPr>
                <a:t> S</a:t>
              </a:r>
              <a:r>
                <a:rPr lang="en-US" altLang="zh-CN" sz="2000" i="1" baseline="-25000" dirty="0">
                  <a:latin typeface="Times New Roman" panose="02020603050405020304" pitchFamily="18" charset="0"/>
                </a:rPr>
                <a:t>n</a:t>
              </a:r>
              <a:endParaRPr lang="en-US" altLang="zh-CN" sz="2000" i="1" dirty="0">
                <a:latin typeface="Times New Roman" panose="02020603050405020304" pitchFamily="18" charset="0"/>
              </a:endParaRPr>
            </a:p>
          </p:txBody>
        </p:sp>
        <p:sp>
          <p:nvSpPr>
            <p:cNvPr id="16" name="Rectangle 30">
              <a:extLst>
                <a:ext uri="{FF2B5EF4-FFF2-40B4-BE49-F238E27FC236}">
                  <a16:creationId xmlns:a16="http://schemas.microsoft.com/office/drawing/2014/main" id="{34201485-7924-44E2-9D8F-F6B11A178F4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873640" y="4011017"/>
              <a:ext cx="506413" cy="289308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7500" tIns="0" rIns="0" bIns="0"/>
            <a:lstStyle>
              <a:lvl1pPr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just">
                <a:lnSpc>
                  <a:spcPts val="2200"/>
                </a:lnSpc>
                <a:defRPr/>
              </a:pPr>
              <a:r>
                <a:rPr lang="en-US" altLang="zh-CN" sz="2000" i="1" dirty="0">
                  <a:latin typeface="Times New Roman" panose="02020603050405020304" pitchFamily="18" charset="0"/>
                </a:rPr>
                <a:t>  B</a:t>
              </a:r>
            </a:p>
          </p:txBody>
        </p:sp>
        <p:sp>
          <p:nvSpPr>
            <p:cNvPr id="168973" name="Line 37">
              <a:extLst>
                <a:ext uri="{FF2B5EF4-FFF2-40B4-BE49-F238E27FC236}">
                  <a16:creationId xmlns:a16="http://schemas.microsoft.com/office/drawing/2014/main" id="{AC341E86-8006-44A5-AD47-BACE19582F56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6471372" y="4343506"/>
              <a:ext cx="492756" cy="244468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168974" name="Line 37">
              <a:extLst>
                <a:ext uri="{FF2B5EF4-FFF2-40B4-BE49-F238E27FC236}">
                  <a16:creationId xmlns:a16="http://schemas.microsoft.com/office/drawing/2014/main" id="{B07CAA54-31B7-42F8-9681-A2128B36664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227183" y="4343507"/>
              <a:ext cx="474089" cy="256062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 nodeType="clickPar">
                      <p:stCondLst>
                        <p:cond delay="indefinite"/>
                      </p:stCondLst>
                      <p:childTnLst>
                        <p:par>
                          <p:cTn id="3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6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 nodeType="clickPar">
                      <p:stCondLst>
                        <p:cond delay="indefinite"/>
                      </p:stCondLst>
                      <p:childTnLst>
                        <p:par>
                          <p:cTn id="4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3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5" dur="500" fill="hold"/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500" fill="hold"/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 nodeType="clickPar">
                      <p:stCondLst>
                        <p:cond delay="indefinite"/>
                      </p:stCondLst>
                      <p:childTnLst>
                        <p:par>
                          <p:cTn id="4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0" presetID="53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1C363B65-7755-4339-821F-88B43B0C6C19}"/>
              </a:ext>
            </a:extLst>
          </p:cNvPr>
          <p:cNvSpPr/>
          <p:nvPr/>
        </p:nvSpPr>
        <p:spPr>
          <a:xfrm>
            <a:off x="1917700" y="2068513"/>
            <a:ext cx="5607050" cy="292893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>
            <a:lvl1pPr marL="271463" indent="-271463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1828800" indent="4572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286000" indent="4572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2743200" indent="4572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200400" indent="4572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marL="0" lvl="1" indent="0" eaLnBrk="1" hangingPunct="1">
              <a:spcBef>
                <a:spcPct val="20000"/>
              </a:spcBef>
              <a:buClr>
                <a:srgbClr val="5EAEFF"/>
              </a:buClr>
              <a:buSzPct val="60000"/>
              <a:defRPr/>
            </a:pPr>
            <a:r>
              <a:rPr lang="en-US" altLang="zh-CN" sz="2200" dirty="0">
                <a:solidFill>
                  <a:srgbClr val="00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CN" sz="2200" i="1" dirty="0">
                <a:solidFill>
                  <a:srgbClr val="00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IN</a:t>
            </a:r>
            <a:r>
              <a:rPr lang="en-US" altLang="zh-CN" sz="2200" dirty="0">
                <a:solidFill>
                  <a:srgbClr val="00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[</a:t>
            </a:r>
            <a:r>
              <a:rPr lang="en-US" altLang="zh-CN" sz="2200" i="1" dirty="0">
                <a:solidFill>
                  <a:srgbClr val="00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EXIT</a:t>
            </a:r>
            <a:r>
              <a:rPr lang="en-US" altLang="zh-CN" sz="2200" dirty="0">
                <a:solidFill>
                  <a:srgbClr val="00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] = </a:t>
            </a:r>
            <a:r>
              <a:rPr lang="el-GR" altLang="zh-CN" sz="2200" i="1" dirty="0">
                <a:solidFill>
                  <a:srgbClr val="00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Φ</a:t>
            </a:r>
            <a:r>
              <a:rPr lang="en-US" altLang="zh-CN" sz="2200" dirty="0">
                <a:solidFill>
                  <a:srgbClr val="00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;</a:t>
            </a:r>
          </a:p>
          <a:p>
            <a:pPr marL="0" lvl="1" indent="0" eaLnBrk="1" hangingPunct="1">
              <a:spcBef>
                <a:spcPct val="20000"/>
              </a:spcBef>
              <a:buClr>
                <a:srgbClr val="FF0000"/>
              </a:buClr>
              <a:buSzPct val="100000"/>
              <a:defRPr/>
            </a:pPr>
            <a:r>
              <a:rPr lang="en-US" altLang="zh-CN" sz="2200" dirty="0">
                <a:solidFill>
                  <a:srgbClr val="0000FF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for</a:t>
            </a:r>
            <a:r>
              <a:rPr lang="en-US" altLang="zh-CN" sz="2200" dirty="0">
                <a:solidFill>
                  <a:srgbClr val="2D83F4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CN" sz="2200" dirty="0">
                <a:solidFill>
                  <a:srgbClr val="00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(</a:t>
            </a:r>
            <a:r>
              <a:rPr lang="zh-CN" altLang="en-US" sz="2200" dirty="0">
                <a:solidFill>
                  <a:srgbClr val="00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除</a:t>
            </a:r>
            <a:r>
              <a:rPr lang="en-US" altLang="zh-CN" sz="2200" i="1" dirty="0">
                <a:solidFill>
                  <a:srgbClr val="00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EXIT</a:t>
            </a:r>
            <a:r>
              <a:rPr lang="zh-CN" altLang="en-US" sz="2200" dirty="0">
                <a:solidFill>
                  <a:srgbClr val="00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之外的</a:t>
            </a:r>
            <a:r>
              <a:rPr lang="zh-CN" altLang="en-US" sz="2200" dirty="0">
                <a:solidFill>
                  <a:srgbClr val="0000FF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每个基本块</a:t>
            </a:r>
            <a:r>
              <a:rPr lang="en-US" altLang="zh-CN" sz="2200" i="1" dirty="0">
                <a:solidFill>
                  <a:srgbClr val="0000FF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B</a:t>
            </a:r>
            <a:r>
              <a:rPr lang="en-US" altLang="zh-CN" sz="2200" dirty="0">
                <a:solidFill>
                  <a:srgbClr val="00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)  </a:t>
            </a:r>
            <a:r>
              <a:rPr lang="en-US" altLang="zh-CN" sz="2200" i="1" dirty="0">
                <a:solidFill>
                  <a:srgbClr val="00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IN</a:t>
            </a:r>
            <a:r>
              <a:rPr lang="en-US" altLang="zh-CN" sz="2200" dirty="0">
                <a:solidFill>
                  <a:srgbClr val="00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[</a:t>
            </a:r>
            <a:r>
              <a:rPr lang="en-US" altLang="zh-CN" sz="2200" i="1" dirty="0">
                <a:solidFill>
                  <a:srgbClr val="00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B</a:t>
            </a:r>
            <a:r>
              <a:rPr lang="en-US" altLang="zh-CN" sz="2200" dirty="0">
                <a:solidFill>
                  <a:srgbClr val="00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] = </a:t>
            </a:r>
            <a:r>
              <a:rPr lang="el-GR" altLang="zh-CN" sz="2200" i="1" dirty="0">
                <a:solidFill>
                  <a:srgbClr val="00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Φ</a:t>
            </a:r>
            <a:r>
              <a:rPr lang="en-US" altLang="zh-CN" sz="2200" dirty="0">
                <a:solidFill>
                  <a:srgbClr val="00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;</a:t>
            </a:r>
          </a:p>
          <a:p>
            <a:pPr eaLnBrk="1" hangingPunct="1">
              <a:spcBef>
                <a:spcPct val="20000"/>
              </a:spcBef>
              <a:buClr>
                <a:srgbClr val="31B6FD"/>
              </a:buClr>
              <a:buSzPct val="100000"/>
              <a:defRPr/>
            </a:pPr>
            <a:r>
              <a:rPr lang="en-US" altLang="zh-CN" sz="2200" dirty="0">
                <a:solidFill>
                  <a:srgbClr val="0000FF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while</a:t>
            </a:r>
            <a:r>
              <a:rPr lang="en-US" altLang="zh-CN" sz="2200" dirty="0">
                <a:solidFill>
                  <a:srgbClr val="00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 (</a:t>
            </a:r>
            <a:r>
              <a:rPr lang="zh-CN" altLang="en-US" sz="2200" dirty="0">
                <a:solidFill>
                  <a:srgbClr val="0000FF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某个</a:t>
            </a:r>
            <a:r>
              <a:rPr lang="en-US" altLang="zh-CN" sz="2200" i="1" dirty="0">
                <a:solidFill>
                  <a:srgbClr val="0000FF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IN</a:t>
            </a:r>
            <a:r>
              <a:rPr lang="zh-CN" altLang="en-US" sz="2200" dirty="0">
                <a:solidFill>
                  <a:srgbClr val="0000FF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值发生了改变</a:t>
            </a:r>
            <a:r>
              <a:rPr lang="en-US" altLang="zh-CN" sz="2200" dirty="0">
                <a:solidFill>
                  <a:srgbClr val="00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)</a:t>
            </a:r>
          </a:p>
          <a:p>
            <a:pPr eaLnBrk="1" hangingPunct="1">
              <a:spcBef>
                <a:spcPct val="20000"/>
              </a:spcBef>
              <a:buClr>
                <a:srgbClr val="31B6FD"/>
              </a:buClr>
              <a:buSzPct val="100000"/>
              <a:defRPr/>
            </a:pPr>
            <a:r>
              <a:rPr lang="en-US" altLang="zh-CN" sz="2200" dirty="0">
                <a:solidFill>
                  <a:srgbClr val="0000FF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	for</a:t>
            </a:r>
            <a:r>
              <a:rPr lang="en-US" altLang="zh-CN" sz="2200" dirty="0">
                <a:solidFill>
                  <a:srgbClr val="2D83F4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CN" sz="2200" dirty="0">
                <a:solidFill>
                  <a:srgbClr val="00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(</a:t>
            </a:r>
            <a:r>
              <a:rPr lang="zh-CN" altLang="en-US" sz="2200" dirty="0">
                <a:solidFill>
                  <a:srgbClr val="00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除</a:t>
            </a:r>
            <a:r>
              <a:rPr lang="en-US" altLang="zh-CN" sz="2200" i="1" dirty="0">
                <a:solidFill>
                  <a:srgbClr val="00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EXIT</a:t>
            </a:r>
            <a:r>
              <a:rPr lang="zh-CN" altLang="en-US" sz="2200" dirty="0">
                <a:solidFill>
                  <a:srgbClr val="00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之外的</a:t>
            </a:r>
            <a:r>
              <a:rPr lang="zh-CN" altLang="en-US" sz="2200" dirty="0">
                <a:solidFill>
                  <a:srgbClr val="0000FF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每个基本块</a:t>
            </a:r>
            <a:r>
              <a:rPr lang="en-US" altLang="zh-CN" sz="2200" i="1" dirty="0">
                <a:solidFill>
                  <a:srgbClr val="0000FF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B</a:t>
            </a:r>
            <a:r>
              <a:rPr lang="en-US" altLang="zh-CN" sz="2200" dirty="0">
                <a:solidFill>
                  <a:srgbClr val="00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) {</a:t>
            </a:r>
          </a:p>
          <a:p>
            <a:pPr eaLnBrk="1" hangingPunct="1">
              <a:spcBef>
                <a:spcPct val="20000"/>
              </a:spcBef>
              <a:buClr>
                <a:srgbClr val="31B6FD"/>
              </a:buClr>
              <a:buSzPct val="100000"/>
              <a:defRPr/>
            </a:pPr>
            <a:r>
              <a:rPr lang="en-US" altLang="zh-CN" sz="2200" dirty="0">
                <a:solidFill>
                  <a:srgbClr val="00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		</a:t>
            </a:r>
            <a:r>
              <a:rPr lang="en-US" altLang="zh-CN" sz="2200" i="1" dirty="0">
                <a:solidFill>
                  <a:srgbClr val="0000FF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OUT</a:t>
            </a:r>
            <a:r>
              <a:rPr lang="en-US" altLang="zh-CN" sz="2200" dirty="0">
                <a:solidFill>
                  <a:srgbClr val="0000FF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[</a:t>
            </a:r>
            <a:r>
              <a:rPr lang="en-US" altLang="zh-CN" sz="2200" i="1" dirty="0">
                <a:solidFill>
                  <a:srgbClr val="0000FF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B</a:t>
            </a:r>
            <a:r>
              <a:rPr lang="en-US" altLang="zh-CN" sz="2200" dirty="0">
                <a:solidFill>
                  <a:srgbClr val="0000FF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] = ∪</a:t>
            </a:r>
            <a:r>
              <a:rPr lang="en-US" altLang="zh-CN" sz="2200" i="1" baseline="-30000" dirty="0">
                <a:solidFill>
                  <a:srgbClr val="0000FF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S</a:t>
            </a:r>
            <a:r>
              <a:rPr lang="zh-CN" altLang="en-US" sz="2200" baseline="-30000" dirty="0">
                <a:solidFill>
                  <a:srgbClr val="0000FF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是</a:t>
            </a:r>
            <a:r>
              <a:rPr lang="en-US" altLang="zh-CN" sz="2200" i="1" baseline="-30000" dirty="0">
                <a:solidFill>
                  <a:srgbClr val="0000FF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B</a:t>
            </a:r>
            <a:r>
              <a:rPr lang="zh-CN" altLang="en-US" sz="2200" baseline="-30000" dirty="0">
                <a:solidFill>
                  <a:srgbClr val="0000FF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的一个后继</a:t>
            </a:r>
            <a:r>
              <a:rPr lang="en-US" altLang="zh-CN" sz="2200" baseline="-30000" dirty="0">
                <a:solidFill>
                  <a:srgbClr val="0000FF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CN" sz="2200" i="1" dirty="0">
                <a:solidFill>
                  <a:srgbClr val="0000FF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IN</a:t>
            </a:r>
            <a:r>
              <a:rPr lang="en-US" altLang="zh-CN" sz="2200" dirty="0">
                <a:solidFill>
                  <a:srgbClr val="0000FF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[</a:t>
            </a:r>
            <a:r>
              <a:rPr lang="en-US" altLang="zh-CN" sz="2200" i="1" dirty="0">
                <a:solidFill>
                  <a:srgbClr val="0000FF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S</a:t>
            </a:r>
            <a:r>
              <a:rPr lang="en-US" altLang="zh-CN" sz="2200" dirty="0">
                <a:solidFill>
                  <a:srgbClr val="0000FF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];</a:t>
            </a:r>
          </a:p>
          <a:p>
            <a:pPr eaLnBrk="1" hangingPunct="1">
              <a:spcBef>
                <a:spcPct val="20000"/>
              </a:spcBef>
              <a:buClr>
                <a:srgbClr val="31B6FD"/>
              </a:buClr>
              <a:buSzPct val="100000"/>
              <a:defRPr/>
            </a:pPr>
            <a:r>
              <a:rPr lang="en-US" altLang="zh-CN" sz="2200" dirty="0">
                <a:solidFill>
                  <a:srgbClr val="0000FF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		</a:t>
            </a:r>
            <a:r>
              <a:rPr lang="en-US" altLang="zh-CN" sz="2200" i="1" dirty="0">
                <a:solidFill>
                  <a:srgbClr val="0000FF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IN</a:t>
            </a:r>
            <a:r>
              <a:rPr lang="en-US" altLang="zh-CN" sz="2200" dirty="0">
                <a:solidFill>
                  <a:srgbClr val="0000FF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[</a:t>
            </a:r>
            <a:r>
              <a:rPr lang="en-US" altLang="zh-CN" sz="2200" i="1" dirty="0">
                <a:solidFill>
                  <a:srgbClr val="0000FF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B</a:t>
            </a:r>
            <a:r>
              <a:rPr lang="en-US" altLang="zh-CN" sz="2200" dirty="0">
                <a:solidFill>
                  <a:srgbClr val="0000FF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] = </a:t>
            </a:r>
            <a:r>
              <a:rPr lang="en-US" altLang="zh-CN" sz="2200" i="1" dirty="0" err="1">
                <a:solidFill>
                  <a:srgbClr val="0000FF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use</a:t>
            </a:r>
            <a:r>
              <a:rPr lang="en-US" altLang="zh-CN" sz="2200" i="1" baseline="-30000" dirty="0" err="1">
                <a:solidFill>
                  <a:srgbClr val="0000FF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B</a:t>
            </a:r>
            <a:r>
              <a:rPr lang="en-US" altLang="zh-CN" sz="2200" i="1" dirty="0">
                <a:solidFill>
                  <a:srgbClr val="0000FF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CN" sz="2200" dirty="0">
                <a:solidFill>
                  <a:srgbClr val="0000FF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∪ (</a:t>
            </a:r>
            <a:r>
              <a:rPr lang="en-US" altLang="zh-CN" sz="2200" i="1" dirty="0">
                <a:solidFill>
                  <a:srgbClr val="0000FF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OUT</a:t>
            </a:r>
            <a:r>
              <a:rPr lang="en-US" altLang="zh-CN" sz="2200" dirty="0">
                <a:solidFill>
                  <a:srgbClr val="0000FF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[</a:t>
            </a:r>
            <a:r>
              <a:rPr lang="en-US" altLang="zh-CN" sz="2200" i="1" dirty="0">
                <a:solidFill>
                  <a:srgbClr val="0000FF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B</a:t>
            </a:r>
            <a:r>
              <a:rPr lang="en-US" altLang="zh-CN" sz="2200" dirty="0">
                <a:solidFill>
                  <a:srgbClr val="0000FF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] - </a:t>
            </a:r>
            <a:r>
              <a:rPr lang="en-US" altLang="zh-CN" sz="2200" i="1" dirty="0" err="1">
                <a:solidFill>
                  <a:srgbClr val="0000FF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def</a:t>
            </a:r>
            <a:r>
              <a:rPr lang="en-US" altLang="zh-CN" sz="2200" i="1" baseline="-30000" dirty="0" err="1">
                <a:solidFill>
                  <a:srgbClr val="0000FF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B</a:t>
            </a:r>
            <a:r>
              <a:rPr lang="en-US" altLang="zh-CN" sz="2200" i="1" dirty="0">
                <a:solidFill>
                  <a:srgbClr val="0000FF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CN" sz="2200" dirty="0">
                <a:solidFill>
                  <a:srgbClr val="0000FF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);</a:t>
            </a:r>
          </a:p>
          <a:p>
            <a:pPr eaLnBrk="1" hangingPunct="1">
              <a:spcBef>
                <a:spcPct val="20000"/>
              </a:spcBef>
              <a:buClr>
                <a:srgbClr val="31B6FD"/>
              </a:buClr>
              <a:buSzPct val="100000"/>
              <a:defRPr/>
            </a:pPr>
            <a:r>
              <a:rPr lang="en-US" altLang="zh-CN" sz="2200" dirty="0">
                <a:solidFill>
                  <a:srgbClr val="00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 	}</a:t>
            </a:r>
            <a:endParaRPr lang="zh-CN" altLang="en-US" dirty="0">
              <a:solidFill>
                <a:srgbClr val="FFFFFF"/>
              </a:solidFill>
              <a:latin typeface="Candara" panose="020E0502030303020204" pitchFamily="34" charset="0"/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71011" name="Rectangle 3">
            <a:extLst>
              <a:ext uri="{FF2B5EF4-FFF2-40B4-BE49-F238E27FC236}">
                <a16:creationId xmlns:a16="http://schemas.microsoft.com/office/drawing/2014/main" id="{D725177B-6DC0-45C6-842C-1002C68E527B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430213" y="1001713"/>
            <a:ext cx="8713787" cy="128270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buClrTx/>
              <a:buFont typeface="Wingdings" panose="05000000000000000000" pitchFamily="2" charset="2"/>
              <a:buChar char="Ø"/>
            </a:pPr>
            <a:r>
              <a:rPr lang="zh-CN" altLang="en-US" sz="2500" b="1" dirty="0">
                <a:solidFill>
                  <a:schemeClr val="tx1"/>
                </a:solidFill>
              </a:rPr>
              <a:t>输入：</a:t>
            </a: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流图</a:t>
            </a:r>
            <a:r>
              <a:rPr lang="en-US" altLang="zh-CN" sz="25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G</a:t>
            </a: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，其中每个基本块</a:t>
            </a:r>
            <a:r>
              <a:rPr lang="en-US" altLang="zh-CN" sz="25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B</a:t>
            </a: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的</a:t>
            </a:r>
            <a:r>
              <a:rPr lang="en-US" altLang="zh-CN" sz="2500" b="1" i="1" dirty="0" err="1">
                <a:solidFill>
                  <a:srgbClr val="2D83F4"/>
                </a:solidFill>
                <a:cs typeface="Times New Roman" panose="02020603050405020304" pitchFamily="18" charset="0"/>
              </a:rPr>
              <a:t>use</a:t>
            </a:r>
            <a:r>
              <a:rPr lang="en-US" altLang="zh-CN" sz="2500" b="1" i="1" baseline="-30000" dirty="0" err="1">
                <a:solidFill>
                  <a:srgbClr val="2D83F4"/>
                </a:solidFill>
                <a:cs typeface="Times New Roman" panose="02020603050405020304" pitchFamily="18" charset="0"/>
              </a:rPr>
              <a:t>B</a:t>
            </a:r>
            <a:r>
              <a:rPr lang="en-US" altLang="zh-CN" sz="2500" b="1" i="1" baseline="-30000" dirty="0">
                <a:solidFill>
                  <a:srgbClr val="2D83F4"/>
                </a:solidFill>
                <a:cs typeface="Times New Roman" panose="02020603050405020304" pitchFamily="18" charset="0"/>
              </a:rPr>
              <a:t> </a:t>
            </a: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和</a:t>
            </a:r>
            <a:r>
              <a:rPr lang="en-US" altLang="zh-CN" sz="2500" b="1" i="1" dirty="0" err="1">
                <a:solidFill>
                  <a:srgbClr val="2D83F4"/>
                </a:solidFill>
                <a:cs typeface="Times New Roman" panose="02020603050405020304" pitchFamily="18" charset="0"/>
              </a:rPr>
              <a:t>def</a:t>
            </a:r>
            <a:r>
              <a:rPr lang="en-US" altLang="zh-CN" sz="2500" b="1" i="1" baseline="-30000" dirty="0" err="1">
                <a:solidFill>
                  <a:srgbClr val="2D83F4"/>
                </a:solidFill>
                <a:cs typeface="Times New Roman" panose="02020603050405020304" pitchFamily="18" charset="0"/>
              </a:rPr>
              <a:t>B</a:t>
            </a: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都已计算出来</a:t>
            </a:r>
            <a:endParaRPr lang="en-US" altLang="zh-CN" sz="25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eaLnBrk="1" hangingPunct="1">
              <a:buClrTx/>
              <a:buFont typeface="Wingdings" panose="05000000000000000000" pitchFamily="2" charset="2"/>
              <a:buChar char="Ø"/>
            </a:pP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输出：</a:t>
            </a:r>
            <a:r>
              <a:rPr lang="en-US" altLang="zh-CN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 </a:t>
            </a:r>
            <a:r>
              <a:rPr lang="en-US" altLang="zh-CN" sz="25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IN</a:t>
            </a:r>
            <a:r>
              <a:rPr lang="en-US" altLang="zh-CN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[</a:t>
            </a:r>
            <a:r>
              <a:rPr lang="en-US" altLang="zh-CN" sz="25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B</a:t>
            </a:r>
            <a:r>
              <a:rPr lang="en-US" altLang="zh-CN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]</a:t>
            </a: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和</a:t>
            </a:r>
            <a:r>
              <a:rPr lang="en-US" altLang="zh-CN" sz="25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OUT</a:t>
            </a:r>
            <a:r>
              <a:rPr lang="en-US" altLang="zh-CN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[</a:t>
            </a:r>
            <a:r>
              <a:rPr lang="en-US" altLang="zh-CN" sz="25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B</a:t>
            </a:r>
            <a:r>
              <a:rPr lang="en-US" altLang="zh-CN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]</a:t>
            </a:r>
          </a:p>
          <a:p>
            <a:pPr eaLnBrk="1" hangingPunct="1">
              <a:buClrTx/>
              <a:buFont typeface="Wingdings" panose="05000000000000000000" pitchFamily="2" charset="2"/>
              <a:buChar char="Ø"/>
            </a:pP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方法：</a:t>
            </a:r>
            <a:r>
              <a:rPr lang="en-US" altLang="zh-CN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 </a:t>
            </a:r>
            <a:endParaRPr lang="zh-CN" altLang="en-US" b="1" dirty="0">
              <a:solidFill>
                <a:schemeClr val="tx1"/>
              </a:solidFill>
            </a:endParaRPr>
          </a:p>
          <a:p>
            <a:pPr eaLnBrk="1" hangingPunct="1">
              <a:lnSpc>
                <a:spcPct val="80000"/>
              </a:lnSpc>
            </a:pPr>
            <a:endParaRPr lang="zh-CN" altLang="en-US" sz="2200" b="1" dirty="0">
              <a:solidFill>
                <a:schemeClr val="tx1"/>
              </a:solidFill>
              <a:latin typeface="楷体_GB2312" charset="0"/>
              <a:ea typeface="宋体" panose="02010600030101010101" pitchFamily="2" charset="-122"/>
            </a:endParaRPr>
          </a:p>
        </p:txBody>
      </p:sp>
      <p:sp>
        <p:nvSpPr>
          <p:cNvPr id="171012" name="Rectangle 2">
            <a:extLst>
              <a:ext uri="{FF2B5EF4-FFF2-40B4-BE49-F238E27FC236}">
                <a16:creationId xmlns:a16="http://schemas.microsoft.com/office/drawing/2014/main" id="{60CE5D56-E7EA-4AE5-A23A-C127E84F4A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计算活跃变量的迭代算法</a:t>
            </a:r>
            <a:endParaRPr lang="en-US" altLang="zh-CN" sz="3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4F9EA2F1-709C-48D3-8EC9-21F0F10B051C}"/>
              </a:ext>
            </a:extLst>
          </p:cNvPr>
          <p:cNvGraphicFramePr>
            <a:graphicFrameLocks noGrp="1"/>
          </p:cNvGraphicFramePr>
          <p:nvPr/>
        </p:nvGraphicFramePr>
        <p:xfrm>
          <a:off x="1906588" y="3127375"/>
          <a:ext cx="2593975" cy="1814513"/>
        </p:xfrm>
        <a:graphic>
          <a:graphicData uri="http://schemas.openxmlformats.org/drawingml/2006/table">
            <a:tbl>
              <a:tblPr/>
              <a:tblGrid>
                <a:gridCol w="45185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79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2418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4331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6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3325" marR="63325" marT="34290" marB="34290" horzOverflow="overflow">
                    <a:lnL cap="flat">
                      <a:noFill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1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OUT</a:t>
                      </a:r>
                      <a:r>
                        <a:rPr kumimoji="0" lang="en-US" altLang="zh-CN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[</a:t>
                      </a:r>
                      <a:r>
                        <a:rPr kumimoji="0" lang="en-US" altLang="zh-CN" sz="1600" b="1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B</a:t>
                      </a:r>
                      <a:r>
                        <a:rPr kumimoji="0" lang="en-US" altLang="zh-CN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]</a:t>
                      </a:r>
                      <a:r>
                        <a:rPr kumimoji="0" lang="en-US" altLang="zh-CN" sz="1600" b="1" i="1" u="none" strike="noStrike" cap="none" normalizeH="0" baseline="30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1</a:t>
                      </a:r>
                      <a:endParaRPr kumimoji="0" lang="en-US" altLang="zh-CN" sz="16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3325" marR="63325" marT="34290" marB="3429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1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IN</a:t>
                      </a:r>
                      <a:r>
                        <a:rPr kumimoji="0" lang="en-US" altLang="zh-CN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[</a:t>
                      </a:r>
                      <a:r>
                        <a:rPr kumimoji="0" lang="en-US" altLang="zh-CN" sz="1600" b="1" i="1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B</a:t>
                      </a:r>
                      <a:r>
                        <a:rPr kumimoji="0" lang="en-US" altLang="zh-CN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]</a:t>
                      </a:r>
                      <a:r>
                        <a:rPr kumimoji="0" lang="en-US" altLang="zh-CN" sz="1600" b="1" i="1" u="none" strike="noStrike" cap="none" normalizeH="0" baseline="30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1</a:t>
                      </a:r>
                      <a:endParaRPr kumimoji="0" lang="zh-CN" altLang="en-US" sz="16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3325" marR="63325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0044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1" i="1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B</a:t>
                      </a:r>
                      <a:r>
                        <a:rPr kumimoji="0" lang="en-US" altLang="zh-CN" sz="1600" b="1" i="1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4</a:t>
                      </a:r>
                    </a:p>
                  </a:txBody>
                  <a:tcPr marL="63325" marR="63325" marT="34290" marB="34290" horzOverflow="overflow">
                    <a:lnL cap="flat">
                      <a:noFill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600" b="1" i="1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3325" marR="63325" marT="34290" marB="3429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en-US" altLang="zh-CN" sz="2000" b="1" i="1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3325" marR="63325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4331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1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B</a:t>
                      </a:r>
                      <a:r>
                        <a:rPr kumimoji="0" lang="en-US" altLang="zh-CN" sz="1600" b="1" i="1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3</a:t>
                      </a:r>
                    </a:p>
                  </a:txBody>
                  <a:tcPr marL="63325" marR="63325" marT="34290" marB="34290" horzOverflow="overflow">
                    <a:lnL cap="flat">
                      <a:noFill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en-US" altLang="zh-CN" sz="2000" b="1" i="1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3325" marR="63325" marT="34290" marB="3429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en-US" altLang="zh-CN" sz="2000" b="1" i="1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3325" marR="63325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123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1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B</a:t>
                      </a:r>
                      <a:r>
                        <a:rPr kumimoji="0" lang="en-US" altLang="zh-CN" sz="1600" b="1" i="1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2</a:t>
                      </a:r>
                    </a:p>
                  </a:txBody>
                  <a:tcPr marL="63325" marR="63325" marT="34290" marB="34290" horzOverflow="overflow">
                    <a:lnL cap="flat">
                      <a:noFill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2000" b="1" i="1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3325" marR="63325" marT="34290" marB="3429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2000" b="1" i="1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3325" marR="63325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57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1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B</a:t>
                      </a:r>
                      <a:r>
                        <a:rPr kumimoji="0" lang="en-US" altLang="zh-CN" sz="1600" b="1" i="1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1</a:t>
                      </a:r>
                    </a:p>
                  </a:txBody>
                  <a:tcPr marL="63325" marR="63325" marT="34290" marB="34290" horzOverflow="overflow">
                    <a:lnL cap="flat">
                      <a:noFill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2000" b="1" i="1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3325" marR="63325" marT="34290" marB="3429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en-US" altLang="zh-CN" sz="2000" b="1" i="1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3325" marR="63325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73083" name="Rectangle 2">
            <a:extLst>
              <a:ext uri="{FF2B5EF4-FFF2-40B4-BE49-F238E27FC236}">
                <a16:creationId xmlns:a16="http://schemas.microsoft.com/office/drawing/2014/main" id="{20D1E6DD-B50E-4618-AB24-6424415426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例</a:t>
            </a:r>
            <a:endParaRPr lang="zh-CN" altLang="en-US" sz="2700">
              <a:solidFill>
                <a:schemeClr val="tx1"/>
              </a:solidFill>
              <a:cs typeface="楷体_GB2312" charset="0"/>
            </a:endParaRPr>
          </a:p>
        </p:txBody>
      </p:sp>
      <p:grpSp>
        <p:nvGrpSpPr>
          <p:cNvPr id="173084" name="组合 1">
            <a:extLst>
              <a:ext uri="{FF2B5EF4-FFF2-40B4-BE49-F238E27FC236}">
                <a16:creationId xmlns:a16="http://schemas.microsoft.com/office/drawing/2014/main" id="{44459BB3-3867-47F6-9CA0-BAA11A1A8911}"/>
              </a:ext>
            </a:extLst>
          </p:cNvPr>
          <p:cNvGrpSpPr>
            <a:grpSpLocks/>
          </p:cNvGrpSpPr>
          <p:nvPr/>
        </p:nvGrpSpPr>
        <p:grpSpPr bwMode="auto">
          <a:xfrm>
            <a:off x="138113" y="854075"/>
            <a:ext cx="1625600" cy="3082925"/>
            <a:chOff x="890764" y="853544"/>
            <a:chExt cx="1626248" cy="3084076"/>
          </a:xfrm>
        </p:grpSpPr>
        <p:sp>
          <p:nvSpPr>
            <p:cNvPr id="7" name="Rectangle 23">
              <a:extLst>
                <a:ext uri="{FF2B5EF4-FFF2-40B4-BE49-F238E27FC236}">
                  <a16:creationId xmlns:a16="http://schemas.microsoft.com/office/drawing/2014/main" id="{A0557531-8459-4677-AB2B-12914B1E6F1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22946" y="853544"/>
              <a:ext cx="786125" cy="285857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8580" tIns="27000" rIns="68580" bIns="0" anchor="ctr"/>
            <a:lstStyle>
              <a:lvl1pPr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ctr">
                <a:lnSpc>
                  <a:spcPct val="70000"/>
                </a:lnSpc>
                <a:defRPr/>
              </a:pPr>
              <a:r>
                <a:rPr lang="en-US" altLang="zh-CN" sz="1500" i="1" dirty="0">
                  <a:solidFill>
                    <a:prstClr val="black"/>
                  </a:solidFill>
                  <a:latin typeface="Times New Roman" charset="0"/>
                </a:rPr>
                <a:t>ENTRY</a:t>
              </a:r>
              <a:endParaRPr lang="en-US" altLang="zh-CN" sz="1500" dirty="0">
                <a:solidFill>
                  <a:prstClr val="black"/>
                </a:solidFill>
                <a:latin typeface="Times New Roman" charset="0"/>
              </a:endParaRPr>
            </a:p>
          </p:txBody>
        </p:sp>
        <p:sp>
          <p:nvSpPr>
            <p:cNvPr id="8" name="Rectangle 24">
              <a:extLst>
                <a:ext uri="{FF2B5EF4-FFF2-40B4-BE49-F238E27FC236}">
                  <a16:creationId xmlns:a16="http://schemas.microsoft.com/office/drawing/2014/main" id="{51E58009-84B8-4828-830D-0F0F24697DF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22946" y="1414141"/>
              <a:ext cx="786125" cy="344616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8580" tIns="54000" rIns="68580" bIns="0"/>
            <a:lstStyle>
              <a:lvl1pPr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ctr">
                <a:defRPr/>
              </a:pPr>
              <a:r>
                <a:rPr lang="en-US" altLang="zh-CN" sz="1500" i="1" dirty="0">
                  <a:solidFill>
                    <a:prstClr val="black"/>
                  </a:solidFill>
                  <a:latin typeface="Times New Roman" panose="02020603050405020304" pitchFamily="18" charset="0"/>
                </a:rPr>
                <a:t>B</a:t>
              </a:r>
              <a:r>
                <a:rPr lang="en-US" altLang="zh-CN" sz="1500" baseline="-25000" dirty="0">
                  <a:solidFill>
                    <a:prstClr val="black"/>
                  </a:solidFill>
                  <a:latin typeface="Times New Roman" panose="02020603050405020304" pitchFamily="18" charset="0"/>
                </a:rPr>
                <a:t>1</a:t>
              </a:r>
              <a:endParaRPr lang="en-US" altLang="zh-CN" sz="1500" dirty="0">
                <a:solidFill>
                  <a:prstClr val="black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1" name="Rectangle 27">
              <a:extLst>
                <a:ext uri="{FF2B5EF4-FFF2-40B4-BE49-F238E27FC236}">
                  <a16:creationId xmlns:a16="http://schemas.microsoft.com/office/drawing/2014/main" id="{A93FB641-6C62-4A56-A884-150EC66214A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22946" y="2020793"/>
              <a:ext cx="786125" cy="357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8580" tIns="54000" rIns="68580" bIns="0"/>
            <a:lstStyle>
              <a:lvl1pPr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ctr">
                <a:defRPr/>
              </a:pPr>
              <a:r>
                <a:rPr lang="en-US" altLang="zh-CN" sz="1500" i="1" dirty="0">
                  <a:solidFill>
                    <a:prstClr val="black"/>
                  </a:solidFill>
                  <a:latin typeface="Times New Roman" panose="02020603050405020304" pitchFamily="18" charset="0"/>
                </a:rPr>
                <a:t>B</a:t>
              </a:r>
              <a:r>
                <a:rPr lang="en-US" altLang="zh-CN" sz="1500" baseline="-25000" dirty="0">
                  <a:solidFill>
                    <a:prstClr val="black"/>
                  </a:solidFill>
                  <a:latin typeface="Times New Roman" panose="02020603050405020304" pitchFamily="18" charset="0"/>
                </a:rPr>
                <a:t>2</a:t>
              </a:r>
              <a:endParaRPr lang="en-US" altLang="zh-CN" sz="1500" dirty="0">
                <a:solidFill>
                  <a:prstClr val="black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73154" name="Line 28">
              <a:extLst>
                <a:ext uri="{FF2B5EF4-FFF2-40B4-BE49-F238E27FC236}">
                  <a16:creationId xmlns:a16="http://schemas.microsoft.com/office/drawing/2014/main" id="{109C30A1-A6DF-43F3-A518-8DCF425B092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47822" y="1163899"/>
              <a:ext cx="0" cy="23971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173155" name="Line 29">
              <a:extLst>
                <a:ext uri="{FF2B5EF4-FFF2-40B4-BE49-F238E27FC236}">
                  <a16:creationId xmlns:a16="http://schemas.microsoft.com/office/drawing/2014/main" id="{97BE50C3-2BD5-4C52-9A17-FD8DAD0FBC8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49034" y="1749688"/>
              <a:ext cx="0" cy="271461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14" name="Rectangle 30">
              <a:extLst>
                <a:ext uri="{FF2B5EF4-FFF2-40B4-BE49-F238E27FC236}">
                  <a16:creationId xmlns:a16="http://schemas.microsoft.com/office/drawing/2014/main" id="{EAF311AB-56CB-4442-A1F0-019BFC73D44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1340" y="2543275"/>
              <a:ext cx="370034" cy="238214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7500" tIns="0" rIns="0" bIns="0"/>
            <a:lstStyle>
              <a:lvl1pPr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just">
                <a:defRPr/>
              </a:pPr>
              <a:r>
                <a:rPr lang="en-US" altLang="zh-CN" sz="1500" i="1" dirty="0">
                  <a:solidFill>
                    <a:prstClr val="black"/>
                  </a:solidFill>
                  <a:latin typeface="Times New Roman" panose="02020603050405020304" pitchFamily="18" charset="0"/>
                </a:rPr>
                <a:t>B</a:t>
              </a:r>
              <a:r>
                <a:rPr lang="en-US" altLang="zh-CN" sz="1500" baseline="-25000" dirty="0">
                  <a:solidFill>
                    <a:prstClr val="black"/>
                  </a:solidFill>
                  <a:latin typeface="Times New Roman" panose="02020603050405020304" pitchFamily="18" charset="0"/>
                </a:rPr>
                <a:t>3</a:t>
              </a:r>
              <a:endParaRPr lang="en-US" altLang="zh-CN" sz="1500" dirty="0">
                <a:solidFill>
                  <a:prstClr val="black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73157" name="Line 31">
              <a:extLst>
                <a:ext uri="{FF2B5EF4-FFF2-40B4-BE49-F238E27FC236}">
                  <a16:creationId xmlns:a16="http://schemas.microsoft.com/office/drawing/2014/main" id="{6531A1BB-3FFD-461E-B3B2-24DA67513591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123728" y="2388419"/>
              <a:ext cx="0" cy="674389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 dirty="0"/>
            </a:p>
          </p:txBody>
        </p:sp>
        <p:sp>
          <p:nvSpPr>
            <p:cNvPr id="173158" name="Rectangle 34">
              <a:extLst>
                <a:ext uri="{FF2B5EF4-FFF2-40B4-BE49-F238E27FC236}">
                  <a16:creationId xmlns:a16="http://schemas.microsoft.com/office/drawing/2014/main" id="{F48B10D8-61E3-4829-88F1-C61D822A109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51746" y="2806961"/>
              <a:ext cx="628729" cy="32702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endParaRPr lang="en-US" altLang="zh-CN" sz="1500">
                <a:solidFill>
                  <a:srgbClr val="000000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73159" name="Line 37">
              <a:extLst>
                <a:ext uri="{FF2B5EF4-FFF2-40B4-BE49-F238E27FC236}">
                  <a16:creationId xmlns:a16="http://schemas.microsoft.com/office/drawing/2014/main" id="{59F49E41-6530-42D5-8F74-45F52993BABC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451745" y="2378305"/>
              <a:ext cx="271739" cy="144471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173160" name="Line 38">
              <a:extLst>
                <a:ext uri="{FF2B5EF4-FFF2-40B4-BE49-F238E27FC236}">
                  <a16:creationId xmlns:a16="http://schemas.microsoft.com/office/drawing/2014/main" id="{BFA57487-CD95-4FAE-9743-B4DDD21FB43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51374" y="2750442"/>
              <a:ext cx="561356" cy="282781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173161" name="Freeform 42">
              <a:extLst>
                <a:ext uri="{FF2B5EF4-FFF2-40B4-BE49-F238E27FC236}">
                  <a16:creationId xmlns:a16="http://schemas.microsoft.com/office/drawing/2014/main" id="{625A0BBC-2758-4B3C-AD8B-4A285AFC85E1}"/>
                </a:ext>
              </a:extLst>
            </p:cNvPr>
            <p:cNvSpPr>
              <a:spLocks/>
            </p:cNvSpPr>
            <p:nvPr/>
          </p:nvSpPr>
          <p:spPr bwMode="auto">
            <a:xfrm rot="-906172">
              <a:off x="890764" y="1883154"/>
              <a:ext cx="1003397" cy="1727132"/>
            </a:xfrm>
            <a:custGeom>
              <a:avLst/>
              <a:gdLst>
                <a:gd name="T0" fmla="*/ 2147483646 w 627"/>
                <a:gd name="T1" fmla="*/ 2147483646 h 3190"/>
                <a:gd name="T2" fmla="*/ 2147483646 w 627"/>
                <a:gd name="T3" fmla="*/ 2147483646 h 3190"/>
                <a:gd name="T4" fmla="*/ 2147483646 w 627"/>
                <a:gd name="T5" fmla="*/ 2147483646 h 3190"/>
                <a:gd name="T6" fmla="*/ 2147483646 w 627"/>
                <a:gd name="T7" fmla="*/ 2147483646 h 3190"/>
                <a:gd name="T8" fmla="*/ 2147483646 w 627"/>
                <a:gd name="T9" fmla="*/ 2147483646 h 319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627"/>
                <a:gd name="T16" fmla="*/ 0 h 3190"/>
                <a:gd name="T17" fmla="*/ 627 w 627"/>
                <a:gd name="T18" fmla="*/ 3190 h 319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627" h="3190">
                  <a:moveTo>
                    <a:pt x="491" y="2994"/>
                  </a:moveTo>
                  <a:cubicBezTo>
                    <a:pt x="430" y="3092"/>
                    <a:pt x="369" y="3190"/>
                    <a:pt x="309" y="3130"/>
                  </a:cubicBezTo>
                  <a:cubicBezTo>
                    <a:pt x="249" y="3070"/>
                    <a:pt x="166" y="3092"/>
                    <a:pt x="128" y="2631"/>
                  </a:cubicBezTo>
                  <a:cubicBezTo>
                    <a:pt x="90" y="2170"/>
                    <a:pt x="0" y="726"/>
                    <a:pt x="83" y="363"/>
                  </a:cubicBezTo>
                  <a:cubicBezTo>
                    <a:pt x="166" y="0"/>
                    <a:pt x="396" y="227"/>
                    <a:pt x="627" y="454"/>
                  </a:cubicBezTo>
                </a:path>
              </a:pathLst>
            </a:cu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22" name="Rectangle 23">
              <a:extLst>
                <a:ext uri="{FF2B5EF4-FFF2-40B4-BE49-F238E27FC236}">
                  <a16:creationId xmlns:a16="http://schemas.microsoft.com/office/drawing/2014/main" id="{06AE2DFC-43A9-4414-826C-A98D4F0CB42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22946" y="3651763"/>
              <a:ext cx="786125" cy="285857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8580" tIns="27000" rIns="68580" bIns="0" anchor="ctr"/>
            <a:lstStyle>
              <a:lvl1pPr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ctr">
                <a:lnSpc>
                  <a:spcPct val="70000"/>
                </a:lnSpc>
                <a:defRPr/>
              </a:pPr>
              <a:r>
                <a:rPr lang="en-US" altLang="zh-CN" sz="1500" i="1" dirty="0">
                  <a:solidFill>
                    <a:prstClr val="black"/>
                  </a:solidFill>
                  <a:latin typeface="Times New Roman" charset="0"/>
                </a:rPr>
                <a:t>EXIT</a:t>
              </a:r>
              <a:endParaRPr lang="en-US" altLang="zh-CN" sz="1500" dirty="0">
                <a:solidFill>
                  <a:prstClr val="black"/>
                </a:solidFill>
                <a:latin typeface="Times New Roman" charset="0"/>
              </a:endParaRPr>
            </a:p>
          </p:txBody>
        </p:sp>
        <p:sp>
          <p:nvSpPr>
            <p:cNvPr id="173163" name="Line 28">
              <a:extLst>
                <a:ext uri="{FF2B5EF4-FFF2-40B4-BE49-F238E27FC236}">
                  <a16:creationId xmlns:a16="http://schemas.microsoft.com/office/drawing/2014/main" id="{3ACBFE3D-D067-45B9-9F26-375D414AD00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23728" y="3418168"/>
              <a:ext cx="0" cy="23971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24" name="Rectangle 27">
              <a:extLst>
                <a:ext uri="{FF2B5EF4-FFF2-40B4-BE49-F238E27FC236}">
                  <a16:creationId xmlns:a16="http://schemas.microsoft.com/office/drawing/2014/main" id="{8F9DD35A-D9CE-4E5D-BBE3-4CF0E53634B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30886" y="3060993"/>
              <a:ext cx="786126" cy="357321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8580" tIns="54000" rIns="68580" bIns="0"/>
            <a:lstStyle>
              <a:lvl1pPr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ctr">
                <a:defRPr/>
              </a:pPr>
              <a:r>
                <a:rPr lang="en-US" altLang="zh-CN" sz="1500" i="1" dirty="0">
                  <a:solidFill>
                    <a:prstClr val="black"/>
                  </a:solidFill>
                  <a:latin typeface="Times New Roman" panose="02020603050405020304" pitchFamily="18" charset="0"/>
                </a:rPr>
                <a:t>B</a:t>
              </a:r>
              <a:r>
                <a:rPr lang="en-US" altLang="zh-CN" sz="1500" baseline="-25000" dirty="0">
                  <a:solidFill>
                    <a:prstClr val="black"/>
                  </a:solidFill>
                  <a:latin typeface="Times New Roman" panose="02020603050405020304" pitchFamily="18" charset="0"/>
                </a:rPr>
                <a:t>4</a:t>
              </a:r>
              <a:endParaRPr lang="en-US" altLang="zh-CN" sz="1500" dirty="0">
                <a:solidFill>
                  <a:prstClr val="black"/>
                </a:solidFill>
                <a:latin typeface="Times New Roman" panose="02020603050405020304" pitchFamily="18" charset="0"/>
              </a:endParaRPr>
            </a:p>
          </p:txBody>
        </p:sp>
      </p:grpSp>
      <p:sp>
        <p:nvSpPr>
          <p:cNvPr id="61" name="Rectangle 3">
            <a:extLst>
              <a:ext uri="{FF2B5EF4-FFF2-40B4-BE49-F238E27FC236}">
                <a16:creationId xmlns:a16="http://schemas.microsoft.com/office/drawing/2014/main" id="{A686225B-C6A3-4694-811B-C160D4933959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2027238" y="236538"/>
            <a:ext cx="1946275" cy="2698750"/>
          </a:xfr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vert="horz" wrap="square" numCol="1" anchor="t" anchorCtr="0" compatLnSpc="1">
            <a:prstTxWarp prst="textNoShape">
              <a:avLst/>
            </a:prstTxWarp>
          </a:bodyPr>
          <a:lstStyle/>
          <a:p>
            <a:pPr marL="0" indent="0" eaLnBrk="1" hangingPunct="1">
              <a:buClrTx/>
              <a:buFont typeface="Symbol" panose="05050102010706020507" pitchFamily="18" charset="2"/>
              <a:buNone/>
            </a:pPr>
            <a:r>
              <a:rPr lang="en-US" altLang="zh-CN" sz="1800" b="1" i="1">
                <a:solidFill>
                  <a:schemeClr val="tx1"/>
                </a:solidFill>
                <a:ea typeface="宋体" panose="02010600030101010101" pitchFamily="2" charset="-122"/>
                <a:cs typeface="楷体_GB2312" charset="0"/>
              </a:rPr>
              <a:t>use</a:t>
            </a:r>
            <a:r>
              <a:rPr lang="en-US" altLang="zh-CN" sz="1800" b="1" i="1" baseline="-30000">
                <a:solidFill>
                  <a:schemeClr val="tx1"/>
                </a:solidFill>
                <a:ea typeface="宋体" panose="02010600030101010101" pitchFamily="2" charset="-122"/>
                <a:cs typeface="楷体_GB2312" charset="0"/>
              </a:rPr>
              <a:t>B1</a:t>
            </a:r>
            <a:r>
              <a:rPr lang="en-US" altLang="zh-CN" sz="1800" b="1">
                <a:solidFill>
                  <a:schemeClr val="tx1"/>
                </a:solidFill>
                <a:cs typeface="楷体_GB2312" charset="0"/>
              </a:rPr>
              <a:t> ={ </a:t>
            </a:r>
            <a:r>
              <a:rPr lang="en-US" altLang="zh-CN" sz="1800" b="1" i="1">
                <a:solidFill>
                  <a:schemeClr val="tx1"/>
                </a:solidFill>
                <a:cs typeface="楷体_GB2312" charset="0"/>
              </a:rPr>
              <a:t>m, n, u1</a:t>
            </a:r>
            <a:r>
              <a:rPr lang="en-US" altLang="zh-CN" sz="1800" b="1" baseline="-30000">
                <a:solidFill>
                  <a:schemeClr val="tx1"/>
                </a:solidFill>
                <a:ea typeface="宋体" panose="02010600030101010101" pitchFamily="2" charset="-122"/>
                <a:cs typeface="楷体_GB2312" charset="0"/>
              </a:rPr>
              <a:t> </a:t>
            </a:r>
            <a:r>
              <a:rPr lang="en-US" altLang="zh-CN" sz="1800" b="1">
                <a:solidFill>
                  <a:schemeClr val="tx1"/>
                </a:solidFill>
              </a:rPr>
              <a:t>}</a:t>
            </a:r>
          </a:p>
          <a:p>
            <a:pPr marL="0" indent="0" eaLnBrk="1" hangingPunct="1">
              <a:buClrTx/>
              <a:buFont typeface="Symbol" panose="05050102010706020507" pitchFamily="18" charset="2"/>
              <a:buNone/>
            </a:pPr>
            <a:r>
              <a:rPr lang="en-US" altLang="zh-CN" sz="1800" b="1" i="1">
                <a:solidFill>
                  <a:schemeClr val="tx1"/>
                </a:solidFill>
                <a:ea typeface="宋体" panose="02010600030101010101" pitchFamily="2" charset="-122"/>
              </a:rPr>
              <a:t>def</a:t>
            </a:r>
            <a:r>
              <a:rPr lang="en-US" altLang="zh-CN" sz="1800" b="1" i="1" baseline="-30000">
                <a:solidFill>
                  <a:schemeClr val="tx1"/>
                </a:solidFill>
                <a:ea typeface="宋体" panose="02010600030101010101" pitchFamily="2" charset="-122"/>
              </a:rPr>
              <a:t>B1  </a:t>
            </a:r>
            <a:r>
              <a:rPr lang="en-US" altLang="zh-CN" sz="1800" b="1">
                <a:solidFill>
                  <a:schemeClr val="tx1"/>
                </a:solidFill>
              </a:rPr>
              <a:t>={ </a:t>
            </a:r>
            <a:r>
              <a:rPr lang="en-US" altLang="zh-CN" sz="1800" b="1" i="1">
                <a:solidFill>
                  <a:schemeClr val="tx1"/>
                </a:solidFill>
              </a:rPr>
              <a:t>i, j, a </a:t>
            </a:r>
            <a:r>
              <a:rPr lang="en-US" altLang="zh-CN" sz="1800" b="1">
                <a:solidFill>
                  <a:schemeClr val="tx1"/>
                </a:solidFill>
              </a:rPr>
              <a:t>}</a:t>
            </a:r>
            <a:endParaRPr lang="en-US" altLang="zh-CN" sz="1800" b="1" i="1">
              <a:solidFill>
                <a:schemeClr val="tx1"/>
              </a:solidFill>
              <a:ea typeface="宋体" panose="02010600030101010101" pitchFamily="2" charset="-122"/>
            </a:endParaRPr>
          </a:p>
          <a:p>
            <a:pPr marL="0" indent="0" eaLnBrk="1" hangingPunct="1">
              <a:buClrTx/>
              <a:buFont typeface="Symbol" panose="05050102010706020507" pitchFamily="18" charset="2"/>
              <a:buNone/>
            </a:pPr>
            <a:r>
              <a:rPr lang="en-US" altLang="zh-CN" sz="1800" b="1" i="1">
                <a:solidFill>
                  <a:schemeClr val="tx1"/>
                </a:solidFill>
                <a:ea typeface="宋体" panose="02010600030101010101" pitchFamily="2" charset="-122"/>
              </a:rPr>
              <a:t>use</a:t>
            </a:r>
            <a:r>
              <a:rPr lang="en-US" altLang="zh-CN" sz="1800" b="1" i="1" baseline="-30000">
                <a:solidFill>
                  <a:schemeClr val="tx1"/>
                </a:solidFill>
                <a:ea typeface="宋体" panose="02010600030101010101" pitchFamily="2" charset="-122"/>
              </a:rPr>
              <a:t>B2</a:t>
            </a:r>
            <a:r>
              <a:rPr lang="en-US" altLang="zh-CN" sz="1800" b="1">
                <a:solidFill>
                  <a:schemeClr val="tx1"/>
                </a:solidFill>
              </a:rPr>
              <a:t> ={ </a:t>
            </a:r>
            <a:r>
              <a:rPr lang="en-US" altLang="zh-CN" sz="1800" b="1" i="1">
                <a:solidFill>
                  <a:schemeClr val="tx1"/>
                </a:solidFill>
              </a:rPr>
              <a:t>i, j </a:t>
            </a:r>
            <a:r>
              <a:rPr lang="en-US" altLang="zh-CN" sz="1800" b="1">
                <a:solidFill>
                  <a:schemeClr val="tx1"/>
                </a:solidFill>
              </a:rPr>
              <a:t>}</a:t>
            </a:r>
          </a:p>
          <a:p>
            <a:pPr marL="0" indent="0" eaLnBrk="1" hangingPunct="1">
              <a:buClrTx/>
              <a:buFont typeface="Symbol" panose="05050102010706020507" pitchFamily="18" charset="2"/>
              <a:buNone/>
            </a:pPr>
            <a:r>
              <a:rPr lang="en-US" altLang="zh-CN" sz="1800" b="1" i="1">
                <a:solidFill>
                  <a:schemeClr val="tx1"/>
                </a:solidFill>
                <a:ea typeface="宋体" panose="02010600030101010101" pitchFamily="2" charset="-122"/>
              </a:rPr>
              <a:t>def</a:t>
            </a:r>
            <a:r>
              <a:rPr lang="en-US" altLang="zh-CN" sz="1800" b="1" i="1" baseline="-30000">
                <a:solidFill>
                  <a:schemeClr val="tx1"/>
                </a:solidFill>
                <a:ea typeface="宋体" panose="02010600030101010101" pitchFamily="2" charset="-122"/>
              </a:rPr>
              <a:t>B2</a:t>
            </a:r>
            <a:r>
              <a:rPr lang="en-US" altLang="zh-CN" sz="1800" b="1">
                <a:solidFill>
                  <a:schemeClr val="tx1"/>
                </a:solidFill>
              </a:rPr>
              <a:t>= </a:t>
            </a:r>
            <a:r>
              <a:rPr lang="el-GR" altLang="zh-CN" sz="1800" b="1" i="1">
                <a:solidFill>
                  <a:schemeClr val="tx1"/>
                </a:solidFill>
                <a:cs typeface="楷体_GB2312" charset="0"/>
              </a:rPr>
              <a:t>Φ</a:t>
            </a:r>
            <a:endParaRPr lang="en-US" altLang="zh-CN" sz="1800" b="1" i="1">
              <a:solidFill>
                <a:schemeClr val="tx1"/>
              </a:solidFill>
              <a:ea typeface="宋体" panose="02010600030101010101" pitchFamily="2" charset="-122"/>
            </a:endParaRPr>
          </a:p>
          <a:p>
            <a:pPr marL="0" indent="0" eaLnBrk="1" hangingPunct="1">
              <a:buClrTx/>
              <a:buFont typeface="Symbol" panose="05050102010706020507" pitchFamily="18" charset="2"/>
              <a:buNone/>
            </a:pPr>
            <a:r>
              <a:rPr lang="en-US" altLang="zh-CN" sz="1800" b="1" i="1">
                <a:solidFill>
                  <a:schemeClr val="tx1"/>
                </a:solidFill>
                <a:ea typeface="宋体" panose="02010600030101010101" pitchFamily="2" charset="-122"/>
              </a:rPr>
              <a:t>use</a:t>
            </a:r>
            <a:r>
              <a:rPr lang="en-US" altLang="zh-CN" sz="1800" b="1" i="1" baseline="-30000">
                <a:solidFill>
                  <a:schemeClr val="tx1"/>
                </a:solidFill>
                <a:ea typeface="宋体" panose="02010600030101010101" pitchFamily="2" charset="-122"/>
              </a:rPr>
              <a:t>B3</a:t>
            </a:r>
            <a:r>
              <a:rPr lang="en-US" altLang="zh-CN" sz="1800" b="1">
                <a:solidFill>
                  <a:schemeClr val="tx1"/>
                </a:solidFill>
              </a:rPr>
              <a:t> ={ </a:t>
            </a:r>
            <a:r>
              <a:rPr lang="en-US" altLang="zh-CN" sz="1800" b="1" i="1">
                <a:solidFill>
                  <a:schemeClr val="tx1"/>
                </a:solidFill>
              </a:rPr>
              <a:t>u2</a:t>
            </a:r>
            <a:r>
              <a:rPr lang="en-US" altLang="zh-CN" sz="1800" b="1" i="1" baseline="-30000">
                <a:solidFill>
                  <a:schemeClr val="tx1"/>
                </a:solidFill>
                <a:ea typeface="宋体" panose="02010600030101010101" pitchFamily="2" charset="-122"/>
              </a:rPr>
              <a:t> </a:t>
            </a:r>
            <a:r>
              <a:rPr lang="en-US" altLang="zh-CN" sz="1800" b="1">
                <a:solidFill>
                  <a:schemeClr val="tx1"/>
                </a:solidFill>
              </a:rPr>
              <a:t>}</a:t>
            </a:r>
          </a:p>
          <a:p>
            <a:pPr marL="0" indent="0" eaLnBrk="1" hangingPunct="1">
              <a:buClrTx/>
              <a:buFont typeface="Symbol" panose="05050102010706020507" pitchFamily="18" charset="2"/>
              <a:buNone/>
            </a:pPr>
            <a:r>
              <a:rPr lang="en-US" altLang="zh-CN" sz="1800" b="1" i="1">
                <a:solidFill>
                  <a:schemeClr val="tx1"/>
                </a:solidFill>
                <a:ea typeface="宋体" panose="02010600030101010101" pitchFamily="2" charset="-122"/>
              </a:rPr>
              <a:t>def</a:t>
            </a:r>
            <a:r>
              <a:rPr lang="en-US" altLang="zh-CN" sz="1800" b="1" i="1" baseline="-30000">
                <a:solidFill>
                  <a:schemeClr val="tx1"/>
                </a:solidFill>
                <a:ea typeface="宋体" panose="02010600030101010101" pitchFamily="2" charset="-122"/>
              </a:rPr>
              <a:t>B3</a:t>
            </a:r>
            <a:r>
              <a:rPr lang="en-US" altLang="zh-CN" sz="1800" b="1">
                <a:solidFill>
                  <a:schemeClr val="tx1"/>
                </a:solidFill>
              </a:rPr>
              <a:t> ={ </a:t>
            </a:r>
            <a:r>
              <a:rPr lang="en-US" altLang="zh-CN" sz="1800" b="1" i="1">
                <a:solidFill>
                  <a:schemeClr val="tx1"/>
                </a:solidFill>
              </a:rPr>
              <a:t>a</a:t>
            </a:r>
            <a:r>
              <a:rPr lang="en-US" altLang="zh-CN" sz="1800" b="1">
                <a:solidFill>
                  <a:schemeClr val="tx1"/>
                </a:solidFill>
              </a:rPr>
              <a:t> }</a:t>
            </a:r>
            <a:endParaRPr lang="en-US" altLang="zh-CN" sz="1800" b="1" i="1">
              <a:solidFill>
                <a:schemeClr val="tx1"/>
              </a:solidFill>
              <a:ea typeface="宋体" panose="02010600030101010101" pitchFamily="2" charset="-122"/>
            </a:endParaRPr>
          </a:p>
          <a:p>
            <a:pPr marL="0" indent="0" eaLnBrk="1" hangingPunct="1">
              <a:buClrTx/>
              <a:buFont typeface="Symbol" panose="05050102010706020507" pitchFamily="18" charset="2"/>
              <a:buNone/>
            </a:pPr>
            <a:r>
              <a:rPr lang="en-US" altLang="zh-CN" sz="1800" b="1" i="1">
                <a:solidFill>
                  <a:schemeClr val="tx1"/>
                </a:solidFill>
                <a:ea typeface="宋体" panose="02010600030101010101" pitchFamily="2" charset="-122"/>
              </a:rPr>
              <a:t>use</a:t>
            </a:r>
            <a:r>
              <a:rPr lang="en-US" altLang="zh-CN" sz="1800" b="1" i="1" baseline="-30000">
                <a:solidFill>
                  <a:schemeClr val="tx1"/>
                </a:solidFill>
                <a:ea typeface="宋体" panose="02010600030101010101" pitchFamily="2" charset="-122"/>
              </a:rPr>
              <a:t>B4</a:t>
            </a:r>
            <a:r>
              <a:rPr lang="en-US" altLang="zh-CN" sz="1800" b="1">
                <a:solidFill>
                  <a:schemeClr val="tx1"/>
                </a:solidFill>
              </a:rPr>
              <a:t> ={ </a:t>
            </a:r>
            <a:r>
              <a:rPr lang="en-US" altLang="zh-CN" sz="1800" b="1" i="1">
                <a:solidFill>
                  <a:schemeClr val="tx1"/>
                </a:solidFill>
              </a:rPr>
              <a:t>u3</a:t>
            </a:r>
            <a:r>
              <a:rPr lang="en-US" altLang="zh-CN" sz="1800" b="1" i="1" baseline="-30000">
                <a:solidFill>
                  <a:schemeClr val="tx1"/>
                </a:solidFill>
                <a:ea typeface="宋体" panose="02010600030101010101" pitchFamily="2" charset="-122"/>
              </a:rPr>
              <a:t> </a:t>
            </a:r>
            <a:r>
              <a:rPr lang="en-US" altLang="zh-CN" sz="1800" b="1">
                <a:solidFill>
                  <a:schemeClr val="tx1"/>
                </a:solidFill>
              </a:rPr>
              <a:t>}</a:t>
            </a:r>
          </a:p>
          <a:p>
            <a:pPr marL="0" indent="0" eaLnBrk="1" hangingPunct="1">
              <a:buClrTx/>
              <a:buFont typeface="Symbol" panose="05050102010706020507" pitchFamily="18" charset="2"/>
              <a:buNone/>
            </a:pPr>
            <a:r>
              <a:rPr lang="en-US" altLang="zh-CN" sz="1800" b="1" i="1">
                <a:solidFill>
                  <a:schemeClr val="tx1"/>
                </a:solidFill>
                <a:ea typeface="宋体" panose="02010600030101010101" pitchFamily="2" charset="-122"/>
              </a:rPr>
              <a:t>def</a:t>
            </a:r>
            <a:r>
              <a:rPr lang="en-US" altLang="zh-CN" sz="1800" b="1" i="1" baseline="-30000">
                <a:solidFill>
                  <a:schemeClr val="tx1"/>
                </a:solidFill>
                <a:ea typeface="宋体" panose="02010600030101010101" pitchFamily="2" charset="-122"/>
              </a:rPr>
              <a:t>B4</a:t>
            </a:r>
            <a:r>
              <a:rPr lang="en-US" altLang="zh-CN" sz="1800" b="1">
                <a:solidFill>
                  <a:schemeClr val="tx1"/>
                </a:solidFill>
              </a:rPr>
              <a:t> ={ </a:t>
            </a:r>
            <a:r>
              <a:rPr lang="en-US" altLang="zh-CN" sz="1800" b="1" i="1">
                <a:solidFill>
                  <a:schemeClr val="tx1"/>
                </a:solidFill>
              </a:rPr>
              <a:t>i</a:t>
            </a:r>
            <a:r>
              <a:rPr lang="en-US" altLang="zh-CN" sz="1800" b="1">
                <a:solidFill>
                  <a:schemeClr val="tx1"/>
                </a:solidFill>
              </a:rPr>
              <a:t> }</a:t>
            </a:r>
          </a:p>
        </p:txBody>
      </p:sp>
      <p:sp>
        <p:nvSpPr>
          <p:cNvPr id="62" name="矩形 61">
            <a:extLst>
              <a:ext uri="{FF2B5EF4-FFF2-40B4-BE49-F238E27FC236}">
                <a16:creationId xmlns:a16="http://schemas.microsoft.com/office/drawing/2014/main" id="{81AEDC07-8179-4F29-90BB-9502AD8C6172}"/>
              </a:ext>
            </a:extLst>
          </p:cNvPr>
          <p:cNvSpPr/>
          <p:nvPr/>
        </p:nvSpPr>
        <p:spPr>
          <a:xfrm>
            <a:off x="4124325" y="266700"/>
            <a:ext cx="4591050" cy="266223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>
            <a:lvl1pPr marL="271463" indent="-271463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1828800" indent="4572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286000" indent="4572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2743200" indent="4572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200400" indent="4572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marL="0" lvl="1" indent="0" eaLnBrk="1" hangingPunct="1">
              <a:spcBef>
                <a:spcPct val="20000"/>
              </a:spcBef>
              <a:buClr>
                <a:srgbClr val="5EAEFF"/>
              </a:buClr>
              <a:buSzPct val="60000"/>
              <a:defRPr/>
            </a:pPr>
            <a:r>
              <a:rPr lang="en-US" altLang="zh-CN" i="1" dirty="0">
                <a:solidFill>
                  <a:srgbClr val="00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IN</a:t>
            </a:r>
            <a:r>
              <a:rPr lang="en-US" altLang="zh-CN" dirty="0">
                <a:solidFill>
                  <a:srgbClr val="00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[</a:t>
            </a:r>
            <a:r>
              <a:rPr lang="en-US" altLang="zh-CN" i="1" dirty="0">
                <a:solidFill>
                  <a:srgbClr val="00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EXIT</a:t>
            </a:r>
            <a:r>
              <a:rPr lang="en-US" altLang="zh-CN" dirty="0">
                <a:solidFill>
                  <a:srgbClr val="00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] = </a:t>
            </a:r>
            <a:r>
              <a:rPr lang="el-GR" altLang="zh-CN" i="1" dirty="0">
                <a:solidFill>
                  <a:srgbClr val="00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Φ</a:t>
            </a:r>
            <a:r>
              <a:rPr lang="en-US" altLang="zh-CN" dirty="0">
                <a:solidFill>
                  <a:srgbClr val="00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;</a:t>
            </a:r>
          </a:p>
          <a:p>
            <a:pPr marL="0" lvl="1" indent="0" eaLnBrk="1" hangingPunct="1">
              <a:spcBef>
                <a:spcPct val="20000"/>
              </a:spcBef>
              <a:buClr>
                <a:srgbClr val="FF0000"/>
              </a:buClr>
              <a:buSzPct val="100000"/>
              <a:defRPr/>
            </a:pPr>
            <a:r>
              <a:rPr lang="en-US" altLang="zh-CN" dirty="0">
                <a:solidFill>
                  <a:srgbClr val="0000FF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for</a:t>
            </a:r>
            <a:r>
              <a:rPr lang="en-US" altLang="zh-CN" dirty="0">
                <a:solidFill>
                  <a:srgbClr val="2D83F4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CN" dirty="0">
                <a:solidFill>
                  <a:srgbClr val="00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(</a:t>
            </a:r>
            <a:r>
              <a:rPr lang="zh-CN" altLang="en-US" dirty="0">
                <a:solidFill>
                  <a:srgbClr val="00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除</a:t>
            </a:r>
            <a:r>
              <a:rPr lang="en-US" altLang="zh-CN" i="1" dirty="0">
                <a:solidFill>
                  <a:srgbClr val="00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EXIT</a:t>
            </a:r>
            <a:r>
              <a:rPr lang="zh-CN" altLang="en-US" dirty="0">
                <a:solidFill>
                  <a:srgbClr val="00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之外的</a:t>
            </a:r>
            <a:r>
              <a:rPr lang="zh-CN" altLang="en-US" dirty="0">
                <a:solidFill>
                  <a:srgbClr val="0000FF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每个基本块</a:t>
            </a:r>
            <a:r>
              <a:rPr lang="en-US" altLang="zh-CN" i="1" dirty="0">
                <a:solidFill>
                  <a:srgbClr val="0000FF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B</a:t>
            </a:r>
            <a:r>
              <a:rPr lang="en-US" altLang="zh-CN" dirty="0">
                <a:solidFill>
                  <a:srgbClr val="00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)  </a:t>
            </a:r>
            <a:r>
              <a:rPr lang="en-US" altLang="zh-CN" i="1" dirty="0">
                <a:solidFill>
                  <a:srgbClr val="00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IN</a:t>
            </a:r>
            <a:r>
              <a:rPr lang="en-US" altLang="zh-CN" dirty="0">
                <a:solidFill>
                  <a:srgbClr val="00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[</a:t>
            </a:r>
            <a:r>
              <a:rPr lang="en-US" altLang="zh-CN" i="1" dirty="0">
                <a:solidFill>
                  <a:srgbClr val="00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B</a:t>
            </a:r>
            <a:r>
              <a:rPr lang="en-US" altLang="zh-CN" dirty="0">
                <a:solidFill>
                  <a:srgbClr val="00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] = </a:t>
            </a:r>
            <a:r>
              <a:rPr lang="el-GR" altLang="zh-CN" i="1" dirty="0">
                <a:solidFill>
                  <a:srgbClr val="00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Φ</a:t>
            </a:r>
            <a:r>
              <a:rPr lang="en-US" altLang="zh-CN" dirty="0">
                <a:solidFill>
                  <a:srgbClr val="00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;</a:t>
            </a:r>
          </a:p>
          <a:p>
            <a:pPr eaLnBrk="1" hangingPunct="1">
              <a:spcBef>
                <a:spcPct val="20000"/>
              </a:spcBef>
              <a:buClr>
                <a:srgbClr val="31B6FD"/>
              </a:buClr>
              <a:buSzPct val="100000"/>
              <a:defRPr/>
            </a:pPr>
            <a:r>
              <a:rPr lang="en-US" altLang="zh-CN" dirty="0">
                <a:solidFill>
                  <a:srgbClr val="0000FF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while</a:t>
            </a:r>
            <a:r>
              <a:rPr lang="en-US" altLang="zh-CN" dirty="0">
                <a:solidFill>
                  <a:srgbClr val="00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 (</a:t>
            </a:r>
            <a:r>
              <a:rPr lang="zh-CN" altLang="en-US" dirty="0">
                <a:solidFill>
                  <a:srgbClr val="0000FF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某个</a:t>
            </a:r>
            <a:r>
              <a:rPr lang="en-US" altLang="zh-CN" i="1" dirty="0">
                <a:solidFill>
                  <a:srgbClr val="0000FF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IN</a:t>
            </a:r>
            <a:r>
              <a:rPr lang="zh-CN" altLang="en-US" dirty="0">
                <a:solidFill>
                  <a:srgbClr val="0000FF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值发生了改变</a:t>
            </a:r>
            <a:r>
              <a:rPr lang="en-US" altLang="zh-CN" dirty="0">
                <a:solidFill>
                  <a:srgbClr val="00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)</a:t>
            </a:r>
          </a:p>
          <a:p>
            <a:pPr eaLnBrk="1" hangingPunct="1">
              <a:spcBef>
                <a:spcPct val="20000"/>
              </a:spcBef>
              <a:buClr>
                <a:srgbClr val="31B6FD"/>
              </a:buClr>
              <a:buSzPct val="100000"/>
              <a:defRPr/>
            </a:pPr>
            <a:r>
              <a:rPr lang="en-US" altLang="zh-CN" dirty="0">
                <a:solidFill>
                  <a:srgbClr val="0000FF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	for</a:t>
            </a:r>
            <a:r>
              <a:rPr lang="en-US" altLang="zh-CN" dirty="0">
                <a:solidFill>
                  <a:srgbClr val="2D83F4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CN" dirty="0">
                <a:solidFill>
                  <a:srgbClr val="00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(</a:t>
            </a:r>
            <a:r>
              <a:rPr lang="zh-CN" altLang="en-US" dirty="0">
                <a:solidFill>
                  <a:srgbClr val="00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除</a:t>
            </a:r>
            <a:r>
              <a:rPr lang="en-US" altLang="zh-CN" i="1" dirty="0">
                <a:solidFill>
                  <a:srgbClr val="00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EXIT</a:t>
            </a:r>
            <a:r>
              <a:rPr lang="zh-CN" altLang="en-US" dirty="0">
                <a:solidFill>
                  <a:srgbClr val="00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之外的</a:t>
            </a:r>
            <a:r>
              <a:rPr lang="zh-CN" altLang="en-US" dirty="0">
                <a:solidFill>
                  <a:srgbClr val="0000FF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每个基本块</a:t>
            </a:r>
            <a:r>
              <a:rPr lang="en-US" altLang="zh-CN" i="1" dirty="0">
                <a:solidFill>
                  <a:srgbClr val="0000FF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B</a:t>
            </a:r>
            <a:r>
              <a:rPr lang="en-US" altLang="zh-CN" dirty="0">
                <a:solidFill>
                  <a:srgbClr val="00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) {</a:t>
            </a:r>
          </a:p>
          <a:p>
            <a:pPr eaLnBrk="1" hangingPunct="1">
              <a:spcBef>
                <a:spcPct val="20000"/>
              </a:spcBef>
              <a:buClr>
                <a:srgbClr val="31B6FD"/>
              </a:buClr>
              <a:buSzPct val="100000"/>
              <a:defRPr/>
            </a:pPr>
            <a:r>
              <a:rPr lang="en-US" altLang="zh-CN" dirty="0">
                <a:solidFill>
                  <a:srgbClr val="00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		</a:t>
            </a:r>
            <a:r>
              <a:rPr lang="en-US" altLang="zh-CN" i="1" dirty="0">
                <a:solidFill>
                  <a:srgbClr val="C0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OUT</a:t>
            </a:r>
            <a:r>
              <a:rPr lang="en-US" altLang="zh-CN" dirty="0">
                <a:solidFill>
                  <a:srgbClr val="C0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[</a:t>
            </a:r>
            <a:r>
              <a:rPr lang="en-US" altLang="zh-CN" i="1" dirty="0">
                <a:solidFill>
                  <a:srgbClr val="C0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B</a:t>
            </a:r>
            <a:r>
              <a:rPr lang="en-US" altLang="zh-CN" dirty="0">
                <a:solidFill>
                  <a:srgbClr val="C0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] = ∪</a:t>
            </a:r>
            <a:r>
              <a:rPr lang="en-US" altLang="zh-CN" i="1" baseline="-30000" dirty="0">
                <a:solidFill>
                  <a:srgbClr val="C0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S</a:t>
            </a:r>
            <a:r>
              <a:rPr lang="zh-CN" altLang="en-US" baseline="-30000" dirty="0">
                <a:solidFill>
                  <a:srgbClr val="C0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是</a:t>
            </a:r>
            <a:r>
              <a:rPr lang="en-US" altLang="zh-CN" i="1" baseline="-30000" dirty="0">
                <a:solidFill>
                  <a:srgbClr val="C0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B</a:t>
            </a:r>
            <a:r>
              <a:rPr lang="zh-CN" altLang="en-US" baseline="-30000" dirty="0">
                <a:solidFill>
                  <a:srgbClr val="C0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的一个后继</a:t>
            </a:r>
            <a:r>
              <a:rPr lang="en-US" altLang="zh-CN" baseline="-30000" dirty="0">
                <a:solidFill>
                  <a:srgbClr val="C0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CN" i="1" dirty="0">
                <a:solidFill>
                  <a:srgbClr val="C0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IN</a:t>
            </a:r>
            <a:r>
              <a:rPr lang="en-US" altLang="zh-CN" dirty="0">
                <a:solidFill>
                  <a:srgbClr val="C0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[</a:t>
            </a:r>
            <a:r>
              <a:rPr lang="en-US" altLang="zh-CN" i="1" dirty="0">
                <a:solidFill>
                  <a:srgbClr val="C0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S</a:t>
            </a:r>
            <a:r>
              <a:rPr lang="en-US" altLang="zh-CN" dirty="0">
                <a:solidFill>
                  <a:srgbClr val="C0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];</a:t>
            </a:r>
          </a:p>
          <a:p>
            <a:pPr eaLnBrk="1" hangingPunct="1">
              <a:spcBef>
                <a:spcPct val="20000"/>
              </a:spcBef>
              <a:buClr>
                <a:srgbClr val="31B6FD"/>
              </a:buClr>
              <a:buSzPct val="100000"/>
              <a:defRPr/>
            </a:pPr>
            <a:r>
              <a:rPr lang="en-US" altLang="zh-CN" dirty="0">
                <a:solidFill>
                  <a:srgbClr val="C0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		</a:t>
            </a:r>
            <a:r>
              <a:rPr lang="en-US" altLang="zh-CN" i="1" dirty="0">
                <a:solidFill>
                  <a:srgbClr val="C0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IN</a:t>
            </a:r>
            <a:r>
              <a:rPr lang="en-US" altLang="zh-CN" dirty="0">
                <a:solidFill>
                  <a:srgbClr val="C0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[</a:t>
            </a:r>
            <a:r>
              <a:rPr lang="en-US" altLang="zh-CN" i="1" dirty="0">
                <a:solidFill>
                  <a:srgbClr val="C0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B</a:t>
            </a:r>
            <a:r>
              <a:rPr lang="en-US" altLang="zh-CN" dirty="0">
                <a:solidFill>
                  <a:srgbClr val="C0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] = </a:t>
            </a:r>
            <a:r>
              <a:rPr lang="en-US" altLang="zh-CN" i="1" dirty="0" err="1">
                <a:solidFill>
                  <a:srgbClr val="C0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use</a:t>
            </a:r>
            <a:r>
              <a:rPr lang="en-US" altLang="zh-CN" i="1" baseline="-30000" dirty="0" err="1">
                <a:solidFill>
                  <a:srgbClr val="C0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B</a:t>
            </a:r>
            <a:r>
              <a:rPr lang="en-US" altLang="zh-CN" i="1" dirty="0">
                <a:solidFill>
                  <a:srgbClr val="C0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CN" dirty="0">
                <a:solidFill>
                  <a:srgbClr val="C0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∪ (</a:t>
            </a:r>
            <a:r>
              <a:rPr lang="en-US" altLang="zh-CN" i="1" dirty="0">
                <a:solidFill>
                  <a:srgbClr val="C0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OUT</a:t>
            </a:r>
            <a:r>
              <a:rPr lang="en-US" altLang="zh-CN" dirty="0">
                <a:solidFill>
                  <a:srgbClr val="C0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[</a:t>
            </a:r>
            <a:r>
              <a:rPr lang="en-US" altLang="zh-CN" i="1" dirty="0">
                <a:solidFill>
                  <a:srgbClr val="C0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B</a:t>
            </a:r>
            <a:r>
              <a:rPr lang="en-US" altLang="zh-CN" dirty="0">
                <a:solidFill>
                  <a:srgbClr val="C0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] - </a:t>
            </a:r>
            <a:r>
              <a:rPr lang="en-US" altLang="zh-CN" i="1" dirty="0" err="1">
                <a:solidFill>
                  <a:srgbClr val="C0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def</a:t>
            </a:r>
            <a:r>
              <a:rPr lang="en-US" altLang="zh-CN" i="1" baseline="-30000" dirty="0" err="1">
                <a:solidFill>
                  <a:srgbClr val="C0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B</a:t>
            </a:r>
            <a:r>
              <a:rPr lang="en-US" altLang="zh-CN" i="1" dirty="0">
                <a:solidFill>
                  <a:srgbClr val="C0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CN" dirty="0">
                <a:solidFill>
                  <a:srgbClr val="C0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);</a:t>
            </a:r>
          </a:p>
          <a:p>
            <a:pPr eaLnBrk="1" hangingPunct="1">
              <a:spcBef>
                <a:spcPct val="20000"/>
              </a:spcBef>
              <a:buClr>
                <a:srgbClr val="31B6FD"/>
              </a:buClr>
              <a:buSzPct val="100000"/>
              <a:defRPr/>
            </a:pPr>
            <a:r>
              <a:rPr lang="en-US" altLang="zh-CN" dirty="0">
                <a:solidFill>
                  <a:srgbClr val="00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 	}</a:t>
            </a:r>
            <a:endParaRPr lang="zh-CN" altLang="en-US" dirty="0">
              <a:solidFill>
                <a:srgbClr val="FFFFFF"/>
              </a:solidFill>
              <a:latin typeface="Candara" panose="020E0502030303020204" pitchFamily="34" charset="0"/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graphicFrame>
        <p:nvGraphicFramePr>
          <p:cNvPr id="63" name="Group 204">
            <a:extLst>
              <a:ext uri="{FF2B5EF4-FFF2-40B4-BE49-F238E27FC236}">
                <a16:creationId xmlns:a16="http://schemas.microsoft.com/office/drawing/2014/main" id="{ED7CE76C-0777-435D-849C-FAEB45EDD7E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470655385"/>
              </p:ext>
            </p:extLst>
          </p:nvPr>
        </p:nvGraphicFramePr>
        <p:xfrm>
          <a:off x="4506006" y="3128056"/>
          <a:ext cx="2159000" cy="1814513"/>
        </p:xfrm>
        <a:graphic>
          <a:graphicData uri="http://schemas.openxmlformats.org/drawingml/2006/table">
            <a:tbl>
              <a:tblPr/>
              <a:tblGrid>
                <a:gridCol w="93556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34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4331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1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OUT</a:t>
                      </a:r>
                      <a:r>
                        <a:rPr kumimoji="0" lang="en-US" altLang="zh-CN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[</a:t>
                      </a:r>
                      <a:r>
                        <a:rPr kumimoji="0" lang="en-US" altLang="zh-CN" sz="1600" b="1" i="1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B</a:t>
                      </a:r>
                      <a:r>
                        <a:rPr kumimoji="0" lang="en-US" altLang="zh-CN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]</a:t>
                      </a:r>
                      <a:r>
                        <a:rPr kumimoji="0" lang="en-US" altLang="zh-CN" sz="1600" b="1" i="1" u="none" strike="noStrike" cap="none" normalizeH="0" baseline="30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2</a:t>
                      </a:r>
                      <a:endParaRPr kumimoji="0" lang="zh-CN" altLang="en-US" sz="16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3287" marR="63287" marT="34290" marB="34290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1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IN</a:t>
                      </a:r>
                      <a:r>
                        <a:rPr kumimoji="0" lang="en-US" altLang="zh-CN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[</a:t>
                      </a:r>
                      <a:r>
                        <a:rPr kumimoji="0" lang="en-US" altLang="zh-CN" sz="1600" b="1" i="1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B</a:t>
                      </a:r>
                      <a:r>
                        <a:rPr kumimoji="0" lang="en-US" altLang="zh-CN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]</a:t>
                      </a:r>
                      <a:r>
                        <a:rPr kumimoji="0" lang="en-US" altLang="zh-CN" sz="1600" b="1" i="1" u="none" strike="noStrike" cap="none" normalizeH="0" baseline="30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2</a:t>
                      </a:r>
                      <a:endParaRPr kumimoji="0" lang="zh-CN" altLang="en-US" sz="16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3287" marR="63287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0044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2000" b="1" i="1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3287" marR="63287" marT="34290" marB="34290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2000" b="1" i="1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3287" marR="63287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4331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2000" b="1" i="1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3287" marR="63287" marT="34290" marB="34290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en-US" altLang="zh-CN" sz="1600" b="1" i="1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3287" marR="63287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123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600" b="1" i="1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3287" marR="63287" marT="34290" marB="34290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2000" b="1" i="1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3287" marR="63287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57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2000" b="1" i="1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3287" marR="63287" marT="34290" marB="34290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2000" b="1" i="1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3287" marR="63287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4" name="Line 31">
            <a:extLst>
              <a:ext uri="{FF2B5EF4-FFF2-40B4-BE49-F238E27FC236}">
                <a16:creationId xmlns:a16="http://schemas.microsoft.com/office/drawing/2014/main" id="{0BA273C1-2815-439B-913B-1520DA1609EA}"/>
              </a:ext>
            </a:extLst>
          </p:cNvPr>
          <p:cNvSpPr>
            <a:spLocks noChangeShapeType="1"/>
          </p:cNvSpPr>
          <p:nvPr/>
        </p:nvSpPr>
        <p:spPr bwMode="auto">
          <a:xfrm>
            <a:off x="1906588" y="3111184"/>
            <a:ext cx="0" cy="18360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 type="non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 dirty="0"/>
          </a:p>
        </p:txBody>
      </p:sp>
      <p:sp>
        <p:nvSpPr>
          <p:cNvPr id="65" name="Line 31">
            <a:extLst>
              <a:ext uri="{FF2B5EF4-FFF2-40B4-BE49-F238E27FC236}">
                <a16:creationId xmlns:a16="http://schemas.microsoft.com/office/drawing/2014/main" id="{DD716FBF-89D7-4E22-AF20-F434BADB5E2D}"/>
              </a:ext>
            </a:extLst>
          </p:cNvPr>
          <p:cNvSpPr>
            <a:spLocks noChangeShapeType="1"/>
          </p:cNvSpPr>
          <p:nvPr/>
        </p:nvSpPr>
        <p:spPr bwMode="auto">
          <a:xfrm>
            <a:off x="6675892" y="3114926"/>
            <a:ext cx="0" cy="183515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non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4CF1ED74-8BB2-4F9E-8D01-BD5241B334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54425" y="3498850"/>
            <a:ext cx="400050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en-US" altLang="zh-CN" sz="1600" i="1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u3</a:t>
            </a:r>
            <a:endParaRPr lang="en-US" altLang="zh-CN" sz="2000" i="1" baseline="-25000">
              <a:solidFill>
                <a:srgbClr val="000000"/>
              </a:solidFill>
              <a:latin typeface="Times New Roman" panose="02020603050405020304" pitchFamily="18" charset="0"/>
              <a:ea typeface="楷体_GB2312" charset="0"/>
              <a:cs typeface="Times New Roman" panose="02020603050405020304" pitchFamily="18" charset="0"/>
            </a:endParaRPr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6BEED659-E660-4544-AE08-053718B8039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32075" y="3859213"/>
            <a:ext cx="400050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en-US" altLang="zh-CN" sz="1600" i="1" dirty="0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u3</a:t>
            </a:r>
            <a:endParaRPr lang="en-US" altLang="zh-CN" sz="2000" i="1" baseline="-25000" dirty="0">
              <a:solidFill>
                <a:srgbClr val="000000"/>
              </a:solidFill>
              <a:latin typeface="Times New Roman" panose="02020603050405020304" pitchFamily="18" charset="0"/>
              <a:ea typeface="楷体_GB2312" charset="0"/>
              <a:cs typeface="Times New Roman" panose="02020603050405020304" pitchFamily="18" charset="0"/>
            </a:endParaRP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9B9CEB7C-DB42-49AC-B7DD-712290AAAC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05200" y="3859213"/>
            <a:ext cx="669925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en-US" altLang="zh-CN" sz="1600" i="1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u2,u3</a:t>
            </a:r>
            <a:endParaRPr lang="en-US" altLang="zh-CN" sz="2000" i="1" baseline="-25000">
              <a:solidFill>
                <a:srgbClr val="000000"/>
              </a:solidFill>
              <a:latin typeface="Times New Roman" panose="02020603050405020304" pitchFamily="18" charset="0"/>
              <a:ea typeface="楷体_GB2312" charset="0"/>
              <a:cs typeface="Times New Roman" panose="02020603050405020304" pitchFamily="18" charset="0"/>
            </a:endParaRPr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817E79BB-CBC8-430E-9A16-D27F686E16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74913" y="4217988"/>
            <a:ext cx="668337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en-US" altLang="zh-CN" sz="1600" i="1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u2,u3</a:t>
            </a:r>
            <a:endParaRPr lang="en-US" altLang="zh-CN" sz="2000" i="1" baseline="-25000">
              <a:solidFill>
                <a:srgbClr val="000000"/>
              </a:solidFill>
              <a:latin typeface="Times New Roman" panose="02020603050405020304" pitchFamily="18" charset="0"/>
              <a:ea typeface="楷体_GB2312" charset="0"/>
              <a:cs typeface="Times New Roman" panose="02020603050405020304" pitchFamily="18" charset="0"/>
            </a:endParaRP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E5D6127F-8B13-4110-87A1-CCFA78D6B8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7250" y="4217988"/>
            <a:ext cx="885825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en-US" altLang="zh-CN" sz="1600" i="1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i,j,u2,u3</a:t>
            </a:r>
            <a:endParaRPr lang="zh-CN" altLang="en-US" sz="2000" i="1" baseline="-25000">
              <a:solidFill>
                <a:srgbClr val="000000"/>
              </a:solidFill>
              <a:latin typeface="Times New Roman" panose="02020603050405020304" pitchFamily="18" charset="0"/>
              <a:ea typeface="楷体_GB2312" charset="0"/>
              <a:cs typeface="Times New Roman" panose="02020603050405020304" pitchFamily="18" charset="0"/>
            </a:endParaRPr>
          </a:p>
        </p:txBody>
      </p:sp>
      <p:sp>
        <p:nvSpPr>
          <p:cNvPr id="68" name="矩形 67">
            <a:extLst>
              <a:ext uri="{FF2B5EF4-FFF2-40B4-BE49-F238E27FC236}">
                <a16:creationId xmlns:a16="http://schemas.microsoft.com/office/drawing/2014/main" id="{1FEB16AD-9B37-47DB-86F2-6C92F04C63D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93950" y="4564063"/>
            <a:ext cx="88741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en-US" altLang="zh-CN" sz="1600" i="1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i,j,u2,u3</a:t>
            </a:r>
            <a:endParaRPr lang="zh-CN" altLang="en-US" sz="2000" i="1" baseline="-25000">
              <a:solidFill>
                <a:srgbClr val="000000"/>
              </a:solidFill>
              <a:latin typeface="Times New Roman" panose="02020603050405020304" pitchFamily="18" charset="0"/>
              <a:ea typeface="楷体_GB2312" charset="0"/>
              <a:cs typeface="Times New Roman" panose="02020603050405020304" pitchFamily="18" charset="0"/>
            </a:endParaRP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8F9FB5E3-8CCC-4248-B3CB-5982A948C70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03575" y="4554538"/>
            <a:ext cx="1312863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en-US" altLang="zh-CN" sz="1600" i="1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m,n,u1,u2,u3</a:t>
            </a:r>
            <a:endParaRPr lang="en-US" altLang="zh-CN" sz="2000" i="1" baseline="-25000">
              <a:solidFill>
                <a:srgbClr val="000000"/>
              </a:solidFill>
              <a:latin typeface="Times New Roman" panose="02020603050405020304" pitchFamily="18" charset="0"/>
              <a:ea typeface="楷体_GB2312" charset="0"/>
              <a:cs typeface="Times New Roman" panose="02020603050405020304" pitchFamily="18" charset="0"/>
            </a:endParaRPr>
          </a:p>
        </p:txBody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E0CFEF08-7A9C-4BF7-8692-CDA1FBD01A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55218" y="3504293"/>
            <a:ext cx="887413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en-US" altLang="zh-CN" sz="1600" i="1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i,j,u2,u3</a:t>
            </a:r>
            <a:endParaRPr lang="zh-CN" altLang="en-US" sz="2000" i="1" baseline="-25000">
              <a:solidFill>
                <a:srgbClr val="000000"/>
              </a:solidFill>
              <a:latin typeface="Times New Roman" panose="02020603050405020304" pitchFamily="18" charset="0"/>
              <a:ea typeface="楷体_GB2312" charset="0"/>
              <a:cs typeface="Times New Roman" panose="02020603050405020304" pitchFamily="18" charset="0"/>
            </a:endParaRPr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E94F2E4B-E2BE-4E67-979C-1C95FE58A87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83793" y="3845606"/>
            <a:ext cx="777875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en-US" altLang="zh-CN" sz="1600" i="1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j,u2,u3</a:t>
            </a:r>
            <a:endParaRPr lang="zh-CN" altLang="en-US" sz="2000" i="1" baseline="-25000">
              <a:solidFill>
                <a:srgbClr val="000000"/>
              </a:solidFill>
              <a:latin typeface="Times New Roman" panose="02020603050405020304" pitchFamily="18" charset="0"/>
              <a:ea typeface="楷体_GB2312" charset="0"/>
              <a:cs typeface="Times New Roman" panose="02020603050405020304" pitchFamily="18" charset="0"/>
            </a:endParaRPr>
          </a:p>
        </p:txBody>
      </p:sp>
      <p:sp>
        <p:nvSpPr>
          <p:cNvPr id="71" name="矩形 70">
            <a:extLst>
              <a:ext uri="{FF2B5EF4-FFF2-40B4-BE49-F238E27FC236}">
                <a16:creationId xmlns:a16="http://schemas.microsoft.com/office/drawing/2014/main" id="{3B1D2736-0A03-4CC2-9BA6-3D6EBB8BE84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47418" y="3489660"/>
            <a:ext cx="777875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en-US" altLang="zh-CN" sz="1600" i="1" dirty="0"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j,u2,u3</a:t>
            </a:r>
            <a:endParaRPr lang="zh-CN" altLang="en-US" sz="2000" i="1" baseline="-25000" dirty="0">
              <a:latin typeface="Times New Roman" panose="02020603050405020304" pitchFamily="18" charset="0"/>
              <a:ea typeface="楷体_GB2312" charset="0"/>
              <a:cs typeface="Times New Roman" panose="02020603050405020304" pitchFamily="18" charset="0"/>
            </a:endParaRPr>
          </a:p>
        </p:txBody>
      </p:sp>
      <p:sp>
        <p:nvSpPr>
          <p:cNvPr id="72" name="矩形 71">
            <a:extLst>
              <a:ext uri="{FF2B5EF4-FFF2-40B4-BE49-F238E27FC236}">
                <a16:creationId xmlns:a16="http://schemas.microsoft.com/office/drawing/2014/main" id="{BCAD66CD-41E1-4366-A9E4-884DC828D6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18843" y="3859202"/>
            <a:ext cx="777875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en-US" altLang="zh-CN" sz="1600" i="1" dirty="0"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j,u2,u3</a:t>
            </a:r>
            <a:endParaRPr lang="zh-CN" altLang="en-US" sz="2000" i="1" baseline="-25000" dirty="0">
              <a:latin typeface="Times New Roman" panose="02020603050405020304" pitchFamily="18" charset="0"/>
              <a:ea typeface="楷体_GB2312" charset="0"/>
              <a:cs typeface="Times New Roman" panose="02020603050405020304" pitchFamily="18" charset="0"/>
            </a:endParaRPr>
          </a:p>
        </p:txBody>
      </p:sp>
      <p:sp>
        <p:nvSpPr>
          <p:cNvPr id="73" name="矩形 72">
            <a:extLst>
              <a:ext uri="{FF2B5EF4-FFF2-40B4-BE49-F238E27FC236}">
                <a16:creationId xmlns:a16="http://schemas.microsoft.com/office/drawing/2014/main" id="{C4404262-BC87-45EE-AA29-B39AC1394C6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4268" y="4210731"/>
            <a:ext cx="777875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en-US" altLang="zh-CN" sz="1600" i="1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j,u2,u3</a:t>
            </a:r>
            <a:endParaRPr lang="zh-CN" altLang="en-US" sz="2000" i="1" baseline="-25000">
              <a:solidFill>
                <a:srgbClr val="000000"/>
              </a:solidFill>
              <a:latin typeface="Times New Roman" panose="02020603050405020304" pitchFamily="18" charset="0"/>
              <a:ea typeface="楷体_GB2312" charset="0"/>
              <a:cs typeface="Times New Roman" panose="02020603050405020304" pitchFamily="18" charset="0"/>
            </a:endParaRP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BA0B9A22-30C5-46D6-890E-37628E609DC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52168" y="4205623"/>
            <a:ext cx="887413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en-US" altLang="zh-CN" sz="1600" i="1" dirty="0"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i,j,u2,u3</a:t>
            </a:r>
            <a:endParaRPr lang="zh-CN" altLang="en-US" sz="2000" i="1" baseline="-25000" dirty="0">
              <a:latin typeface="Times New Roman" panose="02020603050405020304" pitchFamily="18" charset="0"/>
              <a:ea typeface="楷体_GB2312" charset="0"/>
              <a:cs typeface="Times New Roman" panose="02020603050405020304" pitchFamily="18" charset="0"/>
            </a:endParaRPr>
          </a:p>
        </p:txBody>
      </p:sp>
      <p:sp>
        <p:nvSpPr>
          <p:cNvPr id="74" name="矩形 73">
            <a:extLst>
              <a:ext uri="{FF2B5EF4-FFF2-40B4-BE49-F238E27FC236}">
                <a16:creationId xmlns:a16="http://schemas.microsoft.com/office/drawing/2014/main" id="{8C264126-18FA-490F-9315-F37A699D8FE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13943" y="4559981"/>
            <a:ext cx="887413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en-US" altLang="zh-CN" sz="1600" i="1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i,j,u2,u3</a:t>
            </a:r>
            <a:endParaRPr lang="zh-CN" altLang="en-US" sz="2000" i="1" baseline="-25000">
              <a:solidFill>
                <a:srgbClr val="000000"/>
              </a:solidFill>
              <a:latin typeface="Times New Roman" panose="02020603050405020304" pitchFamily="18" charset="0"/>
              <a:ea typeface="楷体_GB2312" charset="0"/>
              <a:cs typeface="Times New Roman" panose="02020603050405020304" pitchFamily="18" charset="0"/>
            </a:endParaRP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FA8C4525-0684-4FFA-B81E-A3D966273A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69606" y="4574337"/>
            <a:ext cx="1312862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en-US" altLang="zh-CN" sz="1600" i="1" dirty="0"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m,n,u1,u2,u3</a:t>
            </a:r>
            <a:endParaRPr lang="zh-CN" altLang="en-US" sz="2000" i="1" baseline="-25000" dirty="0">
              <a:latin typeface="Times New Roman" panose="02020603050405020304" pitchFamily="18" charset="0"/>
              <a:ea typeface="楷体_GB2312" charset="0"/>
              <a:cs typeface="Times New Roman" panose="02020603050405020304" pitchFamily="18" charset="0"/>
            </a:endParaRPr>
          </a:p>
        </p:txBody>
      </p:sp>
      <p:graphicFrame>
        <p:nvGraphicFramePr>
          <p:cNvPr id="76" name="Group 204">
            <a:extLst>
              <a:ext uri="{FF2B5EF4-FFF2-40B4-BE49-F238E27FC236}">
                <a16:creationId xmlns:a16="http://schemas.microsoft.com/office/drawing/2014/main" id="{258FFD25-A736-4B72-AA77-CE6969E6AEB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07701059"/>
              </p:ext>
            </p:extLst>
          </p:nvPr>
        </p:nvGraphicFramePr>
        <p:xfrm>
          <a:off x="6686743" y="3128535"/>
          <a:ext cx="2089150" cy="1814513"/>
        </p:xfrm>
        <a:graphic>
          <a:graphicData uri="http://schemas.openxmlformats.org/drawingml/2006/table">
            <a:tbl>
              <a:tblPr/>
              <a:tblGrid>
                <a:gridCol w="9365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526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4331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1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OUT</a:t>
                      </a:r>
                      <a:r>
                        <a:rPr kumimoji="0" lang="en-US" altLang="zh-CN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[</a:t>
                      </a:r>
                      <a:r>
                        <a:rPr kumimoji="0" lang="en-US" altLang="zh-CN" sz="1600" b="1" i="1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B</a:t>
                      </a:r>
                      <a:r>
                        <a:rPr kumimoji="0" lang="en-US" altLang="zh-CN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]</a:t>
                      </a:r>
                      <a:r>
                        <a:rPr kumimoji="0" lang="en-US" altLang="zh-CN" sz="1600" b="1" i="1" u="none" strike="noStrike" cap="none" normalizeH="0" baseline="30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3</a:t>
                      </a:r>
                      <a:endParaRPr kumimoji="0" lang="zh-CN" altLang="en-US" sz="16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3351" marR="63351" marT="34290" marB="34290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1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IN</a:t>
                      </a:r>
                      <a:r>
                        <a:rPr kumimoji="0" lang="en-US" altLang="zh-CN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[</a:t>
                      </a:r>
                      <a:r>
                        <a:rPr kumimoji="0" lang="en-US" altLang="zh-CN" sz="1600" b="1" i="1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B</a:t>
                      </a:r>
                      <a:r>
                        <a:rPr kumimoji="0" lang="en-US" altLang="zh-CN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]</a:t>
                      </a:r>
                      <a:r>
                        <a:rPr kumimoji="0" lang="en-US" altLang="zh-CN" sz="1600" b="1" i="1" u="none" strike="noStrike" cap="none" normalizeH="0" baseline="30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3</a:t>
                      </a:r>
                      <a:endParaRPr kumimoji="0" lang="zh-CN" altLang="en-US" sz="16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3351" marR="63351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0044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2000" b="1" i="1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3351" marR="63351" marT="34290" marB="34290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2000" b="1" i="1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3351" marR="63351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4331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2000" b="1" i="1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3351" marR="63351" marT="34290" marB="34290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en-US" altLang="zh-CN" sz="1600" b="1" i="1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3351" marR="63351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123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600" b="1" i="1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3351" marR="63351" marT="34290" marB="34290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2000" b="1" i="1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3351" marR="63351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57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2000" b="1" i="1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3351" marR="63351" marT="34290" marB="34290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2000" b="1" i="1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3351" marR="63351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7" name="Line 31">
            <a:extLst>
              <a:ext uri="{FF2B5EF4-FFF2-40B4-BE49-F238E27FC236}">
                <a16:creationId xmlns:a16="http://schemas.microsoft.com/office/drawing/2014/main" id="{2C069D41-C32C-4E1F-AFCD-BC6560D3F213}"/>
              </a:ext>
            </a:extLst>
          </p:cNvPr>
          <p:cNvSpPr>
            <a:spLocks noChangeShapeType="1"/>
          </p:cNvSpPr>
          <p:nvPr/>
        </p:nvSpPr>
        <p:spPr bwMode="auto">
          <a:xfrm>
            <a:off x="8767955" y="3107898"/>
            <a:ext cx="0" cy="183515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 type="non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/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E42D2F44-D849-4B5F-BA44-AC8E83A871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29605" y="3503185"/>
            <a:ext cx="885825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en-US" altLang="zh-CN" sz="1600" i="1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i,j,u2,u3</a:t>
            </a:r>
            <a:endParaRPr lang="zh-CN" altLang="en-US" sz="2000" i="1" baseline="-25000">
              <a:solidFill>
                <a:srgbClr val="000000"/>
              </a:solidFill>
              <a:latin typeface="Times New Roman" panose="02020603050405020304" pitchFamily="18" charset="0"/>
              <a:ea typeface="楷体_GB2312" charset="0"/>
              <a:cs typeface="Times New Roman" panose="02020603050405020304" pitchFamily="18" charset="0"/>
            </a:endParaRPr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7CC127E8-A51C-4B25-B44C-BABA737CA99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56593" y="3846085"/>
            <a:ext cx="777875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en-US" altLang="zh-CN" sz="1600" i="1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j,u2,u3</a:t>
            </a:r>
            <a:endParaRPr lang="zh-CN" altLang="en-US" sz="2000" i="1" baseline="-25000">
              <a:solidFill>
                <a:srgbClr val="000000"/>
              </a:solidFill>
              <a:latin typeface="Times New Roman" panose="02020603050405020304" pitchFamily="18" charset="0"/>
              <a:ea typeface="楷体_GB2312" charset="0"/>
              <a:cs typeface="Times New Roman" panose="02020603050405020304" pitchFamily="18" charset="0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D0013D4E-F2C9-4E6B-975D-F89EBB4A92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21805" y="3480201"/>
            <a:ext cx="777875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en-US" altLang="zh-CN" sz="1600" i="1" dirty="0"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j,u2,u3</a:t>
            </a:r>
            <a:endParaRPr lang="zh-CN" altLang="en-US" sz="2000" i="1" baseline="-25000" dirty="0">
              <a:latin typeface="Times New Roman" panose="02020603050405020304" pitchFamily="18" charset="0"/>
              <a:ea typeface="楷体_GB2312" charset="0"/>
              <a:cs typeface="Times New Roman" panose="02020603050405020304" pitchFamily="18" charset="0"/>
            </a:endParaRPr>
          </a:p>
        </p:txBody>
      </p:sp>
      <p:sp>
        <p:nvSpPr>
          <p:cNvPr id="81" name="矩形 80">
            <a:extLst>
              <a:ext uri="{FF2B5EF4-FFF2-40B4-BE49-F238E27FC236}">
                <a16:creationId xmlns:a16="http://schemas.microsoft.com/office/drawing/2014/main" id="{6151B38A-D8FB-4AC6-A647-C173E34A09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791643" y="3848155"/>
            <a:ext cx="777875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en-US" altLang="zh-CN" sz="1600" i="1" dirty="0"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j,u2,u3</a:t>
            </a:r>
            <a:endParaRPr lang="zh-CN" altLang="en-US" sz="2000" i="1" baseline="-25000" dirty="0">
              <a:latin typeface="Times New Roman" panose="02020603050405020304" pitchFamily="18" charset="0"/>
              <a:ea typeface="楷体_GB2312" charset="0"/>
              <a:cs typeface="Times New Roman" panose="02020603050405020304" pitchFamily="18" charset="0"/>
            </a:endParaRPr>
          </a:p>
        </p:txBody>
      </p:sp>
      <p:sp>
        <p:nvSpPr>
          <p:cNvPr id="82" name="矩形 81">
            <a:extLst>
              <a:ext uri="{FF2B5EF4-FFF2-40B4-BE49-F238E27FC236}">
                <a16:creationId xmlns:a16="http://schemas.microsoft.com/office/drawing/2014/main" id="{C69C8E32-C03B-40E7-A240-D0044EDF9A5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47068" y="4209623"/>
            <a:ext cx="777875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en-US" altLang="zh-CN" sz="1600" i="1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j,u2,u3</a:t>
            </a:r>
            <a:endParaRPr lang="zh-CN" altLang="en-US" sz="2000" i="1" baseline="-25000">
              <a:solidFill>
                <a:srgbClr val="000000"/>
              </a:solidFill>
              <a:latin typeface="Times New Roman" panose="02020603050405020304" pitchFamily="18" charset="0"/>
              <a:ea typeface="楷体_GB2312" charset="0"/>
              <a:cs typeface="Times New Roman" panose="02020603050405020304" pitchFamily="18" charset="0"/>
            </a:endParaRPr>
          </a:p>
        </p:txBody>
      </p:sp>
      <p:sp>
        <p:nvSpPr>
          <p:cNvPr id="83" name="矩形 82">
            <a:extLst>
              <a:ext uri="{FF2B5EF4-FFF2-40B4-BE49-F238E27FC236}">
                <a16:creationId xmlns:a16="http://schemas.microsoft.com/office/drawing/2014/main" id="{E7A7A302-3CB6-4ADD-A099-E1E967A7D1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726555" y="4206102"/>
            <a:ext cx="885825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en-US" altLang="zh-CN" sz="1600" i="1" dirty="0"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i,j,u2,u3</a:t>
            </a:r>
            <a:endParaRPr lang="zh-CN" altLang="en-US" sz="2000" i="1" baseline="-25000" dirty="0">
              <a:latin typeface="Times New Roman" panose="02020603050405020304" pitchFamily="18" charset="0"/>
              <a:ea typeface="楷体_GB2312" charset="0"/>
              <a:cs typeface="Times New Roman" panose="02020603050405020304" pitchFamily="18" charset="0"/>
            </a:endParaRPr>
          </a:p>
        </p:txBody>
      </p:sp>
      <p:sp>
        <p:nvSpPr>
          <p:cNvPr id="84" name="矩形 83">
            <a:extLst>
              <a:ext uri="{FF2B5EF4-FFF2-40B4-BE49-F238E27FC236}">
                <a16:creationId xmlns:a16="http://schemas.microsoft.com/office/drawing/2014/main" id="{3208BD42-DA6E-44C6-BF3C-81A12B01936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86743" y="4558873"/>
            <a:ext cx="887412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en-US" altLang="zh-CN" sz="1600" i="1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i,j,u2,u3</a:t>
            </a:r>
            <a:endParaRPr lang="zh-CN" altLang="en-US" sz="2000" i="1" baseline="-25000">
              <a:solidFill>
                <a:srgbClr val="000000"/>
              </a:solidFill>
              <a:latin typeface="Times New Roman" panose="02020603050405020304" pitchFamily="18" charset="0"/>
              <a:ea typeface="楷体_GB2312" charset="0"/>
              <a:cs typeface="Times New Roman" panose="02020603050405020304" pitchFamily="18" charset="0"/>
            </a:endParaRPr>
          </a:p>
        </p:txBody>
      </p:sp>
      <p:sp>
        <p:nvSpPr>
          <p:cNvPr id="85" name="矩形 84">
            <a:extLst>
              <a:ext uri="{FF2B5EF4-FFF2-40B4-BE49-F238E27FC236}">
                <a16:creationId xmlns:a16="http://schemas.microsoft.com/office/drawing/2014/main" id="{BD1897EE-25AB-4450-BA87-A2183BBE4F8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42405" y="4574816"/>
            <a:ext cx="1314450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en-US" altLang="zh-CN" sz="1600" i="1" dirty="0"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m,n,u1,u2,u3</a:t>
            </a:r>
            <a:endParaRPr lang="zh-CN" altLang="en-US" sz="2000" i="1" baseline="-25000" dirty="0">
              <a:latin typeface="Times New Roman" panose="02020603050405020304" pitchFamily="18" charset="0"/>
              <a:ea typeface="楷体_GB2312" charset="0"/>
              <a:cs typeface="Times New Roman" panose="02020603050405020304" pitchFamily="18" charset="0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B1CCB00E-EC72-449C-B20C-05598845EA0B}"/>
              </a:ext>
            </a:extLst>
          </p:cNvPr>
          <p:cNvSpPr/>
          <p:nvPr/>
        </p:nvSpPr>
        <p:spPr>
          <a:xfrm>
            <a:off x="2661572" y="3493476"/>
            <a:ext cx="36740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l-GR" altLang="zh-CN" sz="1600" i="1" dirty="0">
                <a:solidFill>
                  <a:srgbClr val="00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Φ</a:t>
            </a:r>
            <a:endParaRPr lang="zh-CN" altLang="en-US" sz="1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 nodeType="clickPar">
                      <p:stCondLst>
                        <p:cond delay="indefinite"/>
                      </p:stCondLst>
                      <p:childTnLst>
                        <p:par>
                          <p:cTn id="1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 nodeType="clickPar">
                      <p:stCondLst>
                        <p:cond delay="indefinite"/>
                      </p:stCondLst>
                      <p:childTnLst>
                        <p:par>
                          <p:cTn id="3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6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 nodeType="clickPar">
                      <p:stCondLst>
                        <p:cond delay="indefinite"/>
                      </p:stCondLst>
                      <p:childTnLst>
                        <p:par>
                          <p:cTn id="4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5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 nodeType="clickPar">
                      <p:stCondLst>
                        <p:cond delay="indefinite"/>
                      </p:stCondLst>
                      <p:childTnLst>
                        <p:par>
                          <p:cTn id="4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0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2" dur="5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5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 nodeType="clickPar">
                      <p:stCondLst>
                        <p:cond delay="indefinite"/>
                      </p:stCondLst>
                      <p:childTnLst>
                        <p:par>
                          <p:cTn id="5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 nodeType="clickPar">
                      <p:stCondLst>
                        <p:cond delay="indefinite"/>
                      </p:stCondLst>
                      <p:childTnLst>
                        <p:par>
                          <p:cTn id="6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6" dur="5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5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 nodeType="clickPar">
                      <p:stCondLst>
                        <p:cond delay="indefinite"/>
                      </p:stCondLst>
                      <p:childTnLst>
                        <p:par>
                          <p:cTn id="7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3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 nodeType="clickPar">
                      <p:stCondLst>
                        <p:cond delay="indefinite"/>
                      </p:stCondLst>
                      <p:childTnLst>
                        <p:par>
                          <p:cTn id="7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0" dur="5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1" dur="5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5" dur="5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6" dur="5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 nodeType="clickPar">
                      <p:stCondLst>
                        <p:cond delay="indefinite"/>
                      </p:stCondLst>
                      <p:childTnLst>
                        <p:par>
                          <p:cTn id="8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0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2" dur="5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3" dur="5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 nodeType="clickPar">
                      <p:stCondLst>
                        <p:cond delay="indefinite"/>
                      </p:stCondLst>
                      <p:childTnLst>
                        <p:par>
                          <p:cTn id="9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9" dur="5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0" dur="5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 nodeType="clickPar">
                      <p:stCondLst>
                        <p:cond delay="indefinite"/>
                      </p:stCondLst>
                      <p:childTnLst>
                        <p:par>
                          <p:cTn id="10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6" dur="5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7" dur="5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9" fill="hold" nodeType="clickPar">
                      <p:stCondLst>
                        <p:cond delay="indefinite"/>
                      </p:stCondLst>
                      <p:childTnLst>
                        <p:par>
                          <p:cTn id="1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3" dur="500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4" dur="500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6" fill="hold" nodeType="clickPar">
                      <p:stCondLst>
                        <p:cond delay="indefinite"/>
                      </p:stCondLst>
                      <p:childTnLst>
                        <p:par>
                          <p:cTn id="11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0" dur="5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1" dur="5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 nodeType="clickPar">
                      <p:stCondLst>
                        <p:cond delay="indefinite"/>
                      </p:stCondLst>
                      <p:childTnLst>
                        <p:par>
                          <p:cTn id="1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2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7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8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9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0" fill="hold" nodeType="clickPar">
                      <p:stCondLst>
                        <p:cond delay="indefinite"/>
                      </p:stCondLst>
                      <p:childTnLst>
                        <p:par>
                          <p:cTn id="13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4" dur="5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5" dur="5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7" fill="hold" nodeType="clickPar">
                      <p:stCondLst>
                        <p:cond delay="indefinite"/>
                      </p:stCondLst>
                      <p:childTnLst>
                        <p:par>
                          <p:cTn id="13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1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2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4" fill="hold" nodeType="clickPar">
                      <p:stCondLst>
                        <p:cond delay="indefinite"/>
                      </p:stCondLst>
                      <p:childTnLst>
                        <p:par>
                          <p:cTn id="14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46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8" dur="5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9" dur="5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0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3" dur="5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4" dur="5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5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6" fill="hold" nodeType="clickPar">
                      <p:stCondLst>
                        <p:cond delay="indefinite"/>
                      </p:stCondLst>
                      <p:childTnLst>
                        <p:par>
                          <p:cTn id="15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0" dur="5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1" dur="5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2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3" fill="hold" nodeType="clickPar">
                      <p:stCondLst>
                        <p:cond delay="indefinite"/>
                      </p:stCondLst>
                      <p:childTnLst>
                        <p:par>
                          <p:cTn id="16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6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7" dur="5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8" dur="5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9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0" fill="hold" nodeType="clickPar">
                      <p:stCondLst>
                        <p:cond delay="indefinite"/>
                      </p:stCondLst>
                      <p:childTnLst>
                        <p:par>
                          <p:cTn id="17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4" dur="5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5" dur="5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6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7" fill="hold" nodeType="clickPar">
                      <p:stCondLst>
                        <p:cond delay="indefinite"/>
                      </p:stCondLst>
                      <p:childTnLst>
                        <p:par>
                          <p:cTn id="17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1" dur="5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2" dur="5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3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4" fill="hold" nodeType="clickPar">
                      <p:stCondLst>
                        <p:cond delay="indefinite"/>
                      </p:stCondLst>
                      <p:childTnLst>
                        <p:par>
                          <p:cTn id="18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86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8" dur="5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9" dur="5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0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1" fill="hold" nodeType="clickPar">
                      <p:stCondLst>
                        <p:cond delay="indefinite"/>
                      </p:stCondLst>
                      <p:childTnLst>
                        <p:par>
                          <p:cTn id="19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5" dur="5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6" dur="5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7" dur="5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8" fill="hold" nodeType="clickPar">
                      <p:stCondLst>
                        <p:cond delay="indefinite"/>
                      </p:stCondLst>
                      <p:childTnLst>
                        <p:par>
                          <p:cTn id="19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00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02" dur="5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3" dur="5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4" dur="5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5" fill="hold" nodeType="clickPar">
                      <p:stCondLst>
                        <p:cond delay="indefinite"/>
                      </p:stCondLst>
                      <p:childTnLst>
                        <p:par>
                          <p:cTn id="20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0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09" dur="5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0" dur="5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1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2" fill="hold" nodeType="clickPar">
                      <p:stCondLst>
                        <p:cond delay="indefinite"/>
                      </p:stCondLst>
                      <p:childTnLst>
                        <p:par>
                          <p:cTn id="21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4" presetID="53" presetClass="exit" presetSubtype="32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215" dur="500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6" dur="500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217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2" grpId="0" animBg="1"/>
      <p:bldP spid="62" grpId="1" animBg="1"/>
      <p:bldP spid="21" grpId="0"/>
      <p:bldP spid="66" grpId="0"/>
      <p:bldP spid="32" grpId="0"/>
      <p:bldP spid="67" grpId="0"/>
      <p:bldP spid="33" grpId="0"/>
      <p:bldP spid="68" grpId="0"/>
      <p:bldP spid="34" grpId="0"/>
      <p:bldP spid="69" grpId="0"/>
      <p:bldP spid="70" grpId="0"/>
      <p:bldP spid="71" grpId="0"/>
      <p:bldP spid="72" grpId="0"/>
      <p:bldP spid="73" grpId="0"/>
      <p:bldP spid="36" grpId="0"/>
      <p:bldP spid="74" grpId="0"/>
      <p:bldP spid="37" grpId="0"/>
      <p:bldP spid="78" grpId="0"/>
      <p:bldP spid="79" grpId="0"/>
      <p:bldP spid="80" grpId="0"/>
      <p:bldP spid="81" grpId="0"/>
      <p:bldP spid="82" grpId="0"/>
      <p:bldP spid="83" grpId="0"/>
      <p:bldP spid="84" grpId="0"/>
      <p:bldP spid="85" grpId="0"/>
      <p:bldP spid="3" grpId="0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4" name="Group 204">
            <a:extLst>
              <a:ext uri="{FF2B5EF4-FFF2-40B4-BE49-F238E27FC236}">
                <a16:creationId xmlns:a16="http://schemas.microsoft.com/office/drawing/2014/main" id="{7A1B11D4-C646-4A8C-A290-10FC8DF1731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547647997"/>
              </p:ext>
            </p:extLst>
          </p:nvPr>
        </p:nvGraphicFramePr>
        <p:xfrm>
          <a:off x="6686743" y="3128535"/>
          <a:ext cx="2089150" cy="1814513"/>
        </p:xfrm>
        <a:graphic>
          <a:graphicData uri="http://schemas.openxmlformats.org/drawingml/2006/table">
            <a:tbl>
              <a:tblPr/>
              <a:tblGrid>
                <a:gridCol w="9365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526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4331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1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OUT</a:t>
                      </a:r>
                      <a:r>
                        <a:rPr kumimoji="0" lang="en-US" altLang="zh-CN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[</a:t>
                      </a:r>
                      <a:r>
                        <a:rPr kumimoji="0" lang="en-US" altLang="zh-CN" sz="1600" b="1" i="1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B</a:t>
                      </a:r>
                      <a:r>
                        <a:rPr kumimoji="0" lang="en-US" altLang="zh-CN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]</a:t>
                      </a:r>
                      <a:r>
                        <a:rPr kumimoji="0" lang="en-US" altLang="zh-CN" sz="1600" b="1" i="1" u="none" strike="noStrike" cap="none" normalizeH="0" baseline="30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3</a:t>
                      </a:r>
                      <a:endParaRPr kumimoji="0" lang="zh-CN" altLang="en-US" sz="16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3351" marR="63351" marT="34290" marB="34290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1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IN</a:t>
                      </a:r>
                      <a:r>
                        <a:rPr kumimoji="0" lang="en-US" altLang="zh-CN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[</a:t>
                      </a:r>
                      <a:r>
                        <a:rPr kumimoji="0" lang="en-US" altLang="zh-CN" sz="1600" b="1" i="1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B</a:t>
                      </a:r>
                      <a:r>
                        <a:rPr kumimoji="0" lang="en-US" altLang="zh-CN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]</a:t>
                      </a:r>
                      <a:r>
                        <a:rPr kumimoji="0" lang="en-US" altLang="zh-CN" sz="1600" b="1" i="1" u="none" strike="noStrike" cap="none" normalizeH="0" baseline="30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3</a:t>
                      </a:r>
                      <a:endParaRPr kumimoji="0" lang="zh-CN" altLang="en-US" sz="16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3351" marR="63351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0044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2000" b="1" i="1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3351" marR="63351" marT="34290" marB="34290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2000" b="1" i="1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3351" marR="63351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4331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2000" b="1" i="1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3351" marR="63351" marT="34290" marB="34290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en-US" altLang="zh-CN" sz="1600" b="1" i="1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3351" marR="63351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123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600" b="1" i="1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3351" marR="63351" marT="34290" marB="34290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2000" b="1" i="1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3351" marR="63351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57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2000" b="1" i="1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3351" marR="63351" marT="34290" marB="34290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2000" b="1" i="1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3351" marR="63351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75131" name="Rectangle 2">
            <a:extLst>
              <a:ext uri="{FF2B5EF4-FFF2-40B4-BE49-F238E27FC236}">
                <a16:creationId xmlns:a16="http://schemas.microsoft.com/office/drawing/2014/main" id="{40B1DCF3-644A-41CC-A305-574E6C8E0C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例</a:t>
            </a:r>
            <a:endParaRPr lang="zh-CN" altLang="en-US" sz="2700">
              <a:solidFill>
                <a:schemeClr val="tx1"/>
              </a:solidFill>
              <a:cs typeface="楷体_GB2312" charset="0"/>
            </a:endParaRPr>
          </a:p>
        </p:txBody>
      </p:sp>
      <p:grpSp>
        <p:nvGrpSpPr>
          <p:cNvPr id="175132" name="组合 1">
            <a:extLst>
              <a:ext uri="{FF2B5EF4-FFF2-40B4-BE49-F238E27FC236}">
                <a16:creationId xmlns:a16="http://schemas.microsoft.com/office/drawing/2014/main" id="{C13FB2B7-D778-49F3-ADEF-F66D7376658B}"/>
              </a:ext>
            </a:extLst>
          </p:cNvPr>
          <p:cNvGrpSpPr>
            <a:grpSpLocks/>
          </p:cNvGrpSpPr>
          <p:nvPr/>
        </p:nvGrpSpPr>
        <p:grpSpPr bwMode="auto">
          <a:xfrm>
            <a:off x="138113" y="854075"/>
            <a:ext cx="1625600" cy="3082925"/>
            <a:chOff x="890764" y="853544"/>
            <a:chExt cx="1626248" cy="3084076"/>
          </a:xfrm>
        </p:grpSpPr>
        <p:sp>
          <p:nvSpPr>
            <p:cNvPr id="7" name="Rectangle 23">
              <a:extLst>
                <a:ext uri="{FF2B5EF4-FFF2-40B4-BE49-F238E27FC236}">
                  <a16:creationId xmlns:a16="http://schemas.microsoft.com/office/drawing/2014/main" id="{3152A0F5-2A29-47F1-BBE6-E039E7AC689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22946" y="853544"/>
              <a:ext cx="786125" cy="285857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8580" tIns="27000" rIns="68580" bIns="0" anchor="ctr"/>
            <a:lstStyle>
              <a:lvl1pPr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ctr">
                <a:lnSpc>
                  <a:spcPct val="70000"/>
                </a:lnSpc>
                <a:defRPr/>
              </a:pPr>
              <a:r>
                <a:rPr lang="en-US" altLang="zh-CN" sz="1500" i="1" dirty="0">
                  <a:solidFill>
                    <a:prstClr val="black"/>
                  </a:solidFill>
                  <a:latin typeface="Times New Roman" charset="0"/>
                </a:rPr>
                <a:t>ENTRY</a:t>
              </a:r>
              <a:endParaRPr lang="en-US" altLang="zh-CN" sz="1500" dirty="0">
                <a:solidFill>
                  <a:prstClr val="black"/>
                </a:solidFill>
                <a:latin typeface="Times New Roman" charset="0"/>
              </a:endParaRPr>
            </a:p>
          </p:txBody>
        </p:sp>
        <p:sp>
          <p:nvSpPr>
            <p:cNvPr id="8" name="Rectangle 24">
              <a:extLst>
                <a:ext uri="{FF2B5EF4-FFF2-40B4-BE49-F238E27FC236}">
                  <a16:creationId xmlns:a16="http://schemas.microsoft.com/office/drawing/2014/main" id="{2AD2ACBB-D976-47C1-8AC8-1C30FF88E4F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22946" y="1414141"/>
              <a:ext cx="786125" cy="344616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8580" tIns="54000" rIns="68580" bIns="0"/>
            <a:lstStyle>
              <a:lvl1pPr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ctr">
                <a:defRPr/>
              </a:pPr>
              <a:r>
                <a:rPr lang="en-US" altLang="zh-CN" sz="1500" i="1" dirty="0">
                  <a:solidFill>
                    <a:prstClr val="black"/>
                  </a:solidFill>
                  <a:latin typeface="Times New Roman" panose="02020603050405020304" pitchFamily="18" charset="0"/>
                </a:rPr>
                <a:t>B</a:t>
              </a:r>
              <a:r>
                <a:rPr lang="en-US" altLang="zh-CN" sz="1500" baseline="-25000" dirty="0">
                  <a:solidFill>
                    <a:prstClr val="black"/>
                  </a:solidFill>
                  <a:latin typeface="Times New Roman" panose="02020603050405020304" pitchFamily="18" charset="0"/>
                </a:rPr>
                <a:t>1</a:t>
              </a:r>
              <a:endParaRPr lang="en-US" altLang="zh-CN" sz="1500" dirty="0">
                <a:solidFill>
                  <a:prstClr val="black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1" name="Rectangle 27">
              <a:extLst>
                <a:ext uri="{FF2B5EF4-FFF2-40B4-BE49-F238E27FC236}">
                  <a16:creationId xmlns:a16="http://schemas.microsoft.com/office/drawing/2014/main" id="{5867E9E8-8C66-4EB8-8900-1E2CA0C0C9F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22946" y="2020793"/>
              <a:ext cx="786125" cy="357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8580" tIns="54000" rIns="68580" bIns="0"/>
            <a:lstStyle>
              <a:lvl1pPr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ctr">
                <a:defRPr/>
              </a:pPr>
              <a:r>
                <a:rPr lang="en-US" altLang="zh-CN" sz="1500" i="1" dirty="0">
                  <a:solidFill>
                    <a:prstClr val="black"/>
                  </a:solidFill>
                  <a:latin typeface="Times New Roman" panose="02020603050405020304" pitchFamily="18" charset="0"/>
                </a:rPr>
                <a:t>B</a:t>
              </a:r>
              <a:r>
                <a:rPr lang="en-US" altLang="zh-CN" sz="1500" baseline="-25000" dirty="0">
                  <a:solidFill>
                    <a:prstClr val="black"/>
                  </a:solidFill>
                  <a:latin typeface="Times New Roman" panose="02020603050405020304" pitchFamily="18" charset="0"/>
                </a:rPr>
                <a:t>2</a:t>
              </a:r>
              <a:endParaRPr lang="en-US" altLang="zh-CN" sz="1500" dirty="0">
                <a:solidFill>
                  <a:prstClr val="black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75264" name="Line 28">
              <a:extLst>
                <a:ext uri="{FF2B5EF4-FFF2-40B4-BE49-F238E27FC236}">
                  <a16:creationId xmlns:a16="http://schemas.microsoft.com/office/drawing/2014/main" id="{45C0A2A9-23CD-4C90-8946-43DA298D0A1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47822" y="1163899"/>
              <a:ext cx="0" cy="23971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175265" name="Line 29">
              <a:extLst>
                <a:ext uri="{FF2B5EF4-FFF2-40B4-BE49-F238E27FC236}">
                  <a16:creationId xmlns:a16="http://schemas.microsoft.com/office/drawing/2014/main" id="{09CD7A61-E732-4AA8-8BDA-90439F20D6A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49034" y="1749688"/>
              <a:ext cx="0" cy="271461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14" name="Rectangle 30">
              <a:extLst>
                <a:ext uri="{FF2B5EF4-FFF2-40B4-BE49-F238E27FC236}">
                  <a16:creationId xmlns:a16="http://schemas.microsoft.com/office/drawing/2014/main" id="{589B3DDA-1B28-4F67-8BE6-ED0B84FA8E7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1340" y="2543275"/>
              <a:ext cx="370034" cy="238214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7500" tIns="0" rIns="0" bIns="0"/>
            <a:lstStyle>
              <a:lvl1pPr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just">
                <a:defRPr/>
              </a:pPr>
              <a:r>
                <a:rPr lang="en-US" altLang="zh-CN" sz="1500" i="1" dirty="0">
                  <a:solidFill>
                    <a:prstClr val="black"/>
                  </a:solidFill>
                  <a:latin typeface="Times New Roman" panose="02020603050405020304" pitchFamily="18" charset="0"/>
                </a:rPr>
                <a:t>B</a:t>
              </a:r>
              <a:r>
                <a:rPr lang="en-US" altLang="zh-CN" sz="1500" baseline="-25000" dirty="0">
                  <a:solidFill>
                    <a:prstClr val="black"/>
                  </a:solidFill>
                  <a:latin typeface="Times New Roman" panose="02020603050405020304" pitchFamily="18" charset="0"/>
                </a:rPr>
                <a:t>3</a:t>
              </a:r>
              <a:endParaRPr lang="en-US" altLang="zh-CN" sz="1500" dirty="0">
                <a:solidFill>
                  <a:prstClr val="black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75267" name="Line 31">
              <a:extLst>
                <a:ext uri="{FF2B5EF4-FFF2-40B4-BE49-F238E27FC236}">
                  <a16:creationId xmlns:a16="http://schemas.microsoft.com/office/drawing/2014/main" id="{75070DCC-94C0-452E-8D05-3175EA38D469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123728" y="2388419"/>
              <a:ext cx="0" cy="672574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175268" name="Rectangle 34">
              <a:extLst>
                <a:ext uri="{FF2B5EF4-FFF2-40B4-BE49-F238E27FC236}">
                  <a16:creationId xmlns:a16="http://schemas.microsoft.com/office/drawing/2014/main" id="{FDA4E3C1-D14D-4AD6-B0C7-08B2DEA3DD1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51746" y="2806961"/>
              <a:ext cx="628729" cy="32702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endParaRPr lang="en-US" altLang="zh-CN" sz="1500">
                <a:solidFill>
                  <a:srgbClr val="000000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75269" name="Line 37">
              <a:extLst>
                <a:ext uri="{FF2B5EF4-FFF2-40B4-BE49-F238E27FC236}">
                  <a16:creationId xmlns:a16="http://schemas.microsoft.com/office/drawing/2014/main" id="{E7C70C59-3412-41E8-90DA-7F7215A5D88C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451745" y="2378305"/>
              <a:ext cx="271739" cy="144471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175270" name="Line 38">
              <a:extLst>
                <a:ext uri="{FF2B5EF4-FFF2-40B4-BE49-F238E27FC236}">
                  <a16:creationId xmlns:a16="http://schemas.microsoft.com/office/drawing/2014/main" id="{7DC605ED-AEF8-447C-BAAC-BB38B70168F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62853" y="2756225"/>
              <a:ext cx="564431" cy="28433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 dirty="0"/>
            </a:p>
          </p:txBody>
        </p:sp>
        <p:sp>
          <p:nvSpPr>
            <p:cNvPr id="175271" name="Freeform 42">
              <a:extLst>
                <a:ext uri="{FF2B5EF4-FFF2-40B4-BE49-F238E27FC236}">
                  <a16:creationId xmlns:a16="http://schemas.microsoft.com/office/drawing/2014/main" id="{3067190F-2A88-4B41-A9B8-8A395E651239}"/>
                </a:ext>
              </a:extLst>
            </p:cNvPr>
            <p:cNvSpPr>
              <a:spLocks/>
            </p:cNvSpPr>
            <p:nvPr/>
          </p:nvSpPr>
          <p:spPr bwMode="auto">
            <a:xfrm rot="-906172">
              <a:off x="890764" y="1883154"/>
              <a:ext cx="1003397" cy="1727132"/>
            </a:xfrm>
            <a:custGeom>
              <a:avLst/>
              <a:gdLst>
                <a:gd name="T0" fmla="*/ 2147483646 w 627"/>
                <a:gd name="T1" fmla="*/ 2147483646 h 3190"/>
                <a:gd name="T2" fmla="*/ 2147483646 w 627"/>
                <a:gd name="T3" fmla="*/ 2147483646 h 3190"/>
                <a:gd name="T4" fmla="*/ 2147483646 w 627"/>
                <a:gd name="T5" fmla="*/ 2147483646 h 3190"/>
                <a:gd name="T6" fmla="*/ 2147483646 w 627"/>
                <a:gd name="T7" fmla="*/ 2147483646 h 3190"/>
                <a:gd name="T8" fmla="*/ 2147483646 w 627"/>
                <a:gd name="T9" fmla="*/ 2147483646 h 319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627"/>
                <a:gd name="T16" fmla="*/ 0 h 3190"/>
                <a:gd name="T17" fmla="*/ 627 w 627"/>
                <a:gd name="T18" fmla="*/ 3190 h 319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627" h="3190">
                  <a:moveTo>
                    <a:pt x="491" y="2994"/>
                  </a:moveTo>
                  <a:cubicBezTo>
                    <a:pt x="430" y="3092"/>
                    <a:pt x="369" y="3190"/>
                    <a:pt x="309" y="3130"/>
                  </a:cubicBezTo>
                  <a:cubicBezTo>
                    <a:pt x="249" y="3070"/>
                    <a:pt x="166" y="3092"/>
                    <a:pt x="128" y="2631"/>
                  </a:cubicBezTo>
                  <a:cubicBezTo>
                    <a:pt x="90" y="2170"/>
                    <a:pt x="0" y="726"/>
                    <a:pt x="83" y="363"/>
                  </a:cubicBezTo>
                  <a:cubicBezTo>
                    <a:pt x="166" y="0"/>
                    <a:pt x="396" y="227"/>
                    <a:pt x="627" y="454"/>
                  </a:cubicBezTo>
                </a:path>
              </a:pathLst>
            </a:cu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22" name="Rectangle 23">
              <a:extLst>
                <a:ext uri="{FF2B5EF4-FFF2-40B4-BE49-F238E27FC236}">
                  <a16:creationId xmlns:a16="http://schemas.microsoft.com/office/drawing/2014/main" id="{F6184593-DE8C-4301-9A7C-083F83349D8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22946" y="3651763"/>
              <a:ext cx="786125" cy="285857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8580" tIns="27000" rIns="68580" bIns="0" anchor="ctr"/>
            <a:lstStyle>
              <a:lvl1pPr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ctr">
                <a:lnSpc>
                  <a:spcPct val="70000"/>
                </a:lnSpc>
                <a:defRPr/>
              </a:pPr>
              <a:r>
                <a:rPr lang="en-US" altLang="zh-CN" sz="1500" i="1" dirty="0">
                  <a:solidFill>
                    <a:prstClr val="black"/>
                  </a:solidFill>
                  <a:latin typeface="Times New Roman" charset="0"/>
                </a:rPr>
                <a:t>EXIT</a:t>
              </a:r>
              <a:endParaRPr lang="en-US" altLang="zh-CN" sz="1500" dirty="0">
                <a:solidFill>
                  <a:prstClr val="black"/>
                </a:solidFill>
                <a:latin typeface="Times New Roman" charset="0"/>
              </a:endParaRPr>
            </a:p>
          </p:txBody>
        </p:sp>
        <p:sp>
          <p:nvSpPr>
            <p:cNvPr id="175273" name="Line 28">
              <a:extLst>
                <a:ext uri="{FF2B5EF4-FFF2-40B4-BE49-F238E27FC236}">
                  <a16:creationId xmlns:a16="http://schemas.microsoft.com/office/drawing/2014/main" id="{53F16CC5-9DD7-4A83-8FF3-80BD62631E0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23728" y="3418168"/>
              <a:ext cx="0" cy="23971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24" name="Rectangle 27">
              <a:extLst>
                <a:ext uri="{FF2B5EF4-FFF2-40B4-BE49-F238E27FC236}">
                  <a16:creationId xmlns:a16="http://schemas.microsoft.com/office/drawing/2014/main" id="{5E738EDB-FFC1-4F94-8DD0-941E91D2B76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30886" y="3060993"/>
              <a:ext cx="786126" cy="357321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8580" tIns="54000" rIns="68580" bIns="0"/>
            <a:lstStyle>
              <a:lvl1pPr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ctr">
                <a:defRPr/>
              </a:pPr>
              <a:r>
                <a:rPr lang="en-US" altLang="zh-CN" sz="1500" i="1" dirty="0">
                  <a:solidFill>
                    <a:prstClr val="black"/>
                  </a:solidFill>
                  <a:latin typeface="Times New Roman" panose="02020603050405020304" pitchFamily="18" charset="0"/>
                </a:rPr>
                <a:t>B</a:t>
              </a:r>
              <a:r>
                <a:rPr lang="en-US" altLang="zh-CN" sz="1500" baseline="-25000" dirty="0">
                  <a:solidFill>
                    <a:prstClr val="black"/>
                  </a:solidFill>
                  <a:latin typeface="Times New Roman" panose="02020603050405020304" pitchFamily="18" charset="0"/>
                </a:rPr>
                <a:t>4</a:t>
              </a:r>
              <a:endParaRPr lang="en-US" altLang="zh-CN" sz="1500" dirty="0">
                <a:solidFill>
                  <a:prstClr val="black"/>
                </a:solidFill>
                <a:latin typeface="Times New Roman" panose="02020603050405020304" pitchFamily="18" charset="0"/>
              </a:endParaRPr>
            </a:p>
          </p:txBody>
        </p:sp>
      </p:grpSp>
      <p:sp>
        <p:nvSpPr>
          <p:cNvPr id="61" name="Rectangle 3">
            <a:extLst>
              <a:ext uri="{FF2B5EF4-FFF2-40B4-BE49-F238E27FC236}">
                <a16:creationId xmlns:a16="http://schemas.microsoft.com/office/drawing/2014/main" id="{E07E0ABF-2EBE-47B8-8A65-8071419B2813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2027238" y="236538"/>
            <a:ext cx="1946275" cy="2698750"/>
          </a:xfr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vert="horz" wrap="square" numCol="1" anchor="t" anchorCtr="0" compatLnSpc="1">
            <a:prstTxWarp prst="textNoShape">
              <a:avLst/>
            </a:prstTxWarp>
          </a:bodyPr>
          <a:lstStyle/>
          <a:p>
            <a:pPr marL="0" indent="0" eaLnBrk="1" hangingPunct="1">
              <a:buClrTx/>
              <a:buFont typeface="Symbol" panose="05050102010706020507" pitchFamily="18" charset="2"/>
              <a:buNone/>
            </a:pPr>
            <a:r>
              <a:rPr lang="en-US" altLang="zh-CN" sz="1800" b="1" i="1">
                <a:solidFill>
                  <a:schemeClr val="tx1"/>
                </a:solidFill>
                <a:ea typeface="宋体" panose="02010600030101010101" pitchFamily="2" charset="-122"/>
                <a:cs typeface="楷体_GB2312" charset="0"/>
              </a:rPr>
              <a:t>use</a:t>
            </a:r>
            <a:r>
              <a:rPr lang="en-US" altLang="zh-CN" sz="1800" b="1" i="1" baseline="-30000">
                <a:solidFill>
                  <a:schemeClr val="tx1"/>
                </a:solidFill>
                <a:ea typeface="宋体" panose="02010600030101010101" pitchFamily="2" charset="-122"/>
                <a:cs typeface="楷体_GB2312" charset="0"/>
              </a:rPr>
              <a:t>B1</a:t>
            </a:r>
            <a:r>
              <a:rPr lang="en-US" altLang="zh-CN" sz="1800" b="1">
                <a:solidFill>
                  <a:schemeClr val="tx1"/>
                </a:solidFill>
                <a:cs typeface="楷体_GB2312" charset="0"/>
              </a:rPr>
              <a:t> ={ </a:t>
            </a:r>
            <a:r>
              <a:rPr lang="en-US" altLang="zh-CN" sz="1800" b="1" i="1">
                <a:solidFill>
                  <a:schemeClr val="tx1"/>
                </a:solidFill>
                <a:cs typeface="楷体_GB2312" charset="0"/>
              </a:rPr>
              <a:t>m, n, u1</a:t>
            </a:r>
            <a:r>
              <a:rPr lang="en-US" altLang="zh-CN" sz="1800" b="1" baseline="-30000">
                <a:solidFill>
                  <a:schemeClr val="tx1"/>
                </a:solidFill>
                <a:ea typeface="宋体" panose="02010600030101010101" pitchFamily="2" charset="-122"/>
                <a:cs typeface="楷体_GB2312" charset="0"/>
              </a:rPr>
              <a:t> </a:t>
            </a:r>
            <a:r>
              <a:rPr lang="en-US" altLang="zh-CN" sz="1800" b="1">
                <a:solidFill>
                  <a:schemeClr val="tx1"/>
                </a:solidFill>
              </a:rPr>
              <a:t>}</a:t>
            </a:r>
          </a:p>
          <a:p>
            <a:pPr marL="0" indent="0" eaLnBrk="1" hangingPunct="1">
              <a:buClrTx/>
              <a:buFont typeface="Symbol" panose="05050102010706020507" pitchFamily="18" charset="2"/>
              <a:buNone/>
            </a:pPr>
            <a:r>
              <a:rPr lang="en-US" altLang="zh-CN" sz="1800" b="1" i="1">
                <a:solidFill>
                  <a:schemeClr val="tx1"/>
                </a:solidFill>
                <a:ea typeface="宋体" panose="02010600030101010101" pitchFamily="2" charset="-122"/>
              </a:rPr>
              <a:t>def</a:t>
            </a:r>
            <a:r>
              <a:rPr lang="en-US" altLang="zh-CN" sz="1800" b="1" i="1" baseline="-30000">
                <a:solidFill>
                  <a:schemeClr val="tx1"/>
                </a:solidFill>
                <a:ea typeface="宋体" panose="02010600030101010101" pitchFamily="2" charset="-122"/>
              </a:rPr>
              <a:t>B1  </a:t>
            </a:r>
            <a:r>
              <a:rPr lang="en-US" altLang="zh-CN" sz="1800" b="1">
                <a:solidFill>
                  <a:schemeClr val="tx1"/>
                </a:solidFill>
              </a:rPr>
              <a:t>={ </a:t>
            </a:r>
            <a:r>
              <a:rPr lang="en-US" altLang="zh-CN" sz="1800" b="1" i="1">
                <a:solidFill>
                  <a:schemeClr val="tx1"/>
                </a:solidFill>
              </a:rPr>
              <a:t>i, j, a </a:t>
            </a:r>
            <a:r>
              <a:rPr lang="en-US" altLang="zh-CN" sz="1800" b="1">
                <a:solidFill>
                  <a:schemeClr val="tx1"/>
                </a:solidFill>
              </a:rPr>
              <a:t>}</a:t>
            </a:r>
            <a:endParaRPr lang="en-US" altLang="zh-CN" sz="1800" b="1" i="1">
              <a:solidFill>
                <a:schemeClr val="tx1"/>
              </a:solidFill>
              <a:ea typeface="宋体" panose="02010600030101010101" pitchFamily="2" charset="-122"/>
            </a:endParaRPr>
          </a:p>
          <a:p>
            <a:pPr marL="0" indent="0" eaLnBrk="1" hangingPunct="1">
              <a:buClrTx/>
              <a:buFont typeface="Symbol" panose="05050102010706020507" pitchFamily="18" charset="2"/>
              <a:buNone/>
            </a:pPr>
            <a:r>
              <a:rPr lang="en-US" altLang="zh-CN" sz="1800" b="1" i="1">
                <a:solidFill>
                  <a:schemeClr val="tx1"/>
                </a:solidFill>
                <a:ea typeface="宋体" panose="02010600030101010101" pitchFamily="2" charset="-122"/>
              </a:rPr>
              <a:t>use</a:t>
            </a:r>
            <a:r>
              <a:rPr lang="en-US" altLang="zh-CN" sz="1800" b="1" i="1" baseline="-30000">
                <a:solidFill>
                  <a:schemeClr val="tx1"/>
                </a:solidFill>
                <a:ea typeface="宋体" panose="02010600030101010101" pitchFamily="2" charset="-122"/>
              </a:rPr>
              <a:t>B2</a:t>
            </a:r>
            <a:r>
              <a:rPr lang="en-US" altLang="zh-CN" sz="1800" b="1">
                <a:solidFill>
                  <a:schemeClr val="tx1"/>
                </a:solidFill>
              </a:rPr>
              <a:t> ={ </a:t>
            </a:r>
            <a:r>
              <a:rPr lang="en-US" altLang="zh-CN" sz="1800" b="1" i="1">
                <a:solidFill>
                  <a:schemeClr val="tx1"/>
                </a:solidFill>
              </a:rPr>
              <a:t>i, j </a:t>
            </a:r>
            <a:r>
              <a:rPr lang="en-US" altLang="zh-CN" sz="1800" b="1">
                <a:solidFill>
                  <a:schemeClr val="tx1"/>
                </a:solidFill>
              </a:rPr>
              <a:t>}</a:t>
            </a:r>
          </a:p>
          <a:p>
            <a:pPr marL="0" indent="0" eaLnBrk="1" hangingPunct="1">
              <a:buClrTx/>
              <a:buFont typeface="Symbol" panose="05050102010706020507" pitchFamily="18" charset="2"/>
              <a:buNone/>
            </a:pPr>
            <a:r>
              <a:rPr lang="en-US" altLang="zh-CN" sz="1800" b="1" i="1">
                <a:solidFill>
                  <a:schemeClr val="tx1"/>
                </a:solidFill>
                <a:ea typeface="宋体" panose="02010600030101010101" pitchFamily="2" charset="-122"/>
              </a:rPr>
              <a:t>def</a:t>
            </a:r>
            <a:r>
              <a:rPr lang="en-US" altLang="zh-CN" sz="1800" b="1" i="1" baseline="-30000">
                <a:solidFill>
                  <a:schemeClr val="tx1"/>
                </a:solidFill>
                <a:ea typeface="宋体" panose="02010600030101010101" pitchFamily="2" charset="-122"/>
              </a:rPr>
              <a:t>B2</a:t>
            </a:r>
            <a:r>
              <a:rPr lang="en-US" altLang="zh-CN" sz="1800" b="1">
                <a:solidFill>
                  <a:schemeClr val="tx1"/>
                </a:solidFill>
              </a:rPr>
              <a:t>= </a:t>
            </a:r>
            <a:r>
              <a:rPr lang="el-GR" altLang="zh-CN" sz="1800" b="1" i="1">
                <a:solidFill>
                  <a:schemeClr val="tx1"/>
                </a:solidFill>
                <a:cs typeface="楷体_GB2312" charset="0"/>
              </a:rPr>
              <a:t>Φ</a:t>
            </a:r>
            <a:endParaRPr lang="en-US" altLang="zh-CN" sz="1800" b="1" i="1">
              <a:solidFill>
                <a:schemeClr val="tx1"/>
              </a:solidFill>
              <a:ea typeface="宋体" panose="02010600030101010101" pitchFamily="2" charset="-122"/>
            </a:endParaRPr>
          </a:p>
          <a:p>
            <a:pPr marL="0" indent="0" eaLnBrk="1" hangingPunct="1">
              <a:buClrTx/>
              <a:buFont typeface="Symbol" panose="05050102010706020507" pitchFamily="18" charset="2"/>
              <a:buNone/>
            </a:pPr>
            <a:r>
              <a:rPr lang="en-US" altLang="zh-CN" sz="1800" b="1" i="1">
                <a:solidFill>
                  <a:schemeClr val="tx1"/>
                </a:solidFill>
                <a:ea typeface="宋体" panose="02010600030101010101" pitchFamily="2" charset="-122"/>
              </a:rPr>
              <a:t>use</a:t>
            </a:r>
            <a:r>
              <a:rPr lang="en-US" altLang="zh-CN" sz="1800" b="1" i="1" baseline="-30000">
                <a:solidFill>
                  <a:schemeClr val="tx1"/>
                </a:solidFill>
                <a:ea typeface="宋体" panose="02010600030101010101" pitchFamily="2" charset="-122"/>
              </a:rPr>
              <a:t>B3</a:t>
            </a:r>
            <a:r>
              <a:rPr lang="en-US" altLang="zh-CN" sz="1800" b="1">
                <a:solidFill>
                  <a:schemeClr val="tx1"/>
                </a:solidFill>
              </a:rPr>
              <a:t> ={ </a:t>
            </a:r>
            <a:r>
              <a:rPr lang="en-US" altLang="zh-CN" sz="1800" b="1" i="1">
                <a:solidFill>
                  <a:schemeClr val="tx1"/>
                </a:solidFill>
              </a:rPr>
              <a:t>u2</a:t>
            </a:r>
            <a:r>
              <a:rPr lang="en-US" altLang="zh-CN" sz="1800" b="1" i="1" baseline="-30000">
                <a:solidFill>
                  <a:schemeClr val="tx1"/>
                </a:solidFill>
                <a:ea typeface="宋体" panose="02010600030101010101" pitchFamily="2" charset="-122"/>
              </a:rPr>
              <a:t> </a:t>
            </a:r>
            <a:r>
              <a:rPr lang="en-US" altLang="zh-CN" sz="1800" b="1">
                <a:solidFill>
                  <a:schemeClr val="tx1"/>
                </a:solidFill>
              </a:rPr>
              <a:t>}</a:t>
            </a:r>
          </a:p>
          <a:p>
            <a:pPr marL="0" indent="0" eaLnBrk="1" hangingPunct="1">
              <a:buClrTx/>
              <a:buFont typeface="Symbol" panose="05050102010706020507" pitchFamily="18" charset="2"/>
              <a:buNone/>
            </a:pPr>
            <a:r>
              <a:rPr lang="en-US" altLang="zh-CN" sz="1800" b="1" i="1">
                <a:solidFill>
                  <a:schemeClr val="tx1"/>
                </a:solidFill>
                <a:ea typeface="宋体" panose="02010600030101010101" pitchFamily="2" charset="-122"/>
              </a:rPr>
              <a:t>def</a:t>
            </a:r>
            <a:r>
              <a:rPr lang="en-US" altLang="zh-CN" sz="1800" b="1" i="1" baseline="-30000">
                <a:solidFill>
                  <a:schemeClr val="tx1"/>
                </a:solidFill>
                <a:ea typeface="宋体" panose="02010600030101010101" pitchFamily="2" charset="-122"/>
              </a:rPr>
              <a:t>B3</a:t>
            </a:r>
            <a:r>
              <a:rPr lang="en-US" altLang="zh-CN" sz="1800" b="1">
                <a:solidFill>
                  <a:schemeClr val="tx1"/>
                </a:solidFill>
              </a:rPr>
              <a:t> ={ </a:t>
            </a:r>
            <a:r>
              <a:rPr lang="en-US" altLang="zh-CN" sz="1800" b="1" i="1">
                <a:solidFill>
                  <a:schemeClr val="tx1"/>
                </a:solidFill>
              </a:rPr>
              <a:t>a</a:t>
            </a:r>
            <a:r>
              <a:rPr lang="en-US" altLang="zh-CN" sz="1800" b="1">
                <a:solidFill>
                  <a:schemeClr val="tx1"/>
                </a:solidFill>
              </a:rPr>
              <a:t> }</a:t>
            </a:r>
            <a:endParaRPr lang="en-US" altLang="zh-CN" sz="1800" b="1" i="1">
              <a:solidFill>
                <a:schemeClr val="tx1"/>
              </a:solidFill>
              <a:ea typeface="宋体" panose="02010600030101010101" pitchFamily="2" charset="-122"/>
            </a:endParaRPr>
          </a:p>
          <a:p>
            <a:pPr marL="0" indent="0" eaLnBrk="1" hangingPunct="1">
              <a:buClrTx/>
              <a:buFont typeface="Symbol" panose="05050102010706020507" pitchFamily="18" charset="2"/>
              <a:buNone/>
            </a:pPr>
            <a:r>
              <a:rPr lang="en-US" altLang="zh-CN" sz="1800" b="1" i="1">
                <a:solidFill>
                  <a:schemeClr val="tx1"/>
                </a:solidFill>
                <a:ea typeface="宋体" panose="02010600030101010101" pitchFamily="2" charset="-122"/>
              </a:rPr>
              <a:t>use</a:t>
            </a:r>
            <a:r>
              <a:rPr lang="en-US" altLang="zh-CN" sz="1800" b="1" i="1" baseline="-30000">
                <a:solidFill>
                  <a:schemeClr val="tx1"/>
                </a:solidFill>
                <a:ea typeface="宋体" panose="02010600030101010101" pitchFamily="2" charset="-122"/>
              </a:rPr>
              <a:t>B4</a:t>
            </a:r>
            <a:r>
              <a:rPr lang="en-US" altLang="zh-CN" sz="1800" b="1">
                <a:solidFill>
                  <a:schemeClr val="tx1"/>
                </a:solidFill>
              </a:rPr>
              <a:t> ={ </a:t>
            </a:r>
            <a:r>
              <a:rPr lang="en-US" altLang="zh-CN" sz="1800" b="1" i="1">
                <a:solidFill>
                  <a:schemeClr val="tx1"/>
                </a:solidFill>
              </a:rPr>
              <a:t>u3</a:t>
            </a:r>
            <a:r>
              <a:rPr lang="en-US" altLang="zh-CN" sz="1800" b="1" i="1" baseline="-30000">
                <a:solidFill>
                  <a:schemeClr val="tx1"/>
                </a:solidFill>
                <a:ea typeface="宋体" panose="02010600030101010101" pitchFamily="2" charset="-122"/>
              </a:rPr>
              <a:t> </a:t>
            </a:r>
            <a:r>
              <a:rPr lang="en-US" altLang="zh-CN" sz="1800" b="1">
                <a:solidFill>
                  <a:schemeClr val="tx1"/>
                </a:solidFill>
              </a:rPr>
              <a:t>}</a:t>
            </a:r>
          </a:p>
          <a:p>
            <a:pPr marL="0" indent="0" eaLnBrk="1" hangingPunct="1">
              <a:buClrTx/>
              <a:buFont typeface="Symbol" panose="05050102010706020507" pitchFamily="18" charset="2"/>
              <a:buNone/>
            </a:pPr>
            <a:r>
              <a:rPr lang="en-US" altLang="zh-CN" sz="1800" b="1" i="1">
                <a:solidFill>
                  <a:schemeClr val="tx1"/>
                </a:solidFill>
                <a:ea typeface="宋体" panose="02010600030101010101" pitchFamily="2" charset="-122"/>
              </a:rPr>
              <a:t>def</a:t>
            </a:r>
            <a:r>
              <a:rPr lang="en-US" altLang="zh-CN" sz="1800" b="1" i="1" baseline="-30000">
                <a:solidFill>
                  <a:schemeClr val="tx1"/>
                </a:solidFill>
                <a:ea typeface="宋体" panose="02010600030101010101" pitchFamily="2" charset="-122"/>
              </a:rPr>
              <a:t>B4</a:t>
            </a:r>
            <a:r>
              <a:rPr lang="en-US" altLang="zh-CN" sz="1800" b="1">
                <a:solidFill>
                  <a:schemeClr val="tx1"/>
                </a:solidFill>
              </a:rPr>
              <a:t> ={ </a:t>
            </a:r>
            <a:r>
              <a:rPr lang="en-US" altLang="zh-CN" sz="1800" b="1" i="1">
                <a:solidFill>
                  <a:schemeClr val="tx1"/>
                </a:solidFill>
              </a:rPr>
              <a:t>i</a:t>
            </a:r>
            <a:r>
              <a:rPr lang="en-US" altLang="zh-CN" sz="1800" b="1">
                <a:solidFill>
                  <a:schemeClr val="tx1"/>
                </a:solidFill>
              </a:rPr>
              <a:t> }</a:t>
            </a:r>
          </a:p>
        </p:txBody>
      </p:sp>
      <p:graphicFrame>
        <p:nvGraphicFramePr>
          <p:cNvPr id="49" name="Group 95">
            <a:extLst>
              <a:ext uri="{FF2B5EF4-FFF2-40B4-BE49-F238E27FC236}">
                <a16:creationId xmlns:a16="http://schemas.microsoft.com/office/drawing/2014/main" id="{B2994A2A-1247-4369-8729-9C01293AE831}"/>
              </a:ext>
            </a:extLst>
          </p:cNvPr>
          <p:cNvGraphicFramePr>
            <a:graphicFrameLocks noGrp="1"/>
          </p:cNvGraphicFramePr>
          <p:nvPr/>
        </p:nvGraphicFramePr>
        <p:xfrm>
          <a:off x="4900613" y="153988"/>
          <a:ext cx="3057525" cy="2811492"/>
        </p:xfrm>
        <a:graphic>
          <a:graphicData uri="http://schemas.openxmlformats.org/drawingml/2006/table">
            <a:tbl>
              <a:tblPr/>
              <a:tblGrid>
                <a:gridCol w="10408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416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416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0416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0416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1238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1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OUT</a:t>
                      </a:r>
                      <a:r>
                        <a:rPr kumimoji="0" lang="en-US" altLang="zh-CN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[</a:t>
                      </a:r>
                      <a:r>
                        <a:rPr kumimoji="0" lang="en-US" altLang="zh-CN" sz="1600" b="1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B</a:t>
                      </a:r>
                      <a:r>
                        <a:rPr kumimoji="0" lang="en-US" altLang="zh-CN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]</a:t>
                      </a:r>
                    </a:p>
                  </a:txBody>
                  <a:tcPr marL="68583" marR="68583" marT="34274" marB="34274" horzOverflow="overflow">
                    <a:lnL cap="flat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1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B</a:t>
                      </a:r>
                      <a:r>
                        <a:rPr kumimoji="0" lang="en-US" altLang="zh-CN" sz="1600" b="1" i="1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1</a:t>
                      </a:r>
                    </a:p>
                  </a:txBody>
                  <a:tcPr marL="68583" marR="68583" marT="34274" marB="34274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1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B</a:t>
                      </a:r>
                      <a:r>
                        <a:rPr kumimoji="0" lang="en-US" altLang="zh-CN" sz="1600" b="1" i="1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2</a:t>
                      </a:r>
                    </a:p>
                  </a:txBody>
                  <a:tcPr marL="68583" marR="68583" marT="34274" marB="34274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1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B</a:t>
                      </a:r>
                      <a:r>
                        <a:rPr kumimoji="0" lang="en-US" altLang="zh-CN" sz="1600" b="1" i="1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3</a:t>
                      </a:r>
                    </a:p>
                  </a:txBody>
                  <a:tcPr marL="68583" marR="68583" marT="34274" marB="34274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1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B</a:t>
                      </a:r>
                      <a:r>
                        <a:rPr kumimoji="0" lang="en-US" altLang="zh-CN" sz="1600" b="1" i="1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4</a:t>
                      </a:r>
                    </a:p>
                  </a:txBody>
                  <a:tcPr marL="68583" marR="68583" marT="34274" marB="34274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238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1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a</a:t>
                      </a:r>
                      <a:endParaRPr kumimoji="0" lang="en-US" altLang="zh-CN" sz="1600" b="1" i="1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83" marR="68583" marT="34274" marB="34274" horzOverflow="overflow">
                    <a:lnL cap="flat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×</a:t>
                      </a:r>
                      <a:endParaRPr kumimoji="0" lang="zh-CN" altLang="en-US" sz="16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83" marR="68583" marT="34274" marB="34274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×</a:t>
                      </a:r>
                      <a:endParaRPr kumimoji="0" lang="zh-CN" altLang="en-US" sz="16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83" marR="68583" marT="34274" marB="34274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×</a:t>
                      </a:r>
                      <a:endParaRPr kumimoji="0" lang="zh-CN" altLang="en-US" sz="16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83" marR="68583" marT="34274" marB="34274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×</a:t>
                      </a:r>
                      <a:endParaRPr kumimoji="0" lang="zh-CN" altLang="en-US" sz="16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83" marR="68583" marT="34274" marB="34274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238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1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i</a:t>
                      </a:r>
                      <a:endParaRPr kumimoji="0" lang="zh-CN" altLang="en-US" sz="1600" b="1" i="1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83" marR="68583" marT="34274" marB="34274" horzOverflow="overflow">
                    <a:lnL cap="flat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√</a:t>
                      </a:r>
                    </a:p>
                  </a:txBody>
                  <a:tcPr marL="68583" marR="68583" marT="34274" marB="34274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×</a:t>
                      </a:r>
                      <a:endParaRPr kumimoji="0" lang="zh-CN" altLang="en-US" sz="16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83" marR="68583" marT="34274" marB="34274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×</a:t>
                      </a:r>
                      <a:endParaRPr kumimoji="0" lang="zh-CN" altLang="en-US" sz="16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83" marR="68583" marT="34274" marB="34274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√</a:t>
                      </a:r>
                    </a:p>
                  </a:txBody>
                  <a:tcPr marL="68583" marR="68583" marT="34274" marB="34274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238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1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j</a:t>
                      </a:r>
                      <a:endParaRPr kumimoji="0" lang="zh-CN" altLang="en-US" sz="1600" b="1" i="1" u="none" strike="noStrike" cap="none" normalizeH="0" baseline="-2500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83" marR="68583" marT="34274" marB="34274" horzOverflow="overflow">
                    <a:lnL cap="flat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√</a:t>
                      </a:r>
                    </a:p>
                  </a:txBody>
                  <a:tcPr marL="68583" marR="68583" marT="34274" marB="34274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√</a:t>
                      </a:r>
                    </a:p>
                  </a:txBody>
                  <a:tcPr marL="68583" marR="68583" marT="34274" marB="34274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√</a:t>
                      </a:r>
                    </a:p>
                  </a:txBody>
                  <a:tcPr marL="68583" marR="68583" marT="34274" marB="34274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√</a:t>
                      </a:r>
                    </a:p>
                  </a:txBody>
                  <a:tcPr marL="68583" marR="68583" marT="34274" marB="34274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238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1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m</a:t>
                      </a:r>
                      <a:endParaRPr kumimoji="0" lang="zh-CN" altLang="en-US" sz="1600" b="1" i="1" u="none" strike="noStrike" cap="none" normalizeH="0" baseline="-2500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83" marR="68583" marT="34274" marB="34274" horzOverflow="overflow">
                    <a:lnL cap="flat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×</a:t>
                      </a:r>
                      <a:endParaRPr kumimoji="0" lang="zh-CN" altLang="en-US" sz="16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83" marR="68583" marT="34274" marB="34274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×</a:t>
                      </a:r>
                      <a:endParaRPr kumimoji="0" lang="zh-CN" altLang="en-US" sz="16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83" marR="68583" marT="34274" marB="34274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×</a:t>
                      </a:r>
                      <a:endParaRPr kumimoji="0" lang="zh-CN" altLang="en-US" sz="16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83" marR="68583" marT="34274" marB="34274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×</a:t>
                      </a:r>
                      <a:endParaRPr kumimoji="0" lang="zh-CN" altLang="en-US" sz="16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83" marR="68583" marT="34274" marB="34274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238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1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n</a:t>
                      </a:r>
                      <a:endParaRPr kumimoji="0" lang="zh-CN" altLang="en-US" sz="1600" b="1" i="1" u="none" strike="noStrike" cap="none" normalizeH="0" baseline="-2500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83" marR="68583" marT="34274" marB="34274" horzOverflow="overflow">
                    <a:lnL cap="flat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×</a:t>
                      </a:r>
                      <a:endParaRPr kumimoji="0" lang="zh-CN" altLang="en-US" sz="16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83" marR="68583" marT="34274" marB="34274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×</a:t>
                      </a:r>
                      <a:endParaRPr kumimoji="0" lang="zh-CN" altLang="en-US" sz="16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83" marR="68583" marT="34274" marB="34274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×</a:t>
                      </a:r>
                      <a:endParaRPr kumimoji="0" lang="zh-CN" altLang="en-US" sz="16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83" marR="68583" marT="34274" marB="34274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×</a:t>
                      </a:r>
                      <a:endParaRPr kumimoji="0" lang="zh-CN" altLang="en-US" sz="16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83" marR="68583" marT="34274" marB="34274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238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1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u</a:t>
                      </a:r>
                      <a:r>
                        <a:rPr kumimoji="0" lang="en-US" altLang="zh-CN" sz="1600" b="1" i="1" u="none" strike="noStrike" cap="none" normalizeH="0" baseline="-2500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1</a:t>
                      </a:r>
                      <a:endParaRPr kumimoji="0" lang="zh-CN" altLang="en-US" sz="1600" b="1" i="1" u="none" strike="noStrike" cap="none" normalizeH="0" baseline="-2500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83" marR="68583" marT="34274" marB="34274" horzOverflow="overflow">
                    <a:lnL cap="flat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×</a:t>
                      </a:r>
                      <a:endParaRPr kumimoji="0" lang="zh-CN" altLang="en-US" sz="16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83" marR="68583" marT="34274" marB="34274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×</a:t>
                      </a:r>
                      <a:endParaRPr kumimoji="0" lang="zh-CN" altLang="en-US" sz="16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83" marR="68583" marT="34274" marB="34274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×</a:t>
                      </a:r>
                      <a:endParaRPr kumimoji="0" lang="zh-CN" altLang="en-US" sz="16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83" marR="68583" marT="34274" marB="34274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×</a:t>
                      </a:r>
                      <a:endParaRPr kumimoji="0" lang="zh-CN" altLang="en-US" sz="16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83" marR="68583" marT="34274" marB="34274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1238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1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u</a:t>
                      </a:r>
                      <a:r>
                        <a:rPr kumimoji="0" lang="en-US" altLang="zh-CN" sz="1600" b="1" i="1" u="none" strike="noStrike" cap="none" normalizeH="0" baseline="-2500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2</a:t>
                      </a:r>
                      <a:endParaRPr kumimoji="0" lang="zh-CN" altLang="en-US" sz="1600" b="1" i="1" u="none" strike="noStrike" cap="none" normalizeH="0" baseline="-2500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83" marR="68583" marT="34274" marB="34274" horzOverflow="overflow">
                    <a:lnL cap="flat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√</a:t>
                      </a:r>
                    </a:p>
                  </a:txBody>
                  <a:tcPr marL="68583" marR="68583" marT="34274" marB="34274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√</a:t>
                      </a:r>
                    </a:p>
                  </a:txBody>
                  <a:tcPr marL="68583" marR="68583" marT="34274" marB="34274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√</a:t>
                      </a:r>
                    </a:p>
                  </a:txBody>
                  <a:tcPr marL="68583" marR="68583" marT="34274" marB="34274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√</a:t>
                      </a:r>
                    </a:p>
                  </a:txBody>
                  <a:tcPr marL="68583" marR="68583" marT="34274" marB="34274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1238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1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u</a:t>
                      </a:r>
                      <a:r>
                        <a:rPr kumimoji="0" lang="en-US" altLang="zh-CN" sz="1600" b="1" i="1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3</a:t>
                      </a:r>
                      <a:endParaRPr kumimoji="0" lang="zh-CN" altLang="en-US" sz="1600" b="1" i="1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8583" marR="68583" marT="34274" marB="34274" horzOverflow="overflow">
                    <a:lnL cap="flat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√</a:t>
                      </a:r>
                    </a:p>
                  </a:txBody>
                  <a:tcPr marL="68583" marR="68583" marT="34274" marB="34274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√</a:t>
                      </a:r>
                    </a:p>
                  </a:txBody>
                  <a:tcPr marL="68583" marR="68583" marT="34274" marB="34274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√</a:t>
                      </a:r>
                    </a:p>
                  </a:txBody>
                  <a:tcPr marL="68583" marR="68583" marT="34274" marB="34274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√</a:t>
                      </a:r>
                    </a:p>
                  </a:txBody>
                  <a:tcPr marL="68583" marR="68583" marT="34274" marB="34274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50" name="Line 31">
            <a:extLst>
              <a:ext uri="{FF2B5EF4-FFF2-40B4-BE49-F238E27FC236}">
                <a16:creationId xmlns:a16="http://schemas.microsoft.com/office/drawing/2014/main" id="{DA1430C6-ADAE-4544-9C47-33475FCEC34A}"/>
              </a:ext>
            </a:extLst>
          </p:cNvPr>
          <p:cNvSpPr>
            <a:spLocks noChangeShapeType="1"/>
          </p:cNvSpPr>
          <p:nvPr/>
        </p:nvSpPr>
        <p:spPr bwMode="auto">
          <a:xfrm>
            <a:off x="4899025" y="153988"/>
            <a:ext cx="0" cy="2814637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 type="non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/>
          </a:p>
        </p:txBody>
      </p:sp>
      <p:sp>
        <p:nvSpPr>
          <p:cNvPr id="51" name="Line 31">
            <a:extLst>
              <a:ext uri="{FF2B5EF4-FFF2-40B4-BE49-F238E27FC236}">
                <a16:creationId xmlns:a16="http://schemas.microsoft.com/office/drawing/2014/main" id="{2E59B918-2D22-4D09-A5E0-BB879E992377}"/>
              </a:ext>
            </a:extLst>
          </p:cNvPr>
          <p:cNvSpPr>
            <a:spLocks noChangeShapeType="1"/>
          </p:cNvSpPr>
          <p:nvPr/>
        </p:nvSpPr>
        <p:spPr bwMode="auto">
          <a:xfrm>
            <a:off x="7956550" y="153988"/>
            <a:ext cx="1588" cy="28067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 type="non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/>
          </a:p>
        </p:txBody>
      </p:sp>
      <p:graphicFrame>
        <p:nvGraphicFramePr>
          <p:cNvPr id="53" name="表格 52">
            <a:extLst>
              <a:ext uri="{FF2B5EF4-FFF2-40B4-BE49-F238E27FC236}">
                <a16:creationId xmlns:a16="http://schemas.microsoft.com/office/drawing/2014/main" id="{21F01A9B-8481-4F4A-8DA1-6EDD27CE2C3E}"/>
              </a:ext>
            </a:extLst>
          </p:cNvPr>
          <p:cNvGraphicFramePr>
            <a:graphicFrameLocks noGrp="1"/>
          </p:cNvGraphicFramePr>
          <p:nvPr/>
        </p:nvGraphicFramePr>
        <p:xfrm>
          <a:off x="1906588" y="3127375"/>
          <a:ext cx="2593975" cy="1814513"/>
        </p:xfrm>
        <a:graphic>
          <a:graphicData uri="http://schemas.openxmlformats.org/drawingml/2006/table">
            <a:tbl>
              <a:tblPr/>
              <a:tblGrid>
                <a:gridCol w="45185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79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2418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4331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6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3325" marR="63325" marT="34290" marB="34290" horzOverflow="overflow">
                    <a:lnL cap="flat">
                      <a:noFill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1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OUT</a:t>
                      </a:r>
                      <a:r>
                        <a:rPr kumimoji="0" lang="en-US" altLang="zh-CN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[</a:t>
                      </a:r>
                      <a:r>
                        <a:rPr kumimoji="0" lang="en-US" altLang="zh-CN" sz="1600" b="1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B</a:t>
                      </a:r>
                      <a:r>
                        <a:rPr kumimoji="0" lang="en-US" altLang="zh-CN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]</a:t>
                      </a:r>
                      <a:r>
                        <a:rPr kumimoji="0" lang="en-US" altLang="zh-CN" sz="1600" b="1" i="1" u="none" strike="noStrike" cap="none" normalizeH="0" baseline="30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1</a:t>
                      </a:r>
                      <a:endParaRPr kumimoji="0" lang="en-US" altLang="zh-CN" sz="16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3325" marR="63325" marT="34290" marB="3429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1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IN</a:t>
                      </a:r>
                      <a:r>
                        <a:rPr kumimoji="0" lang="en-US" altLang="zh-CN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[</a:t>
                      </a:r>
                      <a:r>
                        <a:rPr kumimoji="0" lang="en-US" altLang="zh-CN" sz="1600" b="1" i="1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B</a:t>
                      </a:r>
                      <a:r>
                        <a:rPr kumimoji="0" lang="en-US" altLang="zh-CN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]</a:t>
                      </a:r>
                      <a:r>
                        <a:rPr kumimoji="0" lang="en-US" altLang="zh-CN" sz="1600" b="1" i="1" u="none" strike="noStrike" cap="none" normalizeH="0" baseline="30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1</a:t>
                      </a:r>
                      <a:endParaRPr kumimoji="0" lang="zh-CN" altLang="en-US" sz="16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3325" marR="63325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0044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1" i="1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B</a:t>
                      </a:r>
                      <a:r>
                        <a:rPr kumimoji="0" lang="en-US" altLang="zh-CN" sz="1600" b="1" i="1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4</a:t>
                      </a:r>
                    </a:p>
                  </a:txBody>
                  <a:tcPr marL="63325" marR="63325" marT="34290" marB="34290" horzOverflow="overflow">
                    <a:lnL cap="flat">
                      <a:noFill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600" b="1" i="1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3325" marR="63325" marT="34290" marB="3429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en-US" altLang="zh-CN" sz="2000" b="1" i="1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3325" marR="63325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4331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1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B</a:t>
                      </a:r>
                      <a:r>
                        <a:rPr kumimoji="0" lang="en-US" altLang="zh-CN" sz="1600" b="1" i="1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3</a:t>
                      </a:r>
                    </a:p>
                  </a:txBody>
                  <a:tcPr marL="63325" marR="63325" marT="34290" marB="34290" horzOverflow="overflow">
                    <a:lnL cap="flat">
                      <a:noFill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en-US" altLang="zh-CN" sz="2000" b="1" i="1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3325" marR="63325" marT="34290" marB="3429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en-US" altLang="zh-CN" sz="2000" b="1" i="1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3325" marR="63325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123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1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B</a:t>
                      </a:r>
                      <a:r>
                        <a:rPr kumimoji="0" lang="en-US" altLang="zh-CN" sz="1600" b="1" i="1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2</a:t>
                      </a:r>
                    </a:p>
                  </a:txBody>
                  <a:tcPr marL="63325" marR="63325" marT="34290" marB="34290" horzOverflow="overflow">
                    <a:lnL cap="flat">
                      <a:noFill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2000" b="1" i="1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3325" marR="63325" marT="34290" marB="3429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2000" b="1" i="1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3325" marR="63325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57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1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B</a:t>
                      </a:r>
                      <a:r>
                        <a:rPr kumimoji="0" lang="en-US" altLang="zh-CN" sz="1600" b="1" i="1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1</a:t>
                      </a:r>
                    </a:p>
                  </a:txBody>
                  <a:tcPr marL="63325" marR="63325" marT="34290" marB="34290" horzOverflow="overflow">
                    <a:lnL cap="flat">
                      <a:noFill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2000" b="1" i="1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3325" marR="63325" marT="34290" marB="3429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en-US" altLang="zh-CN" sz="2000" b="1" i="1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3325" marR="63325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54" name="Group 204">
            <a:extLst>
              <a:ext uri="{FF2B5EF4-FFF2-40B4-BE49-F238E27FC236}">
                <a16:creationId xmlns:a16="http://schemas.microsoft.com/office/drawing/2014/main" id="{EDD9E60B-239B-45E4-86CA-D513F93AFBE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80409981"/>
              </p:ext>
            </p:extLst>
          </p:nvPr>
        </p:nvGraphicFramePr>
        <p:xfrm>
          <a:off x="4506006" y="3128056"/>
          <a:ext cx="2159000" cy="1814513"/>
        </p:xfrm>
        <a:graphic>
          <a:graphicData uri="http://schemas.openxmlformats.org/drawingml/2006/table">
            <a:tbl>
              <a:tblPr/>
              <a:tblGrid>
                <a:gridCol w="93556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34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4331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1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OUT</a:t>
                      </a:r>
                      <a:r>
                        <a:rPr kumimoji="0" lang="en-US" altLang="zh-CN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[</a:t>
                      </a:r>
                      <a:r>
                        <a:rPr kumimoji="0" lang="en-US" altLang="zh-CN" sz="1600" b="1" i="1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B</a:t>
                      </a:r>
                      <a:r>
                        <a:rPr kumimoji="0" lang="en-US" altLang="zh-CN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]</a:t>
                      </a:r>
                      <a:r>
                        <a:rPr kumimoji="0" lang="en-US" altLang="zh-CN" sz="1600" b="1" i="1" u="none" strike="noStrike" cap="none" normalizeH="0" baseline="30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2</a:t>
                      </a:r>
                      <a:endParaRPr kumimoji="0" lang="zh-CN" altLang="en-US" sz="16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3287" marR="63287" marT="34290" marB="34290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1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IN</a:t>
                      </a:r>
                      <a:r>
                        <a:rPr kumimoji="0" lang="en-US" altLang="zh-CN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[</a:t>
                      </a:r>
                      <a:r>
                        <a:rPr kumimoji="0" lang="en-US" altLang="zh-CN" sz="1600" b="1" i="1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B</a:t>
                      </a:r>
                      <a:r>
                        <a:rPr kumimoji="0" lang="en-US" altLang="zh-CN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]</a:t>
                      </a:r>
                      <a:r>
                        <a:rPr kumimoji="0" lang="en-US" altLang="zh-CN" sz="1600" b="1" i="1" u="none" strike="noStrike" cap="none" normalizeH="0" baseline="30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 pitchFamily="49" charset="-122"/>
                          <a:cs typeface="Times New Roman" pitchFamily="18" charset="0"/>
                        </a:rPr>
                        <a:t>2</a:t>
                      </a:r>
                      <a:endParaRPr kumimoji="0" lang="zh-CN" altLang="en-US" sz="16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3287" marR="63287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0044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2000" b="1" i="1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3287" marR="63287" marT="34290" marB="34290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2000" b="1" i="1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3287" marR="63287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4331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2000" b="1" i="1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3287" marR="63287" marT="34290" marB="34290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en-US" altLang="zh-CN" sz="1600" b="1" i="1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3287" marR="63287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123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600" b="1" i="1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3287" marR="63287" marT="34290" marB="34290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2000" b="1" i="1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3287" marR="63287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57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2000" b="1" i="1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3287" marR="63287" marT="34290" marB="34290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2000" b="1" i="1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 pitchFamily="49" charset="-122"/>
                        <a:cs typeface="Times New Roman" pitchFamily="18" charset="0"/>
                      </a:endParaRPr>
                    </a:p>
                  </a:txBody>
                  <a:tcPr marL="63287" marR="63287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5" name="Line 31">
            <a:extLst>
              <a:ext uri="{FF2B5EF4-FFF2-40B4-BE49-F238E27FC236}">
                <a16:creationId xmlns:a16="http://schemas.microsoft.com/office/drawing/2014/main" id="{D8CF4D16-16BA-4D8D-888B-D5E488002B86}"/>
              </a:ext>
            </a:extLst>
          </p:cNvPr>
          <p:cNvSpPr>
            <a:spLocks noChangeShapeType="1"/>
          </p:cNvSpPr>
          <p:nvPr/>
        </p:nvSpPr>
        <p:spPr bwMode="auto">
          <a:xfrm>
            <a:off x="1906588" y="3111184"/>
            <a:ext cx="0" cy="18360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 type="non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 dirty="0"/>
          </a:p>
        </p:txBody>
      </p:sp>
      <p:sp>
        <p:nvSpPr>
          <p:cNvPr id="56" name="Line 31">
            <a:extLst>
              <a:ext uri="{FF2B5EF4-FFF2-40B4-BE49-F238E27FC236}">
                <a16:creationId xmlns:a16="http://schemas.microsoft.com/office/drawing/2014/main" id="{EFE25476-B4C7-41DB-8307-4D9A6CECBF57}"/>
              </a:ext>
            </a:extLst>
          </p:cNvPr>
          <p:cNvSpPr>
            <a:spLocks noChangeShapeType="1"/>
          </p:cNvSpPr>
          <p:nvPr/>
        </p:nvSpPr>
        <p:spPr bwMode="auto">
          <a:xfrm>
            <a:off x="6675892" y="3114926"/>
            <a:ext cx="0" cy="183515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non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/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386AF192-587F-4148-9E5F-B41097F9E4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54425" y="3498850"/>
            <a:ext cx="400050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en-US" altLang="zh-CN" sz="1600" i="1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u3</a:t>
            </a:r>
            <a:endParaRPr lang="en-US" altLang="zh-CN" sz="2000" i="1" baseline="-25000">
              <a:solidFill>
                <a:srgbClr val="000000"/>
              </a:solidFill>
              <a:latin typeface="Times New Roman" panose="02020603050405020304" pitchFamily="18" charset="0"/>
              <a:ea typeface="楷体_GB2312" charset="0"/>
              <a:cs typeface="Times New Roman" panose="02020603050405020304" pitchFamily="18" charset="0"/>
            </a:endParaRP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5DA2FAD3-7A22-4EFA-8F1E-AF4E6EE665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32075" y="3859213"/>
            <a:ext cx="400050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en-US" altLang="zh-CN" sz="1600" i="1" dirty="0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u3</a:t>
            </a:r>
            <a:endParaRPr lang="en-US" altLang="zh-CN" sz="2000" i="1" baseline="-25000" dirty="0">
              <a:solidFill>
                <a:srgbClr val="000000"/>
              </a:solidFill>
              <a:latin typeface="Times New Roman" panose="02020603050405020304" pitchFamily="18" charset="0"/>
              <a:ea typeface="楷体_GB2312" charset="0"/>
              <a:cs typeface="Times New Roman" panose="02020603050405020304" pitchFamily="18" charset="0"/>
            </a:endParaRP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D7030AB5-6178-46B2-8CEB-C8BAF94A47D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05200" y="3859213"/>
            <a:ext cx="669925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en-US" altLang="zh-CN" sz="1600" i="1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u2,u3</a:t>
            </a:r>
            <a:endParaRPr lang="en-US" altLang="zh-CN" sz="2000" i="1" baseline="-25000">
              <a:solidFill>
                <a:srgbClr val="000000"/>
              </a:solidFill>
              <a:latin typeface="Times New Roman" panose="02020603050405020304" pitchFamily="18" charset="0"/>
              <a:ea typeface="楷体_GB2312" charset="0"/>
              <a:cs typeface="Times New Roman" panose="02020603050405020304" pitchFamily="18" charset="0"/>
            </a:endParaRP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B1506141-BA02-4F13-ABE3-EB075594584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74913" y="4217988"/>
            <a:ext cx="668337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en-US" altLang="zh-CN" sz="1600" i="1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u2,u3</a:t>
            </a:r>
            <a:endParaRPr lang="en-US" altLang="zh-CN" sz="2000" i="1" baseline="-25000">
              <a:solidFill>
                <a:srgbClr val="000000"/>
              </a:solidFill>
              <a:latin typeface="Times New Roman" panose="02020603050405020304" pitchFamily="18" charset="0"/>
              <a:ea typeface="楷体_GB2312" charset="0"/>
              <a:cs typeface="Times New Roman" panose="02020603050405020304" pitchFamily="18" charset="0"/>
            </a:endParaRPr>
          </a:p>
        </p:txBody>
      </p:sp>
      <p:sp>
        <p:nvSpPr>
          <p:cNvPr id="62" name="矩形 61">
            <a:extLst>
              <a:ext uri="{FF2B5EF4-FFF2-40B4-BE49-F238E27FC236}">
                <a16:creationId xmlns:a16="http://schemas.microsoft.com/office/drawing/2014/main" id="{248BB875-9062-4C67-BD21-178122C8662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7250" y="4217988"/>
            <a:ext cx="885825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en-US" altLang="zh-CN" sz="1600" i="1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i,j,u2,u3</a:t>
            </a:r>
            <a:endParaRPr lang="zh-CN" altLang="en-US" sz="2000" i="1" baseline="-25000">
              <a:solidFill>
                <a:srgbClr val="000000"/>
              </a:solidFill>
              <a:latin typeface="Times New Roman" panose="02020603050405020304" pitchFamily="18" charset="0"/>
              <a:ea typeface="楷体_GB2312" charset="0"/>
              <a:cs typeface="Times New Roman" panose="02020603050405020304" pitchFamily="18" charset="0"/>
            </a:endParaRPr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9D90C346-BE99-4FB4-B2EB-B5F3EC06E3B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93950" y="4564063"/>
            <a:ext cx="88741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en-US" altLang="zh-CN" sz="1600" i="1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i,j,u2,u3</a:t>
            </a:r>
            <a:endParaRPr lang="zh-CN" altLang="en-US" sz="2000" i="1" baseline="-25000">
              <a:solidFill>
                <a:srgbClr val="000000"/>
              </a:solidFill>
              <a:latin typeface="Times New Roman" panose="02020603050405020304" pitchFamily="18" charset="0"/>
              <a:ea typeface="楷体_GB2312" charset="0"/>
              <a:cs typeface="Times New Roman" panose="02020603050405020304" pitchFamily="18" charset="0"/>
            </a:endParaRPr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6A3D7A80-46A9-407A-8E04-DF139062A6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03575" y="4554538"/>
            <a:ext cx="1312863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en-US" altLang="zh-CN" sz="1600" i="1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m,n,u1,u2,u3</a:t>
            </a:r>
            <a:endParaRPr lang="en-US" altLang="zh-CN" sz="2000" i="1" baseline="-25000">
              <a:solidFill>
                <a:srgbClr val="000000"/>
              </a:solidFill>
              <a:latin typeface="Times New Roman" panose="02020603050405020304" pitchFamily="18" charset="0"/>
              <a:ea typeface="楷体_GB2312" charset="0"/>
              <a:cs typeface="Times New Roman" panose="02020603050405020304" pitchFamily="18" charset="0"/>
            </a:endParaRPr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C686FF52-7DB1-4E26-9266-03B2E549BD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55218" y="3504293"/>
            <a:ext cx="887413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en-US" altLang="zh-CN" sz="1600" i="1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i,j,u2,u3</a:t>
            </a:r>
            <a:endParaRPr lang="zh-CN" altLang="en-US" sz="2000" i="1" baseline="-25000">
              <a:solidFill>
                <a:srgbClr val="000000"/>
              </a:solidFill>
              <a:latin typeface="Times New Roman" panose="02020603050405020304" pitchFamily="18" charset="0"/>
              <a:ea typeface="楷体_GB2312" charset="0"/>
              <a:cs typeface="Times New Roman" panose="02020603050405020304" pitchFamily="18" charset="0"/>
            </a:endParaRPr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11CF1545-0AE3-48E2-9BF9-F1A34442DF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83793" y="3845606"/>
            <a:ext cx="777875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en-US" altLang="zh-CN" sz="1600" i="1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j,u2,u3</a:t>
            </a:r>
            <a:endParaRPr lang="zh-CN" altLang="en-US" sz="2000" i="1" baseline="-25000">
              <a:solidFill>
                <a:srgbClr val="000000"/>
              </a:solidFill>
              <a:latin typeface="Times New Roman" panose="02020603050405020304" pitchFamily="18" charset="0"/>
              <a:ea typeface="楷体_GB2312" charset="0"/>
              <a:cs typeface="Times New Roman" panose="02020603050405020304" pitchFamily="18" charset="0"/>
            </a:endParaRPr>
          </a:p>
        </p:txBody>
      </p:sp>
      <p:sp>
        <p:nvSpPr>
          <p:cNvPr id="68" name="矩形 67">
            <a:extLst>
              <a:ext uri="{FF2B5EF4-FFF2-40B4-BE49-F238E27FC236}">
                <a16:creationId xmlns:a16="http://schemas.microsoft.com/office/drawing/2014/main" id="{E0534C28-10CB-43AE-A97C-61B36662EA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47418" y="3489660"/>
            <a:ext cx="777875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en-US" altLang="zh-CN" sz="1600" i="1" dirty="0"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j,u2,u3</a:t>
            </a:r>
            <a:endParaRPr lang="zh-CN" altLang="en-US" sz="2000" i="1" baseline="-25000" dirty="0">
              <a:latin typeface="Times New Roman" panose="02020603050405020304" pitchFamily="18" charset="0"/>
              <a:ea typeface="楷体_GB2312" charset="0"/>
              <a:cs typeface="Times New Roman" panose="02020603050405020304" pitchFamily="18" charset="0"/>
            </a:endParaRPr>
          </a:p>
        </p:txBody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A81621B8-3E81-4166-84D0-958E9E6DB82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18843" y="3859202"/>
            <a:ext cx="777875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en-US" altLang="zh-CN" sz="1600" i="1" dirty="0"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j,u2,u3</a:t>
            </a:r>
            <a:endParaRPr lang="zh-CN" altLang="en-US" sz="2000" i="1" baseline="-25000" dirty="0">
              <a:latin typeface="Times New Roman" panose="02020603050405020304" pitchFamily="18" charset="0"/>
              <a:ea typeface="楷体_GB2312" charset="0"/>
              <a:cs typeface="Times New Roman" panose="02020603050405020304" pitchFamily="18" charset="0"/>
            </a:endParaRPr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07BBE9F8-E9D1-4882-BDF1-31124B9AC6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4268" y="4210731"/>
            <a:ext cx="777875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en-US" altLang="zh-CN" sz="1600" i="1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j,u2,u3</a:t>
            </a:r>
            <a:endParaRPr lang="zh-CN" altLang="en-US" sz="2000" i="1" baseline="-25000">
              <a:solidFill>
                <a:srgbClr val="000000"/>
              </a:solidFill>
              <a:latin typeface="Times New Roman" panose="02020603050405020304" pitchFamily="18" charset="0"/>
              <a:ea typeface="楷体_GB2312" charset="0"/>
              <a:cs typeface="Times New Roman" panose="02020603050405020304" pitchFamily="18" charset="0"/>
            </a:endParaRPr>
          </a:p>
        </p:txBody>
      </p:sp>
      <p:sp>
        <p:nvSpPr>
          <p:cNvPr id="71" name="矩形 70">
            <a:extLst>
              <a:ext uri="{FF2B5EF4-FFF2-40B4-BE49-F238E27FC236}">
                <a16:creationId xmlns:a16="http://schemas.microsoft.com/office/drawing/2014/main" id="{EA116D55-1AE5-490B-AA63-83381901E09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52168" y="4205623"/>
            <a:ext cx="887413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en-US" altLang="zh-CN" sz="1600" i="1" dirty="0"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i,j,u2,u3</a:t>
            </a:r>
            <a:endParaRPr lang="zh-CN" altLang="en-US" sz="2000" i="1" baseline="-25000" dirty="0">
              <a:latin typeface="Times New Roman" panose="02020603050405020304" pitchFamily="18" charset="0"/>
              <a:ea typeface="楷体_GB2312" charset="0"/>
              <a:cs typeface="Times New Roman" panose="02020603050405020304" pitchFamily="18" charset="0"/>
            </a:endParaRPr>
          </a:p>
        </p:txBody>
      </p:sp>
      <p:sp>
        <p:nvSpPr>
          <p:cNvPr id="72" name="矩形 71">
            <a:extLst>
              <a:ext uri="{FF2B5EF4-FFF2-40B4-BE49-F238E27FC236}">
                <a16:creationId xmlns:a16="http://schemas.microsoft.com/office/drawing/2014/main" id="{86A72215-1894-4984-A986-10F5B9999B2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13943" y="4559981"/>
            <a:ext cx="887413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en-US" altLang="zh-CN" sz="1600" i="1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i,j,u2,u3</a:t>
            </a:r>
            <a:endParaRPr lang="zh-CN" altLang="en-US" sz="2000" i="1" baseline="-25000">
              <a:solidFill>
                <a:srgbClr val="000000"/>
              </a:solidFill>
              <a:latin typeface="Times New Roman" panose="02020603050405020304" pitchFamily="18" charset="0"/>
              <a:ea typeface="楷体_GB2312" charset="0"/>
              <a:cs typeface="Times New Roman" panose="02020603050405020304" pitchFamily="18" charset="0"/>
            </a:endParaRPr>
          </a:p>
        </p:txBody>
      </p:sp>
      <p:sp>
        <p:nvSpPr>
          <p:cNvPr id="73" name="矩形 72">
            <a:extLst>
              <a:ext uri="{FF2B5EF4-FFF2-40B4-BE49-F238E27FC236}">
                <a16:creationId xmlns:a16="http://schemas.microsoft.com/office/drawing/2014/main" id="{2A40B693-05BB-4D16-AE2C-F77D228CF8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69606" y="4574337"/>
            <a:ext cx="1312862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en-US" altLang="zh-CN" sz="1600" i="1" dirty="0"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m,n,u1,u2,u3</a:t>
            </a:r>
            <a:endParaRPr lang="zh-CN" altLang="en-US" sz="2000" i="1" baseline="-25000" dirty="0">
              <a:latin typeface="Times New Roman" panose="02020603050405020304" pitchFamily="18" charset="0"/>
              <a:ea typeface="楷体_GB2312" charset="0"/>
              <a:cs typeface="Times New Roman" panose="02020603050405020304" pitchFamily="18" charset="0"/>
            </a:endParaRPr>
          </a:p>
        </p:txBody>
      </p:sp>
      <p:sp>
        <p:nvSpPr>
          <p:cNvPr id="75" name="Line 31">
            <a:extLst>
              <a:ext uri="{FF2B5EF4-FFF2-40B4-BE49-F238E27FC236}">
                <a16:creationId xmlns:a16="http://schemas.microsoft.com/office/drawing/2014/main" id="{FE6DD79C-CC43-4BCB-90B9-01E76C5895E8}"/>
              </a:ext>
            </a:extLst>
          </p:cNvPr>
          <p:cNvSpPr>
            <a:spLocks noChangeShapeType="1"/>
          </p:cNvSpPr>
          <p:nvPr/>
        </p:nvSpPr>
        <p:spPr bwMode="auto">
          <a:xfrm>
            <a:off x="8767955" y="3107898"/>
            <a:ext cx="0" cy="183515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 type="non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/>
          </a:p>
        </p:txBody>
      </p:sp>
      <p:sp>
        <p:nvSpPr>
          <p:cNvPr id="77" name="矩形 76">
            <a:extLst>
              <a:ext uri="{FF2B5EF4-FFF2-40B4-BE49-F238E27FC236}">
                <a16:creationId xmlns:a16="http://schemas.microsoft.com/office/drawing/2014/main" id="{4D791EA4-513A-4EAC-BC80-14D3251F20C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29605" y="3503185"/>
            <a:ext cx="885825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en-US" altLang="zh-CN" sz="1600" i="1" dirty="0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i,j,u2,u3</a:t>
            </a:r>
            <a:endParaRPr lang="zh-CN" altLang="en-US" sz="2000" i="1" baseline="-25000" dirty="0">
              <a:solidFill>
                <a:srgbClr val="000000"/>
              </a:solidFill>
              <a:latin typeface="Times New Roman" panose="02020603050405020304" pitchFamily="18" charset="0"/>
              <a:ea typeface="楷体_GB2312" charset="0"/>
              <a:cs typeface="Times New Roman" panose="02020603050405020304" pitchFamily="18" charset="0"/>
            </a:endParaRPr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4373E54E-F04C-4374-8DAF-100C1FF967E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56593" y="3846085"/>
            <a:ext cx="777875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en-US" altLang="zh-CN" sz="1600" i="1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j,u2,u3</a:t>
            </a:r>
            <a:endParaRPr lang="zh-CN" altLang="en-US" sz="2000" i="1" baseline="-25000">
              <a:solidFill>
                <a:srgbClr val="000000"/>
              </a:solidFill>
              <a:latin typeface="Times New Roman" panose="02020603050405020304" pitchFamily="18" charset="0"/>
              <a:ea typeface="楷体_GB2312" charset="0"/>
              <a:cs typeface="Times New Roman" panose="02020603050405020304" pitchFamily="18" charset="0"/>
            </a:endParaRPr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0FA4886C-8103-4D5A-B45A-5A9B39FE095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21805" y="3480201"/>
            <a:ext cx="777875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en-US" altLang="zh-CN" sz="1600" i="1" dirty="0"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j,u2,u3</a:t>
            </a:r>
            <a:endParaRPr lang="zh-CN" altLang="en-US" sz="2000" i="1" baseline="-25000" dirty="0">
              <a:latin typeface="Times New Roman" panose="02020603050405020304" pitchFamily="18" charset="0"/>
              <a:ea typeface="楷体_GB2312" charset="0"/>
              <a:cs typeface="Times New Roman" panose="02020603050405020304" pitchFamily="18" charset="0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A4B9B765-8412-48DA-BC7C-3F78A73963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791643" y="3848155"/>
            <a:ext cx="777875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en-US" altLang="zh-CN" sz="1600" i="1" dirty="0"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j,u2,u3</a:t>
            </a:r>
            <a:endParaRPr lang="zh-CN" altLang="en-US" sz="2000" i="1" baseline="-25000" dirty="0">
              <a:latin typeface="Times New Roman" panose="02020603050405020304" pitchFamily="18" charset="0"/>
              <a:ea typeface="楷体_GB2312" charset="0"/>
              <a:cs typeface="Times New Roman" panose="02020603050405020304" pitchFamily="18" charset="0"/>
            </a:endParaRPr>
          </a:p>
        </p:txBody>
      </p:sp>
      <p:sp>
        <p:nvSpPr>
          <p:cNvPr id="81" name="矩形 80">
            <a:extLst>
              <a:ext uri="{FF2B5EF4-FFF2-40B4-BE49-F238E27FC236}">
                <a16:creationId xmlns:a16="http://schemas.microsoft.com/office/drawing/2014/main" id="{9174F46B-CBB4-4A1E-BBF9-08FD7573E37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47068" y="4209623"/>
            <a:ext cx="777875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en-US" altLang="zh-CN" sz="1600" i="1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j,u2,u3</a:t>
            </a:r>
            <a:endParaRPr lang="zh-CN" altLang="en-US" sz="2000" i="1" baseline="-25000">
              <a:solidFill>
                <a:srgbClr val="000000"/>
              </a:solidFill>
              <a:latin typeface="Times New Roman" panose="02020603050405020304" pitchFamily="18" charset="0"/>
              <a:ea typeface="楷体_GB2312" charset="0"/>
              <a:cs typeface="Times New Roman" panose="02020603050405020304" pitchFamily="18" charset="0"/>
            </a:endParaRPr>
          </a:p>
        </p:txBody>
      </p:sp>
      <p:sp>
        <p:nvSpPr>
          <p:cNvPr id="82" name="矩形 81">
            <a:extLst>
              <a:ext uri="{FF2B5EF4-FFF2-40B4-BE49-F238E27FC236}">
                <a16:creationId xmlns:a16="http://schemas.microsoft.com/office/drawing/2014/main" id="{BA87828D-BD1B-48E9-ACB4-7EA8DFD155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7726555" y="4206102"/>
            <a:ext cx="885825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en-US" altLang="zh-CN" sz="1600" i="1" dirty="0"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i,j,u2,u3</a:t>
            </a:r>
            <a:endParaRPr lang="zh-CN" altLang="en-US" sz="2000" i="1" baseline="-25000" dirty="0">
              <a:latin typeface="Times New Roman" panose="02020603050405020304" pitchFamily="18" charset="0"/>
              <a:ea typeface="楷体_GB2312" charset="0"/>
              <a:cs typeface="Times New Roman" panose="02020603050405020304" pitchFamily="18" charset="0"/>
            </a:endParaRPr>
          </a:p>
        </p:txBody>
      </p:sp>
      <p:sp>
        <p:nvSpPr>
          <p:cNvPr id="83" name="矩形 82">
            <a:extLst>
              <a:ext uri="{FF2B5EF4-FFF2-40B4-BE49-F238E27FC236}">
                <a16:creationId xmlns:a16="http://schemas.microsoft.com/office/drawing/2014/main" id="{533F8684-9341-4C4B-95FC-BB5FB48F4A2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86743" y="4558873"/>
            <a:ext cx="887412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en-US" altLang="zh-CN" sz="1600" i="1" dirty="0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i,j,u2,u3</a:t>
            </a:r>
            <a:endParaRPr lang="zh-CN" altLang="en-US" sz="2000" i="1" baseline="-25000" dirty="0">
              <a:solidFill>
                <a:srgbClr val="000000"/>
              </a:solidFill>
              <a:latin typeface="Times New Roman" panose="02020603050405020304" pitchFamily="18" charset="0"/>
              <a:ea typeface="楷体_GB2312" charset="0"/>
              <a:cs typeface="Times New Roman" panose="02020603050405020304" pitchFamily="18" charset="0"/>
            </a:endParaRPr>
          </a:p>
        </p:txBody>
      </p:sp>
      <p:sp>
        <p:nvSpPr>
          <p:cNvPr id="84" name="矩形 83">
            <a:extLst>
              <a:ext uri="{FF2B5EF4-FFF2-40B4-BE49-F238E27FC236}">
                <a16:creationId xmlns:a16="http://schemas.microsoft.com/office/drawing/2014/main" id="{C6B69D9C-3ADD-47CD-92DF-22FD2996C8A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42405" y="4574816"/>
            <a:ext cx="1314450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en-US" altLang="zh-CN" sz="1600" i="1" dirty="0"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m,n,u1,u2,u3</a:t>
            </a:r>
            <a:endParaRPr lang="zh-CN" altLang="en-US" sz="2000" i="1" baseline="-25000" dirty="0">
              <a:latin typeface="Times New Roman" panose="02020603050405020304" pitchFamily="18" charset="0"/>
              <a:ea typeface="楷体_GB2312" charset="0"/>
              <a:cs typeface="Times New Roman" panose="02020603050405020304" pitchFamily="18" charset="0"/>
            </a:endParaRPr>
          </a:p>
        </p:txBody>
      </p:sp>
      <p:sp>
        <p:nvSpPr>
          <p:cNvPr id="85" name="矩形 84">
            <a:extLst>
              <a:ext uri="{FF2B5EF4-FFF2-40B4-BE49-F238E27FC236}">
                <a16:creationId xmlns:a16="http://schemas.microsoft.com/office/drawing/2014/main" id="{27C84925-D910-46C2-8643-D194F9E3C04D}"/>
              </a:ext>
            </a:extLst>
          </p:cNvPr>
          <p:cNvSpPr/>
          <p:nvPr/>
        </p:nvSpPr>
        <p:spPr>
          <a:xfrm>
            <a:off x="2661572" y="3493476"/>
            <a:ext cx="36740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l-GR" altLang="zh-CN" sz="1600" i="1" dirty="0">
                <a:solidFill>
                  <a:srgbClr val="00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Φ</a:t>
            </a:r>
            <a:endParaRPr lang="zh-CN" altLang="en-US" sz="1600" dirty="0"/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B7ED4CAD-B673-46BF-BE1D-4E02822F794E}"/>
              </a:ext>
            </a:extLst>
          </p:cNvPr>
          <p:cNvSpPr/>
          <p:nvPr/>
        </p:nvSpPr>
        <p:spPr bwMode="auto">
          <a:xfrm>
            <a:off x="6711544" y="3516121"/>
            <a:ext cx="882426" cy="1411074"/>
          </a:xfrm>
          <a:prstGeom prst="rect">
            <a:avLst/>
          </a:prstGeom>
          <a:noFill/>
          <a:ln w="3810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  <a:effectLst/>
          <a:scene3d>
            <a:camera prst="orthographicFront">
              <a:rot lat="0" lon="21299999" rev="0"/>
            </a:camera>
            <a:lightRig rig="threePt" dir="t"/>
          </a:scene3d>
        </p:spPr>
        <p:txBody>
          <a:bodyPr lIns="68580" tIns="34290" rIns="68580" bIns="34290"/>
          <a:lstStyle/>
          <a:p>
            <a:pPr algn="ctr" eaLnBrk="1" hangingPunct="1">
              <a:defRPr/>
            </a:pPr>
            <a:endParaRPr lang="zh-CN" altLang="en-US" b="0" dirty="0">
              <a:latin typeface="Arial" charset="0"/>
            </a:endParaRP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2371" name="Rectangle 3">
            <a:extLst>
              <a:ext uri="{FF2B5EF4-FFF2-40B4-BE49-F238E27FC236}">
                <a16:creationId xmlns:a16="http://schemas.microsoft.com/office/drawing/2014/main" id="{2266C806-8702-4B6A-AEF7-C39144841D9F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430213" y="774700"/>
            <a:ext cx="8213725" cy="322580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lnSpc>
                <a:spcPts val="3100"/>
              </a:lnSpc>
            </a:pPr>
            <a:r>
              <a:rPr lang="zh-CN" altLang="en-US" sz="2200" b="1" dirty="0">
                <a:solidFill>
                  <a:schemeClr val="tx1"/>
                </a:solidFill>
                <a:cs typeface="Times New Roman" panose="02020603050405020304" pitchFamily="18" charset="0"/>
              </a:rPr>
              <a:t>定值</a:t>
            </a:r>
            <a:r>
              <a:rPr lang="en-US" altLang="zh-CN" sz="2200" b="1" dirty="0">
                <a:solidFill>
                  <a:schemeClr val="tx1"/>
                </a:solidFill>
                <a:cs typeface="Times New Roman" panose="02020603050405020304" pitchFamily="18" charset="0"/>
              </a:rPr>
              <a:t>-</a:t>
            </a:r>
            <a:r>
              <a:rPr lang="zh-CN" altLang="en-US" sz="2200" b="1" dirty="0">
                <a:solidFill>
                  <a:schemeClr val="tx1"/>
                </a:solidFill>
                <a:cs typeface="Times New Roman" panose="02020603050405020304" pitchFamily="18" charset="0"/>
              </a:rPr>
              <a:t>引用链：设变量</a:t>
            </a:r>
            <a:r>
              <a:rPr lang="en-US" altLang="zh-CN" sz="22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x</a:t>
            </a:r>
            <a:r>
              <a:rPr lang="zh-CN" altLang="en-US" sz="2200" b="1" dirty="0">
                <a:solidFill>
                  <a:schemeClr val="tx1"/>
                </a:solidFill>
                <a:cs typeface="Times New Roman" panose="02020603050405020304" pitchFamily="18" charset="0"/>
              </a:rPr>
              <a:t>有一个</a:t>
            </a:r>
            <a:r>
              <a:rPr lang="zh-CN" altLang="en-US" sz="2200" b="1" dirty="0">
                <a:solidFill>
                  <a:srgbClr val="0070C0"/>
                </a:solidFill>
                <a:cs typeface="Times New Roman" panose="02020603050405020304" pitchFamily="18" charset="0"/>
              </a:rPr>
              <a:t>定值</a:t>
            </a:r>
            <a:r>
              <a:rPr lang="en-US" altLang="zh-CN" sz="2200" b="1" i="1" dirty="0">
                <a:solidFill>
                  <a:srgbClr val="0070C0"/>
                </a:solidFill>
                <a:cs typeface="Times New Roman" panose="02020603050405020304" pitchFamily="18" charset="0"/>
              </a:rPr>
              <a:t>d</a:t>
            </a:r>
            <a:r>
              <a:rPr lang="zh-CN" altLang="en-US" sz="2200" b="1" dirty="0">
                <a:solidFill>
                  <a:schemeClr val="tx1"/>
                </a:solidFill>
                <a:cs typeface="Times New Roman" panose="02020603050405020304" pitchFamily="18" charset="0"/>
              </a:rPr>
              <a:t>，该定值能够</a:t>
            </a:r>
            <a:r>
              <a:rPr lang="zh-CN" altLang="en-US" sz="2200" b="1" dirty="0">
                <a:solidFill>
                  <a:srgbClr val="0070C0"/>
                </a:solidFill>
                <a:cs typeface="Times New Roman" panose="02020603050405020304" pitchFamily="18" charset="0"/>
              </a:rPr>
              <a:t>到达</a:t>
            </a:r>
            <a:r>
              <a:rPr lang="zh-CN" altLang="en-US" sz="2200" b="1" dirty="0">
                <a:cs typeface="Times New Roman" panose="02020603050405020304" pitchFamily="18" charset="0"/>
              </a:rPr>
              <a:t>的</a:t>
            </a:r>
            <a:r>
              <a:rPr lang="zh-CN" altLang="en-US" sz="2200" b="1" dirty="0">
                <a:solidFill>
                  <a:srgbClr val="0070C0"/>
                </a:solidFill>
                <a:cs typeface="Times New Roman" panose="02020603050405020304" pitchFamily="18" charset="0"/>
              </a:rPr>
              <a:t>所有引用</a:t>
            </a:r>
            <a:r>
              <a:rPr lang="en-US" altLang="zh-CN" sz="2200" b="1" i="1" dirty="0">
                <a:solidFill>
                  <a:srgbClr val="0070C0"/>
                </a:solidFill>
                <a:cs typeface="Times New Roman" panose="02020603050405020304" pitchFamily="18" charset="0"/>
              </a:rPr>
              <a:t>u</a:t>
            </a:r>
            <a:r>
              <a:rPr lang="zh-CN" altLang="en-US" sz="2200" b="1" dirty="0">
                <a:solidFill>
                  <a:srgbClr val="0070C0"/>
                </a:solidFill>
                <a:cs typeface="Times New Roman" panose="02020603050405020304" pitchFamily="18" charset="0"/>
              </a:rPr>
              <a:t>的集合</a:t>
            </a:r>
            <a:r>
              <a:rPr lang="zh-CN" altLang="en-US" sz="2200" b="1" dirty="0">
                <a:solidFill>
                  <a:schemeClr val="tx1"/>
                </a:solidFill>
                <a:cs typeface="Times New Roman" panose="02020603050405020304" pitchFamily="18" charset="0"/>
              </a:rPr>
              <a:t>称为</a:t>
            </a:r>
            <a:r>
              <a:rPr lang="en-US" altLang="zh-CN" sz="22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x</a:t>
            </a:r>
            <a:r>
              <a:rPr lang="zh-CN" altLang="en-US" sz="2200" b="1" dirty="0">
                <a:solidFill>
                  <a:schemeClr val="tx1"/>
                </a:solidFill>
                <a:cs typeface="Times New Roman" panose="02020603050405020304" pitchFamily="18" charset="0"/>
              </a:rPr>
              <a:t>在</a:t>
            </a:r>
            <a:r>
              <a:rPr lang="en-US" altLang="zh-CN" sz="22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d</a:t>
            </a:r>
            <a:r>
              <a:rPr lang="zh-CN" altLang="en-US" sz="2200" b="1" dirty="0">
                <a:solidFill>
                  <a:schemeClr val="tx1"/>
                </a:solidFill>
                <a:cs typeface="Times New Roman" panose="02020603050405020304" pitchFamily="18" charset="0"/>
              </a:rPr>
              <a:t>处的</a:t>
            </a:r>
            <a:r>
              <a:rPr lang="zh-CN" altLang="en-US" sz="2200" b="1" dirty="0">
                <a:solidFill>
                  <a:srgbClr val="FF0000"/>
                </a:solidFill>
                <a:cs typeface="Times New Roman" panose="02020603050405020304" pitchFamily="18" charset="0"/>
              </a:rPr>
              <a:t>定值</a:t>
            </a:r>
            <a:r>
              <a:rPr lang="en-US" altLang="zh-CN" sz="2200" b="1" dirty="0">
                <a:solidFill>
                  <a:srgbClr val="FF0000"/>
                </a:solidFill>
                <a:cs typeface="Times New Roman" panose="02020603050405020304" pitchFamily="18" charset="0"/>
              </a:rPr>
              <a:t>-</a:t>
            </a:r>
            <a:r>
              <a:rPr lang="zh-CN" altLang="en-US" sz="2200" b="1" dirty="0">
                <a:solidFill>
                  <a:srgbClr val="FF0000"/>
                </a:solidFill>
                <a:cs typeface="Times New Roman" panose="02020603050405020304" pitchFamily="18" charset="0"/>
              </a:rPr>
              <a:t>引用链</a:t>
            </a:r>
            <a:r>
              <a:rPr lang="zh-CN" altLang="en-US" sz="2200" b="1" dirty="0">
                <a:solidFill>
                  <a:schemeClr val="tx1"/>
                </a:solidFill>
                <a:cs typeface="Times New Roman" panose="02020603050405020304" pitchFamily="18" charset="0"/>
              </a:rPr>
              <a:t>，简称</a:t>
            </a:r>
            <a:r>
              <a:rPr lang="en-US" altLang="zh-CN" sz="2200" b="1" i="1" dirty="0">
                <a:solidFill>
                  <a:srgbClr val="FF0000"/>
                </a:solidFill>
                <a:cs typeface="Times New Roman" panose="02020603050405020304" pitchFamily="18" charset="0"/>
              </a:rPr>
              <a:t>du</a:t>
            </a:r>
            <a:r>
              <a:rPr lang="zh-CN" altLang="en-US" sz="2200" b="1" dirty="0">
                <a:solidFill>
                  <a:srgbClr val="FF0000"/>
                </a:solidFill>
                <a:cs typeface="Times New Roman" panose="02020603050405020304" pitchFamily="18" charset="0"/>
              </a:rPr>
              <a:t>链</a:t>
            </a:r>
          </a:p>
          <a:p>
            <a:pPr eaLnBrk="1" hangingPunct="1">
              <a:lnSpc>
                <a:spcPts val="3100"/>
              </a:lnSpc>
              <a:buClrTx/>
              <a:buFont typeface="Wingdings" panose="05000000000000000000" pitchFamily="2" charset="2"/>
              <a:buChar char="Ø"/>
            </a:pPr>
            <a:r>
              <a:rPr lang="zh-CN" altLang="en-US" sz="2200" b="1" dirty="0">
                <a:solidFill>
                  <a:schemeClr val="tx1"/>
                </a:solidFill>
                <a:cs typeface="Times New Roman" panose="02020603050405020304" pitchFamily="18" charset="0"/>
              </a:rPr>
              <a:t>如果在求解</a:t>
            </a:r>
            <a:r>
              <a:rPr lang="zh-CN" altLang="en-US" sz="2200" b="1" dirty="0">
                <a:solidFill>
                  <a:srgbClr val="0070C0"/>
                </a:solidFill>
                <a:cs typeface="Times New Roman" panose="02020603050405020304" pitchFamily="18" charset="0"/>
              </a:rPr>
              <a:t>活跃变量</a:t>
            </a:r>
            <a:r>
              <a:rPr lang="zh-CN" altLang="en-US" sz="2200" b="1" dirty="0">
                <a:solidFill>
                  <a:schemeClr val="tx1"/>
                </a:solidFill>
                <a:cs typeface="Times New Roman" panose="02020603050405020304" pitchFamily="18" charset="0"/>
              </a:rPr>
              <a:t>数据流方程中的</a:t>
            </a:r>
            <a:r>
              <a:rPr lang="en-US" altLang="zh-CN" sz="22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OUT</a:t>
            </a:r>
            <a:r>
              <a:rPr lang="en-US" altLang="zh-CN" sz="2200" b="1" dirty="0">
                <a:solidFill>
                  <a:schemeClr val="tx1"/>
                </a:solidFill>
                <a:cs typeface="Times New Roman" panose="02020603050405020304" pitchFamily="18" charset="0"/>
              </a:rPr>
              <a:t>[</a:t>
            </a:r>
            <a:r>
              <a:rPr lang="en-US" altLang="zh-CN" sz="22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B</a:t>
            </a:r>
            <a:r>
              <a:rPr lang="en-US" altLang="zh-CN" sz="2200" b="1" dirty="0">
                <a:solidFill>
                  <a:schemeClr val="tx1"/>
                </a:solidFill>
                <a:cs typeface="Times New Roman" panose="02020603050405020304" pitchFamily="18" charset="0"/>
              </a:rPr>
              <a:t>]</a:t>
            </a:r>
            <a:r>
              <a:rPr lang="zh-CN" altLang="en-US" sz="2200" b="1" dirty="0">
                <a:solidFill>
                  <a:schemeClr val="tx1"/>
                </a:solidFill>
                <a:cs typeface="Times New Roman" panose="02020603050405020304" pitchFamily="18" charset="0"/>
              </a:rPr>
              <a:t>时，将</a:t>
            </a:r>
            <a:r>
              <a:rPr lang="en-US" altLang="zh-CN" sz="2200" b="1" i="1" dirty="0">
                <a:solidFill>
                  <a:srgbClr val="0070C0"/>
                </a:solidFill>
                <a:cs typeface="Times New Roman" panose="02020603050405020304" pitchFamily="18" charset="0"/>
              </a:rPr>
              <a:t>OUT</a:t>
            </a:r>
            <a:r>
              <a:rPr lang="en-US" altLang="zh-CN" sz="2200" b="1" dirty="0">
                <a:solidFill>
                  <a:srgbClr val="0070C0"/>
                </a:solidFill>
                <a:cs typeface="Times New Roman" panose="02020603050405020304" pitchFamily="18" charset="0"/>
              </a:rPr>
              <a:t>[</a:t>
            </a:r>
            <a:r>
              <a:rPr lang="en-US" altLang="zh-CN" sz="2200" b="1" i="1" dirty="0">
                <a:solidFill>
                  <a:srgbClr val="0070C0"/>
                </a:solidFill>
                <a:cs typeface="Times New Roman" panose="02020603050405020304" pitchFamily="18" charset="0"/>
              </a:rPr>
              <a:t>B</a:t>
            </a:r>
            <a:r>
              <a:rPr lang="en-US" altLang="zh-CN" sz="2200" b="1" dirty="0">
                <a:solidFill>
                  <a:srgbClr val="0070C0"/>
                </a:solidFill>
                <a:cs typeface="Times New Roman" panose="02020603050405020304" pitchFamily="18" charset="0"/>
              </a:rPr>
              <a:t>]</a:t>
            </a:r>
            <a:r>
              <a:rPr lang="zh-CN" altLang="en-US" sz="2200" b="1" dirty="0">
                <a:solidFill>
                  <a:schemeClr val="tx1"/>
                </a:solidFill>
                <a:cs typeface="Times New Roman" panose="02020603050405020304" pitchFamily="18" charset="0"/>
              </a:rPr>
              <a:t>表示成</a:t>
            </a:r>
            <a:r>
              <a:rPr lang="zh-CN" altLang="en-US" sz="2200" b="1" dirty="0">
                <a:solidFill>
                  <a:srgbClr val="0070C0"/>
                </a:solidFill>
                <a:cs typeface="Times New Roman" panose="02020603050405020304" pitchFamily="18" charset="0"/>
              </a:rPr>
              <a:t>从</a:t>
            </a:r>
            <a:r>
              <a:rPr lang="en-US" altLang="zh-CN" sz="2200" b="1" i="1" dirty="0">
                <a:solidFill>
                  <a:srgbClr val="0070C0"/>
                </a:solidFill>
                <a:cs typeface="Times New Roman" panose="02020603050405020304" pitchFamily="18" charset="0"/>
              </a:rPr>
              <a:t>B</a:t>
            </a:r>
            <a:r>
              <a:rPr lang="zh-CN" altLang="en-US" sz="2200" b="1" dirty="0">
                <a:solidFill>
                  <a:srgbClr val="0070C0"/>
                </a:solidFill>
                <a:cs typeface="Times New Roman" panose="02020603050405020304" pitchFamily="18" charset="0"/>
              </a:rPr>
              <a:t>的末尾处能够到达的引用的集合</a:t>
            </a:r>
            <a:r>
              <a:rPr lang="zh-CN" altLang="en-US" sz="2200" b="1" dirty="0">
                <a:solidFill>
                  <a:schemeClr val="tx1"/>
                </a:solidFill>
                <a:cs typeface="Times New Roman" panose="02020603050405020304" pitchFamily="18" charset="0"/>
              </a:rPr>
              <a:t>，那么，可以直接利用这些信息计算基本块</a:t>
            </a:r>
            <a:r>
              <a:rPr lang="en-US" altLang="zh-CN" sz="22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B</a:t>
            </a:r>
            <a:r>
              <a:rPr lang="zh-CN" altLang="en-US" sz="2200" b="1" dirty="0">
                <a:solidFill>
                  <a:schemeClr val="tx1"/>
                </a:solidFill>
                <a:cs typeface="Times New Roman" panose="02020603050405020304" pitchFamily="18" charset="0"/>
              </a:rPr>
              <a:t>中每个变量</a:t>
            </a:r>
            <a:r>
              <a:rPr lang="en-US" altLang="zh-CN" sz="22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x</a:t>
            </a:r>
            <a:r>
              <a:rPr lang="zh-CN" altLang="en-US" sz="2200" b="1" dirty="0">
                <a:solidFill>
                  <a:schemeClr val="tx1"/>
                </a:solidFill>
                <a:cs typeface="Times New Roman" panose="02020603050405020304" pitchFamily="18" charset="0"/>
              </a:rPr>
              <a:t>在其定值处的</a:t>
            </a:r>
            <a:r>
              <a:rPr lang="en-US" altLang="zh-CN" sz="22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du</a:t>
            </a:r>
            <a:r>
              <a:rPr lang="zh-CN" altLang="en-US" sz="2200" b="1" dirty="0">
                <a:solidFill>
                  <a:schemeClr val="tx1"/>
                </a:solidFill>
                <a:cs typeface="Times New Roman" panose="02020603050405020304" pitchFamily="18" charset="0"/>
              </a:rPr>
              <a:t>链</a:t>
            </a:r>
          </a:p>
          <a:p>
            <a:pPr eaLnBrk="1" hangingPunct="1">
              <a:lnSpc>
                <a:spcPct val="90000"/>
              </a:lnSpc>
            </a:pPr>
            <a:endParaRPr lang="zh-CN" altLang="en-US" sz="22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lvl="1" eaLnBrk="1" hangingPunct="1">
              <a:lnSpc>
                <a:spcPct val="90000"/>
              </a:lnSpc>
            </a:pPr>
            <a:endParaRPr lang="zh-CN" altLang="en-US" b="1" dirty="0">
              <a:solidFill>
                <a:schemeClr val="tx1"/>
              </a:solidFill>
              <a:cs typeface="Times New Roman" panose="02020603050405020304" pitchFamily="18" charset="0"/>
            </a:endParaRPr>
          </a:p>
        </p:txBody>
      </p:sp>
      <p:sp>
        <p:nvSpPr>
          <p:cNvPr id="177155" name="Rectangle 2">
            <a:extLst>
              <a:ext uri="{FF2B5EF4-FFF2-40B4-BE49-F238E27FC236}">
                <a16:creationId xmlns:a16="http://schemas.microsoft.com/office/drawing/2014/main" id="{3F783C5C-F714-470C-A223-1C258DEEB1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定值</a:t>
            </a:r>
            <a:r>
              <a:rPr lang="en-US" altLang="zh-CN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</a:t>
            </a:r>
            <a:r>
              <a:rPr lang="zh-CN" altLang="en-US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引用链</a:t>
            </a:r>
            <a:r>
              <a:rPr lang="en-US" altLang="zh-CN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 </a:t>
            </a:r>
            <a:r>
              <a:rPr lang="en-US" altLang="zh-CN" dirty="0">
                <a:solidFill>
                  <a:schemeClr val="tx1"/>
                </a:solidFill>
                <a:ea typeface="楷体_GB2312" charset="0"/>
                <a:cs typeface="Times New Roman" panose="02020603050405020304" pitchFamily="18" charset="0"/>
              </a:rPr>
              <a:t>(</a:t>
            </a:r>
            <a:r>
              <a:rPr lang="en-US" altLang="zh-CN" i="1" dirty="0">
                <a:solidFill>
                  <a:schemeClr val="tx1"/>
                </a:solidFill>
                <a:ea typeface="楷体_GB2312" charset="0"/>
                <a:cs typeface="Times New Roman" panose="02020603050405020304" pitchFamily="18" charset="0"/>
              </a:rPr>
              <a:t>Definition-Use Chains</a:t>
            </a:r>
            <a:r>
              <a:rPr lang="en-US" altLang="zh-CN" dirty="0">
                <a:solidFill>
                  <a:schemeClr val="tx1"/>
                </a:solidFill>
                <a:ea typeface="楷体_GB2312" charset="0"/>
                <a:cs typeface="Times New Roman" panose="02020603050405020304" pitchFamily="18" charset="0"/>
              </a:rPr>
              <a:t>)</a:t>
            </a:r>
            <a:endParaRPr lang="zh-CN" altLang="en-US" dirty="0">
              <a:solidFill>
                <a:schemeClr val="tx1"/>
              </a:solidFill>
              <a:ea typeface="楷体_GB2312" charset="0"/>
              <a:cs typeface="Times New Roman" panose="02020603050405020304" pitchFamily="18" charset="0"/>
            </a:endParaRPr>
          </a:p>
        </p:txBody>
      </p:sp>
      <p:sp>
        <p:nvSpPr>
          <p:cNvPr id="5" name="Rectangle 22">
            <a:extLst>
              <a:ext uri="{FF2B5EF4-FFF2-40B4-BE49-F238E27FC236}">
                <a16:creationId xmlns:a16="http://schemas.microsoft.com/office/drawing/2014/main" id="{37ED1795-FEE2-4B71-ACF6-91085961FFE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67513" y="2932113"/>
            <a:ext cx="2052959" cy="213677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lIns="68580" tIns="34290" rIns="68580" bIns="34290"/>
          <a:lstStyle>
            <a:lvl1pPr marL="257175" indent="-257175">
              <a:defRPr b="1">
                <a:solidFill>
                  <a:schemeClr val="tx1"/>
                </a:solidFill>
                <a:latin typeface="Tahoma" charset="0"/>
                <a:ea typeface="宋体" charset="0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charset="0"/>
                <a:ea typeface="宋体" charset="0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charset="0"/>
                <a:ea typeface="宋体" charset="0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charset="0"/>
                <a:ea typeface="宋体" charset="0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charset="0"/>
                <a:ea typeface="宋体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charset="0"/>
                <a:ea typeface="宋体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charset="0"/>
                <a:ea typeface="宋体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charset="0"/>
                <a:ea typeface="宋体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charset="0"/>
                <a:ea typeface="宋体" charset="0"/>
              </a:defRPr>
            </a:lvl9pPr>
          </a:lstStyle>
          <a:p>
            <a:pPr algn="ctr" eaLnBrk="1" hangingPunct="1">
              <a:lnSpc>
                <a:spcPts val="1800"/>
              </a:lnSpc>
              <a:spcBef>
                <a:spcPct val="20000"/>
              </a:spcBef>
              <a:buClr>
                <a:srgbClr val="5EAEFF"/>
              </a:buClr>
              <a:buSzPct val="60000"/>
              <a:defRPr/>
            </a:pPr>
            <a:r>
              <a:rPr kumimoji="1" lang="en-US" altLang="zh-CN" sz="2400" dirty="0">
                <a:latin typeface="Times New Roman" charset="0"/>
              </a:rPr>
              <a:t>···</a:t>
            </a:r>
            <a:endParaRPr kumimoji="1" lang="en-US" altLang="zh-CN" sz="2400" dirty="0">
              <a:solidFill>
                <a:prstClr val="black"/>
              </a:solidFill>
              <a:latin typeface="Times New Roman" charset="0"/>
            </a:endParaRPr>
          </a:p>
          <a:p>
            <a:pPr eaLnBrk="1" hangingPunct="1">
              <a:lnSpc>
                <a:spcPts val="1800"/>
              </a:lnSpc>
              <a:spcBef>
                <a:spcPct val="20000"/>
              </a:spcBef>
              <a:buClr>
                <a:srgbClr val="5EAEFF"/>
              </a:buClr>
              <a:buSzPct val="60000"/>
              <a:defRPr/>
            </a:pPr>
            <a:r>
              <a:rPr kumimoji="1" lang="en-US" altLang="zh-CN" sz="2400" i="1" dirty="0">
                <a:solidFill>
                  <a:srgbClr val="FF0000"/>
                </a:solidFill>
                <a:latin typeface="Times New Roman" charset="0"/>
              </a:rPr>
              <a:t>d</a:t>
            </a:r>
            <a:r>
              <a:rPr kumimoji="1" lang="en-US" altLang="zh-CN" sz="2400" dirty="0">
                <a:solidFill>
                  <a:srgbClr val="FF0000"/>
                </a:solidFill>
                <a:latin typeface="Times New Roman" charset="0"/>
              </a:rPr>
              <a:t>: </a:t>
            </a:r>
            <a:r>
              <a:rPr kumimoji="1" lang="en-US" altLang="zh-CN" sz="2400" i="1" dirty="0">
                <a:solidFill>
                  <a:srgbClr val="FF0000"/>
                </a:solidFill>
                <a:latin typeface="Times New Roman" charset="0"/>
              </a:rPr>
              <a:t>x =</a:t>
            </a:r>
            <a:r>
              <a:rPr kumimoji="1" lang="en-US" altLang="zh-CN" sz="2400" dirty="0">
                <a:solidFill>
                  <a:srgbClr val="FF0000"/>
                </a:solidFill>
                <a:latin typeface="Times New Roman" charset="0"/>
              </a:rPr>
              <a:t> ···</a:t>
            </a:r>
          </a:p>
          <a:p>
            <a:pPr algn="ctr" eaLnBrk="1" hangingPunct="1">
              <a:lnSpc>
                <a:spcPts val="1800"/>
              </a:lnSpc>
              <a:spcBef>
                <a:spcPct val="20000"/>
              </a:spcBef>
              <a:buClr>
                <a:srgbClr val="5EAEFF"/>
              </a:buClr>
              <a:buSzPct val="60000"/>
              <a:defRPr/>
            </a:pPr>
            <a:r>
              <a:rPr kumimoji="1" lang="en-US" altLang="zh-CN" sz="2400" dirty="0">
                <a:latin typeface="Times New Roman" charset="0"/>
              </a:rPr>
              <a:t>···</a:t>
            </a:r>
            <a:endParaRPr kumimoji="1" lang="en-US" altLang="zh-CN" sz="2400" dirty="0">
              <a:solidFill>
                <a:prstClr val="black"/>
              </a:solidFill>
              <a:latin typeface="Times New Roman" charset="0"/>
            </a:endParaRPr>
          </a:p>
          <a:p>
            <a:pPr marL="0" indent="0" eaLnBrk="1" hangingPunct="1">
              <a:lnSpc>
                <a:spcPts val="1800"/>
              </a:lnSpc>
              <a:spcBef>
                <a:spcPct val="20000"/>
              </a:spcBef>
              <a:buClr>
                <a:srgbClr val="5EAEFF"/>
              </a:buClr>
              <a:buSzPct val="60000"/>
              <a:defRPr/>
            </a:pPr>
            <a:r>
              <a:rPr kumimoji="1" lang="en-US" altLang="zh-CN" sz="2400" i="1" dirty="0" err="1">
                <a:solidFill>
                  <a:srgbClr val="FF0000"/>
                </a:solidFill>
                <a:latin typeface="Times New Roman" charset="0"/>
              </a:rPr>
              <a:t>s</a:t>
            </a:r>
            <a:r>
              <a:rPr kumimoji="1" lang="en-US" altLang="zh-CN" sz="2400" baseline="-25000" dirty="0" err="1">
                <a:solidFill>
                  <a:srgbClr val="FF0000"/>
                </a:solidFill>
                <a:latin typeface="Times New Roman" charset="0"/>
              </a:rPr>
              <a:t>i</a:t>
            </a:r>
            <a:r>
              <a:rPr kumimoji="1" lang="en-US" altLang="zh-CN" sz="2400" baseline="-25000" dirty="0">
                <a:solidFill>
                  <a:srgbClr val="FF0000"/>
                </a:solidFill>
                <a:latin typeface="Times New Roman" charset="0"/>
              </a:rPr>
              <a:t> </a:t>
            </a:r>
            <a:r>
              <a:rPr kumimoji="1" lang="en-US" altLang="zh-CN" sz="2400" dirty="0">
                <a:solidFill>
                  <a:srgbClr val="FF0000"/>
                </a:solidFill>
                <a:latin typeface="Times New Roman" charset="0"/>
              </a:rPr>
              <a:t>··· </a:t>
            </a:r>
            <a:r>
              <a:rPr kumimoji="1" lang="en-US" altLang="zh-CN" sz="2400" i="1" dirty="0">
                <a:solidFill>
                  <a:srgbClr val="FF0000"/>
                </a:solidFill>
                <a:latin typeface="Times New Roman" charset="0"/>
              </a:rPr>
              <a:t>= </a:t>
            </a:r>
            <a:r>
              <a:rPr kumimoji="1" lang="en-US" altLang="zh-CN" sz="2400" dirty="0">
                <a:solidFill>
                  <a:srgbClr val="FF0000"/>
                </a:solidFill>
                <a:latin typeface="Times New Roman" charset="0"/>
              </a:rPr>
              <a:t>··· </a:t>
            </a:r>
            <a:r>
              <a:rPr kumimoji="1" lang="en-US" altLang="zh-CN" sz="2400" i="1" dirty="0">
                <a:solidFill>
                  <a:srgbClr val="FF0000"/>
                </a:solidFill>
                <a:latin typeface="Times New Roman" charset="0"/>
              </a:rPr>
              <a:t>x</a:t>
            </a:r>
            <a:r>
              <a:rPr kumimoji="1" lang="en-US" altLang="zh-CN" sz="2400" dirty="0">
                <a:solidFill>
                  <a:srgbClr val="FF0000"/>
                </a:solidFill>
                <a:latin typeface="Times New Roman" charset="0"/>
              </a:rPr>
              <a:t> ···</a:t>
            </a:r>
            <a:endParaRPr kumimoji="1" lang="en-US" altLang="zh-CN" sz="2400" i="1" dirty="0">
              <a:solidFill>
                <a:srgbClr val="FF0000"/>
              </a:solidFill>
              <a:latin typeface="Times New Roman" charset="0"/>
            </a:endParaRPr>
          </a:p>
          <a:p>
            <a:pPr algn="ctr" eaLnBrk="1" hangingPunct="1">
              <a:lnSpc>
                <a:spcPts val="1800"/>
              </a:lnSpc>
              <a:spcBef>
                <a:spcPct val="20000"/>
              </a:spcBef>
              <a:buClr>
                <a:srgbClr val="5EAEFF"/>
              </a:buClr>
              <a:buSzPct val="60000"/>
              <a:defRPr/>
            </a:pPr>
            <a:r>
              <a:rPr kumimoji="1" lang="en-US" altLang="zh-CN" sz="2400" dirty="0">
                <a:latin typeface="Times New Roman" charset="0"/>
              </a:rPr>
              <a:t>···</a:t>
            </a:r>
            <a:endParaRPr kumimoji="1" lang="en-US" altLang="zh-CN" sz="2400" dirty="0">
              <a:solidFill>
                <a:prstClr val="black"/>
              </a:solidFill>
              <a:latin typeface="Times New Roman" charset="0"/>
            </a:endParaRPr>
          </a:p>
          <a:p>
            <a:pPr eaLnBrk="1" hangingPunct="1">
              <a:lnSpc>
                <a:spcPts val="1800"/>
              </a:lnSpc>
              <a:spcBef>
                <a:spcPct val="20000"/>
              </a:spcBef>
              <a:buClr>
                <a:srgbClr val="5EAEFF"/>
              </a:buClr>
              <a:buSzPct val="60000"/>
              <a:defRPr/>
            </a:pPr>
            <a:r>
              <a:rPr kumimoji="1" lang="en-US" altLang="zh-CN" sz="2400" i="1" dirty="0">
                <a:solidFill>
                  <a:srgbClr val="FF0000"/>
                </a:solidFill>
                <a:latin typeface="Times New Roman" charset="0"/>
              </a:rPr>
              <a:t>d′</a:t>
            </a:r>
            <a:r>
              <a:rPr kumimoji="1" lang="en-US" altLang="zh-CN" sz="2400" dirty="0">
                <a:solidFill>
                  <a:srgbClr val="FF0000"/>
                </a:solidFill>
                <a:latin typeface="Times New Roman" charset="0"/>
              </a:rPr>
              <a:t>: </a:t>
            </a:r>
            <a:r>
              <a:rPr kumimoji="1" lang="en-US" altLang="zh-CN" sz="2400" i="1" dirty="0">
                <a:solidFill>
                  <a:srgbClr val="FF0000"/>
                </a:solidFill>
                <a:latin typeface="Times New Roman" charset="0"/>
              </a:rPr>
              <a:t>x =</a:t>
            </a:r>
            <a:r>
              <a:rPr kumimoji="1" lang="en-US" altLang="zh-CN" sz="2400" dirty="0">
                <a:solidFill>
                  <a:srgbClr val="FF0000"/>
                </a:solidFill>
                <a:latin typeface="Times New Roman" charset="0"/>
              </a:rPr>
              <a:t> ···</a:t>
            </a:r>
            <a:endParaRPr kumimoji="1" lang="en-US" altLang="zh-CN" sz="2400" i="1" dirty="0">
              <a:solidFill>
                <a:srgbClr val="FF0000"/>
              </a:solidFill>
              <a:latin typeface="Times New Roman" charset="0"/>
            </a:endParaRPr>
          </a:p>
          <a:p>
            <a:pPr algn="ctr" eaLnBrk="1" hangingPunct="1">
              <a:lnSpc>
                <a:spcPts val="1800"/>
              </a:lnSpc>
              <a:spcBef>
                <a:spcPct val="20000"/>
              </a:spcBef>
              <a:buClr>
                <a:srgbClr val="5EAEFF"/>
              </a:buClr>
              <a:buSzPct val="60000"/>
              <a:defRPr/>
            </a:pPr>
            <a:r>
              <a:rPr kumimoji="1" lang="en-US" altLang="zh-CN" sz="2400" dirty="0">
                <a:latin typeface="Times New Roman" charset="0"/>
              </a:rPr>
              <a:t>···</a:t>
            </a:r>
            <a:endParaRPr kumimoji="1" lang="zh-CN" altLang="en-US" sz="2400" dirty="0">
              <a:solidFill>
                <a:prstClr val="black"/>
              </a:solidFill>
              <a:latin typeface="Times New Roman" charset="0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CECBED9-0D88-4415-922D-9846EEAA97ED}"/>
              </a:ext>
            </a:extLst>
          </p:cNvPr>
          <p:cNvSpPr/>
          <p:nvPr/>
        </p:nvSpPr>
        <p:spPr>
          <a:xfrm>
            <a:off x="395288" y="2859782"/>
            <a:ext cx="5981700" cy="930275"/>
          </a:xfrm>
          <a:prstGeom prst="rect">
            <a:avLst/>
          </a:prstGeom>
        </p:spPr>
        <p:txBody>
          <a:bodyPr>
            <a:spAutoFit/>
          </a:bodyPr>
          <a:lstStyle/>
          <a:p>
            <a:pPr marL="574675" lvl="1" indent="-271463" eaLnBrk="1" hangingPunct="1">
              <a:lnSpc>
                <a:spcPts val="3000"/>
              </a:lnSpc>
              <a:spcBef>
                <a:spcPct val="20000"/>
              </a:spcBef>
              <a:buSzPct val="100000"/>
              <a:buFont typeface="Wingdings" panose="05000000000000000000" pitchFamily="2" charset="2"/>
              <a:buChar char="Ø"/>
              <a:defRPr/>
            </a:pPr>
            <a:r>
              <a:rPr lang="zh-CN" altLang="en-US" sz="2200" dirty="0">
                <a:solidFill>
                  <a:prstClr val="black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如果</a:t>
            </a:r>
            <a:r>
              <a:rPr lang="en-US" altLang="zh-CN" sz="2200" i="1" dirty="0">
                <a:solidFill>
                  <a:prstClr val="black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B</a:t>
            </a:r>
            <a:r>
              <a:rPr lang="zh-CN" altLang="en-US" sz="2200" dirty="0">
                <a:solidFill>
                  <a:prstClr val="black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中</a:t>
            </a:r>
            <a:r>
              <a:rPr lang="en-US" altLang="zh-CN" sz="2200" i="1" dirty="0">
                <a:solidFill>
                  <a:prstClr val="black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x</a:t>
            </a:r>
            <a:r>
              <a:rPr lang="zh-CN" altLang="en-US" sz="2200" dirty="0">
                <a:solidFill>
                  <a:prstClr val="black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的</a:t>
            </a:r>
            <a:r>
              <a:rPr lang="zh-CN" altLang="en-US" sz="2200" dirty="0">
                <a:solidFill>
                  <a:srgbClr val="0070C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定值</a:t>
            </a:r>
            <a:r>
              <a:rPr lang="en-US" altLang="zh-CN" sz="2200" i="1" dirty="0">
                <a:solidFill>
                  <a:srgbClr val="0070C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d</a:t>
            </a:r>
            <a:r>
              <a:rPr lang="zh-CN" altLang="en-US" sz="2200" dirty="0">
                <a:solidFill>
                  <a:srgbClr val="0070C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之后有</a:t>
            </a:r>
            <a:r>
              <a:rPr lang="en-US" altLang="zh-CN" sz="2200" i="1" dirty="0">
                <a:solidFill>
                  <a:prstClr val="black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x</a:t>
            </a:r>
            <a:r>
              <a:rPr lang="zh-CN" altLang="en-US" sz="2200" dirty="0">
                <a:solidFill>
                  <a:prstClr val="black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的第一个</a:t>
            </a:r>
            <a:r>
              <a:rPr lang="zh-CN" altLang="en-US" sz="2200" dirty="0">
                <a:solidFill>
                  <a:srgbClr val="0070C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定值</a:t>
            </a:r>
            <a:r>
              <a:rPr lang="en-US" altLang="zh-CN" sz="2200" i="1" dirty="0">
                <a:solidFill>
                  <a:srgbClr val="0070C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d</a:t>
            </a:r>
            <a:r>
              <a:rPr lang="en-US" altLang="zh-CN" sz="2200" i="1" dirty="0">
                <a:solidFill>
                  <a:srgbClr val="0070C0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′</a:t>
            </a:r>
            <a:r>
              <a:rPr lang="zh-CN" altLang="en-US" sz="2200" dirty="0">
                <a:solidFill>
                  <a:prstClr val="black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，</a:t>
            </a:r>
            <a:endParaRPr lang="en-US" altLang="zh-CN" sz="2200" dirty="0">
              <a:solidFill>
                <a:prstClr val="black"/>
              </a:solidFill>
              <a:latin typeface="Times New Roman" panose="02020603050405020304" pitchFamily="18" charset="0"/>
              <a:ea typeface="华文楷体" panose="02010600040101010101" pitchFamily="2" charset="-122"/>
              <a:cs typeface="Times New Roman" panose="02020603050405020304" pitchFamily="18" charset="0"/>
            </a:endParaRPr>
          </a:p>
          <a:p>
            <a:pPr marL="303212" lvl="1" indent="0" eaLnBrk="1" hangingPunct="1">
              <a:lnSpc>
                <a:spcPts val="3000"/>
              </a:lnSpc>
              <a:spcBef>
                <a:spcPct val="20000"/>
              </a:spcBef>
              <a:buSzPct val="100000"/>
              <a:defRPr/>
            </a:pPr>
            <a:r>
              <a:rPr lang="en-US" altLang="zh-CN" sz="2200" dirty="0">
                <a:solidFill>
                  <a:prstClr val="black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    </a:t>
            </a:r>
            <a:r>
              <a:rPr lang="zh-CN" altLang="en-US" sz="2200" dirty="0">
                <a:solidFill>
                  <a:prstClr val="black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则</a:t>
            </a:r>
            <a:r>
              <a:rPr lang="en-US" altLang="zh-CN" sz="2200" i="1" dirty="0">
                <a:solidFill>
                  <a:srgbClr val="0070C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d</a:t>
            </a:r>
            <a:r>
              <a:rPr lang="zh-CN" altLang="en-US" sz="2200" dirty="0">
                <a:solidFill>
                  <a:srgbClr val="0070C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和</a:t>
            </a:r>
            <a:r>
              <a:rPr lang="en-US" altLang="zh-CN" sz="2200" i="1" dirty="0">
                <a:solidFill>
                  <a:srgbClr val="0070C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d</a:t>
            </a:r>
            <a:r>
              <a:rPr lang="en-US" altLang="zh-CN" sz="2200" i="1" dirty="0">
                <a:solidFill>
                  <a:srgbClr val="0070C0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′</a:t>
            </a:r>
            <a:r>
              <a:rPr lang="zh-CN" altLang="en-US" sz="2200" dirty="0">
                <a:solidFill>
                  <a:srgbClr val="0070C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之间</a:t>
            </a:r>
            <a:r>
              <a:rPr lang="en-US" altLang="zh-CN" sz="2200" i="1" dirty="0">
                <a:solidFill>
                  <a:srgbClr val="0070C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x</a:t>
            </a:r>
            <a:r>
              <a:rPr lang="zh-CN" altLang="en-US" sz="2200" dirty="0">
                <a:solidFill>
                  <a:prstClr val="black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的所有引用构成</a:t>
            </a:r>
            <a:r>
              <a:rPr lang="en-US" altLang="zh-CN" sz="2200" i="1" dirty="0">
                <a:solidFill>
                  <a:srgbClr val="0070C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d</a:t>
            </a:r>
            <a:r>
              <a:rPr lang="zh-CN" altLang="en-US" sz="2200" dirty="0">
                <a:solidFill>
                  <a:srgbClr val="0070C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的</a:t>
            </a:r>
            <a:r>
              <a:rPr lang="en-US" altLang="zh-CN" sz="2200" i="1" dirty="0">
                <a:solidFill>
                  <a:srgbClr val="0070C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du</a:t>
            </a:r>
            <a:r>
              <a:rPr lang="zh-CN" altLang="en-US" sz="2200" dirty="0">
                <a:solidFill>
                  <a:srgbClr val="0070C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链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237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08237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08237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08237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 nodeType="clickPar">
                      <p:stCondLst>
                        <p:cond delay="indefinite"/>
                      </p:stCondLst>
                      <p:childTnLst>
                        <p:par>
                          <p:cTn id="1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237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108237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108237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08237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 nodeType="clickPar">
                      <p:stCondLst>
                        <p:cond delay="indefinite"/>
                      </p:stCondLst>
                      <p:childTnLst>
                        <p:par>
                          <p:cTn id="3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0" presetID="53" presetClass="exit" presetSubtype="32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41" dur="5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5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4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5" grpId="1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202" name="Rectangle 3">
            <a:extLst>
              <a:ext uri="{FF2B5EF4-FFF2-40B4-BE49-F238E27FC236}">
                <a16:creationId xmlns:a16="http://schemas.microsoft.com/office/drawing/2014/main" id="{35877369-F765-4A5F-A9B1-5DF4CB788190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430213" y="774700"/>
            <a:ext cx="8213725" cy="213677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lnSpc>
                <a:spcPts val="3100"/>
              </a:lnSpc>
            </a:pPr>
            <a:r>
              <a:rPr lang="zh-CN" altLang="en-US" sz="2200" b="1" dirty="0">
                <a:solidFill>
                  <a:schemeClr val="tx1"/>
                </a:solidFill>
                <a:cs typeface="Times New Roman" panose="02020603050405020304" pitchFamily="18" charset="0"/>
              </a:rPr>
              <a:t>定值</a:t>
            </a:r>
            <a:r>
              <a:rPr lang="en-US" altLang="zh-CN" sz="2200" b="1" dirty="0">
                <a:solidFill>
                  <a:schemeClr val="tx1"/>
                </a:solidFill>
                <a:cs typeface="Times New Roman" panose="02020603050405020304" pitchFamily="18" charset="0"/>
              </a:rPr>
              <a:t>-</a:t>
            </a:r>
            <a:r>
              <a:rPr lang="zh-CN" altLang="en-US" sz="2200" b="1" dirty="0">
                <a:solidFill>
                  <a:schemeClr val="tx1"/>
                </a:solidFill>
                <a:cs typeface="Times New Roman" panose="02020603050405020304" pitchFamily="18" charset="0"/>
              </a:rPr>
              <a:t>引用链：设变量</a:t>
            </a:r>
            <a:r>
              <a:rPr lang="en-US" altLang="zh-CN" sz="22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x</a:t>
            </a:r>
            <a:r>
              <a:rPr lang="zh-CN" altLang="en-US" sz="2200" b="1" dirty="0">
                <a:solidFill>
                  <a:schemeClr val="tx1"/>
                </a:solidFill>
                <a:cs typeface="Times New Roman" panose="02020603050405020304" pitchFamily="18" charset="0"/>
              </a:rPr>
              <a:t>有一个</a:t>
            </a:r>
            <a:r>
              <a:rPr lang="zh-CN" altLang="en-US" sz="2200" b="1" dirty="0">
                <a:solidFill>
                  <a:srgbClr val="0070C0"/>
                </a:solidFill>
                <a:cs typeface="Times New Roman" panose="02020603050405020304" pitchFamily="18" charset="0"/>
              </a:rPr>
              <a:t>定值</a:t>
            </a:r>
            <a:r>
              <a:rPr lang="en-US" altLang="zh-CN" sz="2200" b="1" i="1" dirty="0">
                <a:solidFill>
                  <a:srgbClr val="0070C0"/>
                </a:solidFill>
                <a:cs typeface="Times New Roman" panose="02020603050405020304" pitchFamily="18" charset="0"/>
              </a:rPr>
              <a:t>d</a:t>
            </a:r>
            <a:r>
              <a:rPr lang="zh-CN" altLang="en-US" sz="2200" b="1" dirty="0">
                <a:solidFill>
                  <a:schemeClr val="tx1"/>
                </a:solidFill>
                <a:cs typeface="Times New Roman" panose="02020603050405020304" pitchFamily="18" charset="0"/>
              </a:rPr>
              <a:t>，该定值能够</a:t>
            </a:r>
            <a:r>
              <a:rPr lang="zh-CN" altLang="en-US" sz="2200" b="1" dirty="0">
                <a:solidFill>
                  <a:srgbClr val="0070C0"/>
                </a:solidFill>
                <a:cs typeface="Times New Roman" panose="02020603050405020304" pitchFamily="18" charset="0"/>
              </a:rPr>
              <a:t>到达</a:t>
            </a:r>
            <a:r>
              <a:rPr lang="zh-CN" altLang="en-US" sz="2200" b="1" dirty="0">
                <a:cs typeface="Times New Roman" panose="02020603050405020304" pitchFamily="18" charset="0"/>
              </a:rPr>
              <a:t>的</a:t>
            </a:r>
            <a:r>
              <a:rPr lang="zh-CN" altLang="en-US" sz="2200" b="1" dirty="0">
                <a:solidFill>
                  <a:srgbClr val="0070C0"/>
                </a:solidFill>
                <a:cs typeface="Times New Roman" panose="02020603050405020304" pitchFamily="18" charset="0"/>
              </a:rPr>
              <a:t>所有引用</a:t>
            </a:r>
            <a:r>
              <a:rPr lang="en-US" altLang="zh-CN" sz="2200" b="1" i="1" dirty="0">
                <a:solidFill>
                  <a:srgbClr val="0070C0"/>
                </a:solidFill>
                <a:cs typeface="Times New Roman" panose="02020603050405020304" pitchFamily="18" charset="0"/>
              </a:rPr>
              <a:t>u</a:t>
            </a:r>
            <a:r>
              <a:rPr lang="zh-CN" altLang="en-US" sz="2200" b="1" dirty="0">
                <a:solidFill>
                  <a:srgbClr val="0070C0"/>
                </a:solidFill>
                <a:cs typeface="Times New Roman" panose="02020603050405020304" pitchFamily="18" charset="0"/>
              </a:rPr>
              <a:t>的集合</a:t>
            </a:r>
            <a:r>
              <a:rPr lang="zh-CN" altLang="en-US" sz="2200" b="1" dirty="0">
                <a:solidFill>
                  <a:schemeClr val="tx1"/>
                </a:solidFill>
                <a:cs typeface="Times New Roman" panose="02020603050405020304" pitchFamily="18" charset="0"/>
              </a:rPr>
              <a:t>称为</a:t>
            </a:r>
            <a:r>
              <a:rPr lang="en-US" altLang="zh-CN" sz="22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x</a:t>
            </a:r>
            <a:r>
              <a:rPr lang="zh-CN" altLang="en-US" sz="2200" b="1" dirty="0">
                <a:solidFill>
                  <a:schemeClr val="tx1"/>
                </a:solidFill>
                <a:cs typeface="Times New Roman" panose="02020603050405020304" pitchFamily="18" charset="0"/>
              </a:rPr>
              <a:t>在</a:t>
            </a:r>
            <a:r>
              <a:rPr lang="en-US" altLang="zh-CN" sz="22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d</a:t>
            </a:r>
            <a:r>
              <a:rPr lang="zh-CN" altLang="en-US" sz="2200" b="1" dirty="0">
                <a:solidFill>
                  <a:schemeClr val="tx1"/>
                </a:solidFill>
                <a:cs typeface="Times New Roman" panose="02020603050405020304" pitchFamily="18" charset="0"/>
              </a:rPr>
              <a:t>处的</a:t>
            </a:r>
            <a:r>
              <a:rPr lang="zh-CN" altLang="en-US" sz="2200" b="1" dirty="0">
                <a:solidFill>
                  <a:srgbClr val="FF0000"/>
                </a:solidFill>
                <a:cs typeface="Times New Roman" panose="02020603050405020304" pitchFamily="18" charset="0"/>
              </a:rPr>
              <a:t>定值</a:t>
            </a:r>
            <a:r>
              <a:rPr lang="en-US" altLang="zh-CN" sz="2200" b="1" dirty="0">
                <a:solidFill>
                  <a:srgbClr val="FF0000"/>
                </a:solidFill>
                <a:cs typeface="Times New Roman" panose="02020603050405020304" pitchFamily="18" charset="0"/>
              </a:rPr>
              <a:t>-</a:t>
            </a:r>
            <a:r>
              <a:rPr lang="zh-CN" altLang="en-US" sz="2200" b="1" dirty="0">
                <a:solidFill>
                  <a:srgbClr val="FF0000"/>
                </a:solidFill>
                <a:cs typeface="Times New Roman" panose="02020603050405020304" pitchFamily="18" charset="0"/>
              </a:rPr>
              <a:t>引用链</a:t>
            </a:r>
            <a:r>
              <a:rPr lang="zh-CN" altLang="en-US" sz="2200" b="1" dirty="0">
                <a:solidFill>
                  <a:schemeClr val="tx1"/>
                </a:solidFill>
                <a:cs typeface="Times New Roman" panose="02020603050405020304" pitchFamily="18" charset="0"/>
              </a:rPr>
              <a:t>，简称</a:t>
            </a:r>
            <a:r>
              <a:rPr lang="en-US" altLang="zh-CN" sz="2200" b="1" i="1" dirty="0">
                <a:solidFill>
                  <a:srgbClr val="FF0000"/>
                </a:solidFill>
                <a:cs typeface="Times New Roman" panose="02020603050405020304" pitchFamily="18" charset="0"/>
              </a:rPr>
              <a:t>du</a:t>
            </a:r>
            <a:r>
              <a:rPr lang="zh-CN" altLang="en-US" sz="2200" b="1" dirty="0">
                <a:solidFill>
                  <a:srgbClr val="FF0000"/>
                </a:solidFill>
                <a:cs typeface="Times New Roman" panose="02020603050405020304" pitchFamily="18" charset="0"/>
              </a:rPr>
              <a:t>链</a:t>
            </a:r>
          </a:p>
          <a:p>
            <a:pPr eaLnBrk="1" hangingPunct="1">
              <a:lnSpc>
                <a:spcPts val="3100"/>
              </a:lnSpc>
              <a:buClrTx/>
              <a:buFont typeface="Wingdings" panose="05000000000000000000" pitchFamily="2" charset="2"/>
              <a:buChar char="Ø"/>
            </a:pPr>
            <a:r>
              <a:rPr lang="zh-CN" altLang="en-US" sz="2200" b="1" dirty="0">
                <a:solidFill>
                  <a:schemeClr val="tx1"/>
                </a:solidFill>
                <a:cs typeface="Times New Roman" panose="02020603050405020304" pitchFamily="18" charset="0"/>
              </a:rPr>
              <a:t>如果在求解</a:t>
            </a:r>
            <a:r>
              <a:rPr lang="zh-CN" altLang="en-US" sz="2200" b="1" dirty="0">
                <a:solidFill>
                  <a:srgbClr val="0070C0"/>
                </a:solidFill>
                <a:cs typeface="Times New Roman" panose="02020603050405020304" pitchFamily="18" charset="0"/>
              </a:rPr>
              <a:t>活跃变量</a:t>
            </a:r>
            <a:r>
              <a:rPr lang="zh-CN" altLang="en-US" sz="2200" b="1" dirty="0">
                <a:solidFill>
                  <a:schemeClr val="tx1"/>
                </a:solidFill>
                <a:cs typeface="Times New Roman" panose="02020603050405020304" pitchFamily="18" charset="0"/>
              </a:rPr>
              <a:t>数据流方程中的</a:t>
            </a:r>
            <a:r>
              <a:rPr lang="en-US" altLang="zh-CN" sz="22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OUT</a:t>
            </a:r>
            <a:r>
              <a:rPr lang="en-US" altLang="zh-CN" sz="2200" b="1" dirty="0">
                <a:solidFill>
                  <a:schemeClr val="tx1"/>
                </a:solidFill>
                <a:cs typeface="Times New Roman" panose="02020603050405020304" pitchFamily="18" charset="0"/>
              </a:rPr>
              <a:t>[</a:t>
            </a:r>
            <a:r>
              <a:rPr lang="en-US" altLang="zh-CN" sz="22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B</a:t>
            </a:r>
            <a:r>
              <a:rPr lang="en-US" altLang="zh-CN" sz="2200" b="1" dirty="0">
                <a:solidFill>
                  <a:schemeClr val="tx1"/>
                </a:solidFill>
                <a:cs typeface="Times New Roman" panose="02020603050405020304" pitchFamily="18" charset="0"/>
              </a:rPr>
              <a:t>]</a:t>
            </a:r>
            <a:r>
              <a:rPr lang="zh-CN" altLang="en-US" sz="2200" b="1" dirty="0">
                <a:solidFill>
                  <a:schemeClr val="tx1"/>
                </a:solidFill>
                <a:cs typeface="Times New Roman" panose="02020603050405020304" pitchFamily="18" charset="0"/>
              </a:rPr>
              <a:t>时，将</a:t>
            </a:r>
            <a:r>
              <a:rPr lang="en-US" altLang="zh-CN" sz="22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OUT</a:t>
            </a:r>
            <a:r>
              <a:rPr lang="en-US" altLang="zh-CN" sz="2200" b="1" dirty="0">
                <a:solidFill>
                  <a:schemeClr val="tx1"/>
                </a:solidFill>
                <a:cs typeface="Times New Roman" panose="02020603050405020304" pitchFamily="18" charset="0"/>
              </a:rPr>
              <a:t>[</a:t>
            </a:r>
            <a:r>
              <a:rPr lang="en-US" altLang="zh-CN" sz="22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B</a:t>
            </a:r>
            <a:r>
              <a:rPr lang="en-US" altLang="zh-CN" sz="2200" b="1" dirty="0">
                <a:solidFill>
                  <a:schemeClr val="tx1"/>
                </a:solidFill>
                <a:cs typeface="Times New Roman" panose="02020603050405020304" pitchFamily="18" charset="0"/>
              </a:rPr>
              <a:t>]</a:t>
            </a:r>
            <a:r>
              <a:rPr lang="zh-CN" altLang="en-US" sz="2200" b="1" dirty="0">
                <a:solidFill>
                  <a:schemeClr val="tx1"/>
                </a:solidFill>
                <a:cs typeface="Times New Roman" panose="02020603050405020304" pitchFamily="18" charset="0"/>
              </a:rPr>
              <a:t>表示成</a:t>
            </a:r>
            <a:r>
              <a:rPr lang="zh-CN" altLang="en-US" sz="2200" b="1" dirty="0">
                <a:solidFill>
                  <a:srgbClr val="0070C0"/>
                </a:solidFill>
                <a:cs typeface="Times New Roman" panose="02020603050405020304" pitchFamily="18" charset="0"/>
              </a:rPr>
              <a:t>从</a:t>
            </a:r>
            <a:r>
              <a:rPr lang="en-US" altLang="zh-CN" sz="2200" b="1" i="1" dirty="0">
                <a:solidFill>
                  <a:srgbClr val="0070C0"/>
                </a:solidFill>
                <a:cs typeface="Times New Roman" panose="02020603050405020304" pitchFamily="18" charset="0"/>
              </a:rPr>
              <a:t>B</a:t>
            </a:r>
            <a:r>
              <a:rPr lang="zh-CN" altLang="en-US" sz="2200" b="1" dirty="0">
                <a:solidFill>
                  <a:srgbClr val="0070C0"/>
                </a:solidFill>
                <a:cs typeface="Times New Roman" panose="02020603050405020304" pitchFamily="18" charset="0"/>
              </a:rPr>
              <a:t>的末尾处能够到达的引用的集合</a:t>
            </a:r>
            <a:r>
              <a:rPr lang="zh-CN" altLang="en-US" sz="2200" b="1" dirty="0">
                <a:solidFill>
                  <a:schemeClr val="tx1"/>
                </a:solidFill>
                <a:cs typeface="Times New Roman" panose="02020603050405020304" pitchFamily="18" charset="0"/>
              </a:rPr>
              <a:t>，那么，可以直接利用这些信息计算基本块</a:t>
            </a:r>
            <a:r>
              <a:rPr lang="en-US" altLang="zh-CN" sz="22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B</a:t>
            </a:r>
            <a:r>
              <a:rPr lang="zh-CN" altLang="en-US" sz="2200" b="1" dirty="0">
                <a:solidFill>
                  <a:schemeClr val="tx1"/>
                </a:solidFill>
                <a:cs typeface="Times New Roman" panose="02020603050405020304" pitchFamily="18" charset="0"/>
              </a:rPr>
              <a:t>中每个变量</a:t>
            </a:r>
            <a:r>
              <a:rPr lang="en-US" altLang="zh-CN" sz="22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x</a:t>
            </a:r>
            <a:r>
              <a:rPr lang="zh-CN" altLang="en-US" sz="2200" b="1" dirty="0">
                <a:solidFill>
                  <a:schemeClr val="tx1"/>
                </a:solidFill>
                <a:cs typeface="Times New Roman" panose="02020603050405020304" pitchFamily="18" charset="0"/>
              </a:rPr>
              <a:t>在其定值处的</a:t>
            </a:r>
            <a:r>
              <a:rPr lang="en-US" altLang="zh-CN" sz="22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du</a:t>
            </a:r>
            <a:r>
              <a:rPr lang="zh-CN" altLang="en-US" sz="2200" b="1" dirty="0">
                <a:solidFill>
                  <a:schemeClr val="tx1"/>
                </a:solidFill>
                <a:cs typeface="Times New Roman" panose="02020603050405020304" pitchFamily="18" charset="0"/>
              </a:rPr>
              <a:t>链</a:t>
            </a:r>
          </a:p>
          <a:p>
            <a:pPr eaLnBrk="1" hangingPunct="1">
              <a:lnSpc>
                <a:spcPct val="90000"/>
              </a:lnSpc>
            </a:pPr>
            <a:endParaRPr lang="zh-CN" altLang="en-US" sz="22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lvl="1" eaLnBrk="1" hangingPunct="1">
              <a:lnSpc>
                <a:spcPct val="90000"/>
              </a:lnSpc>
            </a:pPr>
            <a:endParaRPr lang="zh-CN" altLang="en-US" b="1" dirty="0">
              <a:solidFill>
                <a:schemeClr val="tx1"/>
              </a:solidFill>
              <a:cs typeface="Times New Roman" panose="02020603050405020304" pitchFamily="18" charset="0"/>
            </a:endParaRPr>
          </a:p>
        </p:txBody>
      </p:sp>
      <p:sp>
        <p:nvSpPr>
          <p:cNvPr id="179203" name="Rectangle 2">
            <a:extLst>
              <a:ext uri="{FF2B5EF4-FFF2-40B4-BE49-F238E27FC236}">
                <a16:creationId xmlns:a16="http://schemas.microsoft.com/office/drawing/2014/main" id="{BC513665-3A42-4AA7-B5F3-D16150FA06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定值</a:t>
            </a:r>
            <a:r>
              <a:rPr lang="en-US" altLang="zh-CN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</a:t>
            </a:r>
            <a:r>
              <a:rPr lang="zh-CN" altLang="en-US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引用链</a:t>
            </a:r>
            <a:r>
              <a:rPr lang="en-US" altLang="zh-CN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 </a:t>
            </a:r>
            <a:r>
              <a:rPr lang="en-US" altLang="zh-CN" dirty="0">
                <a:solidFill>
                  <a:schemeClr val="tx1"/>
                </a:solidFill>
                <a:ea typeface="楷体_GB2312" charset="0"/>
                <a:cs typeface="Times New Roman" panose="02020603050405020304" pitchFamily="18" charset="0"/>
              </a:rPr>
              <a:t>(</a:t>
            </a:r>
            <a:r>
              <a:rPr lang="en-US" altLang="zh-CN" i="1" dirty="0">
                <a:solidFill>
                  <a:schemeClr val="tx1"/>
                </a:solidFill>
                <a:ea typeface="楷体_GB2312" charset="0"/>
                <a:cs typeface="Times New Roman" panose="02020603050405020304" pitchFamily="18" charset="0"/>
              </a:rPr>
              <a:t>Definition-Use Chains</a:t>
            </a:r>
            <a:r>
              <a:rPr lang="en-US" altLang="zh-CN" dirty="0">
                <a:solidFill>
                  <a:schemeClr val="tx1"/>
                </a:solidFill>
                <a:ea typeface="楷体_GB2312" charset="0"/>
                <a:cs typeface="Times New Roman" panose="02020603050405020304" pitchFamily="18" charset="0"/>
              </a:rPr>
              <a:t>)</a:t>
            </a:r>
            <a:endParaRPr lang="zh-CN" altLang="en-US" dirty="0">
              <a:solidFill>
                <a:schemeClr val="tx1"/>
              </a:solidFill>
              <a:ea typeface="楷体_GB2312" charset="0"/>
              <a:cs typeface="Times New Roman" panose="02020603050405020304" pitchFamily="18" charset="0"/>
            </a:endParaRPr>
          </a:p>
        </p:txBody>
      </p:sp>
      <p:sp>
        <p:nvSpPr>
          <p:cNvPr id="5" name="Rectangle 22">
            <a:extLst>
              <a:ext uri="{FF2B5EF4-FFF2-40B4-BE49-F238E27FC236}">
                <a16:creationId xmlns:a16="http://schemas.microsoft.com/office/drawing/2014/main" id="{F21867D3-7686-43E5-868D-B6B54B122C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67513" y="2932113"/>
            <a:ext cx="2124967" cy="213677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lIns="68580" tIns="34290" rIns="68580" bIns="34290"/>
          <a:lstStyle>
            <a:lvl1pPr marL="257175" indent="-257175">
              <a:defRPr b="1">
                <a:solidFill>
                  <a:schemeClr val="tx1"/>
                </a:solidFill>
                <a:latin typeface="Tahoma" charset="0"/>
                <a:ea typeface="宋体" charset="0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charset="0"/>
                <a:ea typeface="宋体" charset="0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charset="0"/>
                <a:ea typeface="宋体" charset="0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charset="0"/>
                <a:ea typeface="宋体" charset="0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charset="0"/>
                <a:ea typeface="宋体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charset="0"/>
                <a:ea typeface="宋体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charset="0"/>
                <a:ea typeface="宋体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charset="0"/>
                <a:ea typeface="宋体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charset="0"/>
                <a:ea typeface="宋体" charset="0"/>
              </a:defRPr>
            </a:lvl9pPr>
          </a:lstStyle>
          <a:p>
            <a:pPr algn="ctr" eaLnBrk="1" hangingPunct="1">
              <a:lnSpc>
                <a:spcPts val="1800"/>
              </a:lnSpc>
              <a:spcBef>
                <a:spcPct val="20000"/>
              </a:spcBef>
              <a:buClr>
                <a:srgbClr val="5EAEFF"/>
              </a:buClr>
              <a:buSzPct val="60000"/>
              <a:defRPr/>
            </a:pPr>
            <a:r>
              <a:rPr kumimoji="1" lang="en-US" altLang="zh-CN" sz="2400" dirty="0">
                <a:latin typeface="Times New Roman" charset="0"/>
              </a:rPr>
              <a:t>···</a:t>
            </a:r>
            <a:endParaRPr kumimoji="1" lang="en-US" altLang="zh-CN" sz="2400" dirty="0">
              <a:solidFill>
                <a:prstClr val="black"/>
              </a:solidFill>
              <a:latin typeface="Times New Roman" charset="0"/>
            </a:endParaRPr>
          </a:p>
          <a:p>
            <a:pPr eaLnBrk="1" hangingPunct="1">
              <a:lnSpc>
                <a:spcPts val="1800"/>
              </a:lnSpc>
              <a:spcBef>
                <a:spcPct val="20000"/>
              </a:spcBef>
              <a:buClr>
                <a:srgbClr val="5EAEFF"/>
              </a:buClr>
              <a:buSzPct val="60000"/>
              <a:defRPr/>
            </a:pPr>
            <a:r>
              <a:rPr kumimoji="1" lang="en-US" altLang="zh-CN" sz="2400" i="1" dirty="0">
                <a:solidFill>
                  <a:srgbClr val="FF0000"/>
                </a:solidFill>
                <a:latin typeface="Times New Roman" charset="0"/>
              </a:rPr>
              <a:t>d</a:t>
            </a:r>
            <a:r>
              <a:rPr kumimoji="1" lang="en-US" altLang="zh-CN" sz="2400" dirty="0">
                <a:solidFill>
                  <a:srgbClr val="FF0000"/>
                </a:solidFill>
                <a:latin typeface="Times New Roman" charset="0"/>
              </a:rPr>
              <a:t>: </a:t>
            </a:r>
            <a:r>
              <a:rPr kumimoji="1" lang="en-US" altLang="zh-CN" sz="2400" i="1" dirty="0">
                <a:solidFill>
                  <a:srgbClr val="FF0000"/>
                </a:solidFill>
                <a:latin typeface="Times New Roman" charset="0"/>
              </a:rPr>
              <a:t>x =</a:t>
            </a:r>
            <a:r>
              <a:rPr kumimoji="1" lang="en-US" altLang="zh-CN" sz="2400" dirty="0">
                <a:solidFill>
                  <a:srgbClr val="FF0000"/>
                </a:solidFill>
                <a:latin typeface="Times New Roman" charset="0"/>
              </a:rPr>
              <a:t> ···</a:t>
            </a:r>
          </a:p>
          <a:p>
            <a:pPr algn="ctr" eaLnBrk="1" hangingPunct="1">
              <a:lnSpc>
                <a:spcPts val="1800"/>
              </a:lnSpc>
              <a:spcBef>
                <a:spcPct val="20000"/>
              </a:spcBef>
              <a:buClr>
                <a:srgbClr val="5EAEFF"/>
              </a:buClr>
              <a:buSzPct val="60000"/>
              <a:defRPr/>
            </a:pPr>
            <a:r>
              <a:rPr kumimoji="1" lang="en-US" altLang="zh-CN" sz="2400" dirty="0">
                <a:latin typeface="Times New Roman" charset="0"/>
              </a:rPr>
              <a:t>···</a:t>
            </a:r>
            <a:endParaRPr kumimoji="1" lang="en-US" altLang="zh-CN" sz="2400" dirty="0">
              <a:solidFill>
                <a:prstClr val="black"/>
              </a:solidFill>
              <a:latin typeface="Times New Roman" charset="0"/>
            </a:endParaRPr>
          </a:p>
          <a:p>
            <a:pPr marL="0" indent="0" eaLnBrk="1" hangingPunct="1">
              <a:lnSpc>
                <a:spcPts val="1800"/>
              </a:lnSpc>
              <a:spcBef>
                <a:spcPct val="20000"/>
              </a:spcBef>
              <a:buClr>
                <a:srgbClr val="5EAEFF"/>
              </a:buClr>
              <a:buSzPct val="60000"/>
              <a:defRPr/>
            </a:pPr>
            <a:r>
              <a:rPr kumimoji="1" lang="en-US" altLang="zh-CN" sz="2400" i="1" dirty="0" err="1">
                <a:solidFill>
                  <a:srgbClr val="FF0000"/>
                </a:solidFill>
                <a:latin typeface="Times New Roman" charset="0"/>
              </a:rPr>
              <a:t>s</a:t>
            </a:r>
            <a:r>
              <a:rPr kumimoji="1" lang="en-US" altLang="zh-CN" sz="2400" baseline="-25000" dirty="0" err="1">
                <a:solidFill>
                  <a:srgbClr val="FF0000"/>
                </a:solidFill>
                <a:latin typeface="Times New Roman" charset="0"/>
              </a:rPr>
              <a:t>i</a:t>
            </a:r>
            <a:r>
              <a:rPr kumimoji="1" lang="en-US" altLang="zh-CN" sz="2400" dirty="0">
                <a:solidFill>
                  <a:srgbClr val="FF0000"/>
                </a:solidFill>
                <a:latin typeface="Times New Roman" charset="0"/>
              </a:rPr>
              <a:t>··· </a:t>
            </a:r>
            <a:r>
              <a:rPr kumimoji="1" lang="en-US" altLang="zh-CN" sz="2400" i="1" dirty="0">
                <a:solidFill>
                  <a:srgbClr val="FF0000"/>
                </a:solidFill>
                <a:latin typeface="Times New Roman" charset="0"/>
              </a:rPr>
              <a:t>= </a:t>
            </a:r>
            <a:r>
              <a:rPr kumimoji="1" lang="en-US" altLang="zh-CN" sz="2400" dirty="0">
                <a:solidFill>
                  <a:srgbClr val="FF0000"/>
                </a:solidFill>
                <a:latin typeface="Times New Roman" charset="0"/>
              </a:rPr>
              <a:t>··· </a:t>
            </a:r>
            <a:r>
              <a:rPr kumimoji="1" lang="en-US" altLang="zh-CN" sz="2400" i="1" dirty="0">
                <a:solidFill>
                  <a:srgbClr val="FF0000"/>
                </a:solidFill>
                <a:latin typeface="Times New Roman" charset="0"/>
              </a:rPr>
              <a:t>x</a:t>
            </a:r>
            <a:r>
              <a:rPr kumimoji="1" lang="en-US" altLang="zh-CN" sz="2400" dirty="0">
                <a:solidFill>
                  <a:srgbClr val="FF0000"/>
                </a:solidFill>
                <a:latin typeface="Times New Roman" charset="0"/>
              </a:rPr>
              <a:t> ···</a:t>
            </a:r>
            <a:endParaRPr kumimoji="1" lang="en-US" altLang="zh-CN" sz="2400" i="1" dirty="0">
              <a:solidFill>
                <a:srgbClr val="FF0000"/>
              </a:solidFill>
              <a:latin typeface="Times New Roman" charset="0"/>
            </a:endParaRPr>
          </a:p>
          <a:p>
            <a:pPr algn="ctr" eaLnBrk="1" hangingPunct="1">
              <a:lnSpc>
                <a:spcPts val="1800"/>
              </a:lnSpc>
              <a:spcBef>
                <a:spcPct val="20000"/>
              </a:spcBef>
              <a:buClr>
                <a:srgbClr val="5EAEFF"/>
              </a:buClr>
              <a:buSzPct val="60000"/>
              <a:defRPr/>
            </a:pPr>
            <a:r>
              <a:rPr kumimoji="1" lang="en-US" altLang="zh-CN" sz="2400" dirty="0">
                <a:latin typeface="Times New Roman" charset="0"/>
              </a:rPr>
              <a:t>···</a:t>
            </a:r>
            <a:endParaRPr kumimoji="1" lang="en-US" altLang="zh-CN" sz="2400" dirty="0">
              <a:solidFill>
                <a:prstClr val="black"/>
              </a:solidFill>
              <a:latin typeface="Times New Roman" charset="0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E74284B4-C085-4CD4-B665-2A5B449F4301}"/>
              </a:ext>
            </a:extLst>
          </p:cNvPr>
          <p:cNvSpPr/>
          <p:nvPr/>
        </p:nvSpPr>
        <p:spPr>
          <a:xfrm>
            <a:off x="395288" y="2859782"/>
            <a:ext cx="5981700" cy="2349500"/>
          </a:xfrm>
          <a:prstGeom prst="rect">
            <a:avLst/>
          </a:prstGeom>
        </p:spPr>
        <p:txBody>
          <a:bodyPr>
            <a:spAutoFit/>
          </a:bodyPr>
          <a:lstStyle/>
          <a:p>
            <a:pPr marL="574675" lvl="1" indent="-271463" eaLnBrk="1" hangingPunct="1">
              <a:lnSpc>
                <a:spcPts val="3000"/>
              </a:lnSpc>
              <a:spcBef>
                <a:spcPct val="20000"/>
              </a:spcBef>
              <a:buSzPct val="100000"/>
              <a:buFont typeface="Wingdings" panose="05000000000000000000" pitchFamily="2" charset="2"/>
              <a:buChar char="Ø"/>
              <a:defRPr/>
            </a:pPr>
            <a:r>
              <a:rPr lang="zh-CN" altLang="en-US" sz="2200" dirty="0">
                <a:solidFill>
                  <a:prstClr val="black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如果</a:t>
            </a:r>
            <a:r>
              <a:rPr lang="en-US" altLang="zh-CN" sz="2200" i="1" dirty="0">
                <a:solidFill>
                  <a:prstClr val="black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B</a:t>
            </a:r>
            <a:r>
              <a:rPr lang="zh-CN" altLang="en-US" sz="2200" dirty="0">
                <a:solidFill>
                  <a:prstClr val="black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中</a:t>
            </a:r>
            <a:r>
              <a:rPr lang="en-US" altLang="zh-CN" sz="2200" i="1" dirty="0">
                <a:solidFill>
                  <a:prstClr val="black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x</a:t>
            </a:r>
            <a:r>
              <a:rPr lang="zh-CN" altLang="en-US" sz="2200" dirty="0">
                <a:solidFill>
                  <a:prstClr val="black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的</a:t>
            </a:r>
            <a:r>
              <a:rPr lang="zh-CN" altLang="en-US" sz="2200" dirty="0">
                <a:solidFill>
                  <a:srgbClr val="0070C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定值</a:t>
            </a:r>
            <a:r>
              <a:rPr lang="en-US" altLang="zh-CN" sz="2200" i="1" dirty="0">
                <a:solidFill>
                  <a:srgbClr val="0070C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d</a:t>
            </a:r>
            <a:r>
              <a:rPr lang="zh-CN" altLang="en-US" sz="2200" dirty="0">
                <a:solidFill>
                  <a:srgbClr val="0070C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之后有</a:t>
            </a:r>
            <a:r>
              <a:rPr lang="en-US" altLang="zh-CN" sz="2200" i="1" dirty="0">
                <a:solidFill>
                  <a:prstClr val="black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x</a:t>
            </a:r>
            <a:r>
              <a:rPr lang="zh-CN" altLang="en-US" sz="2200" dirty="0">
                <a:solidFill>
                  <a:prstClr val="black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的第一个</a:t>
            </a:r>
            <a:r>
              <a:rPr lang="zh-CN" altLang="en-US" sz="2200" dirty="0">
                <a:solidFill>
                  <a:srgbClr val="0070C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定值</a:t>
            </a:r>
            <a:r>
              <a:rPr lang="en-US" altLang="zh-CN" sz="2200" i="1" dirty="0">
                <a:solidFill>
                  <a:srgbClr val="0070C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d</a:t>
            </a:r>
            <a:r>
              <a:rPr lang="en-US" altLang="zh-CN" sz="2200" i="1" dirty="0">
                <a:solidFill>
                  <a:srgbClr val="0070C0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′</a:t>
            </a:r>
            <a:r>
              <a:rPr lang="zh-CN" altLang="en-US" sz="2200" dirty="0">
                <a:solidFill>
                  <a:prstClr val="black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，</a:t>
            </a:r>
            <a:endParaRPr lang="en-US" altLang="zh-CN" sz="2200" dirty="0">
              <a:solidFill>
                <a:prstClr val="black"/>
              </a:solidFill>
              <a:latin typeface="Times New Roman" panose="02020603050405020304" pitchFamily="18" charset="0"/>
              <a:ea typeface="华文楷体" panose="02010600040101010101" pitchFamily="2" charset="-122"/>
              <a:cs typeface="Times New Roman" panose="02020603050405020304" pitchFamily="18" charset="0"/>
            </a:endParaRPr>
          </a:p>
          <a:p>
            <a:pPr marL="303212" lvl="1" indent="0" eaLnBrk="1" hangingPunct="1">
              <a:lnSpc>
                <a:spcPts val="3000"/>
              </a:lnSpc>
              <a:spcBef>
                <a:spcPct val="20000"/>
              </a:spcBef>
              <a:buSzPct val="100000"/>
              <a:defRPr/>
            </a:pPr>
            <a:r>
              <a:rPr lang="en-US" altLang="zh-CN" sz="2200" dirty="0">
                <a:solidFill>
                  <a:prstClr val="black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    </a:t>
            </a:r>
            <a:r>
              <a:rPr lang="zh-CN" altLang="en-US" sz="2200" dirty="0">
                <a:solidFill>
                  <a:prstClr val="black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则</a:t>
            </a:r>
            <a:r>
              <a:rPr lang="en-US" altLang="zh-CN" sz="2200" i="1" dirty="0">
                <a:solidFill>
                  <a:prstClr val="black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d</a:t>
            </a:r>
            <a:r>
              <a:rPr lang="zh-CN" altLang="en-US" sz="2200" dirty="0">
                <a:solidFill>
                  <a:prstClr val="black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和</a:t>
            </a:r>
            <a:r>
              <a:rPr lang="en-US" altLang="zh-CN" sz="2200" i="1" dirty="0">
                <a:solidFill>
                  <a:prstClr val="black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d</a:t>
            </a:r>
            <a:r>
              <a:rPr lang="en-US" altLang="zh-CN" sz="2200" i="1" dirty="0">
                <a:solidFill>
                  <a:prstClr val="black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′</a:t>
            </a:r>
            <a:r>
              <a:rPr lang="zh-CN" altLang="en-US" sz="2200" dirty="0">
                <a:solidFill>
                  <a:prstClr val="black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之间</a:t>
            </a:r>
            <a:r>
              <a:rPr lang="en-US" altLang="zh-CN" sz="2200" i="1" dirty="0">
                <a:solidFill>
                  <a:prstClr val="black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x</a:t>
            </a:r>
            <a:r>
              <a:rPr lang="zh-CN" altLang="en-US" sz="2200" dirty="0">
                <a:solidFill>
                  <a:prstClr val="black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的所有引用构成</a:t>
            </a:r>
            <a:r>
              <a:rPr lang="en-US" altLang="zh-CN" sz="2200" i="1" dirty="0">
                <a:solidFill>
                  <a:prstClr val="black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d</a:t>
            </a:r>
            <a:r>
              <a:rPr lang="zh-CN" altLang="en-US" sz="2200" dirty="0">
                <a:solidFill>
                  <a:prstClr val="black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的</a:t>
            </a:r>
            <a:r>
              <a:rPr lang="en-US" altLang="zh-CN" sz="2200" i="1" dirty="0">
                <a:solidFill>
                  <a:prstClr val="black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du</a:t>
            </a:r>
            <a:r>
              <a:rPr lang="zh-CN" altLang="en-US" sz="2200" dirty="0">
                <a:solidFill>
                  <a:prstClr val="black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链</a:t>
            </a:r>
          </a:p>
          <a:p>
            <a:pPr marL="574675" lvl="1" indent="-271463" eaLnBrk="1" hangingPunct="1">
              <a:lnSpc>
                <a:spcPts val="3000"/>
              </a:lnSpc>
              <a:spcBef>
                <a:spcPct val="20000"/>
              </a:spcBef>
              <a:buSzPct val="100000"/>
              <a:buFont typeface="Wingdings" panose="05000000000000000000" pitchFamily="2" charset="2"/>
              <a:buChar char="Ø"/>
              <a:defRPr/>
            </a:pPr>
            <a:r>
              <a:rPr lang="zh-CN" altLang="en-US" sz="2200" dirty="0">
                <a:solidFill>
                  <a:prstClr val="black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如果</a:t>
            </a:r>
            <a:r>
              <a:rPr lang="en-US" altLang="zh-CN" sz="2200" i="1" dirty="0">
                <a:solidFill>
                  <a:prstClr val="black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B</a:t>
            </a:r>
            <a:r>
              <a:rPr lang="zh-CN" altLang="en-US" sz="2200" dirty="0">
                <a:solidFill>
                  <a:prstClr val="black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中</a:t>
            </a:r>
            <a:r>
              <a:rPr lang="en-US" altLang="zh-CN" sz="2200" i="1" dirty="0">
                <a:solidFill>
                  <a:prstClr val="black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x</a:t>
            </a:r>
            <a:r>
              <a:rPr lang="zh-CN" altLang="en-US" sz="2200" dirty="0">
                <a:solidFill>
                  <a:prstClr val="black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的定值</a:t>
            </a:r>
            <a:r>
              <a:rPr lang="en-US" altLang="zh-CN" sz="2200" i="1" dirty="0">
                <a:solidFill>
                  <a:prstClr val="black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d</a:t>
            </a:r>
            <a:r>
              <a:rPr lang="zh-CN" altLang="en-US" sz="2200" dirty="0">
                <a:solidFill>
                  <a:prstClr val="black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之后</a:t>
            </a:r>
            <a:r>
              <a:rPr lang="zh-CN" altLang="en-US" sz="2200" dirty="0">
                <a:solidFill>
                  <a:srgbClr val="0070C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没有</a:t>
            </a:r>
            <a:r>
              <a:rPr lang="en-US" altLang="zh-CN" sz="2200" i="1" dirty="0">
                <a:solidFill>
                  <a:srgbClr val="0070C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x</a:t>
            </a:r>
            <a:r>
              <a:rPr lang="zh-CN" altLang="en-US" sz="2200" dirty="0">
                <a:solidFill>
                  <a:srgbClr val="0070C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的新的定值</a:t>
            </a:r>
            <a:r>
              <a:rPr lang="zh-CN" altLang="en-US" sz="2200" dirty="0">
                <a:solidFill>
                  <a:prstClr val="black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，</a:t>
            </a:r>
            <a:endParaRPr lang="en-US" altLang="zh-CN" sz="2200" dirty="0">
              <a:solidFill>
                <a:prstClr val="black"/>
              </a:solidFill>
              <a:latin typeface="Times New Roman" panose="02020603050405020304" pitchFamily="18" charset="0"/>
              <a:ea typeface="华文楷体" panose="02010600040101010101" pitchFamily="2" charset="-122"/>
              <a:cs typeface="Times New Roman" panose="02020603050405020304" pitchFamily="18" charset="0"/>
            </a:endParaRPr>
          </a:p>
          <a:p>
            <a:pPr marL="303212" lvl="1" indent="0" eaLnBrk="1" hangingPunct="1">
              <a:lnSpc>
                <a:spcPts val="3000"/>
              </a:lnSpc>
              <a:spcBef>
                <a:spcPct val="20000"/>
              </a:spcBef>
              <a:buSzPct val="100000"/>
              <a:defRPr/>
            </a:pPr>
            <a:r>
              <a:rPr lang="en-US" altLang="zh-CN" sz="2200" dirty="0">
                <a:solidFill>
                  <a:prstClr val="black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    </a:t>
            </a:r>
            <a:r>
              <a:rPr lang="zh-CN" altLang="en-US" sz="2200" dirty="0">
                <a:solidFill>
                  <a:prstClr val="black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则</a:t>
            </a:r>
            <a:r>
              <a:rPr lang="en-US" altLang="zh-CN" sz="2200" i="1" dirty="0">
                <a:solidFill>
                  <a:prstClr val="black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B</a:t>
            </a:r>
            <a:r>
              <a:rPr lang="zh-CN" altLang="en-US" sz="2200" dirty="0">
                <a:solidFill>
                  <a:prstClr val="black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中</a:t>
            </a:r>
            <a:r>
              <a:rPr lang="en-US" altLang="zh-CN" sz="2200" i="1" dirty="0">
                <a:solidFill>
                  <a:prstClr val="black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d</a:t>
            </a:r>
            <a:r>
              <a:rPr lang="zh-CN" altLang="en-US" sz="2200" dirty="0">
                <a:solidFill>
                  <a:prstClr val="black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之后</a:t>
            </a:r>
            <a:r>
              <a:rPr lang="en-US" altLang="zh-CN" sz="2200" i="1" dirty="0">
                <a:solidFill>
                  <a:prstClr val="black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x</a:t>
            </a:r>
            <a:r>
              <a:rPr lang="zh-CN" altLang="en-US" sz="2200" dirty="0">
                <a:solidFill>
                  <a:prstClr val="black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的所有</a:t>
            </a:r>
            <a:r>
              <a:rPr lang="zh-CN" altLang="en-US" sz="2200" dirty="0">
                <a:solidFill>
                  <a:srgbClr val="0070C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引用</a:t>
            </a:r>
            <a:r>
              <a:rPr lang="zh-CN" altLang="en-US" sz="2200" dirty="0">
                <a:solidFill>
                  <a:prstClr val="black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以及</a:t>
            </a:r>
            <a:r>
              <a:rPr lang="en-US" altLang="zh-CN" sz="2200" i="1" dirty="0">
                <a:solidFill>
                  <a:srgbClr val="0070C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OUT</a:t>
            </a:r>
            <a:r>
              <a:rPr lang="en-US" altLang="zh-CN" sz="2200" dirty="0">
                <a:solidFill>
                  <a:srgbClr val="0070C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[</a:t>
            </a:r>
            <a:r>
              <a:rPr lang="en-US" altLang="zh-CN" sz="2200" i="1" dirty="0">
                <a:solidFill>
                  <a:srgbClr val="0070C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B</a:t>
            </a:r>
            <a:r>
              <a:rPr lang="en-US" altLang="zh-CN" sz="2200" dirty="0">
                <a:solidFill>
                  <a:srgbClr val="0070C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]</a:t>
            </a:r>
            <a:r>
              <a:rPr lang="zh-CN" altLang="en-US" sz="2200" dirty="0">
                <a:solidFill>
                  <a:srgbClr val="0070C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中</a:t>
            </a:r>
            <a:r>
              <a:rPr lang="en-US" altLang="zh-CN" sz="2200" i="1" dirty="0">
                <a:solidFill>
                  <a:srgbClr val="0070C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x</a:t>
            </a:r>
            <a:r>
              <a:rPr lang="zh-CN" altLang="en-US" sz="2200" dirty="0">
                <a:solidFill>
                  <a:prstClr val="black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的</a:t>
            </a:r>
            <a:endParaRPr lang="en-US" altLang="zh-CN" sz="2200" dirty="0">
              <a:solidFill>
                <a:prstClr val="black"/>
              </a:solidFill>
              <a:latin typeface="Times New Roman" panose="02020603050405020304" pitchFamily="18" charset="0"/>
              <a:ea typeface="华文楷体" panose="02010600040101010101" pitchFamily="2" charset="-122"/>
              <a:cs typeface="Times New Roman" panose="02020603050405020304" pitchFamily="18" charset="0"/>
            </a:endParaRPr>
          </a:p>
          <a:p>
            <a:pPr marL="303212" lvl="1" indent="0" eaLnBrk="1" hangingPunct="1">
              <a:lnSpc>
                <a:spcPts val="3000"/>
              </a:lnSpc>
              <a:spcBef>
                <a:spcPct val="20000"/>
              </a:spcBef>
              <a:buSzPct val="100000"/>
              <a:defRPr/>
            </a:pPr>
            <a:r>
              <a:rPr lang="en-US" altLang="zh-CN" sz="2200" dirty="0">
                <a:solidFill>
                  <a:prstClr val="black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    </a:t>
            </a:r>
            <a:r>
              <a:rPr lang="zh-CN" altLang="en-US" sz="2200" dirty="0">
                <a:solidFill>
                  <a:prstClr val="black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所有</a:t>
            </a:r>
            <a:r>
              <a:rPr lang="zh-CN" altLang="en-US" sz="2200" dirty="0">
                <a:solidFill>
                  <a:srgbClr val="0070C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引用</a:t>
            </a:r>
            <a:r>
              <a:rPr lang="zh-CN" altLang="en-US" sz="2200" dirty="0">
                <a:solidFill>
                  <a:prstClr val="black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构成</a:t>
            </a:r>
            <a:r>
              <a:rPr lang="en-US" altLang="zh-CN" sz="2200" i="1" dirty="0">
                <a:solidFill>
                  <a:srgbClr val="0070C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d</a:t>
            </a:r>
            <a:r>
              <a:rPr lang="zh-CN" altLang="en-US" sz="2200" dirty="0">
                <a:solidFill>
                  <a:srgbClr val="0070C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的</a:t>
            </a:r>
            <a:r>
              <a:rPr lang="en-US" altLang="zh-CN" sz="2200" i="1" dirty="0">
                <a:solidFill>
                  <a:srgbClr val="0070C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du</a:t>
            </a:r>
            <a:r>
              <a:rPr lang="zh-CN" altLang="en-US" sz="2200" dirty="0">
                <a:solidFill>
                  <a:srgbClr val="0070C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链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691203" name="Rectangle 3">
                <a:extLst>
                  <a:ext uri="{FF2B5EF4-FFF2-40B4-BE49-F238E27FC236}">
                    <a16:creationId xmlns:a16="http://schemas.microsoft.com/office/drawing/2014/main" id="{836A336F-2867-438A-9C08-B8E0B3CCFEFF}"/>
                  </a:ext>
                </a:extLst>
              </p:cNvPr>
              <p:cNvSpPr>
                <a:spLocks noGrp="1" noChangeArrowheads="1"/>
              </p:cNvSpPr>
              <p:nvPr>
                <p:ph idx="1"/>
              </p:nvPr>
            </p:nvSpPr>
            <p:spPr bwMode="auto">
              <a:xfrm>
                <a:off x="4063951" y="2482419"/>
                <a:ext cx="4574802" cy="2537603"/>
              </a:xfrm>
              <a:noFill/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numCol="1" anchor="t" anchorCtr="0" compatLnSpc="1">
                <a:prstTxWarp prst="textNoShape">
                  <a:avLst/>
                </a:prstTxWarp>
              </a:bodyPr>
              <a:lstStyle/>
              <a:p>
                <a:pPr eaLnBrk="1" hangingPunct="1"/>
                <a:r>
                  <a:rPr lang="en-US" altLang="zh-CN" sz="2000" b="1" i="1" dirty="0">
                    <a:solidFill>
                      <a:schemeClr val="tx1"/>
                    </a:solidFill>
                    <a:ea typeface="宋体" panose="02010600030101010101" pitchFamily="2" charset="-122"/>
                    <a:cs typeface="楷体_GB2312" charset="0"/>
                  </a:rPr>
                  <a:t>i</a:t>
                </a:r>
                <a:r>
                  <a:rPr lang="zh-CN" altLang="en-US" sz="2000" b="1" dirty="0">
                    <a:latin typeface="华文楷体" panose="02010600040101010101" pitchFamily="2" charset="-122"/>
                    <a:ea typeface="华文楷体" panose="02010600040101010101" pitchFamily="2" charset="-122"/>
                    <a:cs typeface="楷体_GB2312" charset="0"/>
                  </a:rPr>
                  <a:t>在定值点</a:t>
                </a:r>
                <a:r>
                  <a:rPr lang="en-US" altLang="zh-CN" sz="2000" b="1" i="1" dirty="0">
                    <a:ea typeface="宋体" panose="02010600030101010101" pitchFamily="2" charset="-122"/>
                    <a:cs typeface="楷体_GB2312" charset="0"/>
                  </a:rPr>
                  <a:t>d</a:t>
                </a:r>
                <a:r>
                  <a:rPr lang="en-US" altLang="zh-CN" sz="2000" b="1" baseline="-25000" dirty="0">
                    <a:ea typeface="宋体" panose="02010600030101010101" pitchFamily="2" charset="-122"/>
                    <a:cs typeface="楷体_GB2312" charset="0"/>
                  </a:rPr>
                  <a:t>1</a:t>
                </a:r>
                <a:r>
                  <a:rPr lang="zh-CN" altLang="en-US" sz="2000" b="1" dirty="0">
                    <a:latin typeface="华文楷体" panose="02010600040101010101" pitchFamily="2" charset="-122"/>
                    <a:ea typeface="华文楷体" panose="02010600040101010101" pitchFamily="2" charset="-122"/>
                    <a:cs typeface="楷体_GB2312" charset="0"/>
                  </a:rPr>
                  <a:t>的</a:t>
                </a:r>
                <a:r>
                  <a:rPr lang="en-US" altLang="zh-CN" sz="2000" b="1" i="1" dirty="0">
                    <a:ea typeface="宋体" panose="02010600030101010101" pitchFamily="2" charset="-122"/>
                    <a:cs typeface="楷体_GB2312" charset="0"/>
                  </a:rPr>
                  <a:t> DU</a:t>
                </a:r>
                <a:r>
                  <a:rPr lang="zh-CN" altLang="en-US" sz="2000" b="1" dirty="0">
                    <a:latin typeface="华文楷体" panose="02010600040101010101" pitchFamily="2" charset="-122"/>
                    <a:ea typeface="华文楷体" panose="02010600040101010101" pitchFamily="2" charset="-122"/>
                    <a:cs typeface="楷体_GB2312" charset="0"/>
                  </a:rPr>
                  <a:t>链为</a:t>
                </a:r>
                <a:r>
                  <a:rPr lang="en-US" altLang="zh-CN" sz="2000" b="1" dirty="0">
                    <a:latin typeface="华文楷体" panose="02010600040101010101" pitchFamily="2" charset="-122"/>
                    <a:ea typeface="华文楷体" panose="02010600040101010101" pitchFamily="2" charset="-122"/>
                    <a:cs typeface="楷体_GB2312" charset="0"/>
                  </a:rPr>
                  <a:t>: </a:t>
                </a:r>
                <a:r>
                  <a:rPr lang="en-US" altLang="zh-CN" sz="2000" b="1" dirty="0">
                    <a:ea typeface="宋体" panose="02010600030101010101" pitchFamily="2" charset="-122"/>
                    <a:cs typeface="楷体_GB2312" charset="0"/>
                  </a:rPr>
                  <a:t>{ </a:t>
                </a:r>
                <a:r>
                  <a:rPr lang="en-US" altLang="zh-CN" sz="2000" b="1" i="1" dirty="0">
                    <a:ea typeface="宋体" panose="02010600030101010101" pitchFamily="2" charset="-122"/>
                    <a:cs typeface="楷体_GB2312" charset="0"/>
                  </a:rPr>
                  <a:t>d</a:t>
                </a:r>
                <a:r>
                  <a:rPr lang="en-US" altLang="zh-CN" sz="2000" b="1" baseline="-25000" dirty="0">
                    <a:ea typeface="宋体" panose="02010600030101010101" pitchFamily="2" charset="-122"/>
                    <a:cs typeface="楷体_GB2312" charset="0"/>
                  </a:rPr>
                  <a:t>2 </a:t>
                </a:r>
                <a:r>
                  <a:rPr lang="en-US" altLang="zh-CN" sz="2000" b="1" dirty="0">
                    <a:ea typeface="宋体" panose="02010600030101010101" pitchFamily="2" charset="-122"/>
                    <a:cs typeface="楷体_GB2312" charset="0"/>
                  </a:rPr>
                  <a:t>}</a:t>
                </a:r>
                <a:endParaRPr lang="en-US" altLang="zh-CN" sz="2000" b="1" dirty="0">
                  <a:solidFill>
                    <a:schemeClr val="tx1"/>
                  </a:solidFill>
                  <a:cs typeface="楷体_GB2312" charset="0"/>
                </a:endParaRPr>
              </a:p>
              <a:p>
                <a:pPr eaLnBrk="1" hangingPunct="1"/>
                <a:r>
                  <a:rPr lang="en-US" altLang="zh-CN" sz="2000" b="1" i="1" dirty="0">
                    <a:ea typeface="宋体" panose="02010600030101010101" pitchFamily="2" charset="-122"/>
                    <a:cs typeface="楷体_GB2312" charset="0"/>
                  </a:rPr>
                  <a:t>j</a:t>
                </a:r>
                <a:r>
                  <a:rPr lang="zh-CN" altLang="en-US" sz="2000" b="1" dirty="0">
                    <a:latin typeface="华文楷体" panose="02010600040101010101" pitchFamily="2" charset="-122"/>
                    <a:cs typeface="楷体_GB2312" charset="0"/>
                  </a:rPr>
                  <a:t>在定值点</a:t>
                </a:r>
                <a:r>
                  <a:rPr lang="en-US" altLang="zh-CN" sz="2000" b="1" i="1" dirty="0">
                    <a:ea typeface="宋体" panose="02010600030101010101" pitchFamily="2" charset="-122"/>
                    <a:cs typeface="楷体_GB2312" charset="0"/>
                  </a:rPr>
                  <a:t>d</a:t>
                </a:r>
                <a:r>
                  <a:rPr lang="en-US" altLang="zh-CN" sz="2000" b="1" baseline="-25000" dirty="0">
                    <a:ea typeface="宋体" panose="02010600030101010101" pitchFamily="2" charset="-122"/>
                    <a:cs typeface="楷体_GB2312" charset="0"/>
                  </a:rPr>
                  <a:t>2</a:t>
                </a:r>
                <a:r>
                  <a:rPr lang="zh-CN" altLang="en-US" sz="2000" b="1" dirty="0">
                    <a:latin typeface="华文楷体" panose="02010600040101010101" pitchFamily="2" charset="-122"/>
                    <a:cs typeface="楷体_GB2312" charset="0"/>
                  </a:rPr>
                  <a:t>的</a:t>
                </a:r>
                <a:r>
                  <a:rPr lang="en-US" altLang="zh-CN" sz="2000" b="1" i="1" dirty="0">
                    <a:ea typeface="宋体" panose="02010600030101010101" pitchFamily="2" charset="-122"/>
                    <a:cs typeface="楷体_GB2312" charset="0"/>
                  </a:rPr>
                  <a:t> DU</a:t>
                </a:r>
                <a:r>
                  <a:rPr lang="zh-CN" altLang="en-US" sz="2000" b="1" dirty="0">
                    <a:latin typeface="华文楷体" panose="02010600040101010101" pitchFamily="2" charset="-122"/>
                    <a:cs typeface="楷体_GB2312" charset="0"/>
                  </a:rPr>
                  <a:t>链为</a:t>
                </a:r>
                <a:r>
                  <a:rPr lang="en-US" altLang="zh-CN" sz="2000" b="1" dirty="0">
                    <a:latin typeface="华文楷体" panose="02010600040101010101" pitchFamily="2" charset="-122"/>
                    <a:cs typeface="楷体_GB2312" charset="0"/>
                  </a:rPr>
                  <a:t>: </a:t>
                </a:r>
                <a:r>
                  <a:rPr lang="en-US" altLang="zh-CN" sz="2000" b="1" dirty="0">
                    <a:ea typeface="宋体" panose="02010600030101010101" pitchFamily="2" charset="-122"/>
                    <a:cs typeface="楷体_GB2312" charset="0"/>
                  </a:rPr>
                  <a:t>{ </a:t>
                </a:r>
                <a:r>
                  <a:rPr lang="en-US" altLang="zh-CN" sz="2000" b="1" i="1" dirty="0">
                    <a:ea typeface="宋体" panose="02010600030101010101" pitchFamily="2" charset="-122"/>
                    <a:cs typeface="楷体_GB2312" charset="0"/>
                  </a:rPr>
                  <a:t>d</a:t>
                </a:r>
                <a:r>
                  <a:rPr lang="en-US" altLang="zh-CN" sz="2000" b="1" baseline="-25000" dirty="0">
                    <a:ea typeface="宋体" panose="02010600030101010101" pitchFamily="2" charset="-122"/>
                    <a:cs typeface="楷体_GB2312" charset="0"/>
                  </a:rPr>
                  <a:t>5</a:t>
                </a:r>
                <a:r>
                  <a:rPr lang="en-US" altLang="zh-CN" sz="2000" b="1" dirty="0">
                    <a:ea typeface="宋体" panose="02010600030101010101" pitchFamily="2" charset="-122"/>
                    <a:cs typeface="楷体_GB2312" charset="0"/>
                  </a:rPr>
                  <a:t> }</a:t>
                </a:r>
                <a:endParaRPr lang="en-US" altLang="zh-CN" sz="700" b="1" i="1" dirty="0">
                  <a:solidFill>
                    <a:schemeClr val="tx1"/>
                  </a:solidFill>
                  <a:ea typeface="宋体" panose="02010600030101010101" pitchFamily="2" charset="-122"/>
                </a:endParaRPr>
              </a:p>
              <a:p>
                <a:pPr eaLnBrk="1" hangingPunct="1"/>
                <a:r>
                  <a:rPr lang="en-US" altLang="zh-CN" sz="2000" b="1" i="1" dirty="0" err="1">
                    <a:ea typeface="宋体" panose="02010600030101010101" pitchFamily="2" charset="-122"/>
                    <a:cs typeface="楷体_GB2312" charset="0"/>
                  </a:rPr>
                  <a:t>i</a:t>
                </a:r>
                <a:r>
                  <a:rPr lang="zh-CN" altLang="en-US" sz="2000" b="1" dirty="0">
                    <a:latin typeface="华文楷体" panose="02010600040101010101" pitchFamily="2" charset="-122"/>
                    <a:cs typeface="楷体_GB2312" charset="0"/>
                  </a:rPr>
                  <a:t>在定值点</a:t>
                </a:r>
                <a:r>
                  <a:rPr lang="en-US" altLang="zh-CN" sz="2000" b="1" i="1" dirty="0">
                    <a:ea typeface="宋体" panose="02010600030101010101" pitchFamily="2" charset="-122"/>
                    <a:cs typeface="楷体_GB2312" charset="0"/>
                  </a:rPr>
                  <a:t>d</a:t>
                </a:r>
                <a:r>
                  <a:rPr lang="en-US" altLang="zh-CN" sz="2000" b="1" baseline="-25000" dirty="0">
                    <a:ea typeface="宋体" panose="02010600030101010101" pitchFamily="2" charset="-122"/>
                    <a:cs typeface="楷体_GB2312" charset="0"/>
                  </a:rPr>
                  <a:t>3</a:t>
                </a:r>
                <a:r>
                  <a:rPr lang="zh-CN" altLang="en-US" sz="2000" b="1" dirty="0">
                    <a:latin typeface="华文楷体" panose="02010600040101010101" pitchFamily="2" charset="-122"/>
                    <a:cs typeface="楷体_GB2312" charset="0"/>
                  </a:rPr>
                  <a:t>的</a:t>
                </a:r>
                <a:r>
                  <a:rPr lang="en-US" altLang="zh-CN" sz="2000" b="1" i="1" dirty="0">
                    <a:ea typeface="宋体" panose="02010600030101010101" pitchFamily="2" charset="-122"/>
                    <a:cs typeface="楷体_GB2312" charset="0"/>
                  </a:rPr>
                  <a:t> DU</a:t>
                </a:r>
                <a:r>
                  <a:rPr lang="zh-CN" altLang="en-US" sz="2000" b="1" dirty="0">
                    <a:latin typeface="华文楷体" panose="02010600040101010101" pitchFamily="2" charset="-122"/>
                    <a:cs typeface="楷体_GB2312" charset="0"/>
                  </a:rPr>
                  <a:t>链为</a:t>
                </a:r>
                <a:r>
                  <a:rPr lang="en-US" altLang="zh-CN" sz="2000" b="1" dirty="0">
                    <a:latin typeface="华文楷体" panose="02010600040101010101" pitchFamily="2" charset="-122"/>
                    <a:cs typeface="楷体_GB2312" charset="0"/>
                  </a:rPr>
                  <a:t>: </a:t>
                </a:r>
                <a:r>
                  <a:rPr lang="en-US" altLang="zh-CN" sz="2000" b="1" dirty="0">
                    <a:ea typeface="宋体" panose="02010600030101010101" pitchFamily="2" charset="-122"/>
                    <a:cs typeface="楷体_GB2312" charset="0"/>
                  </a:rPr>
                  <a:t>{ </a:t>
                </a:r>
                <a:r>
                  <a:rPr lang="en-US" altLang="zh-CN" sz="2000" b="1" i="1" dirty="0">
                    <a:ea typeface="宋体" panose="02010600030101010101" pitchFamily="2" charset="-122"/>
                    <a:cs typeface="楷体_GB2312" charset="0"/>
                  </a:rPr>
                  <a:t>d</a:t>
                </a:r>
                <a:r>
                  <a:rPr lang="en-US" altLang="zh-CN" sz="2000" b="1" baseline="-25000" dirty="0">
                    <a:ea typeface="宋体" panose="02010600030101010101" pitchFamily="2" charset="-122"/>
                    <a:cs typeface="楷体_GB2312" charset="0"/>
                  </a:rPr>
                  <a:t>4</a:t>
                </a:r>
                <a:r>
                  <a:rPr lang="en-US" altLang="zh-CN" sz="2000" b="1" dirty="0">
                    <a:ea typeface="宋体" panose="02010600030101010101" pitchFamily="2" charset="-122"/>
                    <a:cs typeface="楷体_GB2312" charset="0"/>
                  </a:rPr>
                  <a:t> }</a:t>
                </a:r>
                <a:endParaRPr lang="en-US" altLang="zh-CN" sz="700" b="1" i="1" dirty="0">
                  <a:ea typeface="宋体" panose="02010600030101010101" pitchFamily="2" charset="-122"/>
                </a:endParaRPr>
              </a:p>
              <a:p>
                <a:pPr eaLnBrk="1" hangingPunct="1"/>
                <a:r>
                  <a:rPr lang="en-US" altLang="zh-CN" sz="2000" b="1" i="1" dirty="0" err="1">
                    <a:ea typeface="宋体" panose="02010600030101010101" pitchFamily="2" charset="-122"/>
                    <a:cs typeface="楷体_GB2312" charset="0"/>
                  </a:rPr>
                  <a:t>i</a:t>
                </a:r>
                <a:r>
                  <a:rPr lang="zh-CN" altLang="en-US" sz="2000" b="1" dirty="0">
                    <a:latin typeface="华文楷体" panose="02010600040101010101" pitchFamily="2" charset="-122"/>
                    <a:cs typeface="楷体_GB2312" charset="0"/>
                  </a:rPr>
                  <a:t>在定值点</a:t>
                </a:r>
                <a:r>
                  <a:rPr lang="en-US" altLang="zh-CN" sz="2000" b="1" i="1" dirty="0">
                    <a:ea typeface="宋体" panose="02010600030101010101" pitchFamily="2" charset="-122"/>
                    <a:cs typeface="楷体_GB2312" charset="0"/>
                  </a:rPr>
                  <a:t>d</a:t>
                </a:r>
                <a:r>
                  <a:rPr lang="en-US" altLang="zh-CN" sz="2000" b="1" baseline="-25000" dirty="0">
                    <a:ea typeface="宋体" panose="02010600030101010101" pitchFamily="2" charset="-122"/>
                    <a:cs typeface="楷体_GB2312" charset="0"/>
                  </a:rPr>
                  <a:t>4</a:t>
                </a:r>
                <a:r>
                  <a:rPr lang="zh-CN" altLang="en-US" sz="2000" b="1" dirty="0">
                    <a:latin typeface="华文楷体" panose="02010600040101010101" pitchFamily="2" charset="-122"/>
                    <a:cs typeface="楷体_GB2312" charset="0"/>
                  </a:rPr>
                  <a:t>的</a:t>
                </a:r>
                <a:r>
                  <a:rPr lang="en-US" altLang="zh-CN" sz="2000" b="1" i="1" dirty="0">
                    <a:ea typeface="宋体" panose="02010600030101010101" pitchFamily="2" charset="-122"/>
                    <a:cs typeface="楷体_GB2312" charset="0"/>
                  </a:rPr>
                  <a:t> DU</a:t>
                </a:r>
                <a:r>
                  <a:rPr lang="zh-CN" altLang="en-US" sz="2000" b="1" dirty="0">
                    <a:latin typeface="华文楷体" panose="02010600040101010101" pitchFamily="2" charset="-122"/>
                    <a:cs typeface="楷体_GB2312" charset="0"/>
                  </a:rPr>
                  <a:t>链为</a:t>
                </a:r>
                <a:r>
                  <a:rPr lang="en-US" altLang="zh-CN" sz="2000" b="1" dirty="0">
                    <a:latin typeface="华文楷体" panose="02010600040101010101" pitchFamily="2" charset="-122"/>
                    <a:cs typeface="楷体_GB2312" charset="0"/>
                  </a:rPr>
                  <a:t>: </a:t>
                </a:r>
                <a:r>
                  <a:rPr lang="en-US" altLang="zh-CN" sz="2000" b="1" dirty="0">
                    <a:ea typeface="宋体" panose="02010600030101010101" pitchFamily="2" charset="-122"/>
                    <a:cs typeface="楷体_GB231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sz="2000" b="1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楷体_GB2312" charset="0"/>
                      </a:rPr>
                      <m:t>∅</m:t>
                    </m:r>
                  </m:oMath>
                </a14:m>
                <a:endParaRPr lang="en-US" altLang="zh-CN" sz="700" b="1" i="1" dirty="0">
                  <a:solidFill>
                    <a:schemeClr val="tx1"/>
                  </a:solidFill>
                  <a:ea typeface="宋体" panose="02010600030101010101" pitchFamily="2" charset="-122"/>
                </a:endParaRPr>
              </a:p>
              <a:p>
                <a:pPr eaLnBrk="1" hangingPunct="1"/>
                <a:r>
                  <a:rPr lang="en-US" altLang="zh-CN" sz="2000" b="1" i="1" dirty="0">
                    <a:ea typeface="宋体" panose="02010600030101010101" pitchFamily="2" charset="-122"/>
                    <a:cs typeface="楷体_GB2312" charset="0"/>
                  </a:rPr>
                  <a:t>j</a:t>
                </a:r>
                <a:r>
                  <a:rPr lang="zh-CN" altLang="en-US" sz="2000" b="1" dirty="0">
                    <a:latin typeface="华文楷体" panose="02010600040101010101" pitchFamily="2" charset="-122"/>
                    <a:cs typeface="楷体_GB2312" charset="0"/>
                  </a:rPr>
                  <a:t>在定值点</a:t>
                </a:r>
                <a:r>
                  <a:rPr lang="en-US" altLang="zh-CN" sz="2000" b="1" i="1" dirty="0">
                    <a:ea typeface="宋体" panose="02010600030101010101" pitchFamily="2" charset="-122"/>
                    <a:cs typeface="楷体_GB2312" charset="0"/>
                  </a:rPr>
                  <a:t>d</a:t>
                </a:r>
                <a:r>
                  <a:rPr lang="en-US" altLang="zh-CN" sz="2000" b="1" baseline="-25000" dirty="0">
                    <a:ea typeface="宋体" panose="02010600030101010101" pitchFamily="2" charset="-122"/>
                    <a:cs typeface="楷体_GB2312" charset="0"/>
                  </a:rPr>
                  <a:t>5</a:t>
                </a:r>
                <a:r>
                  <a:rPr lang="zh-CN" altLang="en-US" sz="2000" b="1" dirty="0">
                    <a:latin typeface="华文楷体" panose="02010600040101010101" pitchFamily="2" charset="-122"/>
                    <a:cs typeface="楷体_GB2312" charset="0"/>
                  </a:rPr>
                  <a:t>的</a:t>
                </a:r>
                <a:r>
                  <a:rPr lang="en-US" altLang="zh-CN" sz="2000" b="1" i="1" dirty="0">
                    <a:ea typeface="宋体" panose="02010600030101010101" pitchFamily="2" charset="-122"/>
                    <a:cs typeface="楷体_GB2312" charset="0"/>
                  </a:rPr>
                  <a:t> DU</a:t>
                </a:r>
                <a:r>
                  <a:rPr lang="zh-CN" altLang="en-US" sz="2000" b="1" dirty="0">
                    <a:latin typeface="华文楷体" panose="02010600040101010101" pitchFamily="2" charset="-122"/>
                    <a:cs typeface="楷体_GB2312" charset="0"/>
                  </a:rPr>
                  <a:t>链为</a:t>
                </a:r>
                <a:r>
                  <a:rPr lang="en-US" altLang="zh-CN" sz="2000" b="1" dirty="0">
                    <a:latin typeface="华文楷体" panose="02010600040101010101" pitchFamily="2" charset="-122"/>
                    <a:cs typeface="楷体_GB2312" charset="0"/>
                  </a:rPr>
                  <a:t>: </a:t>
                </a:r>
                <a:r>
                  <a:rPr lang="en-US" altLang="zh-CN" sz="2000" b="1" dirty="0">
                    <a:ea typeface="宋体" panose="02010600030101010101" pitchFamily="2" charset="-122"/>
                    <a:cs typeface="楷体_GB2312" charset="0"/>
                  </a:rPr>
                  <a:t>{ </a:t>
                </a:r>
                <a:r>
                  <a:rPr lang="en-US" altLang="zh-CN" sz="2000" b="1" i="1" dirty="0">
                    <a:ea typeface="宋体" panose="02010600030101010101" pitchFamily="2" charset="-122"/>
                    <a:cs typeface="楷体_GB2312" charset="0"/>
                  </a:rPr>
                  <a:t>d</a:t>
                </a:r>
                <a:r>
                  <a:rPr lang="en-US" altLang="zh-CN" sz="2000" b="1" baseline="-25000" dirty="0">
                    <a:ea typeface="宋体" panose="02010600030101010101" pitchFamily="2" charset="-122"/>
                    <a:cs typeface="楷体_GB2312" charset="0"/>
                  </a:rPr>
                  <a:t>5</a:t>
                </a:r>
                <a:r>
                  <a:rPr lang="en-US" altLang="zh-CN" sz="2000" b="1" dirty="0">
                    <a:ea typeface="宋体" panose="02010600030101010101" pitchFamily="2" charset="-122"/>
                    <a:cs typeface="楷体_GB2312" charset="0"/>
                  </a:rPr>
                  <a:t> }</a:t>
                </a:r>
                <a:endParaRPr lang="en-US" altLang="zh-CN" sz="700" b="1" i="1" dirty="0">
                  <a:ea typeface="宋体" panose="02010600030101010101" pitchFamily="2" charset="-122"/>
                </a:endParaRPr>
              </a:p>
              <a:p>
                <a:pPr eaLnBrk="1" hangingPunct="1"/>
                <a:r>
                  <a:rPr lang="en-US" altLang="zh-CN" sz="2000" b="1" i="1" dirty="0">
                    <a:ea typeface="宋体" panose="02010600030101010101" pitchFamily="2" charset="-122"/>
                    <a:cs typeface="楷体_GB2312" charset="0"/>
                  </a:rPr>
                  <a:t>a</a:t>
                </a:r>
                <a:r>
                  <a:rPr lang="zh-CN" altLang="en-US" sz="2000" b="1" dirty="0">
                    <a:latin typeface="华文楷体" panose="02010600040101010101" pitchFamily="2" charset="-122"/>
                    <a:cs typeface="楷体_GB2312" charset="0"/>
                  </a:rPr>
                  <a:t>在定值点</a:t>
                </a:r>
                <a:r>
                  <a:rPr lang="en-US" altLang="zh-CN" sz="2000" b="1" i="1" dirty="0">
                    <a:ea typeface="宋体" panose="02010600030101010101" pitchFamily="2" charset="-122"/>
                    <a:cs typeface="楷体_GB2312" charset="0"/>
                  </a:rPr>
                  <a:t>d</a:t>
                </a:r>
                <a:r>
                  <a:rPr lang="en-US" altLang="zh-CN" sz="2000" b="1" baseline="-25000" dirty="0">
                    <a:ea typeface="宋体" panose="02010600030101010101" pitchFamily="2" charset="-122"/>
                    <a:cs typeface="楷体_GB2312" charset="0"/>
                  </a:rPr>
                  <a:t>6</a:t>
                </a:r>
                <a:r>
                  <a:rPr lang="zh-CN" altLang="en-US" sz="2000" b="1" dirty="0">
                    <a:latin typeface="华文楷体" panose="02010600040101010101" pitchFamily="2" charset="-122"/>
                    <a:cs typeface="楷体_GB2312" charset="0"/>
                  </a:rPr>
                  <a:t>的</a:t>
                </a:r>
                <a:r>
                  <a:rPr lang="en-US" altLang="zh-CN" sz="2000" b="1" i="1" dirty="0">
                    <a:ea typeface="宋体" panose="02010600030101010101" pitchFamily="2" charset="-122"/>
                    <a:cs typeface="楷体_GB2312" charset="0"/>
                  </a:rPr>
                  <a:t> DU</a:t>
                </a:r>
                <a:r>
                  <a:rPr lang="zh-CN" altLang="en-US" sz="2000" b="1" dirty="0">
                    <a:latin typeface="华文楷体" panose="02010600040101010101" pitchFamily="2" charset="-122"/>
                    <a:cs typeface="楷体_GB2312" charset="0"/>
                  </a:rPr>
                  <a:t>链为</a:t>
                </a:r>
                <a:r>
                  <a:rPr lang="en-US" altLang="zh-CN" sz="2000" b="1" dirty="0">
                    <a:latin typeface="华文楷体" panose="02010600040101010101" pitchFamily="2" charset="-122"/>
                    <a:cs typeface="楷体_GB2312" charset="0"/>
                  </a:rPr>
                  <a:t>: </a:t>
                </a:r>
                <a14:m>
                  <m:oMath xmlns:m="http://schemas.openxmlformats.org/officeDocument/2006/math">
                    <m:r>
                      <a:rPr lang="en-US" altLang="zh-CN" sz="2000" b="1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楷体_GB2312" charset="0"/>
                      </a:rPr>
                      <m:t>∅</m:t>
                    </m:r>
                  </m:oMath>
                </a14:m>
                <a:endParaRPr lang="en-US" altLang="zh-CN" sz="700" b="1" i="1" dirty="0">
                  <a:solidFill>
                    <a:schemeClr val="tx1"/>
                  </a:solidFill>
                  <a:ea typeface="宋体" panose="02010600030101010101" pitchFamily="2" charset="-122"/>
                </a:endParaRPr>
              </a:p>
              <a:p>
                <a:pPr eaLnBrk="1" hangingPunct="1"/>
                <a:r>
                  <a:rPr lang="en-US" altLang="zh-CN" sz="2000" b="1" i="1" dirty="0" err="1">
                    <a:ea typeface="宋体" panose="02010600030101010101" pitchFamily="2" charset="-122"/>
                    <a:cs typeface="楷体_GB2312" charset="0"/>
                  </a:rPr>
                  <a:t>i</a:t>
                </a:r>
                <a:r>
                  <a:rPr lang="zh-CN" altLang="en-US" sz="2000" b="1" dirty="0">
                    <a:latin typeface="华文楷体" panose="02010600040101010101" pitchFamily="2" charset="-122"/>
                    <a:cs typeface="楷体_GB2312" charset="0"/>
                  </a:rPr>
                  <a:t>在定值点</a:t>
                </a:r>
                <a:r>
                  <a:rPr lang="en-US" altLang="zh-CN" sz="2000" b="1" i="1" dirty="0">
                    <a:ea typeface="宋体" panose="02010600030101010101" pitchFamily="2" charset="-122"/>
                    <a:cs typeface="楷体_GB2312" charset="0"/>
                  </a:rPr>
                  <a:t>d</a:t>
                </a:r>
                <a:r>
                  <a:rPr lang="en-US" altLang="zh-CN" sz="2000" b="1" baseline="-25000" dirty="0">
                    <a:ea typeface="宋体" panose="02010600030101010101" pitchFamily="2" charset="-122"/>
                    <a:cs typeface="楷体_GB2312" charset="0"/>
                  </a:rPr>
                  <a:t>7</a:t>
                </a:r>
                <a:r>
                  <a:rPr lang="zh-CN" altLang="en-US" sz="2000" b="1" dirty="0">
                    <a:latin typeface="华文楷体" panose="02010600040101010101" pitchFamily="2" charset="-122"/>
                    <a:cs typeface="楷体_GB2312" charset="0"/>
                  </a:rPr>
                  <a:t>的</a:t>
                </a:r>
                <a:r>
                  <a:rPr lang="en-US" altLang="zh-CN" sz="2000" b="1" i="1" dirty="0">
                    <a:ea typeface="宋体" panose="02010600030101010101" pitchFamily="2" charset="-122"/>
                    <a:cs typeface="楷体_GB2312" charset="0"/>
                  </a:rPr>
                  <a:t> DU</a:t>
                </a:r>
                <a:r>
                  <a:rPr lang="zh-CN" altLang="en-US" sz="2000" b="1" dirty="0">
                    <a:latin typeface="华文楷体" panose="02010600040101010101" pitchFamily="2" charset="-122"/>
                    <a:cs typeface="楷体_GB2312" charset="0"/>
                  </a:rPr>
                  <a:t>链为</a:t>
                </a:r>
                <a:r>
                  <a:rPr lang="en-US" altLang="zh-CN" sz="2000" b="1" dirty="0">
                    <a:latin typeface="华文楷体" panose="02010600040101010101" pitchFamily="2" charset="-122"/>
                    <a:cs typeface="楷体_GB2312" charset="0"/>
                  </a:rPr>
                  <a:t>: </a:t>
                </a:r>
                <a:r>
                  <a:rPr lang="en-US" altLang="zh-CN" sz="2000" b="1" dirty="0">
                    <a:ea typeface="宋体" panose="02010600030101010101" pitchFamily="2" charset="-122"/>
                    <a:cs typeface="楷体_GB2312" charset="0"/>
                  </a:rPr>
                  <a:t>{ </a:t>
                </a:r>
                <a:r>
                  <a:rPr lang="en-US" altLang="zh-CN" sz="2000" b="1" i="1" dirty="0">
                    <a:ea typeface="宋体" panose="02010600030101010101" pitchFamily="2" charset="-122"/>
                    <a:cs typeface="楷体_GB2312" charset="0"/>
                  </a:rPr>
                  <a:t>d</a:t>
                </a:r>
                <a:r>
                  <a:rPr lang="en-US" altLang="zh-CN" sz="2000" b="1" baseline="-25000" dirty="0">
                    <a:ea typeface="宋体" panose="02010600030101010101" pitchFamily="2" charset="-122"/>
                    <a:cs typeface="楷体_GB2312" charset="0"/>
                  </a:rPr>
                  <a:t>4</a:t>
                </a:r>
                <a:r>
                  <a:rPr lang="en-US" altLang="zh-CN" sz="2000" b="1" dirty="0">
                    <a:ea typeface="宋体" panose="02010600030101010101" pitchFamily="2" charset="-122"/>
                    <a:cs typeface="楷体_GB2312" charset="0"/>
                  </a:rPr>
                  <a:t> }</a:t>
                </a:r>
                <a:endParaRPr lang="en-US" altLang="zh-CN" sz="700" b="1" i="1" dirty="0">
                  <a:ea typeface="宋体" panose="02010600030101010101" pitchFamily="2" charset="-122"/>
                </a:endParaRPr>
              </a:p>
            </p:txBody>
          </p:sp>
        </mc:Choice>
        <mc:Fallback xmlns="">
          <p:sp>
            <p:nvSpPr>
              <p:cNvPr id="691203" name="Rectangle 3">
                <a:extLst>
                  <a:ext uri="{FF2B5EF4-FFF2-40B4-BE49-F238E27FC236}">
                    <a16:creationId xmlns:a16="http://schemas.microsoft.com/office/drawing/2014/main" id="{836A336F-2867-438A-9C08-B8E0B3CCFEF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 bwMode="auto">
              <a:xfrm>
                <a:off x="4063951" y="2482419"/>
                <a:ext cx="4574802" cy="2537603"/>
              </a:xfrm>
              <a:blipFill>
                <a:blip r:embed="rId3"/>
                <a:stretch>
                  <a:fillRect l="-1733" t="-1923" b="-6250"/>
                </a:stretch>
              </a:blipFill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7939" name="Rectangle 2">
            <a:extLst>
              <a:ext uri="{FF2B5EF4-FFF2-40B4-BE49-F238E27FC236}">
                <a16:creationId xmlns:a16="http://schemas.microsoft.com/office/drawing/2014/main" id="{B2FB366D-98DB-48D5-A635-7B80CFC721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dirty="0">
                <a:latin typeface="微软雅黑" panose="020B0503020204020204" pitchFamily="34" charset="-122"/>
              </a:rPr>
              <a:t>定值</a:t>
            </a:r>
            <a:r>
              <a:rPr lang="en-US" altLang="zh-CN" dirty="0">
                <a:latin typeface="微软雅黑" panose="020B0503020204020204" pitchFamily="34" charset="-122"/>
              </a:rPr>
              <a:t>-</a:t>
            </a:r>
            <a:r>
              <a:rPr lang="zh-CN" altLang="en-US" dirty="0">
                <a:latin typeface="微软雅黑" panose="020B0503020204020204" pitchFamily="34" charset="-122"/>
              </a:rPr>
              <a:t>引用链</a:t>
            </a:r>
            <a:r>
              <a:rPr lang="en-US" altLang="zh-CN" dirty="0">
                <a:latin typeface="微软雅黑" panose="020B0503020204020204" pitchFamily="34" charset="-122"/>
              </a:rPr>
              <a:t> </a:t>
            </a:r>
            <a:r>
              <a:rPr lang="en-US" altLang="zh-CN" dirty="0">
                <a:ea typeface="楷体_GB2312" charset="0"/>
              </a:rPr>
              <a:t>(</a:t>
            </a:r>
            <a:r>
              <a:rPr lang="en-US" altLang="zh-CN" i="1" dirty="0">
                <a:ea typeface="楷体_GB2312" charset="0"/>
              </a:rPr>
              <a:t>Definition-Use Chains</a:t>
            </a:r>
            <a:r>
              <a:rPr lang="en-US" altLang="zh-CN" dirty="0">
                <a:ea typeface="楷体_GB2312" charset="0"/>
              </a:rPr>
              <a:t>)</a:t>
            </a:r>
            <a:endParaRPr lang="zh-CN" altLang="en-US" dirty="0">
              <a:solidFill>
                <a:schemeClr val="tx1"/>
              </a:solidFill>
              <a:ea typeface="微软雅黑" panose="020B0503020204020204" pitchFamily="34" charset="-122"/>
            </a:endParaRPr>
          </a:p>
        </p:txBody>
      </p:sp>
      <p:grpSp>
        <p:nvGrpSpPr>
          <p:cNvPr id="167940" name="组合 29">
            <a:extLst>
              <a:ext uri="{FF2B5EF4-FFF2-40B4-BE49-F238E27FC236}">
                <a16:creationId xmlns:a16="http://schemas.microsoft.com/office/drawing/2014/main" id="{DAC44480-8A39-43C3-AD67-66C4767E14A0}"/>
              </a:ext>
            </a:extLst>
          </p:cNvPr>
          <p:cNvGrpSpPr>
            <a:grpSpLocks/>
          </p:cNvGrpSpPr>
          <p:nvPr/>
        </p:nvGrpSpPr>
        <p:grpSpPr bwMode="auto">
          <a:xfrm>
            <a:off x="600075" y="952500"/>
            <a:ext cx="3500438" cy="3786188"/>
            <a:chOff x="52811" y="1214428"/>
            <a:chExt cx="3499996" cy="3786229"/>
          </a:xfrm>
        </p:grpSpPr>
        <p:sp>
          <p:nvSpPr>
            <p:cNvPr id="167941" name="Line 29">
              <a:extLst>
                <a:ext uri="{FF2B5EF4-FFF2-40B4-BE49-F238E27FC236}">
                  <a16:creationId xmlns:a16="http://schemas.microsoft.com/office/drawing/2014/main" id="{2A3CC344-AB7F-40FC-B47D-BE6D98196FC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267084" y="2500312"/>
              <a:ext cx="0" cy="271463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167942" name="Line 31">
              <a:extLst>
                <a:ext uri="{FF2B5EF4-FFF2-40B4-BE49-F238E27FC236}">
                  <a16:creationId xmlns:a16="http://schemas.microsoft.com/office/drawing/2014/main" id="{AFDE2AD9-40F8-413B-82FE-435EC176B19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267084" y="3286133"/>
              <a:ext cx="0" cy="86400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25" name="Rectangle 23">
              <a:extLst>
                <a:ext uri="{FF2B5EF4-FFF2-40B4-BE49-F238E27FC236}">
                  <a16:creationId xmlns:a16="http://schemas.microsoft.com/office/drawing/2014/main" id="{C3246FC5-2675-491E-AA22-4A56B4391B4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643285" y="1214428"/>
              <a:ext cx="1266665" cy="285753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8580" tIns="27000" rIns="68580" bIns="0" anchor="b"/>
            <a:lstStyle>
              <a:lvl1pPr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ctr">
                <a:lnSpc>
                  <a:spcPct val="70000"/>
                </a:lnSpc>
                <a:defRPr/>
              </a:pPr>
              <a:r>
                <a:rPr lang="en-US" altLang="zh-CN" sz="2000" i="1" dirty="0">
                  <a:latin typeface="Times New Roman" charset="0"/>
                </a:rPr>
                <a:t>ENTRY</a:t>
              </a:r>
              <a:endParaRPr lang="en-US" altLang="zh-CN" sz="2000" dirty="0">
                <a:latin typeface="Times New Roman" charset="0"/>
              </a:endParaRPr>
            </a:p>
          </p:txBody>
        </p:sp>
        <p:sp>
          <p:nvSpPr>
            <p:cNvPr id="26" name="Rectangle 24">
              <a:extLst>
                <a:ext uri="{FF2B5EF4-FFF2-40B4-BE49-F238E27FC236}">
                  <a16:creationId xmlns:a16="http://schemas.microsoft.com/office/drawing/2014/main" id="{02887449-089F-4095-9E97-A7787EC2BD2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627412" y="1727197"/>
              <a:ext cx="1282538" cy="844559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8580" tIns="54000" rIns="68580" bIns="0"/>
            <a:lstStyle>
              <a:lvl1pPr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just">
                <a:lnSpc>
                  <a:spcPts val="1900"/>
                </a:lnSpc>
                <a:defRPr/>
              </a:pPr>
              <a:r>
                <a:rPr lang="en-US" altLang="zh-CN" sz="2000" i="1" dirty="0">
                  <a:latin typeface="Times New Roman" charset="0"/>
                </a:rPr>
                <a:t>d</a:t>
              </a:r>
              <a:r>
                <a:rPr lang="en-US" altLang="zh-CN" sz="2000" i="1" baseline="-25000" dirty="0">
                  <a:latin typeface="Times New Roman" charset="0"/>
                </a:rPr>
                <a:t>1</a:t>
              </a:r>
              <a:r>
                <a:rPr lang="en-US" altLang="zh-CN" sz="2000" dirty="0">
                  <a:latin typeface="Times New Roman" charset="0"/>
                </a:rPr>
                <a:t>: </a:t>
              </a:r>
              <a:r>
                <a:rPr lang="en-US" altLang="zh-CN" sz="2000" i="1" dirty="0" err="1">
                  <a:latin typeface="Times New Roman" charset="0"/>
                </a:rPr>
                <a:t>i</a:t>
              </a:r>
              <a:r>
                <a:rPr lang="en-US" altLang="zh-CN" sz="2000" i="1" dirty="0">
                  <a:latin typeface="Times New Roman" charset="0"/>
                </a:rPr>
                <a:t> = m-1</a:t>
              </a:r>
            </a:p>
            <a:p>
              <a:pPr algn="just">
                <a:lnSpc>
                  <a:spcPts val="1900"/>
                </a:lnSpc>
                <a:defRPr/>
              </a:pPr>
              <a:r>
                <a:rPr lang="en-US" altLang="zh-CN" sz="2000" i="1" dirty="0">
                  <a:latin typeface="Times New Roman" charset="0"/>
                </a:rPr>
                <a:t>d</a:t>
              </a:r>
              <a:r>
                <a:rPr lang="en-US" altLang="zh-CN" sz="2000" i="1" baseline="-25000" dirty="0">
                  <a:latin typeface="Times New Roman" charset="0"/>
                </a:rPr>
                <a:t>2</a:t>
              </a:r>
              <a:r>
                <a:rPr lang="en-US" altLang="zh-CN" sz="2000" dirty="0">
                  <a:latin typeface="Times New Roman" charset="0"/>
                </a:rPr>
                <a:t>: </a:t>
              </a:r>
              <a:r>
                <a:rPr lang="en-US" altLang="zh-CN" sz="2000" i="1" dirty="0">
                  <a:latin typeface="Times New Roman" charset="0"/>
                </a:rPr>
                <a:t>j = i-1</a:t>
              </a:r>
            </a:p>
            <a:p>
              <a:pPr algn="just">
                <a:lnSpc>
                  <a:spcPts val="1900"/>
                </a:lnSpc>
                <a:defRPr/>
              </a:pPr>
              <a:r>
                <a:rPr lang="en-US" altLang="zh-CN" sz="2000" i="1" dirty="0">
                  <a:latin typeface="Times New Roman" charset="0"/>
                </a:rPr>
                <a:t>d</a:t>
              </a:r>
              <a:r>
                <a:rPr lang="en-US" altLang="zh-CN" sz="2000" i="1" baseline="-25000" dirty="0">
                  <a:latin typeface="Times New Roman" charset="0"/>
                </a:rPr>
                <a:t>3</a:t>
              </a:r>
              <a:r>
                <a:rPr lang="en-US" altLang="zh-CN" sz="2000" dirty="0">
                  <a:latin typeface="Times New Roman" charset="0"/>
                </a:rPr>
                <a:t>: </a:t>
              </a:r>
              <a:r>
                <a:rPr lang="en-US" altLang="zh-CN" sz="2000" i="1" dirty="0" err="1">
                  <a:latin typeface="Times New Roman" charset="0"/>
                </a:rPr>
                <a:t>i</a:t>
              </a:r>
              <a:r>
                <a:rPr lang="en-US" altLang="zh-CN" sz="2000" i="1" dirty="0">
                  <a:latin typeface="Times New Roman" charset="0"/>
                </a:rPr>
                <a:t> = u1</a:t>
              </a:r>
              <a:endParaRPr lang="en-US" altLang="zh-CN" sz="2000" i="1" baseline="-25000" dirty="0">
                <a:latin typeface="Times New Roman" charset="0"/>
              </a:endParaRPr>
            </a:p>
            <a:p>
              <a:pPr algn="just">
                <a:lnSpc>
                  <a:spcPts val="2000"/>
                </a:lnSpc>
                <a:defRPr/>
              </a:pPr>
              <a:endParaRPr lang="en-US" altLang="zh-CN" sz="1500" i="1" baseline="-25000" dirty="0">
                <a:latin typeface="Times New Roman" charset="0"/>
              </a:endParaRPr>
            </a:p>
            <a:p>
              <a:pPr algn="just">
                <a:lnSpc>
                  <a:spcPct val="70000"/>
                </a:lnSpc>
                <a:defRPr/>
              </a:pPr>
              <a:endParaRPr lang="en-US" altLang="zh-CN" sz="1500" i="1" baseline="-25000" dirty="0">
                <a:latin typeface="Times New Roman" charset="0"/>
              </a:endParaRPr>
            </a:p>
          </p:txBody>
        </p:sp>
        <p:sp>
          <p:nvSpPr>
            <p:cNvPr id="167945" name="Rectangle 25">
              <a:extLst>
                <a:ext uri="{FF2B5EF4-FFF2-40B4-BE49-F238E27FC236}">
                  <a16:creationId xmlns:a16="http://schemas.microsoft.com/office/drawing/2014/main" id="{FE642430-A74A-42EF-823A-709514E6CF5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16250" y="1708139"/>
              <a:ext cx="393700" cy="22066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0" rIns="0" bIns="0"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sz="2000" i="1">
                  <a:latin typeface="Times New Roman" panose="02020603050405020304" pitchFamily="18" charset="0"/>
                </a:rPr>
                <a:t>B</a:t>
              </a:r>
              <a:r>
                <a:rPr lang="en-US" altLang="zh-CN" sz="2000" baseline="-25000">
                  <a:latin typeface="Times New Roman" panose="02020603050405020304" pitchFamily="18" charset="0"/>
                </a:rPr>
                <a:t>1</a:t>
              </a:r>
              <a:endParaRPr lang="en-US" altLang="zh-CN" sz="2000">
                <a:latin typeface="Times New Roman" panose="02020603050405020304" pitchFamily="18" charset="0"/>
              </a:endParaRPr>
            </a:p>
          </p:txBody>
        </p:sp>
        <p:sp>
          <p:nvSpPr>
            <p:cNvPr id="167946" name="Rectangle 26">
              <a:extLst>
                <a:ext uri="{FF2B5EF4-FFF2-40B4-BE49-F238E27FC236}">
                  <a16:creationId xmlns:a16="http://schemas.microsoft.com/office/drawing/2014/main" id="{BB467935-D8A1-4D49-B3E8-8ED249FB255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27332" y="2746379"/>
              <a:ext cx="625475" cy="3254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sz="2000" i="1">
                  <a:latin typeface="Times New Roman" panose="02020603050405020304" pitchFamily="18" charset="0"/>
                </a:rPr>
                <a:t>B</a:t>
              </a:r>
              <a:r>
                <a:rPr lang="en-US" altLang="zh-CN" sz="2000" baseline="-25000">
                  <a:latin typeface="Times New Roman" panose="02020603050405020304" pitchFamily="18" charset="0"/>
                </a:rPr>
                <a:t>2</a:t>
              </a:r>
              <a:endParaRPr lang="en-US" altLang="zh-CN" sz="2000">
                <a:latin typeface="Times New Roman" panose="02020603050405020304" pitchFamily="18" charset="0"/>
              </a:endParaRPr>
            </a:p>
          </p:txBody>
        </p:sp>
        <p:sp>
          <p:nvSpPr>
            <p:cNvPr id="29" name="Rectangle 27">
              <a:extLst>
                <a:ext uri="{FF2B5EF4-FFF2-40B4-BE49-F238E27FC236}">
                  <a16:creationId xmlns:a16="http://schemas.microsoft.com/office/drawing/2014/main" id="{8F974BBB-0744-4C90-8B92-A9D9F049599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644873" y="2786070"/>
              <a:ext cx="1265077" cy="571506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8580" tIns="54000" rIns="68580" bIns="0"/>
            <a:lstStyle>
              <a:lvl1pPr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just">
                <a:lnSpc>
                  <a:spcPts val="1900"/>
                </a:lnSpc>
                <a:defRPr/>
              </a:pPr>
              <a:r>
                <a:rPr lang="en-US" altLang="zh-CN" sz="2000" i="1" dirty="0">
                  <a:latin typeface="Times New Roman" charset="0"/>
                </a:rPr>
                <a:t>d</a:t>
              </a:r>
              <a:r>
                <a:rPr lang="en-US" altLang="zh-CN" sz="2000" i="1" baseline="-25000" dirty="0">
                  <a:latin typeface="Times New Roman" charset="0"/>
                </a:rPr>
                <a:t>4</a:t>
              </a:r>
              <a:r>
                <a:rPr lang="en-US" altLang="zh-CN" sz="2000" dirty="0">
                  <a:latin typeface="Times New Roman" charset="0"/>
                </a:rPr>
                <a:t>: </a:t>
              </a:r>
              <a:r>
                <a:rPr lang="en-US" altLang="zh-CN" sz="2000" i="1" dirty="0" err="1">
                  <a:latin typeface="Times New Roman" charset="0"/>
                </a:rPr>
                <a:t>i</a:t>
              </a:r>
              <a:r>
                <a:rPr lang="en-US" altLang="zh-CN" sz="2000" i="1" dirty="0">
                  <a:latin typeface="Times New Roman" charset="0"/>
                </a:rPr>
                <a:t> = i+1</a:t>
              </a:r>
            </a:p>
            <a:p>
              <a:pPr algn="just">
                <a:lnSpc>
                  <a:spcPts val="1900"/>
                </a:lnSpc>
                <a:defRPr/>
              </a:pPr>
              <a:r>
                <a:rPr lang="en-US" altLang="zh-CN" sz="2000" i="1" dirty="0">
                  <a:latin typeface="Times New Roman" charset="0"/>
                </a:rPr>
                <a:t>d</a:t>
              </a:r>
              <a:r>
                <a:rPr lang="en-US" altLang="zh-CN" sz="2000" i="1" baseline="-25000" dirty="0">
                  <a:latin typeface="Times New Roman" charset="0"/>
                </a:rPr>
                <a:t>5</a:t>
              </a:r>
              <a:r>
                <a:rPr lang="en-US" altLang="zh-CN" sz="2000" dirty="0">
                  <a:latin typeface="Times New Roman" charset="0"/>
                </a:rPr>
                <a:t>: </a:t>
              </a:r>
              <a:r>
                <a:rPr lang="en-US" altLang="zh-CN" sz="2000" i="1" dirty="0">
                  <a:latin typeface="Times New Roman" charset="0"/>
                </a:rPr>
                <a:t>j = j-1</a:t>
              </a:r>
            </a:p>
          </p:txBody>
        </p:sp>
        <p:sp>
          <p:nvSpPr>
            <p:cNvPr id="167948" name="Line 28">
              <a:extLst>
                <a:ext uri="{FF2B5EF4-FFF2-40B4-BE49-F238E27FC236}">
                  <a16:creationId xmlns:a16="http://schemas.microsoft.com/office/drawing/2014/main" id="{228CFE9B-0EAD-4636-B366-78B03D0632C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267084" y="1500180"/>
              <a:ext cx="0" cy="239712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845435D6-DB36-4C6B-8C81-83C7B66856D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9954" y="3643329"/>
              <a:ext cx="1214284" cy="285753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7500" tIns="0" rIns="0" bIns="0" anchor="ctr"/>
            <a:lstStyle>
              <a:lvl1pPr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just">
                <a:lnSpc>
                  <a:spcPts val="1900"/>
                </a:lnSpc>
                <a:defRPr/>
              </a:pPr>
              <a:r>
                <a:rPr lang="en-US" altLang="zh-CN" sz="2000" i="1" dirty="0">
                  <a:latin typeface="Times New Roman" charset="0"/>
                </a:rPr>
                <a:t>d</a:t>
              </a:r>
              <a:r>
                <a:rPr lang="en-US" altLang="zh-CN" sz="2000" i="1" baseline="-25000" dirty="0">
                  <a:latin typeface="Times New Roman" charset="0"/>
                </a:rPr>
                <a:t>6</a:t>
              </a:r>
              <a:r>
                <a:rPr lang="en-US" altLang="zh-CN" sz="2000" dirty="0">
                  <a:latin typeface="Times New Roman" charset="0"/>
                </a:rPr>
                <a:t>: </a:t>
              </a:r>
              <a:r>
                <a:rPr lang="en-US" altLang="zh-CN" sz="2000" i="1" dirty="0">
                  <a:latin typeface="Times New Roman" charset="0"/>
                </a:rPr>
                <a:t>a = u2</a:t>
              </a:r>
              <a:endParaRPr lang="en-US" altLang="zh-CN" sz="2000" i="1" baseline="-25000" dirty="0">
                <a:latin typeface="Times New Roman" charset="0"/>
              </a:endParaRPr>
            </a:p>
          </p:txBody>
        </p:sp>
        <p:sp>
          <p:nvSpPr>
            <p:cNvPr id="167950" name="Rectangle 33">
              <a:extLst>
                <a:ext uri="{FF2B5EF4-FFF2-40B4-BE49-F238E27FC236}">
                  <a16:creationId xmlns:a16="http://schemas.microsoft.com/office/drawing/2014/main" id="{C467C062-FEA3-4A40-975E-87910D606AC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25744" y="4071956"/>
              <a:ext cx="627063" cy="3238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sz="2000" i="1">
                  <a:latin typeface="Times New Roman" panose="02020603050405020304" pitchFamily="18" charset="0"/>
                </a:rPr>
                <a:t>B</a:t>
              </a:r>
              <a:r>
                <a:rPr lang="en-US" altLang="zh-CN" sz="2000" baseline="-25000">
                  <a:latin typeface="Times New Roman" panose="02020603050405020304" pitchFamily="18" charset="0"/>
                </a:rPr>
                <a:t>4</a:t>
              </a:r>
              <a:endParaRPr lang="en-US" altLang="zh-CN" sz="2000">
                <a:latin typeface="Times New Roman" panose="02020603050405020304" pitchFamily="18" charset="0"/>
              </a:endParaRPr>
            </a:p>
          </p:txBody>
        </p:sp>
        <p:sp>
          <p:nvSpPr>
            <p:cNvPr id="167951" name="Rectangle 34">
              <a:extLst>
                <a:ext uri="{FF2B5EF4-FFF2-40B4-BE49-F238E27FC236}">
                  <a16:creationId xmlns:a16="http://schemas.microsoft.com/office/drawing/2014/main" id="{63D78D33-7A98-4761-AC06-DAB9EF1FC8A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638434" y="3571883"/>
              <a:ext cx="628650" cy="3270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sz="2000" i="1">
                  <a:latin typeface="Times New Roman" panose="02020603050405020304" pitchFamily="18" charset="0"/>
                </a:rPr>
                <a:t>B</a:t>
              </a:r>
              <a:r>
                <a:rPr lang="en-US" altLang="zh-CN" sz="2000" baseline="-25000">
                  <a:latin typeface="Times New Roman" panose="02020603050405020304" pitchFamily="18" charset="0"/>
                </a:rPr>
                <a:t>3</a:t>
              </a:r>
              <a:endParaRPr lang="en-US" altLang="zh-CN" sz="2000">
                <a:latin typeface="Times New Roman" panose="02020603050405020304" pitchFamily="18" charset="0"/>
              </a:endParaRPr>
            </a:p>
          </p:txBody>
        </p:sp>
        <p:sp>
          <p:nvSpPr>
            <p:cNvPr id="167952" name="Line 37">
              <a:extLst>
                <a:ext uri="{FF2B5EF4-FFF2-40B4-BE49-F238E27FC236}">
                  <a16:creationId xmlns:a16="http://schemas.microsoft.com/office/drawing/2014/main" id="{9CB43941-F4A9-4ADF-B605-85510705FFDC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928661" y="3357568"/>
              <a:ext cx="941389" cy="285752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167953" name="Line 38">
              <a:extLst>
                <a:ext uri="{FF2B5EF4-FFF2-40B4-BE49-F238E27FC236}">
                  <a16:creationId xmlns:a16="http://schemas.microsoft.com/office/drawing/2014/main" id="{80AFDE0A-6C4F-4149-9258-FE95CF0713F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000100" y="3929072"/>
              <a:ext cx="928694" cy="214314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167954" name="Freeform 42">
              <a:extLst>
                <a:ext uri="{FF2B5EF4-FFF2-40B4-BE49-F238E27FC236}">
                  <a16:creationId xmlns:a16="http://schemas.microsoft.com/office/drawing/2014/main" id="{E49B21D7-93B4-44AA-967C-EF5483A040EF}"/>
                </a:ext>
              </a:extLst>
            </p:cNvPr>
            <p:cNvSpPr>
              <a:spLocks/>
            </p:cNvSpPr>
            <p:nvPr/>
          </p:nvSpPr>
          <p:spPr bwMode="auto">
            <a:xfrm rot="-906172">
              <a:off x="52811" y="2748547"/>
              <a:ext cx="1807873" cy="1979317"/>
            </a:xfrm>
            <a:custGeom>
              <a:avLst/>
              <a:gdLst>
                <a:gd name="T0" fmla="*/ 2147483646 w 627"/>
                <a:gd name="T1" fmla="*/ 2147483646 h 3190"/>
                <a:gd name="T2" fmla="*/ 2147483646 w 627"/>
                <a:gd name="T3" fmla="*/ 2147483646 h 3190"/>
                <a:gd name="T4" fmla="*/ 2147483646 w 627"/>
                <a:gd name="T5" fmla="*/ 2147483646 h 3190"/>
                <a:gd name="T6" fmla="*/ 2147483646 w 627"/>
                <a:gd name="T7" fmla="*/ 2147483646 h 3190"/>
                <a:gd name="T8" fmla="*/ 2147483646 w 627"/>
                <a:gd name="T9" fmla="*/ 2147483646 h 319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627"/>
                <a:gd name="T16" fmla="*/ 0 h 3190"/>
                <a:gd name="T17" fmla="*/ 627 w 627"/>
                <a:gd name="T18" fmla="*/ 3190 h 319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627" h="3190">
                  <a:moveTo>
                    <a:pt x="491" y="2994"/>
                  </a:moveTo>
                  <a:cubicBezTo>
                    <a:pt x="430" y="3092"/>
                    <a:pt x="369" y="3190"/>
                    <a:pt x="309" y="3130"/>
                  </a:cubicBezTo>
                  <a:cubicBezTo>
                    <a:pt x="249" y="3070"/>
                    <a:pt x="166" y="3092"/>
                    <a:pt x="128" y="2631"/>
                  </a:cubicBezTo>
                  <a:cubicBezTo>
                    <a:pt x="90" y="2170"/>
                    <a:pt x="0" y="726"/>
                    <a:pt x="83" y="363"/>
                  </a:cubicBezTo>
                  <a:cubicBezTo>
                    <a:pt x="166" y="0"/>
                    <a:pt x="396" y="227"/>
                    <a:pt x="627" y="454"/>
                  </a:cubicBezTo>
                </a:path>
              </a:pathLst>
            </a:cu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37" name="Rectangle 30">
              <a:extLst>
                <a:ext uri="{FF2B5EF4-FFF2-40B4-BE49-F238E27FC236}">
                  <a16:creationId xmlns:a16="http://schemas.microsoft.com/office/drawing/2014/main" id="{8777C354-FBAC-461F-88A2-AE30829848D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643285" y="4143398"/>
              <a:ext cx="1266665" cy="309565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7500" tIns="0" rIns="0" bIns="0" anchor="ctr"/>
            <a:lstStyle>
              <a:lvl1pPr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just">
                <a:lnSpc>
                  <a:spcPts val="1900"/>
                </a:lnSpc>
                <a:defRPr/>
              </a:pPr>
              <a:r>
                <a:rPr lang="en-US" altLang="zh-CN" sz="2000" i="1" dirty="0">
                  <a:latin typeface="Times New Roman" charset="0"/>
                </a:rPr>
                <a:t>d</a:t>
              </a:r>
              <a:r>
                <a:rPr lang="en-US" altLang="zh-CN" sz="2000" i="1" baseline="-25000" dirty="0">
                  <a:latin typeface="Times New Roman" charset="0"/>
                </a:rPr>
                <a:t>7</a:t>
              </a:r>
              <a:r>
                <a:rPr lang="en-US" altLang="zh-CN" sz="2000" dirty="0">
                  <a:latin typeface="Times New Roman" charset="0"/>
                </a:rPr>
                <a:t>: </a:t>
              </a:r>
              <a:r>
                <a:rPr lang="en-US" altLang="zh-CN" sz="2000" i="1" dirty="0" err="1">
                  <a:latin typeface="Times New Roman" charset="0"/>
                </a:rPr>
                <a:t>i</a:t>
              </a:r>
              <a:r>
                <a:rPr lang="en-US" altLang="zh-CN" sz="2000" i="1" dirty="0">
                  <a:latin typeface="Times New Roman" charset="0"/>
                </a:rPr>
                <a:t> = u3</a:t>
              </a:r>
              <a:endParaRPr lang="en-US" altLang="zh-CN" sz="2000" i="1" baseline="-25000" dirty="0">
                <a:latin typeface="Times New Roman" charset="0"/>
              </a:endParaRPr>
            </a:p>
          </p:txBody>
        </p:sp>
        <p:sp>
          <p:nvSpPr>
            <p:cNvPr id="38" name="Rectangle 23">
              <a:extLst>
                <a:ext uri="{FF2B5EF4-FFF2-40B4-BE49-F238E27FC236}">
                  <a16:creationId xmlns:a16="http://schemas.microsoft.com/office/drawing/2014/main" id="{A05293CE-C95C-4822-A443-9DED5D05ABD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643285" y="4714904"/>
              <a:ext cx="1266665" cy="285753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8580" tIns="27000" rIns="68580" bIns="0" anchor="b"/>
            <a:lstStyle>
              <a:lvl1pPr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ctr">
                <a:lnSpc>
                  <a:spcPct val="70000"/>
                </a:lnSpc>
                <a:defRPr/>
              </a:pPr>
              <a:r>
                <a:rPr lang="en-US" altLang="zh-CN" sz="2000" i="1" dirty="0">
                  <a:latin typeface="Times New Roman" charset="0"/>
                </a:rPr>
                <a:t>EXIT</a:t>
              </a:r>
              <a:endParaRPr lang="en-US" altLang="zh-CN" sz="2000" dirty="0">
                <a:latin typeface="Times New Roman" charset="0"/>
              </a:endParaRPr>
            </a:p>
          </p:txBody>
        </p:sp>
        <p:sp>
          <p:nvSpPr>
            <p:cNvPr id="167957" name="Line 28">
              <a:extLst>
                <a:ext uri="{FF2B5EF4-FFF2-40B4-BE49-F238E27FC236}">
                  <a16:creationId xmlns:a16="http://schemas.microsoft.com/office/drawing/2014/main" id="{D9411F53-013A-48A5-86DA-1DDCDA554F6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267084" y="4475191"/>
              <a:ext cx="0" cy="239712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</p:grpSp>
      <p:sp>
        <p:nvSpPr>
          <p:cNvPr id="23" name="矩形 22">
            <a:extLst>
              <a:ext uri="{FF2B5EF4-FFF2-40B4-BE49-F238E27FC236}">
                <a16:creationId xmlns:a16="http://schemas.microsoft.com/office/drawing/2014/main" id="{F15BF058-AA8E-45DA-AC5F-338940BF097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56379" y="1033908"/>
            <a:ext cx="105172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en-US" altLang="zh-CN" sz="1600" i="1" dirty="0" err="1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i</a:t>
            </a:r>
            <a:r>
              <a:rPr lang="en-US" altLang="zh-CN" sz="1600" i="1" dirty="0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, j, u2, u3</a:t>
            </a:r>
            <a:endParaRPr lang="zh-CN" altLang="en-US" sz="2000" i="1" baseline="-25000" dirty="0">
              <a:solidFill>
                <a:srgbClr val="000000"/>
              </a:solidFill>
              <a:latin typeface="Times New Roman" panose="02020603050405020304" pitchFamily="18" charset="0"/>
              <a:ea typeface="楷体_GB2312" charset="0"/>
              <a:cs typeface="Times New Roman" panose="02020603050405020304" pitchFamily="18" charset="0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1EBA468F-6A90-4DB0-BD9C-983C5409E0E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83366" y="1376809"/>
            <a:ext cx="887412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en-US" altLang="zh-CN" sz="1600" i="1" dirty="0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j, u2, u3</a:t>
            </a:r>
            <a:endParaRPr lang="zh-CN" altLang="en-US" sz="2000" i="1" baseline="-25000" dirty="0">
              <a:solidFill>
                <a:srgbClr val="000000"/>
              </a:solidFill>
              <a:latin typeface="Times New Roman" panose="02020603050405020304" pitchFamily="18" charset="0"/>
              <a:ea typeface="楷体_GB2312" charset="0"/>
              <a:cs typeface="Times New Roman" panose="02020603050405020304" pitchFamily="18" charset="0"/>
            </a:endParaRP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718187F6-23C3-41E4-9FF3-7B1D625165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73841" y="1740347"/>
            <a:ext cx="896937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en-US" altLang="zh-CN" sz="1600" i="1" dirty="0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j, u2, u3</a:t>
            </a:r>
            <a:endParaRPr lang="zh-CN" altLang="en-US" sz="2000" i="1" baseline="-25000" dirty="0">
              <a:solidFill>
                <a:srgbClr val="000000"/>
              </a:solidFill>
              <a:latin typeface="Times New Roman" panose="02020603050405020304" pitchFamily="18" charset="0"/>
              <a:ea typeface="楷体_GB2312" charset="0"/>
              <a:cs typeface="Times New Roman" panose="02020603050405020304" pitchFamily="18" charset="0"/>
            </a:endParaRP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425586B5-5E1E-45BE-9601-0FE5AF00F2C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3516" y="2089597"/>
            <a:ext cx="105172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en-US" altLang="zh-CN" sz="1600" i="1" dirty="0" err="1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i</a:t>
            </a:r>
            <a:r>
              <a:rPr lang="en-US" altLang="zh-CN" sz="1600" i="1" dirty="0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, j, u2, u3</a:t>
            </a:r>
            <a:endParaRPr lang="zh-CN" altLang="en-US" sz="2000" i="1" baseline="-25000" dirty="0">
              <a:solidFill>
                <a:srgbClr val="000000"/>
              </a:solidFill>
              <a:latin typeface="Times New Roman" panose="02020603050405020304" pitchFamily="18" charset="0"/>
              <a:ea typeface="楷体_GB2312" charset="0"/>
              <a:cs typeface="Times New Roman" panose="02020603050405020304" pitchFamily="18" charset="0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157831A-DFBA-4D7F-BC38-3E573E6F3192}"/>
              </a:ext>
            </a:extLst>
          </p:cNvPr>
          <p:cNvSpPr/>
          <p:nvPr/>
        </p:nvSpPr>
        <p:spPr>
          <a:xfrm>
            <a:off x="3812607" y="729238"/>
            <a:ext cx="2016224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 eaLnBrk="1" hangingPunct="1">
              <a:spcBef>
                <a:spcPct val="20000"/>
              </a:spcBef>
              <a:buClr>
                <a:schemeClr val="folHlink"/>
              </a:buClr>
              <a:buSzPct val="60000"/>
            </a:pPr>
            <a:r>
              <a:rPr lang="zh-CN" altLang="en-US" dirty="0"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到达</a:t>
            </a:r>
            <a:r>
              <a:rPr lang="en-US" altLang="zh-CN" dirty="0"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-</a:t>
            </a:r>
            <a:r>
              <a:rPr lang="zh-CN" altLang="en-US" dirty="0"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定值 </a:t>
            </a:r>
            <a:r>
              <a:rPr lang="en-US" altLang="zh-CN" i="1" dirty="0"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OUT</a:t>
            </a:r>
            <a:r>
              <a:rPr lang="en-US" altLang="zh-CN" dirty="0"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[</a:t>
            </a:r>
            <a:r>
              <a:rPr lang="en-US" altLang="zh-CN" i="1" dirty="0"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B</a:t>
            </a:r>
            <a:r>
              <a:rPr lang="en-US" altLang="zh-CN" dirty="0"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]</a:t>
            </a:r>
            <a:endParaRPr lang="zh-CN" altLang="en-US" dirty="0">
              <a:latin typeface="Times New Roman" pitchFamily="18" charset="0"/>
              <a:ea typeface="楷体_GB2312" pitchFamily="49" charset="-122"/>
              <a:cs typeface="Times New Roman" pitchFamily="18" charset="0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431BBCA6-B365-4F8C-9268-F5A45989FE48}"/>
              </a:ext>
            </a:extLst>
          </p:cNvPr>
          <p:cNvSpPr/>
          <p:nvPr/>
        </p:nvSpPr>
        <p:spPr>
          <a:xfrm>
            <a:off x="3998018" y="1028474"/>
            <a:ext cx="41549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i="1" dirty="0"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B</a:t>
            </a:r>
            <a:r>
              <a:rPr lang="en-US" altLang="zh-CN" i="1" baseline="-25000" dirty="0"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4</a:t>
            </a:r>
            <a:endParaRPr lang="zh-CN" altLang="en-US" dirty="0"/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B8A024D6-371F-4447-B1AA-9935ACA493C4}"/>
              </a:ext>
            </a:extLst>
          </p:cNvPr>
          <p:cNvSpPr/>
          <p:nvPr/>
        </p:nvSpPr>
        <p:spPr>
          <a:xfrm>
            <a:off x="3995936" y="1347614"/>
            <a:ext cx="41549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i="1" dirty="0"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B</a:t>
            </a:r>
            <a:r>
              <a:rPr lang="en-US" altLang="zh-CN" i="1" baseline="-25000" dirty="0"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3</a:t>
            </a:r>
            <a:endParaRPr lang="zh-CN" altLang="en-US" dirty="0"/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C7940F16-4185-455F-BC53-30100E526697}"/>
              </a:ext>
            </a:extLst>
          </p:cNvPr>
          <p:cNvSpPr/>
          <p:nvPr/>
        </p:nvSpPr>
        <p:spPr>
          <a:xfrm>
            <a:off x="3995936" y="1707654"/>
            <a:ext cx="41549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i="1" dirty="0"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B</a:t>
            </a:r>
            <a:r>
              <a:rPr lang="en-US" altLang="zh-CN" i="1" baseline="-25000" dirty="0"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2</a:t>
            </a:r>
            <a:endParaRPr lang="zh-CN" altLang="en-US" dirty="0"/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563C1B9B-C3AE-48C1-9888-67A875DDC0A8}"/>
              </a:ext>
            </a:extLst>
          </p:cNvPr>
          <p:cNvSpPr/>
          <p:nvPr/>
        </p:nvSpPr>
        <p:spPr>
          <a:xfrm>
            <a:off x="3995936" y="2058402"/>
            <a:ext cx="41549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i="1" dirty="0"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B</a:t>
            </a:r>
            <a:r>
              <a:rPr lang="en-US" altLang="zh-CN" i="1" baseline="-25000" dirty="0"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1</a:t>
            </a:r>
            <a:endParaRPr lang="zh-CN" altLang="en-US" dirty="0"/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539549B5-A753-43C1-919C-460246172785}"/>
              </a:ext>
            </a:extLst>
          </p:cNvPr>
          <p:cNvSpPr/>
          <p:nvPr/>
        </p:nvSpPr>
        <p:spPr>
          <a:xfrm>
            <a:off x="6012160" y="722389"/>
            <a:ext cx="2016224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 eaLnBrk="1" hangingPunct="1">
              <a:spcBef>
                <a:spcPct val="20000"/>
              </a:spcBef>
              <a:buClr>
                <a:schemeClr val="folHlink"/>
              </a:buClr>
              <a:buSzPct val="60000"/>
            </a:pPr>
            <a:r>
              <a:rPr lang="en-US" altLang="zh-CN" i="1" dirty="0">
                <a:solidFill>
                  <a:srgbClr val="0070C0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Du</a:t>
            </a:r>
            <a:r>
              <a:rPr lang="zh-CN" altLang="en-US" dirty="0">
                <a:solidFill>
                  <a:srgbClr val="0070C0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链的</a:t>
            </a:r>
            <a:r>
              <a:rPr lang="en-US" altLang="zh-CN" i="1" dirty="0">
                <a:solidFill>
                  <a:srgbClr val="0070C0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OUT</a:t>
            </a:r>
            <a:r>
              <a:rPr lang="en-US" altLang="zh-CN" dirty="0">
                <a:solidFill>
                  <a:srgbClr val="0070C0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[</a:t>
            </a:r>
            <a:r>
              <a:rPr lang="en-US" altLang="zh-CN" i="1" dirty="0">
                <a:solidFill>
                  <a:srgbClr val="0070C0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B</a:t>
            </a:r>
            <a:r>
              <a:rPr lang="en-US" altLang="zh-CN" dirty="0">
                <a:solidFill>
                  <a:srgbClr val="0070C0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]</a:t>
            </a:r>
            <a:endParaRPr lang="zh-CN" altLang="en-US" dirty="0">
              <a:solidFill>
                <a:srgbClr val="0070C0"/>
              </a:solidFill>
              <a:latin typeface="Times New Roman" pitchFamily="18" charset="0"/>
              <a:ea typeface="楷体_GB2312" pitchFamily="49" charset="-122"/>
              <a:cs typeface="Times New Roman" pitchFamily="18" charset="0"/>
            </a:endParaRP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E156B177-55E8-4853-991D-9B9CC12132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76660" y="1009230"/>
            <a:ext cx="2827788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en-US" altLang="zh-CN" sz="1600" i="1" dirty="0" err="1">
                <a:solidFill>
                  <a:srgbClr val="0070C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i</a:t>
            </a:r>
            <a:r>
              <a:rPr lang="en-US" altLang="zh-CN" sz="1600" i="1" dirty="0">
                <a:solidFill>
                  <a:srgbClr val="0070C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600" dirty="0">
                <a:solidFill>
                  <a:srgbClr val="0070C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{</a:t>
            </a:r>
            <a:r>
              <a:rPr lang="en-US" altLang="zh-CN" sz="1600" i="1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r>
              <a:rPr lang="en-US" altLang="zh-CN" sz="1600" baseline="-25000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US" altLang="zh-CN" sz="1600" dirty="0">
                <a:solidFill>
                  <a:srgbClr val="0070C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}, </a:t>
            </a:r>
            <a:r>
              <a:rPr lang="en-US" altLang="zh-CN" sz="1600" i="1" dirty="0">
                <a:solidFill>
                  <a:srgbClr val="0070C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 j </a:t>
            </a:r>
            <a:r>
              <a:rPr lang="en-US" altLang="zh-CN" sz="1600" dirty="0">
                <a:solidFill>
                  <a:srgbClr val="0070C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{</a:t>
            </a:r>
            <a:r>
              <a:rPr lang="en-US" altLang="zh-CN" sz="1600" i="1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r>
              <a:rPr lang="en-US" altLang="zh-CN" sz="1600" baseline="-25000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r>
              <a:rPr lang="en-US" altLang="zh-CN" sz="1600" dirty="0">
                <a:solidFill>
                  <a:srgbClr val="0070C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}</a:t>
            </a:r>
            <a:r>
              <a:rPr lang="en-US" altLang="zh-CN" sz="1600" i="1" dirty="0">
                <a:solidFill>
                  <a:srgbClr val="0070C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, u2 </a:t>
            </a:r>
            <a:r>
              <a:rPr lang="en-US" altLang="zh-CN" sz="1600" dirty="0">
                <a:solidFill>
                  <a:srgbClr val="0070C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{</a:t>
            </a:r>
            <a:r>
              <a:rPr lang="en-US" altLang="zh-CN" sz="1600" i="1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r>
              <a:rPr lang="en-US" altLang="zh-CN" sz="1600" baseline="-25000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r>
              <a:rPr lang="en-US" altLang="zh-CN" sz="1600" dirty="0">
                <a:solidFill>
                  <a:srgbClr val="0070C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}</a:t>
            </a:r>
            <a:r>
              <a:rPr lang="en-US" altLang="zh-CN" sz="1600" i="1" dirty="0">
                <a:solidFill>
                  <a:srgbClr val="0070C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, u3 </a:t>
            </a:r>
            <a:r>
              <a:rPr lang="en-US" altLang="zh-CN" sz="1600" dirty="0">
                <a:solidFill>
                  <a:srgbClr val="0070C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{</a:t>
            </a:r>
            <a:r>
              <a:rPr lang="en-US" altLang="zh-CN" sz="1600" i="1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r>
              <a:rPr lang="en-US" altLang="zh-CN" sz="1600" baseline="-25000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r>
            <a:r>
              <a:rPr lang="en-US" altLang="zh-CN" sz="1600" dirty="0">
                <a:solidFill>
                  <a:srgbClr val="0070C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}</a:t>
            </a:r>
            <a:endParaRPr lang="zh-CN" altLang="en-US" sz="2000" i="1" baseline="-25000" dirty="0">
              <a:solidFill>
                <a:srgbClr val="0070C0"/>
              </a:solidFill>
              <a:latin typeface="Times New Roman" panose="02020603050405020304" pitchFamily="18" charset="0"/>
              <a:ea typeface="楷体_GB2312" charset="0"/>
              <a:cs typeface="Times New Roman" panose="02020603050405020304" pitchFamily="18" charset="0"/>
            </a:endParaRP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CB0BD56F-647A-41DA-AA5B-ADFE46195CC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03646" y="1352131"/>
            <a:ext cx="2728793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en-US" altLang="zh-CN" sz="1600" i="1" dirty="0">
                <a:solidFill>
                  <a:srgbClr val="0070C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j</a:t>
            </a:r>
            <a:r>
              <a:rPr lang="en-US" altLang="zh-CN" sz="1600" dirty="0">
                <a:solidFill>
                  <a:srgbClr val="0070C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 {</a:t>
            </a:r>
            <a:r>
              <a:rPr lang="en-US" altLang="zh-CN" sz="1600" i="1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r>
              <a:rPr lang="en-US" altLang="zh-CN" sz="1600" baseline="-25000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r>
              <a:rPr lang="en-US" altLang="zh-CN" sz="1600" dirty="0">
                <a:solidFill>
                  <a:srgbClr val="0070C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}</a:t>
            </a:r>
            <a:r>
              <a:rPr lang="en-US" altLang="zh-CN" sz="1600" i="1" dirty="0">
                <a:solidFill>
                  <a:srgbClr val="0070C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, u2</a:t>
            </a:r>
            <a:r>
              <a:rPr lang="en-US" altLang="zh-CN" sz="1600" dirty="0">
                <a:solidFill>
                  <a:srgbClr val="0070C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 {</a:t>
            </a:r>
            <a:r>
              <a:rPr lang="en-US" altLang="zh-CN" sz="1600" i="1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r>
              <a:rPr lang="en-US" altLang="zh-CN" sz="1600" baseline="-25000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r>
              <a:rPr lang="en-US" altLang="zh-CN" sz="1600" dirty="0">
                <a:solidFill>
                  <a:srgbClr val="0070C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}</a:t>
            </a:r>
            <a:r>
              <a:rPr lang="en-US" altLang="zh-CN" sz="1600" i="1" dirty="0">
                <a:solidFill>
                  <a:srgbClr val="0070C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, u3</a:t>
            </a:r>
            <a:r>
              <a:rPr lang="en-US" altLang="zh-CN" sz="1600" dirty="0">
                <a:solidFill>
                  <a:srgbClr val="0070C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 {</a:t>
            </a:r>
            <a:r>
              <a:rPr lang="en-US" altLang="zh-CN" sz="1600" i="1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r>
              <a:rPr lang="en-US" altLang="zh-CN" sz="1600" baseline="-25000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r>
            <a:r>
              <a:rPr lang="en-US" altLang="zh-CN" sz="1600" dirty="0">
                <a:solidFill>
                  <a:srgbClr val="0070C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}</a:t>
            </a:r>
            <a:endParaRPr lang="zh-CN" altLang="en-US" sz="2000" i="1" baseline="-25000" dirty="0">
              <a:solidFill>
                <a:srgbClr val="0070C0"/>
              </a:solidFill>
              <a:latin typeface="Times New Roman" panose="02020603050405020304" pitchFamily="18" charset="0"/>
              <a:ea typeface="楷体_GB2312" charset="0"/>
              <a:cs typeface="Times New Roman" panose="02020603050405020304" pitchFamily="18" charset="0"/>
            </a:endParaRP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07C8CE58-AF34-40BD-BC03-45F3BDC0E4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94122" y="1715669"/>
            <a:ext cx="281032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en-US" altLang="zh-CN" sz="1600" i="1" dirty="0">
                <a:solidFill>
                  <a:srgbClr val="0070C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j</a:t>
            </a:r>
            <a:r>
              <a:rPr lang="en-US" altLang="zh-CN" sz="1600" dirty="0">
                <a:solidFill>
                  <a:srgbClr val="0070C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 {</a:t>
            </a:r>
            <a:r>
              <a:rPr lang="en-US" altLang="zh-CN" sz="1600" i="1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r>
              <a:rPr lang="en-US" altLang="zh-CN" sz="1600" baseline="-25000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r>
              <a:rPr lang="en-US" altLang="zh-CN" sz="1600" dirty="0">
                <a:solidFill>
                  <a:srgbClr val="0070C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}</a:t>
            </a:r>
            <a:r>
              <a:rPr lang="en-US" altLang="zh-CN" sz="1600" i="1" dirty="0">
                <a:solidFill>
                  <a:srgbClr val="0070C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, u2</a:t>
            </a:r>
            <a:r>
              <a:rPr lang="en-US" altLang="zh-CN" sz="1600" dirty="0">
                <a:solidFill>
                  <a:srgbClr val="0070C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 {</a:t>
            </a:r>
            <a:r>
              <a:rPr lang="en-US" altLang="zh-CN" sz="1600" i="1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r>
              <a:rPr lang="en-US" altLang="zh-CN" sz="1600" baseline="-25000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r>
              <a:rPr lang="en-US" altLang="zh-CN" sz="1600" dirty="0">
                <a:solidFill>
                  <a:srgbClr val="0070C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}</a:t>
            </a:r>
            <a:r>
              <a:rPr lang="en-US" altLang="zh-CN" sz="1600" i="1" dirty="0">
                <a:solidFill>
                  <a:srgbClr val="0070C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, u3</a:t>
            </a:r>
            <a:r>
              <a:rPr lang="en-US" altLang="zh-CN" sz="1600" dirty="0">
                <a:solidFill>
                  <a:srgbClr val="0070C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 {</a:t>
            </a:r>
            <a:r>
              <a:rPr lang="en-US" altLang="zh-CN" sz="1600" i="1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r>
              <a:rPr lang="en-US" altLang="zh-CN" sz="1600" baseline="-25000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r>
            <a:r>
              <a:rPr lang="en-US" altLang="zh-CN" sz="1600" dirty="0">
                <a:solidFill>
                  <a:srgbClr val="0070C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}</a:t>
            </a:r>
            <a:endParaRPr lang="zh-CN" altLang="en-US" sz="1600" i="1" baseline="-25000" dirty="0">
              <a:solidFill>
                <a:srgbClr val="0070C0"/>
              </a:solidFill>
              <a:latin typeface="Times New Roman" panose="02020603050405020304" pitchFamily="18" charset="0"/>
              <a:ea typeface="楷体_GB2312" charset="0"/>
              <a:cs typeface="Times New Roman" panose="02020603050405020304" pitchFamily="18" charset="0"/>
            </a:endParaRPr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45693EE7-3530-44C6-9A1F-1455AD2A23B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70081" y="2064918"/>
            <a:ext cx="3036755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en-US" altLang="zh-CN" sz="1600" i="1" dirty="0" err="1">
                <a:solidFill>
                  <a:srgbClr val="0070C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i</a:t>
            </a:r>
            <a:r>
              <a:rPr lang="en-US" altLang="zh-CN" sz="1600" dirty="0">
                <a:solidFill>
                  <a:srgbClr val="0070C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 {</a:t>
            </a:r>
            <a:r>
              <a:rPr lang="en-US" altLang="zh-CN" sz="1600" i="1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r>
              <a:rPr lang="en-US" altLang="zh-CN" sz="1600" baseline="-25000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US" altLang="zh-CN" sz="1600" dirty="0">
                <a:solidFill>
                  <a:srgbClr val="0070C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}</a:t>
            </a:r>
            <a:r>
              <a:rPr lang="en-US" altLang="zh-CN" sz="1600" i="1" dirty="0">
                <a:solidFill>
                  <a:srgbClr val="0070C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, j</a:t>
            </a:r>
            <a:r>
              <a:rPr lang="en-US" altLang="zh-CN" sz="1600" dirty="0">
                <a:solidFill>
                  <a:srgbClr val="0070C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 {</a:t>
            </a:r>
            <a:r>
              <a:rPr lang="en-US" altLang="zh-CN" sz="1600" i="1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r>
              <a:rPr lang="en-US" altLang="zh-CN" sz="1600" baseline="-25000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r>
              <a:rPr lang="en-US" altLang="zh-CN" sz="1600" dirty="0">
                <a:solidFill>
                  <a:srgbClr val="0070C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}</a:t>
            </a:r>
            <a:r>
              <a:rPr lang="en-US" altLang="zh-CN" sz="1600" i="1" dirty="0">
                <a:solidFill>
                  <a:srgbClr val="0070C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, u2</a:t>
            </a:r>
            <a:r>
              <a:rPr lang="en-US" altLang="zh-CN" sz="1600" dirty="0">
                <a:solidFill>
                  <a:srgbClr val="0070C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 {</a:t>
            </a:r>
            <a:r>
              <a:rPr lang="en-US" altLang="zh-CN" sz="1600" i="1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r>
              <a:rPr lang="en-US" altLang="zh-CN" sz="1600" baseline="-25000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r>
              <a:rPr lang="en-US" altLang="zh-CN" sz="1600" dirty="0">
                <a:solidFill>
                  <a:srgbClr val="0070C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}</a:t>
            </a:r>
            <a:r>
              <a:rPr lang="en-US" altLang="zh-CN" sz="1600" i="1" dirty="0">
                <a:solidFill>
                  <a:srgbClr val="0070C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, u3 </a:t>
            </a:r>
            <a:r>
              <a:rPr lang="en-US" altLang="zh-CN" sz="1600" dirty="0">
                <a:solidFill>
                  <a:srgbClr val="0070C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{</a:t>
            </a:r>
            <a:r>
              <a:rPr lang="en-US" altLang="zh-CN" sz="1600" i="1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r>
              <a:rPr lang="en-US" altLang="zh-CN" sz="1600" baseline="-25000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r>
            <a:r>
              <a:rPr lang="en-US" altLang="zh-CN" sz="1600" dirty="0">
                <a:solidFill>
                  <a:srgbClr val="0070C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}</a:t>
            </a:r>
            <a:endParaRPr lang="zh-CN" altLang="en-US" sz="1600" i="1" baseline="-25000" dirty="0">
              <a:solidFill>
                <a:srgbClr val="0070C0"/>
              </a:solidFill>
              <a:latin typeface="Times New Roman" panose="02020603050405020304" pitchFamily="18" charset="0"/>
              <a:ea typeface="楷体_GB2312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558110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0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3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120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8" dur="500"/>
                                        <p:tgtEl>
                                          <p:spTgt spid="69120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120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3" dur="500"/>
                                        <p:tgtEl>
                                          <p:spTgt spid="69120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120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8" dur="500"/>
                                        <p:tgtEl>
                                          <p:spTgt spid="69120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120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3" dur="500"/>
                                        <p:tgtEl>
                                          <p:spTgt spid="69120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120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8" dur="500"/>
                                        <p:tgtEl>
                                          <p:spTgt spid="69120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120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3" dur="500"/>
                                        <p:tgtEl>
                                          <p:spTgt spid="69120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120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8" dur="500"/>
                                        <p:tgtEl>
                                          <p:spTgt spid="69120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91203" grpId="0" build="p"/>
      <p:bldP spid="41" grpId="0"/>
      <p:bldP spid="42" grpId="0"/>
      <p:bldP spid="43" grpId="0"/>
      <p:bldP spid="44" grpId="0"/>
      <p:bldP spid="45" grpId="0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483" name="Rectangle 3">
            <a:extLst>
              <a:ext uri="{FF2B5EF4-FFF2-40B4-BE49-F238E27FC236}">
                <a16:creationId xmlns:a16="http://schemas.microsoft.com/office/drawing/2014/main" id="{B985D14C-BC0F-40C6-AFE2-DE5DE0B43B7F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430213" y="785812"/>
            <a:ext cx="8390259" cy="3802161"/>
          </a:xfrm>
        </p:spPr>
        <p:txBody>
          <a:bodyPr vert="horz"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lnSpc>
                <a:spcPts val="32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3000" b="1" dirty="0">
                <a:solidFill>
                  <a:schemeClr val="tx1"/>
                </a:solidFill>
                <a:cs typeface="Times New Roman" panose="02020603050405020304" pitchFamily="18" charset="0"/>
              </a:rPr>
              <a:t>可用表达式</a:t>
            </a:r>
            <a:endParaRPr lang="en-US" altLang="zh-CN" sz="3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lvl="1" eaLnBrk="1" hangingPunct="1">
              <a:lnSpc>
                <a:spcPts val="32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如果从流图的</a:t>
            </a:r>
            <a:r>
              <a:rPr lang="zh-CN" altLang="en-US" sz="2500" b="1" dirty="0">
                <a:solidFill>
                  <a:srgbClr val="0070C0"/>
                </a:solidFill>
                <a:cs typeface="Times New Roman" panose="02020603050405020304" pitchFamily="18" charset="0"/>
              </a:rPr>
              <a:t>首结点</a:t>
            </a: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到达程序点 </a:t>
            </a:r>
            <a:r>
              <a:rPr lang="en-US" altLang="zh-CN" sz="2500" b="1" i="1" dirty="0">
                <a:solidFill>
                  <a:srgbClr val="0070C0"/>
                </a:solidFill>
                <a:cs typeface="Times New Roman" panose="02020603050405020304" pitchFamily="18" charset="0"/>
              </a:rPr>
              <a:t>p</a:t>
            </a: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的</a:t>
            </a:r>
            <a:r>
              <a:rPr lang="zh-CN" altLang="en-US" sz="2500" b="1" dirty="0">
                <a:solidFill>
                  <a:srgbClr val="FF0000"/>
                </a:solidFill>
                <a:cs typeface="Times New Roman" panose="02020603050405020304" pitchFamily="18" charset="0"/>
              </a:rPr>
              <a:t>每条</a:t>
            </a:r>
            <a:r>
              <a:rPr lang="zh-CN" altLang="en-US" sz="2500" b="1" dirty="0">
                <a:solidFill>
                  <a:srgbClr val="2D83F4"/>
                </a:solidFill>
                <a:cs typeface="Times New Roman" panose="02020603050405020304" pitchFamily="18" charset="0"/>
              </a:rPr>
              <a:t>路径</a:t>
            </a: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都对表达式</a:t>
            </a:r>
            <a:r>
              <a:rPr lang="en-US" altLang="zh-CN" sz="2500" b="1" i="1" dirty="0">
                <a:solidFill>
                  <a:srgbClr val="0070C0"/>
                </a:solidFill>
                <a:cs typeface="Times New Roman" panose="02020603050405020304" pitchFamily="18" charset="0"/>
              </a:rPr>
              <a:t>x</a:t>
            </a:r>
            <a:r>
              <a:rPr lang="en-US" altLang="zh-CN" sz="2500" b="1" dirty="0">
                <a:solidFill>
                  <a:srgbClr val="0070C0"/>
                </a:solidFill>
                <a:cs typeface="Times New Roman" panose="02020603050405020304" pitchFamily="18" charset="0"/>
              </a:rPr>
              <a:t> op </a:t>
            </a:r>
            <a:r>
              <a:rPr lang="en-US" altLang="zh-CN" sz="2500" b="1" i="1" dirty="0">
                <a:solidFill>
                  <a:srgbClr val="0070C0"/>
                </a:solidFill>
                <a:cs typeface="Times New Roman" panose="02020603050405020304" pitchFamily="18" charset="0"/>
              </a:rPr>
              <a:t>y</a:t>
            </a: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进行</a:t>
            </a:r>
            <a:r>
              <a:rPr lang="zh-CN" altLang="en-US" sz="2500" b="1" dirty="0">
                <a:solidFill>
                  <a:srgbClr val="0070C0"/>
                </a:solidFill>
                <a:cs typeface="Times New Roman" panose="02020603050405020304" pitchFamily="18" charset="0"/>
              </a:rPr>
              <a:t>计算</a:t>
            </a: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，并且从</a:t>
            </a:r>
            <a:r>
              <a:rPr lang="zh-CN" altLang="en-US" sz="2500" b="1" dirty="0">
                <a:solidFill>
                  <a:srgbClr val="0070C0"/>
                </a:solidFill>
                <a:cs typeface="Times New Roman" panose="02020603050405020304" pitchFamily="18" charset="0"/>
              </a:rPr>
              <a:t>最后</a:t>
            </a: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一个这样的计算到点 </a:t>
            </a:r>
            <a:r>
              <a:rPr lang="en-US" altLang="zh-CN" sz="25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p</a:t>
            </a: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之间</a:t>
            </a:r>
            <a:r>
              <a:rPr lang="zh-CN" altLang="en-US" sz="2500" b="1" dirty="0">
                <a:solidFill>
                  <a:srgbClr val="0070C0"/>
                </a:solidFill>
                <a:cs typeface="Times New Roman" panose="02020603050405020304" pitchFamily="18" charset="0"/>
              </a:rPr>
              <a:t>没有再次对</a:t>
            </a:r>
            <a:r>
              <a:rPr lang="en-US" altLang="zh-CN" sz="2500" b="1" i="1" dirty="0">
                <a:solidFill>
                  <a:srgbClr val="0070C0"/>
                </a:solidFill>
                <a:cs typeface="Times New Roman" panose="02020603050405020304" pitchFamily="18" charset="0"/>
              </a:rPr>
              <a:t>x</a:t>
            </a:r>
            <a:r>
              <a:rPr lang="zh-CN" altLang="en-US" sz="2500" b="1" dirty="0">
                <a:solidFill>
                  <a:srgbClr val="0070C0"/>
                </a:solidFill>
                <a:cs typeface="Times New Roman" panose="02020603050405020304" pitchFamily="18" charset="0"/>
              </a:rPr>
              <a:t>或</a:t>
            </a:r>
            <a:r>
              <a:rPr lang="en-US" altLang="zh-CN" sz="2500" b="1" i="1" dirty="0">
                <a:solidFill>
                  <a:srgbClr val="0070C0"/>
                </a:solidFill>
                <a:cs typeface="Times New Roman" panose="02020603050405020304" pitchFamily="18" charset="0"/>
              </a:rPr>
              <a:t>y</a:t>
            </a:r>
            <a:r>
              <a:rPr lang="zh-CN" altLang="en-US" sz="2500" b="1" dirty="0">
                <a:solidFill>
                  <a:srgbClr val="0070C0"/>
                </a:solidFill>
                <a:cs typeface="Times New Roman" panose="02020603050405020304" pitchFamily="18" charset="0"/>
              </a:rPr>
              <a:t>定值</a:t>
            </a: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，那么表达式</a:t>
            </a:r>
            <a:r>
              <a:rPr lang="en-US" altLang="zh-CN" sz="2500" b="1" i="1" dirty="0">
                <a:solidFill>
                  <a:srgbClr val="0070C0"/>
                </a:solidFill>
                <a:cs typeface="Times New Roman" panose="02020603050405020304" pitchFamily="18" charset="0"/>
              </a:rPr>
              <a:t>x</a:t>
            </a:r>
            <a:r>
              <a:rPr lang="en-US" altLang="zh-CN" sz="2500" b="1" dirty="0">
                <a:solidFill>
                  <a:srgbClr val="0070C0"/>
                </a:solidFill>
                <a:cs typeface="Times New Roman" panose="02020603050405020304" pitchFamily="18" charset="0"/>
              </a:rPr>
              <a:t> op </a:t>
            </a:r>
            <a:r>
              <a:rPr lang="en-US" altLang="zh-CN" sz="2500" b="1" i="1" dirty="0">
                <a:solidFill>
                  <a:srgbClr val="0070C0"/>
                </a:solidFill>
                <a:cs typeface="Times New Roman" panose="02020603050405020304" pitchFamily="18" charset="0"/>
              </a:rPr>
              <a:t>y</a:t>
            </a: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在点 </a:t>
            </a:r>
            <a:r>
              <a:rPr lang="en-US" altLang="zh-CN" sz="2500" b="1" i="1" dirty="0">
                <a:solidFill>
                  <a:srgbClr val="0070C0"/>
                </a:solidFill>
                <a:cs typeface="Times New Roman" panose="02020603050405020304" pitchFamily="18" charset="0"/>
              </a:rPr>
              <a:t>p</a:t>
            </a: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是</a:t>
            </a:r>
            <a:r>
              <a:rPr lang="zh-CN" altLang="en-US" sz="2500" b="1" dirty="0">
                <a:solidFill>
                  <a:srgbClr val="FF0000"/>
                </a:solidFill>
                <a:cs typeface="Times New Roman" panose="02020603050405020304" pitchFamily="18" charset="0"/>
              </a:rPr>
              <a:t>可用</a:t>
            </a: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的</a:t>
            </a:r>
            <a:r>
              <a:rPr lang="en-US" altLang="zh-CN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( </a:t>
            </a:r>
            <a:r>
              <a:rPr lang="en-US" altLang="zh-CN" sz="25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available </a:t>
            </a:r>
            <a:r>
              <a:rPr lang="en-US" altLang="zh-CN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)</a:t>
            </a:r>
          </a:p>
          <a:p>
            <a:pPr eaLnBrk="1" hangingPunct="1">
              <a:lnSpc>
                <a:spcPts val="32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3000" b="1" dirty="0">
                <a:solidFill>
                  <a:schemeClr val="tx1"/>
                </a:solidFill>
                <a:cs typeface="Times New Roman" panose="02020603050405020304" pitchFamily="18" charset="0"/>
              </a:rPr>
              <a:t>表达式可用的直观意义</a:t>
            </a:r>
            <a:endParaRPr lang="en-US" altLang="zh-CN" sz="3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lvl="1" eaLnBrk="1" hangingPunct="1">
              <a:lnSpc>
                <a:spcPts val="32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在点 </a:t>
            </a:r>
            <a:r>
              <a:rPr lang="en-US" altLang="zh-CN" sz="25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p</a:t>
            </a: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上，</a:t>
            </a:r>
            <a:r>
              <a:rPr lang="en-US" altLang="zh-CN" sz="2500" b="1" i="1" dirty="0">
                <a:solidFill>
                  <a:srgbClr val="0070C0"/>
                </a:solidFill>
                <a:cs typeface="Times New Roman" panose="02020603050405020304" pitchFamily="18" charset="0"/>
              </a:rPr>
              <a:t>x</a:t>
            </a:r>
            <a:r>
              <a:rPr lang="en-US" altLang="zh-CN" sz="2500" b="1" dirty="0">
                <a:solidFill>
                  <a:srgbClr val="0070C0"/>
                </a:solidFill>
                <a:cs typeface="Times New Roman" panose="02020603050405020304" pitchFamily="18" charset="0"/>
              </a:rPr>
              <a:t> op </a:t>
            </a:r>
            <a:r>
              <a:rPr lang="en-US" altLang="zh-CN" sz="2500" b="1" i="1" dirty="0">
                <a:solidFill>
                  <a:srgbClr val="0070C0"/>
                </a:solidFill>
                <a:cs typeface="Times New Roman" panose="02020603050405020304" pitchFamily="18" charset="0"/>
              </a:rPr>
              <a:t>y</a:t>
            </a: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已经在</a:t>
            </a:r>
            <a:r>
              <a:rPr lang="zh-CN" altLang="en-US" sz="2500" b="1" dirty="0">
                <a:solidFill>
                  <a:srgbClr val="0070C0"/>
                </a:solidFill>
                <a:cs typeface="Times New Roman" panose="02020603050405020304" pitchFamily="18" charset="0"/>
              </a:rPr>
              <a:t>之前被计算过</a:t>
            </a: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，不需要重新计算</a:t>
            </a:r>
          </a:p>
        </p:txBody>
      </p:sp>
      <p:sp>
        <p:nvSpPr>
          <p:cNvPr id="181251" name="Rectangle 2">
            <a:extLst>
              <a:ext uri="{FF2B5EF4-FFF2-40B4-BE49-F238E27FC236}">
                <a16:creationId xmlns:a16="http://schemas.microsoft.com/office/drawing/2014/main" id="{F4A0945F-EB39-4FA8-8BF5-B60B02C5D8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en-US" altLang="zh-CN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8.4.3 </a:t>
            </a:r>
            <a:r>
              <a:rPr lang="zh-CN" altLang="en-US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可用表达式分析</a:t>
            </a:r>
            <a:r>
              <a:rPr lang="en-US" altLang="zh-CN" sz="3000" dirty="0">
                <a:solidFill>
                  <a:schemeClr val="tx1"/>
                </a:solidFill>
              </a:rPr>
              <a:t>(Available Expressions)</a:t>
            </a:r>
            <a:endParaRPr lang="zh-CN" altLang="en-US" sz="30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848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78848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78848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78848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848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8848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8848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78848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0147" name="Rectangle 3">
            <a:extLst>
              <a:ext uri="{FF2B5EF4-FFF2-40B4-BE49-F238E27FC236}">
                <a16:creationId xmlns:a16="http://schemas.microsoft.com/office/drawing/2014/main" id="{4E23B62D-90AC-434A-9F26-8210BD372F05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430213" y="785813"/>
            <a:ext cx="8213725" cy="322580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buClrTx/>
              <a:buFont typeface="Wingdings" panose="05000000000000000000" pitchFamily="2" charset="2"/>
              <a:buChar char="Ø"/>
            </a:pPr>
            <a:r>
              <a:rPr lang="zh-CN" altLang="en-US" sz="3000" b="1" dirty="0">
                <a:solidFill>
                  <a:schemeClr val="tx1"/>
                </a:solidFill>
                <a:cs typeface="Times New Roman" panose="02020603050405020304" pitchFamily="18" charset="0"/>
              </a:rPr>
              <a:t>消除全局公共子表达式</a:t>
            </a:r>
            <a:endParaRPr lang="en-US" altLang="zh-CN" sz="3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lvl="1" eaLnBrk="1" hangingPunct="1">
              <a:buClrTx/>
              <a:buFont typeface="Wingdings" panose="05000000000000000000" pitchFamily="2" charset="2"/>
              <a:buChar char="Ø"/>
            </a:pPr>
            <a:r>
              <a:rPr lang="zh-CN" altLang="en-US" sz="2500" b="1" dirty="0">
                <a:solidFill>
                  <a:srgbClr val="000000"/>
                </a:solidFill>
                <a:cs typeface="Times New Roman" panose="02020603050405020304" pitchFamily="18" charset="0"/>
              </a:rPr>
              <a:t>例</a:t>
            </a:r>
            <a:endParaRPr lang="en-US" altLang="zh-CN" sz="25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</p:txBody>
      </p:sp>
      <p:sp>
        <p:nvSpPr>
          <p:cNvPr id="183299" name="Rectangle 2">
            <a:extLst>
              <a:ext uri="{FF2B5EF4-FFF2-40B4-BE49-F238E27FC236}">
                <a16:creationId xmlns:a16="http://schemas.microsoft.com/office/drawing/2014/main" id="{2F24771D-44DD-4A2D-9F97-78D1F0CB4B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可用表达式信息的主要用途</a:t>
            </a:r>
            <a:endParaRPr lang="en-US" altLang="zh-CN" sz="3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2" name="组合 17">
            <a:extLst>
              <a:ext uri="{FF2B5EF4-FFF2-40B4-BE49-F238E27FC236}">
                <a16:creationId xmlns:a16="http://schemas.microsoft.com/office/drawing/2014/main" id="{E68A5F43-3754-433C-98D1-8CA63A94351F}"/>
              </a:ext>
            </a:extLst>
          </p:cNvPr>
          <p:cNvGrpSpPr>
            <a:grpSpLocks/>
          </p:cNvGrpSpPr>
          <p:nvPr/>
        </p:nvGrpSpPr>
        <p:grpSpPr bwMode="auto">
          <a:xfrm>
            <a:off x="1115616" y="1665808"/>
            <a:ext cx="3000375" cy="1582738"/>
            <a:chOff x="428596" y="3140079"/>
            <a:chExt cx="3000415" cy="1582744"/>
          </a:xfrm>
        </p:grpSpPr>
        <p:sp>
          <p:nvSpPr>
            <p:cNvPr id="183312" name="Line 31">
              <a:extLst>
                <a:ext uri="{FF2B5EF4-FFF2-40B4-BE49-F238E27FC236}">
                  <a16:creationId xmlns:a16="http://schemas.microsoft.com/office/drawing/2014/main" id="{2DB90684-04E6-4203-9AA5-3F8FFEF22C2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32850" y="3681417"/>
              <a:ext cx="0" cy="647999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9" name="Rectangle 30">
              <a:extLst>
                <a:ext uri="{FF2B5EF4-FFF2-40B4-BE49-F238E27FC236}">
                  <a16:creationId xmlns:a16="http://schemas.microsoft.com/office/drawing/2014/main" id="{C3874777-FC5A-491B-8075-EC6C9D23783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14460" y="3181354"/>
              <a:ext cx="1271605" cy="469902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7500" tIns="0" rIns="0" bIns="0" anchor="ctr"/>
            <a:lstStyle>
              <a:lvl1pPr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just">
                <a:lnSpc>
                  <a:spcPts val="2000"/>
                </a:lnSpc>
                <a:defRPr/>
              </a:pPr>
              <a:r>
                <a:rPr lang="en-US" altLang="zh-CN" sz="2500" i="1" dirty="0">
                  <a:solidFill>
                    <a:prstClr val="black"/>
                  </a:solidFill>
                  <a:latin typeface="Times New Roman" charset="0"/>
                </a:rPr>
                <a:t>t</a:t>
              </a:r>
              <a:r>
                <a:rPr lang="en-US" altLang="zh-CN" sz="2500" i="1" baseline="-25000" dirty="0">
                  <a:solidFill>
                    <a:prstClr val="black"/>
                  </a:solidFill>
                  <a:latin typeface="Times New Roman" charset="0"/>
                </a:rPr>
                <a:t>1</a:t>
              </a:r>
              <a:r>
                <a:rPr lang="en-US" altLang="zh-CN" sz="2500" dirty="0">
                  <a:solidFill>
                    <a:prstClr val="black"/>
                  </a:solidFill>
                  <a:latin typeface="Times New Roman" charset="0"/>
                </a:rPr>
                <a:t> </a:t>
              </a:r>
              <a:r>
                <a:rPr lang="en-US" altLang="zh-CN" sz="2500" i="1" dirty="0">
                  <a:solidFill>
                    <a:prstClr val="black"/>
                  </a:solidFill>
                  <a:latin typeface="Times New Roman" charset="0"/>
                </a:rPr>
                <a:t>= 4 </a:t>
              </a:r>
              <a:r>
                <a:rPr kumimoji="1" lang="en-US" altLang="zh-CN" sz="2500" i="1" dirty="0">
                  <a:solidFill>
                    <a:prstClr val="black"/>
                  </a:solidFill>
                  <a:latin typeface="Times New Roman" pitchFamily="18" charset="0"/>
                </a:rPr>
                <a:t>* </a:t>
              </a:r>
              <a:r>
                <a:rPr lang="en-US" altLang="zh-CN" sz="2500" i="1" dirty="0">
                  <a:solidFill>
                    <a:prstClr val="black"/>
                  </a:solidFill>
                  <a:latin typeface="Times New Roman" charset="0"/>
                </a:rPr>
                <a:t>i</a:t>
              </a:r>
              <a:endParaRPr lang="en-US" altLang="zh-CN" sz="2500" i="1" baseline="-25000" dirty="0">
                <a:solidFill>
                  <a:prstClr val="black"/>
                </a:solidFill>
                <a:latin typeface="Times New Roman" charset="0"/>
              </a:endParaRPr>
            </a:p>
          </p:txBody>
        </p:sp>
        <p:sp>
          <p:nvSpPr>
            <p:cNvPr id="10" name="Rectangle 30">
              <a:extLst>
                <a:ext uri="{FF2B5EF4-FFF2-40B4-BE49-F238E27FC236}">
                  <a16:creationId xmlns:a16="http://schemas.microsoft.com/office/drawing/2014/main" id="{11E5EFC8-751A-4E04-A6E8-23C232E4232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14460" y="4324358"/>
              <a:ext cx="1271605" cy="398465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7500" tIns="0" rIns="0" bIns="0" anchor="ctr"/>
            <a:lstStyle>
              <a:lvl1pPr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just">
                <a:lnSpc>
                  <a:spcPts val="1900"/>
                </a:lnSpc>
                <a:defRPr/>
              </a:pPr>
              <a:r>
                <a:rPr lang="en-US" altLang="zh-CN" sz="2500" i="1" dirty="0">
                  <a:solidFill>
                    <a:prstClr val="black"/>
                  </a:solidFill>
                  <a:latin typeface="Times New Roman" charset="0"/>
                </a:rPr>
                <a:t>t</a:t>
              </a:r>
              <a:r>
                <a:rPr lang="en-US" altLang="zh-CN" sz="2500" i="1" baseline="-25000" dirty="0">
                  <a:solidFill>
                    <a:prstClr val="black"/>
                  </a:solidFill>
                  <a:latin typeface="Times New Roman" charset="0"/>
                </a:rPr>
                <a:t>2</a:t>
              </a:r>
              <a:r>
                <a:rPr lang="en-US" altLang="zh-CN" sz="2500" dirty="0">
                  <a:solidFill>
                    <a:prstClr val="black"/>
                  </a:solidFill>
                  <a:latin typeface="Times New Roman" charset="0"/>
                </a:rPr>
                <a:t> </a:t>
              </a:r>
              <a:r>
                <a:rPr lang="en-US" altLang="zh-CN" sz="2500" i="1" dirty="0">
                  <a:solidFill>
                    <a:prstClr val="black"/>
                  </a:solidFill>
                  <a:latin typeface="Times New Roman" charset="0"/>
                </a:rPr>
                <a:t>= 4 </a:t>
              </a:r>
              <a:r>
                <a:rPr kumimoji="1" lang="en-US" altLang="zh-CN" sz="2500" i="1" dirty="0">
                  <a:solidFill>
                    <a:prstClr val="black"/>
                  </a:solidFill>
                  <a:latin typeface="Times New Roman" pitchFamily="18" charset="0"/>
                </a:rPr>
                <a:t>* </a:t>
              </a:r>
              <a:r>
                <a:rPr lang="en-US" altLang="zh-CN" sz="2500" i="1" dirty="0">
                  <a:solidFill>
                    <a:prstClr val="black"/>
                  </a:solidFill>
                  <a:latin typeface="Times New Roman" charset="0"/>
                </a:rPr>
                <a:t>i</a:t>
              </a:r>
              <a:endParaRPr lang="en-US" altLang="zh-CN" sz="2500" i="1" baseline="-25000" dirty="0">
                <a:solidFill>
                  <a:prstClr val="black"/>
                </a:solidFill>
                <a:latin typeface="Times New Roman" charset="0"/>
              </a:endParaRPr>
            </a:p>
          </p:txBody>
        </p:sp>
        <p:sp>
          <p:nvSpPr>
            <p:cNvPr id="183315" name="Rectangle 34">
              <a:extLst>
                <a:ext uri="{FF2B5EF4-FFF2-40B4-BE49-F238E27FC236}">
                  <a16:creationId xmlns:a16="http://schemas.microsoft.com/office/drawing/2014/main" id="{02993460-F15F-4BE8-A909-3688C9540D4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00281" y="4252923"/>
              <a:ext cx="628729" cy="32702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sz="2000" i="1">
                  <a:solidFill>
                    <a:srgbClr val="000000"/>
                  </a:solidFill>
                  <a:latin typeface="Times New Roman" panose="02020603050405020304" pitchFamily="18" charset="0"/>
                </a:rPr>
                <a:t>B</a:t>
              </a:r>
              <a:r>
                <a:rPr lang="en-US" altLang="zh-CN" sz="2000" baseline="-25000">
                  <a:solidFill>
                    <a:srgbClr val="000000"/>
                  </a:solidFill>
                  <a:latin typeface="Times New Roman" panose="02020603050405020304" pitchFamily="18" charset="0"/>
                </a:rPr>
                <a:t>3</a:t>
              </a:r>
              <a:endParaRPr lang="en-US" altLang="zh-CN" sz="2000">
                <a:solidFill>
                  <a:srgbClr val="000000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83316" name="Rectangle 34">
              <a:extLst>
                <a:ext uri="{FF2B5EF4-FFF2-40B4-BE49-F238E27FC236}">
                  <a16:creationId xmlns:a16="http://schemas.microsoft.com/office/drawing/2014/main" id="{E33B7208-B806-4393-98C8-91686CBBC87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00282" y="3140079"/>
              <a:ext cx="628729" cy="32702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sz="2000" i="1">
                  <a:solidFill>
                    <a:srgbClr val="000000"/>
                  </a:solidFill>
                  <a:latin typeface="Times New Roman" panose="02020603050405020304" pitchFamily="18" charset="0"/>
                </a:rPr>
                <a:t>B</a:t>
              </a:r>
              <a:r>
                <a:rPr lang="en-US" altLang="zh-CN" sz="2000" baseline="-25000">
                  <a:solidFill>
                    <a:srgbClr val="000000"/>
                  </a:solidFill>
                  <a:latin typeface="Times New Roman" panose="02020603050405020304" pitchFamily="18" charset="0"/>
                </a:rPr>
                <a:t>1</a:t>
              </a:r>
              <a:endParaRPr lang="en-US" altLang="zh-CN" sz="2000">
                <a:solidFill>
                  <a:srgbClr val="000000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3" name="Rectangle 30">
              <a:extLst>
                <a:ext uri="{FF2B5EF4-FFF2-40B4-BE49-F238E27FC236}">
                  <a16:creationId xmlns:a16="http://schemas.microsoft.com/office/drawing/2014/main" id="{E0932FF2-D3E9-4622-8BBE-4D6CCE26121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8596" y="3929070"/>
              <a:ext cx="928700" cy="285751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7500" tIns="0" rIns="0" bIns="0" anchor="ctr"/>
            <a:lstStyle>
              <a:lvl1pPr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ctr">
                <a:lnSpc>
                  <a:spcPts val="1900"/>
                </a:lnSpc>
                <a:defRPr/>
              </a:pPr>
              <a:r>
                <a:rPr lang="en-US" altLang="zh-CN" sz="2000" dirty="0">
                  <a:solidFill>
                    <a:prstClr val="black"/>
                  </a:solidFill>
                  <a:latin typeface="Times New Roman" charset="0"/>
                </a:rPr>
                <a:t>?</a:t>
              </a:r>
              <a:endParaRPr lang="en-US" altLang="zh-CN" sz="1500" i="1" baseline="-25000" dirty="0">
                <a:solidFill>
                  <a:prstClr val="black"/>
                </a:solidFill>
                <a:latin typeface="Times New Roman" charset="0"/>
              </a:endParaRPr>
            </a:p>
          </p:txBody>
        </p:sp>
        <p:sp>
          <p:nvSpPr>
            <p:cNvPr id="183318" name="Line 31">
              <a:extLst>
                <a:ext uri="{FF2B5EF4-FFF2-40B4-BE49-F238E27FC236}">
                  <a16:creationId xmlns:a16="http://schemas.microsoft.com/office/drawing/2014/main" id="{255DFDA4-7CDD-43B0-91B7-7C61AF0D597E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928662" y="3571882"/>
              <a:ext cx="571504" cy="35719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183319" name="Line 31">
              <a:extLst>
                <a:ext uri="{FF2B5EF4-FFF2-40B4-BE49-F238E27FC236}">
                  <a16:creationId xmlns:a16="http://schemas.microsoft.com/office/drawing/2014/main" id="{59803CE8-09AC-4483-98E3-7DB89EEC0534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928662" y="4214824"/>
              <a:ext cx="571504" cy="285752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 type="stealth" w="lg" len="lg"/>
              <a:tailEnd type="none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183320" name="Rectangle 34">
              <a:extLst>
                <a:ext uri="{FF2B5EF4-FFF2-40B4-BE49-F238E27FC236}">
                  <a16:creationId xmlns:a16="http://schemas.microsoft.com/office/drawing/2014/main" id="{F5420972-5A74-49F3-9F4E-A610DF8FD7A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71503" y="3824295"/>
              <a:ext cx="628729" cy="32702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sz="2000" i="1">
                  <a:solidFill>
                    <a:srgbClr val="000000"/>
                  </a:solidFill>
                  <a:latin typeface="Times New Roman" panose="02020603050405020304" pitchFamily="18" charset="0"/>
                </a:rPr>
                <a:t>B</a:t>
              </a:r>
              <a:r>
                <a:rPr lang="en-US" altLang="zh-CN" sz="2000" baseline="-25000">
                  <a:solidFill>
                    <a:srgbClr val="000000"/>
                  </a:solidFill>
                  <a:latin typeface="Times New Roman" panose="02020603050405020304" pitchFamily="18" charset="0"/>
                </a:rPr>
                <a:t>2</a:t>
              </a:r>
              <a:endParaRPr lang="en-US" altLang="zh-CN" sz="2000">
                <a:solidFill>
                  <a:srgbClr val="000000"/>
                </a:solidFill>
                <a:latin typeface="Times New Roman" panose="02020603050405020304" pitchFamily="18" charset="0"/>
              </a:endParaRPr>
            </a:p>
          </p:txBody>
        </p:sp>
      </p:grpSp>
      <p:grpSp>
        <p:nvGrpSpPr>
          <p:cNvPr id="3" name="组合 4">
            <a:extLst>
              <a:ext uri="{FF2B5EF4-FFF2-40B4-BE49-F238E27FC236}">
                <a16:creationId xmlns:a16="http://schemas.microsoft.com/office/drawing/2014/main" id="{E71AC615-F3A3-450B-B559-4BF7EC608DCA}"/>
              </a:ext>
            </a:extLst>
          </p:cNvPr>
          <p:cNvGrpSpPr>
            <a:grpSpLocks/>
          </p:cNvGrpSpPr>
          <p:nvPr/>
        </p:nvGrpSpPr>
        <p:grpSpPr bwMode="auto">
          <a:xfrm>
            <a:off x="5149008" y="1635646"/>
            <a:ext cx="3486150" cy="1612900"/>
            <a:chOff x="4786313" y="1534914"/>
            <a:chExt cx="3486150" cy="1612900"/>
          </a:xfrm>
        </p:grpSpPr>
        <p:sp>
          <p:nvSpPr>
            <p:cNvPr id="183302" name="Line 31">
              <a:extLst>
                <a:ext uri="{FF2B5EF4-FFF2-40B4-BE49-F238E27FC236}">
                  <a16:creationId xmlns:a16="http://schemas.microsoft.com/office/drawing/2014/main" id="{1F20944F-A815-458F-A7C1-C0D17F25349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876256" y="2076249"/>
              <a:ext cx="0" cy="647995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21" name="Rectangle 30">
              <a:extLst>
                <a:ext uri="{FF2B5EF4-FFF2-40B4-BE49-F238E27FC236}">
                  <a16:creationId xmlns:a16="http://schemas.microsoft.com/office/drawing/2014/main" id="{466F0FA7-2E7F-4662-8D5D-CAD2E95F4D2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300788" y="1647627"/>
              <a:ext cx="1271587" cy="428625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7500" tIns="0" rIns="0" bIns="0" anchor="ctr"/>
            <a:lstStyle>
              <a:lvl1pPr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just">
                <a:lnSpc>
                  <a:spcPts val="1900"/>
                </a:lnSpc>
                <a:defRPr/>
              </a:pPr>
              <a:r>
                <a:rPr lang="en-US" altLang="zh-CN" sz="2500" i="1" dirty="0">
                  <a:solidFill>
                    <a:prstClr val="black"/>
                  </a:solidFill>
                  <a:latin typeface="Times New Roman" charset="0"/>
                </a:rPr>
                <a:t>t</a:t>
              </a:r>
              <a:r>
                <a:rPr lang="en-US" altLang="zh-CN" sz="2500" i="1" baseline="-25000" dirty="0">
                  <a:solidFill>
                    <a:prstClr val="black"/>
                  </a:solidFill>
                  <a:latin typeface="Times New Roman" charset="0"/>
                </a:rPr>
                <a:t>1</a:t>
              </a:r>
              <a:r>
                <a:rPr lang="en-US" altLang="zh-CN" sz="2500" dirty="0">
                  <a:solidFill>
                    <a:prstClr val="black"/>
                  </a:solidFill>
                  <a:latin typeface="Times New Roman" charset="0"/>
                </a:rPr>
                <a:t> </a:t>
              </a:r>
              <a:r>
                <a:rPr lang="en-US" altLang="zh-CN" sz="2500" i="1" dirty="0">
                  <a:solidFill>
                    <a:prstClr val="black"/>
                  </a:solidFill>
                  <a:latin typeface="Times New Roman" charset="0"/>
                </a:rPr>
                <a:t>= 4 </a:t>
              </a:r>
              <a:r>
                <a:rPr kumimoji="1" lang="en-US" altLang="zh-CN" sz="2500" i="1" dirty="0">
                  <a:solidFill>
                    <a:prstClr val="black"/>
                  </a:solidFill>
                  <a:latin typeface="Times New Roman" pitchFamily="18" charset="0"/>
                </a:rPr>
                <a:t>* </a:t>
              </a:r>
              <a:r>
                <a:rPr lang="en-US" altLang="zh-CN" sz="2500" i="1" dirty="0">
                  <a:solidFill>
                    <a:prstClr val="black"/>
                  </a:solidFill>
                  <a:latin typeface="Times New Roman" charset="0"/>
                </a:rPr>
                <a:t>i</a:t>
              </a:r>
              <a:endParaRPr lang="en-US" altLang="zh-CN" sz="2500" i="1" baseline="-25000" dirty="0">
                <a:solidFill>
                  <a:prstClr val="black"/>
                </a:solidFill>
                <a:latin typeface="Times New Roman" charset="0"/>
              </a:endParaRPr>
            </a:p>
          </p:txBody>
        </p:sp>
        <p:sp>
          <p:nvSpPr>
            <p:cNvPr id="22" name="Rectangle 30">
              <a:extLst>
                <a:ext uri="{FF2B5EF4-FFF2-40B4-BE49-F238E27FC236}">
                  <a16:creationId xmlns:a16="http://schemas.microsoft.com/office/drawing/2014/main" id="{077EB59E-6D60-4395-9C6F-A1E9EE30032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300788" y="2719189"/>
              <a:ext cx="1271587" cy="428625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7500" tIns="0" rIns="0" bIns="0" anchor="ctr"/>
            <a:lstStyle>
              <a:lvl1pPr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just">
                <a:lnSpc>
                  <a:spcPts val="1900"/>
                </a:lnSpc>
                <a:defRPr/>
              </a:pPr>
              <a:r>
                <a:rPr lang="en-US" altLang="zh-CN" sz="2500" i="1" dirty="0">
                  <a:solidFill>
                    <a:prstClr val="black"/>
                  </a:solidFill>
                  <a:latin typeface="Times New Roman" charset="0"/>
                </a:rPr>
                <a:t>t</a:t>
              </a:r>
              <a:r>
                <a:rPr lang="en-US" altLang="zh-CN" sz="2500" i="1" baseline="-25000" dirty="0">
                  <a:solidFill>
                    <a:prstClr val="black"/>
                  </a:solidFill>
                  <a:latin typeface="Times New Roman" charset="0"/>
                </a:rPr>
                <a:t>2</a:t>
              </a:r>
              <a:r>
                <a:rPr lang="en-US" altLang="zh-CN" sz="2500" dirty="0">
                  <a:solidFill>
                    <a:prstClr val="black"/>
                  </a:solidFill>
                  <a:latin typeface="Times New Roman" charset="0"/>
                </a:rPr>
                <a:t> </a:t>
              </a:r>
              <a:r>
                <a:rPr lang="en-US" altLang="zh-CN" sz="2500" i="1" dirty="0">
                  <a:solidFill>
                    <a:prstClr val="black"/>
                  </a:solidFill>
                  <a:latin typeface="Times New Roman" charset="0"/>
                </a:rPr>
                <a:t>= 4 </a:t>
              </a:r>
              <a:r>
                <a:rPr kumimoji="1" lang="en-US" altLang="zh-CN" sz="2500" i="1" dirty="0">
                  <a:solidFill>
                    <a:prstClr val="black"/>
                  </a:solidFill>
                  <a:latin typeface="Times New Roman" pitchFamily="18" charset="0"/>
                </a:rPr>
                <a:t>* </a:t>
              </a:r>
              <a:r>
                <a:rPr lang="en-US" altLang="zh-CN" sz="2500" i="1" dirty="0">
                  <a:solidFill>
                    <a:prstClr val="black"/>
                  </a:solidFill>
                  <a:latin typeface="Times New Roman" charset="0"/>
                </a:rPr>
                <a:t>i</a:t>
              </a:r>
              <a:endParaRPr lang="en-US" altLang="zh-CN" sz="2500" i="1" baseline="-25000" dirty="0">
                <a:solidFill>
                  <a:prstClr val="black"/>
                </a:solidFill>
                <a:latin typeface="Times New Roman" charset="0"/>
              </a:endParaRPr>
            </a:p>
          </p:txBody>
        </p:sp>
        <p:sp>
          <p:nvSpPr>
            <p:cNvPr id="183305" name="Rectangle 34">
              <a:extLst>
                <a:ext uri="{FF2B5EF4-FFF2-40B4-BE49-F238E27FC236}">
                  <a16:creationId xmlns:a16="http://schemas.microsoft.com/office/drawing/2014/main" id="{86FC8ED7-BEE2-4484-9732-CFA4122EAFB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643756" y="2606479"/>
              <a:ext cx="628707" cy="3270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sz="2000" i="1">
                  <a:solidFill>
                    <a:srgbClr val="000000"/>
                  </a:solidFill>
                  <a:latin typeface="Times New Roman" panose="02020603050405020304" pitchFamily="18" charset="0"/>
                </a:rPr>
                <a:t>B</a:t>
              </a:r>
              <a:r>
                <a:rPr lang="en-US" altLang="zh-CN" sz="2000" baseline="-25000">
                  <a:solidFill>
                    <a:srgbClr val="000000"/>
                  </a:solidFill>
                  <a:latin typeface="Times New Roman" panose="02020603050405020304" pitchFamily="18" charset="0"/>
                </a:rPr>
                <a:t>3</a:t>
              </a:r>
              <a:endParaRPr lang="en-US" altLang="zh-CN" sz="2000">
                <a:solidFill>
                  <a:srgbClr val="000000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83306" name="Rectangle 34">
              <a:extLst>
                <a:ext uri="{FF2B5EF4-FFF2-40B4-BE49-F238E27FC236}">
                  <a16:creationId xmlns:a16="http://schemas.microsoft.com/office/drawing/2014/main" id="{3EA55151-644D-40BE-BD93-F1666BD2559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643756" y="1534914"/>
              <a:ext cx="628707" cy="3270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sz="2000" i="1">
                  <a:solidFill>
                    <a:srgbClr val="000000"/>
                  </a:solidFill>
                  <a:latin typeface="Times New Roman" panose="02020603050405020304" pitchFamily="18" charset="0"/>
                </a:rPr>
                <a:t>B</a:t>
              </a:r>
              <a:r>
                <a:rPr lang="en-US" altLang="zh-CN" sz="2000" baseline="-25000">
                  <a:solidFill>
                    <a:srgbClr val="000000"/>
                  </a:solidFill>
                  <a:latin typeface="Times New Roman" panose="02020603050405020304" pitchFamily="18" charset="0"/>
                </a:rPr>
                <a:t>1</a:t>
              </a:r>
              <a:endParaRPr lang="en-US" altLang="zh-CN" sz="2000">
                <a:solidFill>
                  <a:srgbClr val="000000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25" name="Rectangle 30">
              <a:extLst>
                <a:ext uri="{FF2B5EF4-FFF2-40B4-BE49-F238E27FC236}">
                  <a16:creationId xmlns:a16="http://schemas.microsoft.com/office/drawing/2014/main" id="{3B44BE71-AB89-4E76-B6B2-49CF6BA1614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86313" y="2155627"/>
              <a:ext cx="1214437" cy="6350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7500" tIns="0" rIns="0" bIns="0" anchor="ctr"/>
            <a:lstStyle>
              <a:lvl1pPr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just">
                <a:lnSpc>
                  <a:spcPts val="2000"/>
                </a:lnSpc>
                <a:defRPr/>
              </a:pPr>
              <a:r>
                <a:rPr lang="en-US" altLang="zh-CN" sz="2500" i="1" dirty="0">
                  <a:solidFill>
                    <a:srgbClr val="FF0000"/>
                  </a:solidFill>
                  <a:latin typeface="Times New Roman" charset="0"/>
                </a:rPr>
                <a:t>i  =</a:t>
              </a:r>
            </a:p>
            <a:p>
              <a:pPr algn="just">
                <a:lnSpc>
                  <a:spcPts val="2000"/>
                </a:lnSpc>
                <a:defRPr/>
              </a:pPr>
              <a:r>
                <a:rPr lang="en-US" altLang="zh-CN" sz="2500" i="1" dirty="0">
                  <a:solidFill>
                    <a:srgbClr val="FF0000"/>
                  </a:solidFill>
                  <a:latin typeface="Times New Roman" charset="0"/>
                </a:rPr>
                <a:t>t</a:t>
              </a:r>
              <a:r>
                <a:rPr lang="en-US" altLang="zh-CN" sz="2500" i="1" baseline="-25000" dirty="0">
                  <a:solidFill>
                    <a:srgbClr val="FF0000"/>
                  </a:solidFill>
                  <a:latin typeface="Times New Roman" charset="0"/>
                </a:rPr>
                <a:t>0</a:t>
              </a:r>
              <a:r>
                <a:rPr lang="en-US" altLang="zh-CN" sz="2500" dirty="0">
                  <a:solidFill>
                    <a:srgbClr val="FF0000"/>
                  </a:solidFill>
                  <a:latin typeface="Times New Roman" charset="0"/>
                </a:rPr>
                <a:t> </a:t>
              </a:r>
              <a:r>
                <a:rPr lang="en-US" altLang="zh-CN" sz="2500" i="1" dirty="0">
                  <a:solidFill>
                    <a:srgbClr val="FF0000"/>
                  </a:solidFill>
                  <a:latin typeface="Times New Roman" charset="0"/>
                </a:rPr>
                <a:t>= 4 </a:t>
              </a:r>
              <a:r>
                <a:rPr kumimoji="1" lang="en-US" altLang="zh-CN" sz="2500" i="1" dirty="0">
                  <a:solidFill>
                    <a:srgbClr val="FF0000"/>
                  </a:solidFill>
                  <a:latin typeface="Times New Roman" pitchFamily="18" charset="0"/>
                </a:rPr>
                <a:t>* </a:t>
              </a:r>
              <a:r>
                <a:rPr lang="en-US" altLang="zh-CN" sz="2500" i="1" dirty="0">
                  <a:solidFill>
                    <a:srgbClr val="FF0000"/>
                  </a:solidFill>
                  <a:latin typeface="Times New Roman" charset="0"/>
                </a:rPr>
                <a:t>i</a:t>
              </a:r>
              <a:endParaRPr lang="en-US" altLang="zh-CN" sz="2500" i="1" baseline="-25000" dirty="0">
                <a:solidFill>
                  <a:srgbClr val="FF0000"/>
                </a:solidFill>
                <a:latin typeface="Times New Roman" charset="0"/>
              </a:endParaRPr>
            </a:p>
          </p:txBody>
        </p:sp>
        <p:sp>
          <p:nvSpPr>
            <p:cNvPr id="183308" name="Line 31">
              <a:extLst>
                <a:ext uri="{FF2B5EF4-FFF2-40B4-BE49-F238E27FC236}">
                  <a16:creationId xmlns:a16="http://schemas.microsoft.com/office/drawing/2014/main" id="{F16813BD-DC00-4631-B7A5-D25E6ECDC032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5500674" y="1933374"/>
              <a:ext cx="785796" cy="214313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183309" name="Line 31">
              <a:extLst>
                <a:ext uri="{FF2B5EF4-FFF2-40B4-BE49-F238E27FC236}">
                  <a16:creationId xmlns:a16="http://schemas.microsoft.com/office/drawing/2014/main" id="{FDDD0810-89F1-4904-BA74-BDDF54E476B2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5572108" y="2790625"/>
              <a:ext cx="714358" cy="214312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 type="stealth" w="lg" len="lg"/>
              <a:tailEnd type="none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183310" name="Rectangle 34">
              <a:extLst>
                <a:ext uri="{FF2B5EF4-FFF2-40B4-BE49-F238E27FC236}">
                  <a16:creationId xmlns:a16="http://schemas.microsoft.com/office/drawing/2014/main" id="{5E87A482-C372-4588-AF9E-2B433ECA957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000726" y="2106415"/>
              <a:ext cx="628707" cy="3270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sz="2000" i="1">
                  <a:solidFill>
                    <a:srgbClr val="000000"/>
                  </a:solidFill>
                  <a:latin typeface="Times New Roman" panose="02020603050405020304" pitchFamily="18" charset="0"/>
                </a:rPr>
                <a:t>B</a:t>
              </a:r>
              <a:r>
                <a:rPr lang="en-US" altLang="zh-CN" sz="2000" baseline="-25000">
                  <a:solidFill>
                    <a:srgbClr val="000000"/>
                  </a:solidFill>
                  <a:latin typeface="Times New Roman" panose="02020603050405020304" pitchFamily="18" charset="0"/>
                </a:rPr>
                <a:t>2</a:t>
              </a:r>
              <a:endParaRPr lang="en-US" altLang="zh-CN" sz="2000">
                <a:solidFill>
                  <a:srgbClr val="000000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83311" name="Rectangle 7">
              <a:extLst>
                <a:ext uri="{FF2B5EF4-FFF2-40B4-BE49-F238E27FC236}">
                  <a16:creationId xmlns:a16="http://schemas.microsoft.com/office/drawing/2014/main" id="{90433638-25F8-480E-A326-2A0D17268E7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57813" y="2171502"/>
              <a:ext cx="377825" cy="1079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68580" tIns="34290" rIns="68580" bIns="34290" anchor="ctr"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-US" altLang="zh-CN" dirty="0">
                  <a:solidFill>
                    <a:srgbClr val="000000"/>
                  </a:solidFill>
                  <a:latin typeface="Arial" panose="020B0604020202020204" pitchFamily="34" charset="0"/>
                  <a:cs typeface="楷体_GB2312" charset="0"/>
                </a:rPr>
                <a:t>…</a:t>
              </a:r>
              <a:endParaRPr lang="en-US" altLang="zh-CN" dirty="0">
                <a:solidFill>
                  <a:srgbClr val="000000"/>
                </a:solidFill>
                <a:cs typeface="楷体_GB2312" charset="0"/>
              </a:endParaRPr>
            </a:p>
          </p:txBody>
        </p:sp>
      </p:grpSp>
      <p:sp>
        <p:nvSpPr>
          <p:cNvPr id="4" name="箭头: 右 3">
            <a:extLst>
              <a:ext uri="{FF2B5EF4-FFF2-40B4-BE49-F238E27FC236}">
                <a16:creationId xmlns:a16="http://schemas.microsoft.com/office/drawing/2014/main" id="{0EE6BA39-B21F-4057-9A51-AE24F8851C2E}"/>
              </a:ext>
            </a:extLst>
          </p:cNvPr>
          <p:cNvSpPr/>
          <p:nvPr/>
        </p:nvSpPr>
        <p:spPr>
          <a:xfrm>
            <a:off x="4061985" y="2207144"/>
            <a:ext cx="738727" cy="75009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对话气泡: 圆角矩形 4">
            <a:extLst>
              <a:ext uri="{FF2B5EF4-FFF2-40B4-BE49-F238E27FC236}">
                <a16:creationId xmlns:a16="http://schemas.microsoft.com/office/drawing/2014/main" id="{E43AC591-8E17-492B-9C98-6EE1CA0FBF8A}"/>
              </a:ext>
            </a:extLst>
          </p:cNvPr>
          <p:cNvSpPr/>
          <p:nvPr/>
        </p:nvSpPr>
        <p:spPr>
          <a:xfrm>
            <a:off x="899592" y="3526358"/>
            <a:ext cx="7560840" cy="1335088"/>
          </a:xfrm>
          <a:prstGeom prst="wedgeRoundRectCallout">
            <a:avLst>
              <a:gd name="adj1" fmla="val 15206"/>
              <a:gd name="adj2" fmla="val -48754"/>
              <a:gd name="adj3" fmla="val 16667"/>
            </a:avLst>
          </a:prstGeom>
          <a:solidFill>
            <a:schemeClr val="accent5">
              <a:lumMod val="60000"/>
              <a:lumOff val="40000"/>
            </a:schemeClr>
          </a:solidFill>
          <a:ln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1" eaLnBrk="1" hangingPunct="1">
              <a:spcBef>
                <a:spcPts val="600"/>
              </a:spcBef>
            </a:pPr>
            <a:r>
              <a:rPr lang="en-US" altLang="zh-CN" sz="2000" i="1" dirty="0">
                <a:solidFill>
                  <a:schemeClr val="tx1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B</a:t>
            </a:r>
            <a:r>
              <a:rPr lang="en-US" altLang="zh-CN" sz="2000" i="1" baseline="-30000" dirty="0">
                <a:solidFill>
                  <a:schemeClr val="tx1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2 </a:t>
            </a:r>
            <a:r>
              <a:rPr lang="zh-CN" altLang="en-US" sz="2000" dirty="0">
                <a:solidFill>
                  <a:schemeClr val="tx1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中的代码满足什么条件，</a:t>
            </a:r>
            <a:r>
              <a:rPr lang="en-US" altLang="zh-CN" sz="2000" dirty="0">
                <a:solidFill>
                  <a:schemeClr val="tx1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4 * </a:t>
            </a:r>
            <a:r>
              <a:rPr lang="en-US" altLang="zh-CN" sz="2000" i="1" dirty="0" err="1">
                <a:solidFill>
                  <a:schemeClr val="tx1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i</a:t>
            </a:r>
            <a:r>
              <a:rPr lang="zh-CN" altLang="en-US" sz="2000" dirty="0">
                <a:solidFill>
                  <a:schemeClr val="tx1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在基本块</a:t>
            </a:r>
            <a:r>
              <a:rPr lang="en-US" altLang="zh-CN" sz="2000" i="1" dirty="0">
                <a:solidFill>
                  <a:schemeClr val="tx1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B</a:t>
            </a:r>
            <a:r>
              <a:rPr lang="en-US" altLang="zh-CN" sz="2000" i="1" baseline="-30000" dirty="0">
                <a:solidFill>
                  <a:schemeClr val="tx1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3 </a:t>
            </a:r>
            <a:r>
              <a:rPr lang="zh-CN" altLang="en-US" sz="2000" dirty="0">
                <a:solidFill>
                  <a:schemeClr val="tx1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的入口点才可用？</a:t>
            </a:r>
            <a:endParaRPr lang="en-US" altLang="zh-CN" sz="2000" dirty="0">
              <a:solidFill>
                <a:schemeClr val="tx1"/>
              </a:solidFill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marL="285750" lvl="1" indent="-285750" eaLnBrk="1" hangingPunct="1">
              <a:spcBef>
                <a:spcPts val="600"/>
              </a:spcBef>
              <a:buFont typeface="Wingdings" panose="05000000000000000000" pitchFamily="2" charset="2"/>
              <a:buChar char="Ø"/>
            </a:pPr>
            <a:r>
              <a:rPr lang="zh-CN" altLang="en-US" sz="2000" dirty="0">
                <a:solidFill>
                  <a:schemeClr val="tx1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未对</a:t>
            </a:r>
            <a:r>
              <a:rPr lang="en-US" altLang="zh-CN" sz="2000" i="1" dirty="0" err="1">
                <a:solidFill>
                  <a:schemeClr val="tx1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i</a:t>
            </a:r>
            <a:r>
              <a:rPr lang="zh-CN" altLang="en-US" sz="2000" dirty="0">
                <a:solidFill>
                  <a:schemeClr val="tx1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重新定值</a:t>
            </a:r>
            <a:endParaRPr lang="en-US" altLang="zh-CN" sz="2000" dirty="0">
              <a:solidFill>
                <a:schemeClr val="tx1"/>
              </a:solidFill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marL="285750" lvl="1" indent="-285750" eaLnBrk="1" hangingPunct="1">
              <a:spcBef>
                <a:spcPts val="600"/>
              </a:spcBef>
              <a:buFont typeface="Wingdings" panose="05000000000000000000" pitchFamily="2" charset="2"/>
              <a:buChar char="Ø"/>
            </a:pPr>
            <a:r>
              <a:rPr lang="zh-CN" altLang="en-US" sz="2000" dirty="0">
                <a:solidFill>
                  <a:schemeClr val="tx1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或 对</a:t>
            </a:r>
            <a:r>
              <a:rPr lang="en-US" altLang="zh-CN" sz="2000" i="1" dirty="0" err="1">
                <a:solidFill>
                  <a:schemeClr val="tx1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i</a:t>
            </a:r>
            <a:r>
              <a:rPr lang="zh-CN" altLang="en-US" sz="2000" dirty="0">
                <a:solidFill>
                  <a:schemeClr val="tx1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重新定值了，又重新计算了</a:t>
            </a:r>
            <a:r>
              <a:rPr lang="en-US" altLang="zh-CN" sz="2000" dirty="0">
                <a:solidFill>
                  <a:schemeClr val="tx1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4*</a:t>
            </a:r>
            <a:r>
              <a:rPr lang="en-US" altLang="zh-CN" sz="2000" i="1" dirty="0" err="1">
                <a:solidFill>
                  <a:schemeClr val="tx1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i</a:t>
            </a:r>
            <a:endParaRPr lang="zh-CN" altLang="en-US" sz="2000" i="1" dirty="0">
              <a:solidFill>
                <a:schemeClr val="tx1"/>
              </a:solidFill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14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03014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03014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03014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500"/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0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5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uiExpand="1" build="p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2761" name="Line 9">
            <a:extLst>
              <a:ext uri="{FF2B5EF4-FFF2-40B4-BE49-F238E27FC236}">
                <a16:creationId xmlns:a16="http://schemas.microsoft.com/office/drawing/2014/main" id="{7931AF69-57D9-4AB8-AF06-23C955BEB101}"/>
              </a:ext>
            </a:extLst>
          </p:cNvPr>
          <p:cNvSpPr>
            <a:spLocks noChangeShapeType="1"/>
          </p:cNvSpPr>
          <p:nvPr/>
        </p:nvSpPr>
        <p:spPr bwMode="auto">
          <a:xfrm>
            <a:off x="4357688" y="2357438"/>
            <a:ext cx="619125" cy="2603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/>
          </a:p>
        </p:txBody>
      </p:sp>
      <p:sp>
        <p:nvSpPr>
          <p:cNvPr id="842764" name="Line 12">
            <a:extLst>
              <a:ext uri="{FF2B5EF4-FFF2-40B4-BE49-F238E27FC236}">
                <a16:creationId xmlns:a16="http://schemas.microsoft.com/office/drawing/2014/main" id="{A96A9AD7-1C40-4C9A-81C0-EF07DDA23E72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429250" y="2357438"/>
            <a:ext cx="714375" cy="2857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/>
          </a:p>
        </p:txBody>
      </p:sp>
      <p:sp>
        <p:nvSpPr>
          <p:cNvPr id="842757" name="Text Box 5">
            <a:extLst>
              <a:ext uri="{FF2B5EF4-FFF2-40B4-BE49-F238E27FC236}">
                <a16:creationId xmlns:a16="http://schemas.microsoft.com/office/drawing/2014/main" id="{F6AE7C1A-9383-4067-9788-2E34545C428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19313" y="2695575"/>
            <a:ext cx="1600200" cy="37623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lIns="68580" tIns="34290" rIns="68580" bIns="34290">
            <a:spAutoFit/>
          </a:bodyPr>
          <a:lstStyle/>
          <a:p>
            <a:pPr algn="ctr">
              <a:spcBef>
                <a:spcPct val="50000"/>
              </a:spcBef>
              <a:defRPr/>
            </a:pPr>
            <a:r>
              <a:rPr kumimoji="1" lang="en-US" altLang="zh-CN" sz="2000" i="1" dirty="0">
                <a:solidFill>
                  <a:prstClr val="black"/>
                </a:solidFill>
                <a:latin typeface="Times New Roman" pitchFamily="18" charset="0"/>
              </a:rPr>
              <a:t>t</a:t>
            </a:r>
            <a:r>
              <a:rPr kumimoji="1" lang="en-US" altLang="zh-CN" sz="2000" i="1" baseline="-25000" dirty="0">
                <a:solidFill>
                  <a:prstClr val="black"/>
                </a:solidFill>
                <a:latin typeface="Times New Roman" pitchFamily="18" charset="0"/>
              </a:rPr>
              <a:t>1</a:t>
            </a:r>
            <a:r>
              <a:rPr kumimoji="1" lang="en-US" altLang="zh-CN" sz="2000" dirty="0">
                <a:solidFill>
                  <a:prstClr val="black"/>
                </a:solidFill>
                <a:latin typeface="Times New Roman" pitchFamily="18" charset="0"/>
              </a:rPr>
              <a:t> = </a:t>
            </a:r>
            <a:r>
              <a:rPr kumimoji="1" lang="en-US" altLang="zh-CN" sz="2000" i="1" dirty="0">
                <a:solidFill>
                  <a:srgbClr val="FF0000"/>
                </a:solidFill>
                <a:latin typeface="Times New Roman" pitchFamily="18" charset="0"/>
              </a:rPr>
              <a:t>x</a:t>
            </a:r>
            <a:r>
              <a:rPr kumimoji="1" lang="en-US" altLang="zh-CN" sz="2000" i="1" dirty="0">
                <a:solidFill>
                  <a:prstClr val="black"/>
                </a:solidFill>
                <a:latin typeface="Times New Roman" pitchFamily="18" charset="0"/>
              </a:rPr>
              <a:t> </a:t>
            </a:r>
            <a:r>
              <a:rPr kumimoji="1" lang="en-US" altLang="zh-CN" sz="2000" dirty="0">
                <a:solidFill>
                  <a:prstClr val="black"/>
                </a:solidFill>
                <a:latin typeface="Times New Roman" pitchFamily="18" charset="0"/>
              </a:rPr>
              <a:t>* 2</a:t>
            </a:r>
          </a:p>
        </p:txBody>
      </p:sp>
      <p:sp>
        <p:nvSpPr>
          <p:cNvPr id="842759" name="Line 7">
            <a:extLst>
              <a:ext uri="{FF2B5EF4-FFF2-40B4-BE49-F238E27FC236}">
                <a16:creationId xmlns:a16="http://schemas.microsoft.com/office/drawing/2014/main" id="{65D506EF-9827-4770-8ABE-4777260BC823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262313" y="2357438"/>
            <a:ext cx="666750" cy="2603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/>
          </a:p>
        </p:txBody>
      </p:sp>
      <p:sp>
        <p:nvSpPr>
          <p:cNvPr id="842760" name="Text Box 8">
            <a:extLst>
              <a:ext uri="{FF2B5EF4-FFF2-40B4-BE49-F238E27FC236}">
                <a16:creationId xmlns:a16="http://schemas.microsoft.com/office/drawing/2014/main" id="{752A60D8-58A6-4BD8-BFB1-DD613B10EB8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535363" y="2000250"/>
            <a:ext cx="1600200" cy="37623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lIns="68580" tIns="34290" rIns="68580" bIns="34290">
            <a:spAutoFit/>
          </a:bodyPr>
          <a:lstStyle/>
          <a:p>
            <a:pPr algn="ctr">
              <a:spcBef>
                <a:spcPct val="50000"/>
              </a:spcBef>
              <a:defRPr/>
            </a:pPr>
            <a:r>
              <a:rPr kumimoji="1" lang="en-US" altLang="zh-CN" sz="2000" i="1" dirty="0">
                <a:solidFill>
                  <a:prstClr val="black"/>
                </a:solidFill>
                <a:latin typeface="Times New Roman" pitchFamily="18" charset="0"/>
              </a:rPr>
              <a:t>x</a:t>
            </a:r>
            <a:r>
              <a:rPr kumimoji="1" lang="en-US" altLang="zh-CN" sz="2000" dirty="0">
                <a:solidFill>
                  <a:prstClr val="black"/>
                </a:solidFill>
                <a:latin typeface="Times New Roman" pitchFamily="18" charset="0"/>
              </a:rPr>
              <a:t> = </a:t>
            </a:r>
            <a:r>
              <a:rPr kumimoji="1" lang="en-US" altLang="zh-CN" sz="2000" i="1" dirty="0">
                <a:solidFill>
                  <a:prstClr val="black"/>
                </a:solidFill>
                <a:latin typeface="Times New Roman" pitchFamily="18" charset="0"/>
              </a:rPr>
              <a:t>y</a:t>
            </a:r>
          </a:p>
        </p:txBody>
      </p:sp>
      <p:sp>
        <p:nvSpPr>
          <p:cNvPr id="842762" name="Text Box 10">
            <a:extLst>
              <a:ext uri="{FF2B5EF4-FFF2-40B4-BE49-F238E27FC236}">
                <a16:creationId xmlns:a16="http://schemas.microsoft.com/office/drawing/2014/main" id="{44ACDEDE-7960-4E92-ADC7-5E11224BB35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91013" y="2695575"/>
            <a:ext cx="1771650" cy="37623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lIns="68580" tIns="34290" rIns="68580" bIns="34290">
            <a:spAutoFit/>
          </a:bodyPr>
          <a:lstStyle/>
          <a:p>
            <a:pPr algn="ctr">
              <a:spcBef>
                <a:spcPct val="50000"/>
              </a:spcBef>
              <a:defRPr/>
            </a:pPr>
            <a:r>
              <a:rPr kumimoji="1" lang="en-US" altLang="zh-CN" sz="2000" i="1" dirty="0">
                <a:solidFill>
                  <a:prstClr val="black"/>
                </a:solidFill>
                <a:latin typeface="Times New Roman" pitchFamily="18" charset="0"/>
              </a:rPr>
              <a:t>t</a:t>
            </a:r>
            <a:r>
              <a:rPr kumimoji="1" lang="en-US" altLang="zh-CN" sz="2000" i="1" baseline="-25000" dirty="0">
                <a:solidFill>
                  <a:prstClr val="black"/>
                </a:solidFill>
                <a:latin typeface="Times New Roman" pitchFamily="18" charset="0"/>
              </a:rPr>
              <a:t>2</a:t>
            </a:r>
            <a:r>
              <a:rPr kumimoji="1" lang="en-US" altLang="zh-CN" sz="2000" dirty="0">
                <a:solidFill>
                  <a:prstClr val="black"/>
                </a:solidFill>
                <a:latin typeface="Times New Roman" pitchFamily="18" charset="0"/>
              </a:rPr>
              <a:t> = </a:t>
            </a:r>
            <a:r>
              <a:rPr kumimoji="1" lang="en-US" altLang="zh-CN" sz="2000" i="1" dirty="0">
                <a:solidFill>
                  <a:srgbClr val="FF0000"/>
                </a:solidFill>
                <a:latin typeface="Times New Roman" pitchFamily="18" charset="0"/>
              </a:rPr>
              <a:t>x</a:t>
            </a:r>
            <a:r>
              <a:rPr kumimoji="1" lang="en-US" altLang="zh-CN" sz="2000" dirty="0">
                <a:solidFill>
                  <a:prstClr val="black"/>
                </a:solidFill>
                <a:latin typeface="Times New Roman" pitchFamily="18" charset="0"/>
              </a:rPr>
              <a:t> * 3</a:t>
            </a:r>
          </a:p>
        </p:txBody>
      </p:sp>
      <p:sp>
        <p:nvSpPr>
          <p:cNvPr id="842763" name="Text Box 11">
            <a:extLst>
              <a:ext uri="{FF2B5EF4-FFF2-40B4-BE49-F238E27FC236}">
                <a16:creationId xmlns:a16="http://schemas.microsoft.com/office/drawing/2014/main" id="{0358C3CB-0227-43CD-A00E-DFED2CAE538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88000" y="2000250"/>
            <a:ext cx="1600200" cy="37623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lIns="68580" tIns="34290" rIns="68580" bIns="34290">
            <a:spAutoFit/>
          </a:bodyPr>
          <a:lstStyle/>
          <a:p>
            <a:pPr algn="ctr">
              <a:spcBef>
                <a:spcPct val="50000"/>
              </a:spcBef>
              <a:defRPr/>
            </a:pPr>
            <a:r>
              <a:rPr kumimoji="1" lang="en-US" altLang="zh-CN" sz="2000" i="1" dirty="0">
                <a:solidFill>
                  <a:prstClr val="black"/>
                </a:solidFill>
                <a:latin typeface="Times New Roman" pitchFamily="18" charset="0"/>
              </a:rPr>
              <a:t>x</a:t>
            </a:r>
            <a:r>
              <a:rPr kumimoji="1" lang="en-US" altLang="zh-CN" sz="2000" dirty="0">
                <a:solidFill>
                  <a:prstClr val="black"/>
                </a:solidFill>
                <a:latin typeface="Times New Roman" pitchFamily="18" charset="0"/>
              </a:rPr>
              <a:t> = </a:t>
            </a:r>
            <a:r>
              <a:rPr kumimoji="1" lang="en-US" altLang="zh-CN" sz="2000" i="1" dirty="0">
                <a:solidFill>
                  <a:prstClr val="black"/>
                </a:solidFill>
                <a:latin typeface="Times New Roman" pitchFamily="18" charset="0"/>
              </a:rPr>
              <a:t>y</a:t>
            </a:r>
            <a:r>
              <a:rPr kumimoji="1" lang="en-US" altLang="zh-CN" sz="2000" dirty="0">
                <a:solidFill>
                  <a:prstClr val="black"/>
                </a:solidFill>
                <a:latin typeface="Times New Roman" pitchFamily="18" charset="0"/>
              </a:rPr>
              <a:t> + 1</a:t>
            </a:r>
          </a:p>
        </p:txBody>
      </p:sp>
      <p:sp>
        <p:nvSpPr>
          <p:cNvPr id="842766" name="Rectangle 14">
            <a:extLst>
              <a:ext uri="{FF2B5EF4-FFF2-40B4-BE49-F238E27FC236}">
                <a16:creationId xmlns:a16="http://schemas.microsoft.com/office/drawing/2014/main" id="{D66066AF-6035-4BF0-8578-B670A5B75A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22813" y="3133725"/>
            <a:ext cx="1135062" cy="1952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68580" tIns="34290" rIns="68580" bIns="34290" anchor="ctr"/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endParaRPr lang="zh-CN" altLang="en-US">
              <a:solidFill>
                <a:srgbClr val="0000FF"/>
              </a:solidFill>
              <a:latin typeface="楷体" panose="02010609060101010101" pitchFamily="49" charset="-122"/>
              <a:ea typeface="楷体" panose="02010609060101010101" pitchFamily="49" charset="-122"/>
              <a:cs typeface="Times New Roman" panose="02020603050405020304" pitchFamily="18" charset="0"/>
            </a:endParaRPr>
          </a:p>
        </p:txBody>
      </p:sp>
      <p:sp>
        <p:nvSpPr>
          <p:cNvPr id="185354" name="Rectangle 2">
            <a:extLst>
              <a:ext uri="{FF2B5EF4-FFF2-40B4-BE49-F238E27FC236}">
                <a16:creationId xmlns:a16="http://schemas.microsoft.com/office/drawing/2014/main" id="{EB8F0DDC-325D-45F5-9EB6-21D9EDDBA2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可用表达式信息的主要用途</a:t>
            </a:r>
            <a:endParaRPr lang="en-US" altLang="zh-CN" sz="3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5" name="Rectangle 3">
            <a:extLst>
              <a:ext uri="{FF2B5EF4-FFF2-40B4-BE49-F238E27FC236}">
                <a16:creationId xmlns:a16="http://schemas.microsoft.com/office/drawing/2014/main" id="{77813305-2492-4B10-81F6-B715A008464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0213" y="785813"/>
            <a:ext cx="8213725" cy="15001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 marL="271463" indent="-271463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574675" indent="-271463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20000"/>
              </a:spcBef>
              <a:buSzPct val="100000"/>
              <a:buFont typeface="Wingdings" panose="05000000000000000000" pitchFamily="2" charset="2"/>
              <a:buChar char="Ø"/>
            </a:pPr>
            <a:r>
              <a:rPr lang="zh-CN" altLang="en-US" sz="3000" dirty="0">
                <a:solidFill>
                  <a:srgbClr val="00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消除全局公共子表达式</a:t>
            </a:r>
            <a:endParaRPr lang="en-US" altLang="zh-CN" sz="3000" dirty="0">
              <a:solidFill>
                <a:srgbClr val="000000"/>
              </a:solidFill>
              <a:latin typeface="Times New Roman" panose="02020603050405020304" pitchFamily="18" charset="0"/>
              <a:ea typeface="华文楷体" panose="02010600040101010101" pitchFamily="2" charset="-122"/>
              <a:cs typeface="Times New Roman" panose="02020603050405020304" pitchFamily="18" charset="0"/>
            </a:endParaRPr>
          </a:p>
          <a:p>
            <a:pPr eaLnBrk="1" hangingPunct="1">
              <a:spcBef>
                <a:spcPct val="20000"/>
              </a:spcBef>
              <a:buSzPct val="100000"/>
              <a:buFont typeface="Wingdings" panose="05000000000000000000" pitchFamily="2" charset="2"/>
              <a:buChar char="Ø"/>
            </a:pPr>
            <a:r>
              <a:rPr lang="zh-CN" altLang="en-US" sz="3000" dirty="0">
                <a:solidFill>
                  <a:srgbClr val="00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进行复制传播</a:t>
            </a:r>
            <a:endParaRPr lang="en-US" altLang="zh-CN" sz="3000" dirty="0">
              <a:solidFill>
                <a:srgbClr val="000000"/>
              </a:solidFill>
              <a:latin typeface="Times New Roman" panose="02020603050405020304" pitchFamily="18" charset="0"/>
              <a:ea typeface="华文楷体" panose="02010600040101010101" pitchFamily="2" charset="-122"/>
              <a:cs typeface="Times New Roman" panose="02020603050405020304" pitchFamily="18" charset="0"/>
            </a:endParaRPr>
          </a:p>
          <a:p>
            <a:pPr lvl="1" eaLnBrk="1" hangingPunct="1">
              <a:spcBef>
                <a:spcPct val="20000"/>
              </a:spcBef>
              <a:buSzPct val="100000"/>
              <a:buFont typeface="Wingdings" panose="05000000000000000000" pitchFamily="2" charset="2"/>
              <a:buChar char="Ø"/>
            </a:pPr>
            <a:r>
              <a:rPr lang="zh-CN" altLang="en-US" sz="2500" dirty="0">
                <a:solidFill>
                  <a:srgbClr val="00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例</a:t>
            </a:r>
            <a:endParaRPr lang="en-US" altLang="zh-CN" sz="2500" dirty="0">
              <a:solidFill>
                <a:srgbClr val="000000"/>
              </a:solidFill>
              <a:latin typeface="Times New Roman" panose="02020603050405020304" pitchFamily="18" charset="0"/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EC94D2D-5972-4C1B-BDA4-D0DC66AF3B27}"/>
              </a:ext>
            </a:extLst>
          </p:cNvPr>
          <p:cNvSpPr/>
          <p:nvPr/>
        </p:nvSpPr>
        <p:spPr>
          <a:xfrm>
            <a:off x="414338" y="3744913"/>
            <a:ext cx="8505825" cy="1234569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>
            <a:spAutoFit/>
          </a:bodyPr>
          <a:lstStyle/>
          <a:p>
            <a:pPr marL="0" lvl="1" indent="0" eaLnBrk="1" hangingPunct="1">
              <a:spcBef>
                <a:spcPct val="30000"/>
              </a:spcBef>
              <a:defRPr/>
            </a:pPr>
            <a:r>
              <a:rPr lang="zh-CN" altLang="en-US" sz="2000" dirty="0">
                <a:solidFill>
                  <a:srgbClr val="000000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Times New Roman" panose="02020603050405020304" pitchFamily="18" charset="0"/>
              </a:rPr>
              <a:t>在</a:t>
            </a:r>
            <a:r>
              <a:rPr lang="en-US" altLang="zh-CN" sz="2000" i="1" dirty="0">
                <a:solidFill>
                  <a:srgbClr val="00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x</a:t>
            </a:r>
            <a:r>
              <a:rPr lang="zh-CN" altLang="en-US" sz="2000" dirty="0">
                <a:solidFill>
                  <a:srgbClr val="000000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Times New Roman" panose="02020603050405020304" pitchFamily="18" charset="0"/>
              </a:rPr>
              <a:t>的引用点</a:t>
            </a:r>
            <a:r>
              <a:rPr lang="en-US" altLang="zh-CN" sz="2000" i="1" dirty="0">
                <a:solidFill>
                  <a:srgbClr val="00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u</a:t>
            </a:r>
            <a:r>
              <a:rPr lang="zh-CN" altLang="en-US" sz="2000" dirty="0">
                <a:solidFill>
                  <a:srgbClr val="000000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Times New Roman" panose="02020603050405020304" pitchFamily="18" charset="0"/>
              </a:rPr>
              <a:t>可以用</a:t>
            </a:r>
            <a:r>
              <a:rPr lang="en-US" altLang="zh-CN" sz="2000" i="1" dirty="0">
                <a:solidFill>
                  <a:srgbClr val="00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y</a:t>
            </a:r>
            <a:r>
              <a:rPr lang="zh-CN" altLang="en-US" sz="2000" dirty="0">
                <a:solidFill>
                  <a:srgbClr val="000000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Times New Roman" panose="02020603050405020304" pitchFamily="18" charset="0"/>
              </a:rPr>
              <a:t>代替</a:t>
            </a:r>
            <a:r>
              <a:rPr lang="en-US" altLang="zh-CN" sz="2000" i="1" dirty="0">
                <a:solidFill>
                  <a:srgbClr val="00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x</a:t>
            </a:r>
            <a:r>
              <a:rPr lang="zh-CN" altLang="en-US" sz="2000" dirty="0">
                <a:solidFill>
                  <a:srgbClr val="000000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Times New Roman" panose="02020603050405020304" pitchFamily="18" charset="0"/>
              </a:rPr>
              <a:t>的条件：</a:t>
            </a:r>
            <a:endParaRPr lang="en-US" altLang="zh-CN" sz="2000" dirty="0">
              <a:solidFill>
                <a:srgbClr val="000000"/>
              </a:solidFill>
              <a:latin typeface="华文楷体" panose="02010600040101010101" pitchFamily="2" charset="-122"/>
              <a:ea typeface="华文楷体" panose="02010600040101010101" pitchFamily="2" charset="-122"/>
              <a:cs typeface="Times New Roman" panose="02020603050405020304" pitchFamily="18" charset="0"/>
            </a:endParaRPr>
          </a:p>
          <a:p>
            <a:pPr marL="0" lvl="1" indent="0" eaLnBrk="1" hangingPunct="1">
              <a:lnSpc>
                <a:spcPts val="3000"/>
              </a:lnSpc>
              <a:spcBef>
                <a:spcPct val="30000"/>
              </a:spcBef>
              <a:defRPr/>
            </a:pPr>
            <a:r>
              <a:rPr lang="zh-CN" altLang="en-US" sz="2000" dirty="0">
                <a:solidFill>
                  <a:srgbClr val="000000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Times New Roman" panose="02020603050405020304" pitchFamily="18" charset="0"/>
              </a:rPr>
              <a:t>从流图的</a:t>
            </a:r>
            <a:r>
              <a:rPr lang="zh-CN" altLang="en-US" sz="2000" dirty="0">
                <a:solidFill>
                  <a:srgbClr val="0000FF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Times New Roman" panose="02020603050405020304" pitchFamily="18" charset="0"/>
              </a:rPr>
              <a:t>首结点</a:t>
            </a:r>
            <a:r>
              <a:rPr lang="zh-CN" altLang="en-US" sz="2000" dirty="0">
                <a:solidFill>
                  <a:srgbClr val="000000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Times New Roman" panose="02020603050405020304" pitchFamily="18" charset="0"/>
              </a:rPr>
              <a:t>到达</a:t>
            </a:r>
            <a:r>
              <a:rPr lang="en-US" altLang="zh-CN" sz="2000" i="1" dirty="0">
                <a:solidFill>
                  <a:srgbClr val="00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u</a:t>
            </a:r>
            <a:r>
              <a:rPr lang="zh-CN" altLang="en-US" sz="2000" dirty="0">
                <a:solidFill>
                  <a:srgbClr val="000000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Times New Roman" panose="02020603050405020304" pitchFamily="18" charset="0"/>
              </a:rPr>
              <a:t>的</a:t>
            </a:r>
            <a:r>
              <a:rPr lang="zh-CN" altLang="en-US" sz="2000" dirty="0">
                <a:solidFill>
                  <a:srgbClr val="C00000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Times New Roman" panose="02020603050405020304" pitchFamily="18" charset="0"/>
              </a:rPr>
              <a:t>每条</a:t>
            </a:r>
            <a:r>
              <a:rPr lang="zh-CN" altLang="en-US" sz="2000" dirty="0">
                <a:solidFill>
                  <a:srgbClr val="0000FF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Times New Roman" panose="02020603050405020304" pitchFamily="18" charset="0"/>
              </a:rPr>
              <a:t>路径</a:t>
            </a:r>
            <a:r>
              <a:rPr lang="zh-CN" altLang="en-US" sz="2000" dirty="0">
                <a:solidFill>
                  <a:srgbClr val="000000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Times New Roman" panose="02020603050405020304" pitchFamily="18" charset="0"/>
              </a:rPr>
              <a:t>都存在</a:t>
            </a:r>
            <a:r>
              <a:rPr lang="zh-CN" altLang="en-US" sz="2000" dirty="0">
                <a:solidFill>
                  <a:prstClr val="black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Times New Roman" panose="02020603050405020304" pitchFamily="18" charset="0"/>
              </a:rPr>
              <a:t>复制语句</a:t>
            </a:r>
            <a:r>
              <a:rPr lang="en-US" altLang="zh-CN" sz="2000" i="1" dirty="0">
                <a:solidFill>
                  <a:srgbClr val="00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x = y</a:t>
            </a:r>
            <a:r>
              <a:rPr lang="zh-CN" altLang="en-US" sz="2000" i="1" dirty="0">
                <a:solidFill>
                  <a:prstClr val="black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Times New Roman" panose="02020603050405020304" pitchFamily="18" charset="0"/>
              </a:rPr>
              <a:t>，</a:t>
            </a:r>
            <a:r>
              <a:rPr lang="zh-CN" altLang="en-US" sz="2000" dirty="0">
                <a:solidFill>
                  <a:srgbClr val="000000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Times New Roman" panose="02020603050405020304" pitchFamily="18" charset="0"/>
              </a:rPr>
              <a:t>并且从最后一条</a:t>
            </a:r>
            <a:r>
              <a:rPr lang="zh-CN" altLang="en-US" sz="2000" dirty="0">
                <a:solidFill>
                  <a:prstClr val="black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Times New Roman" panose="02020603050405020304" pitchFamily="18" charset="0"/>
              </a:rPr>
              <a:t>复制语句</a:t>
            </a:r>
            <a:r>
              <a:rPr lang="en-US" altLang="zh-CN" sz="2000" i="1" dirty="0">
                <a:solidFill>
                  <a:srgbClr val="00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x = y</a:t>
            </a:r>
            <a:r>
              <a:rPr lang="zh-CN" altLang="en-US" sz="2000" dirty="0">
                <a:solidFill>
                  <a:srgbClr val="000000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Times New Roman" panose="02020603050405020304" pitchFamily="18" charset="0"/>
              </a:rPr>
              <a:t>到点</a:t>
            </a:r>
            <a:r>
              <a:rPr lang="en-US" altLang="zh-CN" sz="2000" i="1" dirty="0">
                <a:solidFill>
                  <a:srgbClr val="00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u</a:t>
            </a:r>
            <a:r>
              <a:rPr lang="zh-CN" altLang="en-US" sz="2000" dirty="0">
                <a:solidFill>
                  <a:srgbClr val="000000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Times New Roman" panose="02020603050405020304" pitchFamily="18" charset="0"/>
              </a:rPr>
              <a:t>之间</a:t>
            </a:r>
            <a:r>
              <a:rPr lang="zh-CN" altLang="en-US" sz="2000" dirty="0">
                <a:solidFill>
                  <a:srgbClr val="0000FF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Times New Roman" panose="02020603050405020304" pitchFamily="18" charset="0"/>
              </a:rPr>
              <a:t>没有再次对</a:t>
            </a:r>
            <a:r>
              <a:rPr lang="en-US" altLang="zh-CN" sz="2000" i="1" dirty="0">
                <a:solidFill>
                  <a:srgbClr val="0000FF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x</a:t>
            </a:r>
            <a:r>
              <a:rPr lang="zh-CN" altLang="en-US" sz="2000" dirty="0">
                <a:solidFill>
                  <a:srgbClr val="0000FF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Times New Roman" panose="02020603050405020304" pitchFamily="18" charset="0"/>
              </a:rPr>
              <a:t>或</a:t>
            </a:r>
            <a:r>
              <a:rPr lang="en-US" altLang="zh-CN" sz="2000" i="1" dirty="0">
                <a:solidFill>
                  <a:srgbClr val="0000FF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y</a:t>
            </a:r>
            <a:r>
              <a:rPr lang="zh-CN" altLang="en-US" sz="2000" dirty="0">
                <a:solidFill>
                  <a:srgbClr val="0000FF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Times New Roman" panose="02020603050405020304" pitchFamily="18" charset="0"/>
              </a:rPr>
              <a:t>定值</a:t>
            </a:r>
            <a:endParaRPr lang="en-US" altLang="zh-CN" sz="2000" dirty="0">
              <a:solidFill>
                <a:srgbClr val="0000FF"/>
              </a:solidFill>
              <a:latin typeface="华文楷体" panose="02010600040101010101" pitchFamily="2" charset="-122"/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grpSp>
        <p:nvGrpSpPr>
          <p:cNvPr id="2" name="组合 7">
            <a:extLst>
              <a:ext uri="{FF2B5EF4-FFF2-40B4-BE49-F238E27FC236}">
                <a16:creationId xmlns:a16="http://schemas.microsoft.com/office/drawing/2014/main" id="{78CC9E60-2543-4915-9CC5-24646031013E}"/>
              </a:ext>
            </a:extLst>
          </p:cNvPr>
          <p:cNvGrpSpPr>
            <a:grpSpLocks/>
          </p:cNvGrpSpPr>
          <p:nvPr/>
        </p:nvGrpSpPr>
        <p:grpSpPr bwMode="auto">
          <a:xfrm>
            <a:off x="1768475" y="3068638"/>
            <a:ext cx="1579563" cy="609600"/>
            <a:chOff x="1307510" y="3067914"/>
            <a:chExt cx="1579278" cy="610957"/>
          </a:xfrm>
        </p:grpSpPr>
        <p:sp>
          <p:nvSpPr>
            <p:cNvPr id="185362" name="矩形 4">
              <a:extLst>
                <a:ext uri="{FF2B5EF4-FFF2-40B4-BE49-F238E27FC236}">
                  <a16:creationId xmlns:a16="http://schemas.microsoft.com/office/drawing/2014/main" id="{4FB87F51-EAC5-4880-807E-17B05DC83A9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07510" y="3309539"/>
              <a:ext cx="1579278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zh-CN" altLang="en-US">
                  <a:solidFill>
                    <a:srgbClr val="FF0000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可以复制传播</a:t>
              </a:r>
              <a:endParaRPr lang="zh-CN" altLang="en-US" b="0">
                <a:solidFill>
                  <a:srgbClr val="FF0000"/>
                </a:solidFill>
                <a:latin typeface="Arial" panose="020B0604020202020204" pitchFamily="34" charset="0"/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  <p:cxnSp>
          <p:nvCxnSpPr>
            <p:cNvPr id="7" name="直接连接符 6">
              <a:extLst>
                <a:ext uri="{FF2B5EF4-FFF2-40B4-BE49-F238E27FC236}">
                  <a16:creationId xmlns:a16="http://schemas.microsoft.com/office/drawing/2014/main" id="{5DF7703C-1583-4304-90E5-000938877D48}"/>
                </a:ext>
              </a:extLst>
            </p:cNvPr>
            <p:cNvCxnSpPr/>
            <p:nvPr/>
          </p:nvCxnSpPr>
          <p:spPr>
            <a:xfrm flipH="1">
              <a:off x="2037628" y="3067914"/>
              <a:ext cx="401566" cy="303887"/>
            </a:xfrm>
            <a:prstGeom prst="line">
              <a:avLst/>
            </a:prstGeom>
            <a:ln w="38100">
              <a:solidFill>
                <a:srgbClr val="FF0000"/>
              </a:solidFill>
              <a:headEnd type="stealth" w="lg" len="med"/>
              <a:tailEnd type="none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" name="组合 21">
            <a:extLst>
              <a:ext uri="{FF2B5EF4-FFF2-40B4-BE49-F238E27FC236}">
                <a16:creationId xmlns:a16="http://schemas.microsoft.com/office/drawing/2014/main" id="{9820C1F4-E0D6-4240-86B4-24CDD1E3807E}"/>
              </a:ext>
            </a:extLst>
          </p:cNvPr>
          <p:cNvGrpSpPr>
            <a:grpSpLocks/>
          </p:cNvGrpSpPr>
          <p:nvPr/>
        </p:nvGrpSpPr>
        <p:grpSpPr bwMode="auto">
          <a:xfrm>
            <a:off x="5335588" y="3082925"/>
            <a:ext cx="2201862" cy="568325"/>
            <a:chOff x="2223894" y="3038506"/>
            <a:chExt cx="2201971" cy="568325"/>
          </a:xfrm>
        </p:grpSpPr>
        <p:sp>
          <p:nvSpPr>
            <p:cNvPr id="185360" name="矩形 22">
              <a:extLst>
                <a:ext uri="{FF2B5EF4-FFF2-40B4-BE49-F238E27FC236}">
                  <a16:creationId xmlns:a16="http://schemas.microsoft.com/office/drawing/2014/main" id="{A052D67F-E75B-46D0-A1BC-A84EC96AA15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12547" y="3237499"/>
              <a:ext cx="1813318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zh-CN" altLang="en-US">
                  <a:solidFill>
                    <a:srgbClr val="FF0000"/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不可以复制传播</a:t>
              </a:r>
              <a:endParaRPr lang="zh-CN" altLang="en-US" b="0">
                <a:solidFill>
                  <a:srgbClr val="FF0000"/>
                </a:solidFill>
                <a:latin typeface="Arial" panose="020B0604020202020204" pitchFamily="34" charset="0"/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  <p:cxnSp>
          <p:nvCxnSpPr>
            <p:cNvPr id="24" name="直接连接符 23">
              <a:extLst>
                <a:ext uri="{FF2B5EF4-FFF2-40B4-BE49-F238E27FC236}">
                  <a16:creationId xmlns:a16="http://schemas.microsoft.com/office/drawing/2014/main" id="{9D3CBD97-D3ED-4F1F-BE05-AE87213BE714}"/>
                </a:ext>
              </a:extLst>
            </p:cNvPr>
            <p:cNvCxnSpPr/>
            <p:nvPr/>
          </p:nvCxnSpPr>
          <p:spPr>
            <a:xfrm>
              <a:off x="2223894" y="3038506"/>
              <a:ext cx="419121" cy="284163"/>
            </a:xfrm>
            <a:prstGeom prst="line">
              <a:avLst/>
            </a:prstGeom>
            <a:ln w="38100">
              <a:solidFill>
                <a:srgbClr val="FF0000"/>
              </a:solidFill>
              <a:headEnd type="stealth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" name="矩形 4">
            <a:extLst>
              <a:ext uri="{FF2B5EF4-FFF2-40B4-BE49-F238E27FC236}">
                <a16:creationId xmlns:a16="http://schemas.microsoft.com/office/drawing/2014/main" id="{5D7EBA4B-6018-402C-8062-F9B5A706F2BA}"/>
              </a:ext>
            </a:extLst>
          </p:cNvPr>
          <p:cNvSpPr/>
          <p:nvPr/>
        </p:nvSpPr>
        <p:spPr>
          <a:xfrm>
            <a:off x="4556125" y="3790950"/>
            <a:ext cx="3663950" cy="40005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1"/>
            </a:solidFill>
          </a:ln>
        </p:spPr>
        <p:txBody>
          <a:bodyPr wrap="none">
            <a:spAutoFit/>
          </a:bodyPr>
          <a:lstStyle/>
          <a:p>
            <a:pPr marL="0" lvl="1" indent="0" eaLnBrk="1" hangingPunct="1">
              <a:spcBef>
                <a:spcPct val="30000"/>
              </a:spcBef>
              <a:defRPr/>
            </a:pPr>
            <a:r>
              <a:rPr lang="zh-CN" altLang="en-US" sz="2000" dirty="0">
                <a:solidFill>
                  <a:prstClr val="black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Times New Roman" panose="02020603050405020304" pitchFamily="18" charset="0"/>
              </a:rPr>
              <a:t>复制语句</a:t>
            </a:r>
            <a:r>
              <a:rPr lang="en-US" altLang="zh-CN" sz="2000" i="1" dirty="0">
                <a:solidFill>
                  <a:srgbClr val="00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x = y</a:t>
            </a:r>
            <a:r>
              <a:rPr lang="zh-CN" altLang="en-US" sz="2000" dirty="0">
                <a:solidFill>
                  <a:srgbClr val="00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在</a:t>
            </a:r>
            <a:r>
              <a:rPr lang="zh-CN" altLang="en-US" sz="2000" dirty="0">
                <a:solidFill>
                  <a:srgbClr val="000000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Times New Roman" panose="02020603050405020304" pitchFamily="18" charset="0"/>
              </a:rPr>
              <a:t>引用点</a:t>
            </a:r>
            <a:r>
              <a:rPr lang="en-US" altLang="zh-CN" sz="2000" i="1" dirty="0">
                <a:solidFill>
                  <a:srgbClr val="00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u</a:t>
            </a:r>
            <a:r>
              <a:rPr lang="zh-CN" altLang="en-US" sz="2000" dirty="0">
                <a:solidFill>
                  <a:srgbClr val="000000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Times New Roman" panose="02020603050405020304" pitchFamily="18" charset="0"/>
              </a:rPr>
              <a:t>处</a:t>
            </a:r>
            <a:r>
              <a:rPr lang="zh-CN" altLang="en-US" sz="2000" dirty="0">
                <a:solidFill>
                  <a:srgbClr val="0000FF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Times New Roman" panose="02020603050405020304" pitchFamily="18" charset="0"/>
              </a:rPr>
              <a:t>可用</a:t>
            </a:r>
            <a:endParaRPr lang="en-US" altLang="zh-CN" sz="2000" dirty="0">
              <a:solidFill>
                <a:srgbClr val="0000FF"/>
              </a:solidFill>
              <a:latin typeface="华文楷体" panose="02010600040101010101" pitchFamily="2" charset="-122"/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 nodeType="clickPar">
                      <p:stCondLst>
                        <p:cond delay="indefinite"/>
                      </p:stCondLst>
                      <p:childTnLst>
                        <p:par>
                          <p:cTn id="1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53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27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84275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84275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8427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27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84275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84275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8427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53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27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84276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84276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8427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27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84276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84276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8427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53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27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84276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84276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8427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53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27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84276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500" fill="hold"/>
                                        <p:tgtEl>
                                          <p:spTgt spid="84276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8427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27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9" dur="500" fill="hold"/>
                                        <p:tgtEl>
                                          <p:spTgt spid="84276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500" fill="hold"/>
                                        <p:tgtEl>
                                          <p:spTgt spid="84276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8427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 nodeType="clickPar">
                      <p:stCondLst>
                        <p:cond delay="indefinite"/>
                      </p:stCondLst>
                      <p:childTnLst>
                        <p:par>
                          <p:cTn id="5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4" presetID="53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54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27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6" dur="500" fill="hold"/>
                                        <p:tgtEl>
                                          <p:spTgt spid="8427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500" fill="hold"/>
                                        <p:tgtEl>
                                          <p:spTgt spid="8427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8427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 nodeType="clickPar">
                      <p:stCondLst>
                        <p:cond delay="indefinite"/>
                      </p:stCondLst>
                      <p:childTnLst>
                        <p:par>
                          <p:cTn id="6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3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 nodeType="clickPar">
                      <p:stCondLst>
                        <p:cond delay="indefinite"/>
                      </p:stCondLst>
                      <p:childTnLst>
                        <p:par>
                          <p:cTn id="6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0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1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 nodeType="clickPar">
                      <p:stCondLst>
                        <p:cond delay="indefinite"/>
                      </p:stCondLst>
                      <p:childTnLst>
                        <p:par>
                          <p:cTn id="7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 nodeType="clickPar">
                      <p:stCondLst>
                        <p:cond delay="indefinite"/>
                      </p:stCondLst>
                      <p:childTnLst>
                        <p:par>
                          <p:cTn id="8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4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42757" grpId="0" animBg="1"/>
      <p:bldP spid="842760" grpId="0" animBg="1"/>
      <p:bldP spid="842762" grpId="0" animBg="1"/>
      <p:bldP spid="842763" grpId="0" animBg="1"/>
      <p:bldP spid="842766" grpId="0"/>
      <p:bldP spid="3" grpId="0" animBg="1"/>
      <p:bldP spid="5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9A27D17-A958-4D64-88C5-2956D89B75F8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00063" y="714374"/>
            <a:ext cx="8186737" cy="3945607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lnSpc>
                <a:spcPts val="3200"/>
              </a:lnSpc>
              <a:buClrTx/>
              <a:buFont typeface="Wingdings" panose="05000000000000000000" pitchFamily="2" charset="2"/>
              <a:buChar char="Ø"/>
            </a:pPr>
            <a:r>
              <a:rPr lang="zh-CN" altLang="en-US" sz="2200" b="1" dirty="0">
                <a:solidFill>
                  <a:schemeClr val="tx1"/>
                </a:solidFill>
              </a:rPr>
              <a:t>如果基本块</a:t>
            </a:r>
            <a:r>
              <a:rPr lang="en-US" altLang="zh-CN" sz="2200" b="1" i="1" dirty="0">
                <a:solidFill>
                  <a:schemeClr val="tx1"/>
                </a:solidFill>
              </a:rPr>
              <a:t>B</a:t>
            </a:r>
            <a:r>
              <a:rPr lang="zh-CN" altLang="en-US" sz="2200" b="1" dirty="0">
                <a:solidFill>
                  <a:schemeClr val="tx1"/>
                </a:solidFill>
              </a:rPr>
              <a:t>对</a:t>
            </a:r>
            <a:r>
              <a:rPr lang="en-US" altLang="zh-CN" sz="2200" b="1" i="1" dirty="0">
                <a:solidFill>
                  <a:schemeClr val="tx1"/>
                </a:solidFill>
              </a:rPr>
              <a:t>x</a:t>
            </a:r>
            <a:r>
              <a:rPr lang="en-US" altLang="zh-CN" sz="2200" b="1" dirty="0">
                <a:solidFill>
                  <a:schemeClr val="tx1"/>
                </a:solidFill>
              </a:rPr>
              <a:t> op </a:t>
            </a:r>
            <a:r>
              <a:rPr lang="en-US" altLang="zh-CN" sz="2200" b="1" i="1" dirty="0">
                <a:solidFill>
                  <a:schemeClr val="tx1"/>
                </a:solidFill>
              </a:rPr>
              <a:t>y</a:t>
            </a:r>
            <a:r>
              <a:rPr lang="zh-CN" altLang="en-US" sz="2200" b="1" dirty="0">
                <a:solidFill>
                  <a:schemeClr val="tx1"/>
                </a:solidFill>
              </a:rPr>
              <a:t>进行计算，并且</a:t>
            </a:r>
            <a:r>
              <a:rPr lang="zh-CN" altLang="en-US" sz="2200" b="1" dirty="0">
                <a:solidFill>
                  <a:srgbClr val="0070C0"/>
                </a:solidFill>
              </a:rPr>
              <a:t>之后没有重新定值</a:t>
            </a:r>
            <a:r>
              <a:rPr lang="en-US" altLang="zh-CN" sz="2200" b="1" i="1" dirty="0">
                <a:solidFill>
                  <a:srgbClr val="0070C0"/>
                </a:solidFill>
              </a:rPr>
              <a:t>x</a:t>
            </a:r>
            <a:r>
              <a:rPr lang="zh-CN" altLang="en-US" sz="2200" b="1" dirty="0">
                <a:solidFill>
                  <a:srgbClr val="0070C0"/>
                </a:solidFill>
              </a:rPr>
              <a:t>或</a:t>
            </a:r>
            <a:r>
              <a:rPr lang="en-US" altLang="zh-CN" sz="2200" b="1" i="1" dirty="0">
                <a:solidFill>
                  <a:srgbClr val="0070C0"/>
                </a:solidFill>
              </a:rPr>
              <a:t>y</a:t>
            </a:r>
            <a:r>
              <a:rPr lang="zh-CN" altLang="en-US" sz="2200" b="1" dirty="0">
                <a:solidFill>
                  <a:schemeClr val="tx1"/>
                </a:solidFill>
              </a:rPr>
              <a:t>，则称</a:t>
            </a:r>
            <a:r>
              <a:rPr lang="en-US" altLang="zh-CN" sz="2200" b="1" i="1" dirty="0">
                <a:solidFill>
                  <a:schemeClr val="tx1"/>
                </a:solidFill>
              </a:rPr>
              <a:t>B</a:t>
            </a:r>
            <a:r>
              <a:rPr lang="zh-CN" altLang="en-US" sz="2200" b="1" dirty="0">
                <a:solidFill>
                  <a:srgbClr val="FF0000"/>
                </a:solidFill>
              </a:rPr>
              <a:t>生成表达式</a:t>
            </a:r>
            <a:r>
              <a:rPr lang="en-US" altLang="zh-CN" sz="2200" b="1" i="1" dirty="0">
                <a:solidFill>
                  <a:schemeClr val="tx1"/>
                </a:solidFill>
              </a:rPr>
              <a:t>x</a:t>
            </a:r>
            <a:r>
              <a:rPr lang="en-US" altLang="zh-CN" sz="2200" b="1" dirty="0">
                <a:solidFill>
                  <a:schemeClr val="tx1"/>
                </a:solidFill>
              </a:rPr>
              <a:t> op </a:t>
            </a:r>
            <a:r>
              <a:rPr lang="en-US" altLang="zh-CN" sz="2200" b="1" i="1" dirty="0">
                <a:solidFill>
                  <a:schemeClr val="tx1"/>
                </a:solidFill>
              </a:rPr>
              <a:t>y</a:t>
            </a:r>
            <a:r>
              <a:rPr lang="zh-CN" altLang="en-US" sz="2200" b="1" dirty="0">
                <a:solidFill>
                  <a:schemeClr val="tx1"/>
                </a:solidFill>
              </a:rPr>
              <a:t>；如果基本块</a:t>
            </a:r>
            <a:r>
              <a:rPr lang="en-US" altLang="zh-CN" sz="2200" b="1" i="1" dirty="0">
                <a:solidFill>
                  <a:schemeClr val="tx1"/>
                </a:solidFill>
              </a:rPr>
              <a:t>B</a:t>
            </a:r>
            <a:r>
              <a:rPr lang="zh-CN" altLang="en-US" sz="2200" b="1" dirty="0">
                <a:solidFill>
                  <a:schemeClr val="tx1"/>
                </a:solidFill>
              </a:rPr>
              <a:t>对</a:t>
            </a:r>
            <a:r>
              <a:rPr lang="en-US" altLang="zh-CN" sz="2200" b="1" i="1" dirty="0">
                <a:solidFill>
                  <a:srgbClr val="0070C0"/>
                </a:solidFill>
              </a:rPr>
              <a:t>x</a:t>
            </a:r>
            <a:r>
              <a:rPr lang="zh-CN" altLang="en-US" sz="2200" b="1" dirty="0">
                <a:solidFill>
                  <a:srgbClr val="0070C0"/>
                </a:solidFill>
              </a:rPr>
              <a:t>或者</a:t>
            </a:r>
            <a:r>
              <a:rPr lang="en-US" altLang="zh-CN" sz="2200" b="1" i="1" dirty="0">
                <a:solidFill>
                  <a:srgbClr val="0070C0"/>
                </a:solidFill>
              </a:rPr>
              <a:t>y</a:t>
            </a:r>
            <a:r>
              <a:rPr lang="zh-CN" altLang="en-US" sz="2200" b="1" dirty="0">
                <a:solidFill>
                  <a:schemeClr val="tx1"/>
                </a:solidFill>
              </a:rPr>
              <a:t>进行了</a:t>
            </a:r>
            <a:r>
              <a:rPr lang="en-US" altLang="zh-CN" sz="2200" b="1" dirty="0">
                <a:solidFill>
                  <a:schemeClr val="tx1"/>
                </a:solidFill>
                <a:cs typeface="Times New Roman" panose="02020603050405020304" pitchFamily="18" charset="0"/>
              </a:rPr>
              <a:t>(</a:t>
            </a:r>
            <a:r>
              <a:rPr lang="zh-CN" altLang="en-US" sz="2200" b="1" dirty="0">
                <a:solidFill>
                  <a:schemeClr val="tx1"/>
                </a:solidFill>
              </a:rPr>
              <a:t>或可能进行</a:t>
            </a:r>
            <a:r>
              <a:rPr lang="en-US" altLang="zh-CN" sz="2200" b="1" dirty="0">
                <a:solidFill>
                  <a:schemeClr val="tx1"/>
                </a:solidFill>
              </a:rPr>
              <a:t>)</a:t>
            </a:r>
            <a:r>
              <a:rPr lang="zh-CN" altLang="en-US" sz="2200" b="1" dirty="0">
                <a:solidFill>
                  <a:srgbClr val="0070C0"/>
                </a:solidFill>
              </a:rPr>
              <a:t>定值</a:t>
            </a:r>
            <a:r>
              <a:rPr lang="zh-CN" altLang="en-US" sz="2200" b="1" dirty="0">
                <a:solidFill>
                  <a:schemeClr val="tx1"/>
                </a:solidFill>
              </a:rPr>
              <a:t>，且</a:t>
            </a:r>
            <a:r>
              <a:rPr lang="zh-CN" altLang="en-US" sz="2200" b="1" dirty="0">
                <a:solidFill>
                  <a:srgbClr val="0070C0"/>
                </a:solidFill>
              </a:rPr>
              <a:t>以后没有重新计算</a:t>
            </a:r>
            <a:r>
              <a:rPr lang="en-US" altLang="zh-CN" sz="2200" b="1" i="1" dirty="0">
                <a:solidFill>
                  <a:srgbClr val="0070C0"/>
                </a:solidFill>
              </a:rPr>
              <a:t>x</a:t>
            </a:r>
            <a:r>
              <a:rPr lang="en-US" altLang="zh-CN" sz="2200" b="1" dirty="0">
                <a:solidFill>
                  <a:srgbClr val="0070C0"/>
                </a:solidFill>
              </a:rPr>
              <a:t> op </a:t>
            </a:r>
            <a:r>
              <a:rPr lang="en-US" altLang="zh-CN" sz="2200" b="1" i="1" dirty="0">
                <a:solidFill>
                  <a:srgbClr val="0070C0"/>
                </a:solidFill>
              </a:rPr>
              <a:t>y</a:t>
            </a:r>
            <a:r>
              <a:rPr lang="zh-CN" altLang="en-US" sz="2200" b="1" dirty="0">
                <a:solidFill>
                  <a:schemeClr val="tx1"/>
                </a:solidFill>
              </a:rPr>
              <a:t>，则称</a:t>
            </a:r>
            <a:r>
              <a:rPr lang="en-US" altLang="zh-CN" sz="2200" b="1" i="1" dirty="0">
                <a:solidFill>
                  <a:schemeClr val="tx1"/>
                </a:solidFill>
              </a:rPr>
              <a:t>B</a:t>
            </a:r>
            <a:r>
              <a:rPr lang="zh-CN" altLang="en-US" sz="2200" b="1" dirty="0">
                <a:solidFill>
                  <a:srgbClr val="FF0000"/>
                </a:solidFill>
              </a:rPr>
              <a:t>注销</a:t>
            </a:r>
            <a:r>
              <a:rPr lang="en-US" altLang="zh-CN" sz="2200" b="1" dirty="0">
                <a:solidFill>
                  <a:srgbClr val="FF0000"/>
                </a:solidFill>
              </a:rPr>
              <a:t>(</a:t>
            </a:r>
            <a:r>
              <a:rPr lang="zh-CN" altLang="en-US" sz="2200" b="1" dirty="0">
                <a:solidFill>
                  <a:srgbClr val="FF0000"/>
                </a:solidFill>
              </a:rPr>
              <a:t>杀死</a:t>
            </a:r>
            <a:r>
              <a:rPr lang="en-US" altLang="zh-CN" sz="2200" b="1" dirty="0">
                <a:solidFill>
                  <a:srgbClr val="FF0000"/>
                </a:solidFill>
              </a:rPr>
              <a:t>)</a:t>
            </a:r>
            <a:r>
              <a:rPr lang="zh-CN" altLang="en-US" sz="2200" b="1" dirty="0">
                <a:solidFill>
                  <a:srgbClr val="FF0000"/>
                </a:solidFill>
              </a:rPr>
              <a:t>表达式 </a:t>
            </a:r>
            <a:r>
              <a:rPr lang="en-US" altLang="zh-CN" sz="2200" b="1" i="1" dirty="0">
                <a:solidFill>
                  <a:schemeClr val="tx1"/>
                </a:solidFill>
              </a:rPr>
              <a:t>x</a:t>
            </a:r>
            <a:r>
              <a:rPr lang="en-US" altLang="zh-CN" sz="2200" b="1" dirty="0">
                <a:solidFill>
                  <a:schemeClr val="tx1"/>
                </a:solidFill>
              </a:rPr>
              <a:t> op </a:t>
            </a:r>
            <a:r>
              <a:rPr lang="en-US" altLang="zh-CN" sz="2200" b="1" i="1" dirty="0">
                <a:solidFill>
                  <a:schemeClr val="tx1"/>
                </a:solidFill>
              </a:rPr>
              <a:t>y</a:t>
            </a:r>
          </a:p>
          <a:p>
            <a:pPr eaLnBrk="1" hangingPunct="1">
              <a:lnSpc>
                <a:spcPts val="3200"/>
              </a:lnSpc>
            </a:pPr>
            <a:r>
              <a:rPr lang="en-US" altLang="zh-CN" sz="2200" b="1" i="1" dirty="0">
                <a:solidFill>
                  <a:schemeClr val="tx1"/>
                </a:solidFill>
                <a:ea typeface="宋体" panose="02010600030101010101" pitchFamily="2" charset="-122"/>
              </a:rPr>
              <a:t>OUT[B] = f</a:t>
            </a:r>
            <a:r>
              <a:rPr lang="en-US" altLang="zh-CN" sz="2200" b="1" i="1" baseline="-30000" dirty="0">
                <a:solidFill>
                  <a:schemeClr val="tx1"/>
                </a:solidFill>
                <a:ea typeface="宋体" panose="02010600030101010101" pitchFamily="2" charset="-122"/>
              </a:rPr>
              <a:t>B</a:t>
            </a:r>
            <a:r>
              <a:rPr lang="en-US" altLang="zh-CN" sz="2200" b="1" dirty="0">
                <a:solidFill>
                  <a:schemeClr val="tx1"/>
                </a:solidFill>
                <a:ea typeface="宋体" panose="02010600030101010101" pitchFamily="2" charset="-122"/>
              </a:rPr>
              <a:t>( </a:t>
            </a:r>
            <a:r>
              <a:rPr lang="en-US" altLang="zh-CN" sz="2200" b="1" i="1" dirty="0">
                <a:ea typeface="宋体" panose="02010600030101010101" pitchFamily="2" charset="-122"/>
              </a:rPr>
              <a:t>IN[B] </a:t>
            </a:r>
            <a:r>
              <a:rPr lang="en-US" altLang="zh-CN" sz="2200" b="1" dirty="0">
                <a:solidFill>
                  <a:schemeClr val="tx1"/>
                </a:solidFill>
                <a:ea typeface="宋体" panose="02010600030101010101" pitchFamily="2" charset="-122"/>
              </a:rPr>
              <a:t>) = </a:t>
            </a:r>
            <a:r>
              <a:rPr lang="en-US" altLang="zh-CN" sz="2200" b="1" i="1" dirty="0" err="1">
                <a:solidFill>
                  <a:srgbClr val="0070C0"/>
                </a:solidFill>
                <a:ea typeface="宋体" panose="02010600030101010101" pitchFamily="2" charset="-122"/>
              </a:rPr>
              <a:t>e_gen</a:t>
            </a:r>
            <a:r>
              <a:rPr lang="en-US" altLang="zh-CN" sz="2200" b="1" i="1" baseline="-30000" dirty="0" err="1">
                <a:solidFill>
                  <a:srgbClr val="0070C0"/>
                </a:solidFill>
                <a:ea typeface="宋体" panose="02010600030101010101" pitchFamily="2" charset="-122"/>
              </a:rPr>
              <a:t>B</a:t>
            </a:r>
            <a:r>
              <a:rPr lang="en-US" altLang="zh-CN" sz="2200" b="1" dirty="0">
                <a:solidFill>
                  <a:srgbClr val="0070C0"/>
                </a:solidFill>
                <a:ea typeface="宋体" panose="02010600030101010101" pitchFamily="2" charset="-122"/>
              </a:rPr>
              <a:t> </a:t>
            </a:r>
            <a:r>
              <a:rPr lang="en-US" altLang="zh-CN" sz="2200" b="1" dirty="0">
                <a:solidFill>
                  <a:srgbClr val="0070C0"/>
                </a:solidFill>
              </a:rPr>
              <a:t>∪</a:t>
            </a:r>
            <a:r>
              <a:rPr lang="en-US" altLang="zh-CN" sz="2200" b="1" dirty="0">
                <a:solidFill>
                  <a:srgbClr val="0070C0"/>
                </a:solidFill>
                <a:ea typeface="宋体" panose="02010600030101010101" pitchFamily="2" charset="-122"/>
              </a:rPr>
              <a:t>( </a:t>
            </a:r>
            <a:r>
              <a:rPr lang="en-US" altLang="zh-CN" sz="2200" b="1" i="1" dirty="0">
                <a:solidFill>
                  <a:srgbClr val="0070C0"/>
                </a:solidFill>
                <a:ea typeface="宋体" panose="02010600030101010101" pitchFamily="2" charset="-122"/>
              </a:rPr>
              <a:t>IN[B] </a:t>
            </a:r>
            <a:r>
              <a:rPr lang="en-US" altLang="zh-CN" sz="2200" b="1" dirty="0">
                <a:solidFill>
                  <a:srgbClr val="0070C0"/>
                </a:solidFill>
                <a:ea typeface="宋体" panose="02010600030101010101" pitchFamily="2" charset="-122"/>
              </a:rPr>
              <a:t>- </a:t>
            </a:r>
            <a:r>
              <a:rPr lang="en-US" altLang="zh-CN" sz="2200" b="1" i="1" dirty="0" err="1">
                <a:solidFill>
                  <a:srgbClr val="0070C0"/>
                </a:solidFill>
                <a:ea typeface="宋体" panose="02010600030101010101" pitchFamily="2" charset="-122"/>
              </a:rPr>
              <a:t>e_kill</a:t>
            </a:r>
            <a:r>
              <a:rPr lang="en-US" altLang="zh-CN" sz="2200" b="1" i="1" baseline="-30000" dirty="0" err="1">
                <a:solidFill>
                  <a:srgbClr val="0070C0"/>
                </a:solidFill>
                <a:ea typeface="宋体" panose="02010600030101010101" pitchFamily="2" charset="-122"/>
              </a:rPr>
              <a:t>B</a:t>
            </a:r>
            <a:r>
              <a:rPr lang="en-US" altLang="zh-CN" sz="2200" b="1" dirty="0">
                <a:solidFill>
                  <a:srgbClr val="0070C0"/>
                </a:solidFill>
                <a:ea typeface="宋体" panose="02010600030101010101" pitchFamily="2" charset="-122"/>
              </a:rPr>
              <a:t> )</a:t>
            </a:r>
          </a:p>
          <a:p>
            <a:pPr lvl="1" eaLnBrk="1" hangingPunct="1">
              <a:lnSpc>
                <a:spcPts val="3200"/>
              </a:lnSpc>
              <a:buClrTx/>
              <a:buFont typeface="Wingdings" panose="05000000000000000000" pitchFamily="2" charset="2"/>
              <a:buChar char="Ø"/>
            </a:pPr>
            <a:r>
              <a:rPr lang="en-US" altLang="zh-CN" sz="2000" b="1" i="1" dirty="0" err="1">
                <a:solidFill>
                  <a:srgbClr val="0070C0"/>
                </a:solidFill>
                <a:ea typeface="宋体" panose="02010600030101010101" pitchFamily="2" charset="-122"/>
              </a:rPr>
              <a:t>e_gen</a:t>
            </a:r>
            <a:r>
              <a:rPr lang="en-US" altLang="zh-CN" sz="2000" b="1" i="1" baseline="-30000" dirty="0" err="1">
                <a:solidFill>
                  <a:srgbClr val="0070C0"/>
                </a:solidFill>
                <a:ea typeface="宋体" panose="02010600030101010101" pitchFamily="2" charset="-122"/>
              </a:rPr>
              <a:t>B</a:t>
            </a:r>
            <a:r>
              <a:rPr lang="en-US" altLang="zh-CN" sz="2000" b="1" dirty="0">
                <a:solidFill>
                  <a:srgbClr val="0070C0"/>
                </a:solidFill>
                <a:ea typeface="宋体" panose="02010600030101010101" pitchFamily="2" charset="-122"/>
              </a:rPr>
              <a:t> </a:t>
            </a:r>
            <a:r>
              <a:rPr lang="en-US" altLang="zh-CN" sz="2000" b="1" dirty="0">
                <a:solidFill>
                  <a:schemeClr val="tx1"/>
                </a:solidFill>
                <a:ea typeface="宋体" panose="02010600030101010101" pitchFamily="2" charset="-122"/>
              </a:rPr>
              <a:t>: </a:t>
            </a:r>
            <a:r>
              <a:rPr lang="zh-CN" altLang="en-US" sz="2000" b="1" dirty="0">
                <a:solidFill>
                  <a:schemeClr val="tx1"/>
                </a:solidFill>
              </a:rPr>
              <a:t>基本块</a:t>
            </a:r>
            <a:r>
              <a:rPr lang="en-US" altLang="zh-CN" sz="2000" b="1" i="1" dirty="0">
                <a:solidFill>
                  <a:schemeClr val="tx1"/>
                </a:solidFill>
              </a:rPr>
              <a:t>B</a:t>
            </a:r>
            <a:r>
              <a:rPr lang="zh-CN" altLang="en-US" sz="2000" b="1" dirty="0">
                <a:solidFill>
                  <a:schemeClr val="tx1"/>
                </a:solidFill>
              </a:rPr>
              <a:t>所</a:t>
            </a:r>
            <a:r>
              <a:rPr lang="zh-CN" altLang="en-US" sz="2000" b="1" dirty="0">
                <a:solidFill>
                  <a:srgbClr val="0070C0"/>
                </a:solidFill>
              </a:rPr>
              <a:t>生成</a:t>
            </a:r>
            <a:r>
              <a:rPr lang="zh-CN" altLang="en-US" sz="2000" b="1" dirty="0">
                <a:solidFill>
                  <a:schemeClr val="tx1"/>
                </a:solidFill>
              </a:rPr>
              <a:t>的可用表达式的集合</a:t>
            </a:r>
            <a:endParaRPr lang="en-US" altLang="zh-CN" sz="2000" b="1" dirty="0">
              <a:solidFill>
                <a:schemeClr val="tx1"/>
              </a:solidFill>
              <a:ea typeface="宋体" panose="02010600030101010101" pitchFamily="2" charset="-122"/>
            </a:endParaRPr>
          </a:p>
          <a:p>
            <a:pPr lvl="1" eaLnBrk="1" hangingPunct="1">
              <a:lnSpc>
                <a:spcPts val="3200"/>
              </a:lnSpc>
              <a:buClrTx/>
              <a:buFont typeface="Wingdings" panose="05000000000000000000" pitchFamily="2" charset="2"/>
              <a:buChar char="Ø"/>
            </a:pPr>
            <a:r>
              <a:rPr lang="en-US" altLang="zh-CN" sz="2000" b="1" i="1" dirty="0" err="1">
                <a:solidFill>
                  <a:srgbClr val="0070C0"/>
                </a:solidFill>
                <a:ea typeface="宋体" panose="02010600030101010101" pitchFamily="2" charset="-122"/>
              </a:rPr>
              <a:t>e_kill</a:t>
            </a:r>
            <a:r>
              <a:rPr lang="en-US" altLang="zh-CN" sz="2000" b="1" i="1" baseline="-30000" dirty="0" err="1">
                <a:solidFill>
                  <a:srgbClr val="0070C0"/>
                </a:solidFill>
                <a:ea typeface="宋体" panose="02010600030101010101" pitchFamily="2" charset="-122"/>
              </a:rPr>
              <a:t>B</a:t>
            </a:r>
            <a:r>
              <a:rPr lang="en-US" altLang="zh-CN" sz="2000" b="1" dirty="0">
                <a:solidFill>
                  <a:srgbClr val="0070C0"/>
                </a:solidFill>
                <a:ea typeface="宋体" panose="02010600030101010101" pitchFamily="2" charset="-122"/>
              </a:rPr>
              <a:t> </a:t>
            </a:r>
            <a:r>
              <a:rPr lang="en-US" altLang="zh-CN" sz="2000" b="1" dirty="0">
                <a:ea typeface="宋体" panose="02010600030101010101" pitchFamily="2" charset="-122"/>
              </a:rPr>
              <a:t>: </a:t>
            </a:r>
            <a:r>
              <a:rPr lang="zh-CN" altLang="en-US" sz="2000" b="1" dirty="0">
                <a:solidFill>
                  <a:schemeClr val="tx1"/>
                </a:solidFill>
              </a:rPr>
              <a:t>基本块</a:t>
            </a:r>
            <a:r>
              <a:rPr lang="en-US" altLang="zh-CN" sz="2000" b="1" i="1" dirty="0">
                <a:solidFill>
                  <a:schemeClr val="tx1"/>
                </a:solidFill>
              </a:rPr>
              <a:t>B</a:t>
            </a:r>
            <a:r>
              <a:rPr lang="zh-CN" altLang="en-US" sz="2000" b="1" dirty="0">
                <a:solidFill>
                  <a:schemeClr val="tx1"/>
                </a:solidFill>
              </a:rPr>
              <a:t>所</a:t>
            </a:r>
            <a:r>
              <a:rPr lang="zh-CN" altLang="en-US" sz="2000" b="1" dirty="0">
                <a:solidFill>
                  <a:srgbClr val="0070C0"/>
                </a:solidFill>
              </a:rPr>
              <a:t>注销</a:t>
            </a:r>
            <a:r>
              <a:rPr lang="en-US" altLang="zh-CN" sz="2000" b="1" dirty="0"/>
              <a:t>(</a:t>
            </a:r>
            <a:r>
              <a:rPr lang="zh-CN" altLang="en-US" sz="2000" b="1" dirty="0">
                <a:solidFill>
                  <a:schemeClr val="tx1"/>
                </a:solidFill>
              </a:rPr>
              <a:t>杀死</a:t>
            </a:r>
            <a:r>
              <a:rPr lang="en-US" altLang="zh-CN" sz="2000" b="1" dirty="0">
                <a:solidFill>
                  <a:schemeClr val="tx1"/>
                </a:solidFill>
              </a:rPr>
              <a:t>)</a:t>
            </a:r>
            <a:r>
              <a:rPr lang="zh-CN" altLang="en-US" sz="2000" b="1" dirty="0">
                <a:solidFill>
                  <a:schemeClr val="tx1"/>
                </a:solidFill>
              </a:rPr>
              <a:t>的</a:t>
            </a:r>
            <a:r>
              <a:rPr lang="en-US" altLang="zh-CN" sz="2000" b="1" i="1" dirty="0">
                <a:solidFill>
                  <a:schemeClr val="accent2"/>
                </a:solidFill>
              </a:rPr>
              <a:t>U</a:t>
            </a:r>
            <a:r>
              <a:rPr lang="zh-CN" altLang="en-US" sz="2000" b="1" dirty="0">
                <a:solidFill>
                  <a:schemeClr val="tx1"/>
                </a:solidFill>
              </a:rPr>
              <a:t>中的可用表达式的集合</a:t>
            </a:r>
            <a:endParaRPr lang="zh-CN" altLang="en-US" sz="2000" b="1" i="1" dirty="0">
              <a:solidFill>
                <a:schemeClr val="tx1"/>
              </a:solidFill>
              <a:ea typeface="宋体" panose="02010600030101010101" pitchFamily="2" charset="-122"/>
            </a:endParaRPr>
          </a:p>
          <a:p>
            <a:pPr lvl="2" eaLnBrk="1" hangingPunct="1">
              <a:lnSpc>
                <a:spcPts val="3200"/>
              </a:lnSpc>
              <a:buClrTx/>
              <a:buFont typeface="Wingdings" panose="05000000000000000000" pitchFamily="2" charset="2"/>
              <a:buChar char="Ø"/>
            </a:pPr>
            <a:r>
              <a:rPr lang="en-US" altLang="zh-CN" b="1" i="1" dirty="0">
                <a:solidFill>
                  <a:schemeClr val="tx1"/>
                </a:solidFill>
              </a:rPr>
              <a:t> </a:t>
            </a:r>
            <a:r>
              <a:rPr lang="en-US" altLang="zh-CN" b="1" i="1" dirty="0">
                <a:solidFill>
                  <a:schemeClr val="accent2"/>
                </a:solidFill>
              </a:rPr>
              <a:t>U</a:t>
            </a:r>
            <a:r>
              <a:rPr lang="en-US" altLang="zh-CN" b="1" i="1" dirty="0">
                <a:solidFill>
                  <a:srgbClr val="FF0000"/>
                </a:solidFill>
              </a:rPr>
              <a:t> </a:t>
            </a:r>
            <a:r>
              <a:rPr lang="en-US" altLang="zh-CN" b="1" dirty="0"/>
              <a:t>: </a:t>
            </a:r>
            <a:r>
              <a:rPr lang="zh-CN" altLang="en-US" b="1" dirty="0">
                <a:solidFill>
                  <a:schemeClr val="tx1"/>
                </a:solidFill>
              </a:rPr>
              <a:t>所有出现在程序语句右部的</a:t>
            </a:r>
            <a:r>
              <a:rPr lang="zh-CN" altLang="en-US" b="1" dirty="0">
                <a:solidFill>
                  <a:srgbClr val="0070C0"/>
                </a:solidFill>
              </a:rPr>
              <a:t>表达式的全集</a:t>
            </a:r>
          </a:p>
        </p:txBody>
      </p:sp>
      <p:sp>
        <p:nvSpPr>
          <p:cNvPr id="189443" name="标题 1">
            <a:extLst>
              <a:ext uri="{FF2B5EF4-FFF2-40B4-BE49-F238E27FC236}">
                <a16:creationId xmlns:a16="http://schemas.microsoft.com/office/drawing/2014/main" id="{AF0199FC-33BA-458D-93BF-3AD0B0A3E8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可用表达式的传递函数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 nodeType="clickPar">
                      <p:stCondLst>
                        <p:cond delay="indefinite"/>
                      </p:stCondLst>
                      <p:childTnLst>
                        <p:par>
                          <p:cTn id="1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4">
            <a:extLst>
              <a:ext uri="{FF2B5EF4-FFF2-40B4-BE49-F238E27FC236}">
                <a16:creationId xmlns:a16="http://schemas.microsoft.com/office/drawing/2014/main" id="{85F210A5-F2D5-4B8B-AC06-6B9FB0E155C8}"/>
              </a:ext>
            </a:extLst>
          </p:cNvPr>
          <p:cNvGrpSpPr>
            <a:grpSpLocks/>
          </p:cNvGrpSpPr>
          <p:nvPr/>
        </p:nvGrpSpPr>
        <p:grpSpPr bwMode="auto">
          <a:xfrm>
            <a:off x="2857500" y="2678113"/>
            <a:ext cx="3141663" cy="2630487"/>
            <a:chOff x="2857500" y="2678113"/>
            <a:chExt cx="3141663" cy="2629941"/>
          </a:xfrm>
        </p:grpSpPr>
        <p:sp>
          <p:nvSpPr>
            <p:cNvPr id="191500" name="Rectangle 3">
              <a:extLst>
                <a:ext uri="{FF2B5EF4-FFF2-40B4-BE49-F238E27FC236}">
                  <a16:creationId xmlns:a16="http://schemas.microsoft.com/office/drawing/2014/main" id="{B723377E-D997-411A-BEBF-F888A40CA9C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071813" y="2807742"/>
              <a:ext cx="2927350" cy="25003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 marL="271463" indent="-271463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>
                <a:lnSpc>
                  <a:spcPts val="1300"/>
                </a:lnSpc>
                <a:spcBef>
                  <a:spcPct val="20000"/>
                </a:spcBef>
                <a:buSzPct val="100000"/>
              </a:pPr>
              <a:r>
                <a:rPr lang="en-US" altLang="zh-CN" dirty="0">
                  <a:latin typeface="Times New Roman" panose="02020603050405020304" pitchFamily="18" charset="0"/>
                  <a:ea typeface="楷体_GB2312" charset="0"/>
                  <a:cs typeface="Times New Roman" panose="02020603050405020304" pitchFamily="18" charset="0"/>
                </a:rPr>
                <a:t> </a:t>
              </a:r>
              <a:r>
                <a:rPr lang="en-US" altLang="zh-CN" sz="2000" dirty="0">
                  <a:latin typeface="Times New Roman" panose="02020603050405020304" pitchFamily="18" charset="0"/>
                  <a:ea typeface="楷体_GB2312" charset="0"/>
                  <a:cs typeface="Times New Roman" panose="02020603050405020304" pitchFamily="18" charset="0"/>
                </a:rPr>
                <a:t> </a:t>
              </a:r>
              <a:r>
                <a:rPr lang="zh-CN" altLang="en-US" dirty="0"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块</a:t>
              </a:r>
              <a:r>
                <a:rPr lang="en-US" altLang="zh-CN" i="1" dirty="0">
                  <a:latin typeface="Times New Roman" panose="02020603050405020304" pitchFamily="18" charset="0"/>
                  <a:ea typeface="楷体_GB2312" charset="0"/>
                  <a:cs typeface="Times New Roman" panose="02020603050405020304" pitchFamily="18" charset="0"/>
                </a:rPr>
                <a:t>B</a:t>
              </a:r>
              <a:r>
                <a:rPr lang="zh-CN" altLang="en-US" dirty="0">
                  <a:latin typeface="华文楷体" panose="02010600040101010101" pitchFamily="2" charset="-122"/>
                  <a:ea typeface="华文楷体" panose="02010600040101010101" pitchFamily="2" charset="-122"/>
                  <a:cs typeface="Times New Roman" panose="02020603050405020304" pitchFamily="18" charset="0"/>
                </a:rPr>
                <a:t>语句         </a:t>
              </a:r>
              <a:r>
                <a:rPr lang="en-US" altLang="zh-CN" sz="2000" i="1" dirty="0" err="1">
                  <a:solidFill>
                    <a:prstClr val="black"/>
                  </a:solidFill>
                  <a:latin typeface="Times New Roman" panose="02020603050405020304" pitchFamily="18" charset="0"/>
                  <a:ea typeface="楷体_GB2312" charset="0"/>
                  <a:cs typeface="Times New Roman" panose="02020603050405020304" pitchFamily="18" charset="0"/>
                </a:rPr>
                <a:t>e_gen</a:t>
              </a:r>
              <a:r>
                <a:rPr lang="en-US" altLang="zh-CN" sz="2000" i="1" baseline="-30000" dirty="0" err="1">
                  <a:solidFill>
                    <a:prstClr val="black"/>
                  </a:solidFill>
                  <a:latin typeface="Times New Roman" panose="02020603050405020304" pitchFamily="18" charset="0"/>
                  <a:ea typeface="楷体_GB2312" charset="0"/>
                  <a:cs typeface="Times New Roman" panose="02020603050405020304" pitchFamily="18" charset="0"/>
                </a:rPr>
                <a:t>B</a:t>
              </a:r>
              <a:r>
                <a:rPr lang="en-US" altLang="zh-CN" sz="2000" dirty="0">
                  <a:solidFill>
                    <a:prstClr val="black"/>
                  </a:solidFill>
                  <a:latin typeface="Times New Roman" panose="02020603050405020304" pitchFamily="18" charset="0"/>
                  <a:ea typeface="楷体_GB2312" charset="0"/>
                  <a:cs typeface="Times New Roman" panose="02020603050405020304" pitchFamily="18" charset="0"/>
                </a:rPr>
                <a:t> </a:t>
              </a:r>
              <a:endParaRPr lang="en-US" altLang="zh-CN" dirty="0"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endParaRPr>
            </a:p>
            <a:p>
              <a:pPr eaLnBrk="1" hangingPunct="1">
                <a:lnSpc>
                  <a:spcPts val="1300"/>
                </a:lnSpc>
                <a:spcBef>
                  <a:spcPct val="20000"/>
                </a:spcBef>
                <a:buSzPct val="100000"/>
              </a:pPr>
              <a:r>
                <a:rPr lang="en-US" altLang="zh-CN" dirty="0">
                  <a:latin typeface="Times New Roman" panose="02020603050405020304" pitchFamily="18" charset="0"/>
                  <a:ea typeface="楷体_GB2312" charset="0"/>
                  <a:cs typeface="Times New Roman" panose="02020603050405020304" pitchFamily="18" charset="0"/>
                </a:rPr>
                <a:t>        ……</a:t>
              </a:r>
            </a:p>
            <a:p>
              <a:pPr eaLnBrk="1" hangingPunct="1">
                <a:lnSpc>
                  <a:spcPts val="1300"/>
                </a:lnSpc>
                <a:spcBef>
                  <a:spcPct val="20000"/>
                </a:spcBef>
                <a:buSzPct val="100000"/>
              </a:pPr>
              <a:r>
                <a:rPr lang="en-US" altLang="zh-CN" dirty="0">
                  <a:latin typeface="Times New Roman" panose="02020603050405020304" pitchFamily="18" charset="0"/>
                  <a:ea typeface="楷体_GB2312" charset="0"/>
                  <a:cs typeface="Times New Roman" panose="02020603050405020304" pitchFamily="18" charset="0"/>
                </a:rPr>
                <a:t>a : = </a:t>
              </a:r>
              <a:r>
                <a:rPr lang="en-US" altLang="zh-CN" dirty="0" err="1">
                  <a:latin typeface="Times New Roman" panose="02020603050405020304" pitchFamily="18" charset="0"/>
                  <a:ea typeface="楷体_GB2312" charset="0"/>
                  <a:cs typeface="Times New Roman" panose="02020603050405020304" pitchFamily="18" charset="0"/>
                </a:rPr>
                <a:t>b+c</a:t>
              </a:r>
              <a:endParaRPr lang="en-US" altLang="zh-CN" dirty="0"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endParaRPr>
            </a:p>
            <a:p>
              <a:pPr eaLnBrk="1" hangingPunct="1">
                <a:lnSpc>
                  <a:spcPts val="1300"/>
                </a:lnSpc>
                <a:spcBef>
                  <a:spcPct val="20000"/>
                </a:spcBef>
                <a:buSzPct val="100000"/>
              </a:pPr>
              <a:r>
                <a:rPr lang="en-US" altLang="zh-CN" dirty="0">
                  <a:latin typeface="Times New Roman" panose="02020603050405020304" pitchFamily="18" charset="0"/>
                  <a:ea typeface="楷体_GB2312" charset="0"/>
                  <a:cs typeface="Times New Roman" panose="02020603050405020304" pitchFamily="18" charset="0"/>
                </a:rPr>
                <a:t>        ……</a:t>
              </a:r>
            </a:p>
            <a:p>
              <a:pPr eaLnBrk="1" hangingPunct="1">
                <a:lnSpc>
                  <a:spcPts val="1300"/>
                </a:lnSpc>
                <a:spcBef>
                  <a:spcPct val="20000"/>
                </a:spcBef>
                <a:buSzPct val="100000"/>
              </a:pPr>
              <a:r>
                <a:rPr lang="en-US" altLang="zh-CN" dirty="0">
                  <a:latin typeface="Times New Roman" panose="02020603050405020304" pitchFamily="18" charset="0"/>
                  <a:ea typeface="楷体_GB2312" charset="0"/>
                  <a:cs typeface="Times New Roman" panose="02020603050405020304" pitchFamily="18" charset="0"/>
                </a:rPr>
                <a:t>b : = a-d</a:t>
              </a:r>
            </a:p>
            <a:p>
              <a:pPr eaLnBrk="1" hangingPunct="1">
                <a:lnSpc>
                  <a:spcPts val="1300"/>
                </a:lnSpc>
                <a:spcBef>
                  <a:spcPct val="20000"/>
                </a:spcBef>
                <a:buSzPct val="100000"/>
              </a:pPr>
              <a:r>
                <a:rPr lang="en-US" altLang="zh-CN" dirty="0">
                  <a:latin typeface="Times New Roman" panose="02020603050405020304" pitchFamily="18" charset="0"/>
                  <a:ea typeface="楷体_GB2312" charset="0"/>
                  <a:cs typeface="Times New Roman" panose="02020603050405020304" pitchFamily="18" charset="0"/>
                </a:rPr>
                <a:t>        ……</a:t>
              </a:r>
            </a:p>
            <a:p>
              <a:pPr eaLnBrk="1" hangingPunct="1">
                <a:lnSpc>
                  <a:spcPts val="1300"/>
                </a:lnSpc>
                <a:spcBef>
                  <a:spcPct val="20000"/>
                </a:spcBef>
                <a:buSzPct val="100000"/>
              </a:pPr>
              <a:r>
                <a:rPr lang="en-US" altLang="zh-CN" dirty="0">
                  <a:latin typeface="Times New Roman" panose="02020603050405020304" pitchFamily="18" charset="0"/>
                  <a:ea typeface="楷体_GB2312" charset="0"/>
                  <a:cs typeface="Times New Roman" panose="02020603050405020304" pitchFamily="18" charset="0"/>
                </a:rPr>
                <a:t>c : = </a:t>
              </a:r>
              <a:r>
                <a:rPr lang="en-US" altLang="zh-CN" dirty="0" err="1">
                  <a:latin typeface="Times New Roman" panose="02020603050405020304" pitchFamily="18" charset="0"/>
                  <a:ea typeface="楷体_GB2312" charset="0"/>
                  <a:cs typeface="Times New Roman" panose="02020603050405020304" pitchFamily="18" charset="0"/>
                </a:rPr>
                <a:t>b+c</a:t>
              </a:r>
              <a:endParaRPr lang="en-US" altLang="zh-CN" dirty="0"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endParaRPr>
            </a:p>
            <a:p>
              <a:pPr eaLnBrk="1" hangingPunct="1">
                <a:lnSpc>
                  <a:spcPts val="1300"/>
                </a:lnSpc>
                <a:spcBef>
                  <a:spcPct val="20000"/>
                </a:spcBef>
                <a:buSzPct val="100000"/>
              </a:pPr>
              <a:r>
                <a:rPr lang="en-US" altLang="zh-CN" dirty="0">
                  <a:latin typeface="Times New Roman" panose="02020603050405020304" pitchFamily="18" charset="0"/>
                  <a:ea typeface="楷体_GB2312" charset="0"/>
                  <a:cs typeface="Times New Roman" panose="02020603050405020304" pitchFamily="18" charset="0"/>
                </a:rPr>
                <a:t>        ……</a:t>
              </a:r>
            </a:p>
            <a:p>
              <a:pPr eaLnBrk="1" hangingPunct="1">
                <a:lnSpc>
                  <a:spcPts val="1300"/>
                </a:lnSpc>
                <a:spcBef>
                  <a:spcPct val="20000"/>
                </a:spcBef>
                <a:buSzPct val="100000"/>
              </a:pPr>
              <a:r>
                <a:rPr lang="en-US" altLang="zh-CN" dirty="0">
                  <a:latin typeface="Times New Roman" panose="02020603050405020304" pitchFamily="18" charset="0"/>
                  <a:ea typeface="楷体_GB2312" charset="0"/>
                  <a:cs typeface="Times New Roman" panose="02020603050405020304" pitchFamily="18" charset="0"/>
                </a:rPr>
                <a:t>d : = a-d</a:t>
              </a:r>
            </a:p>
            <a:p>
              <a:pPr eaLnBrk="1" hangingPunct="1">
                <a:lnSpc>
                  <a:spcPts val="1300"/>
                </a:lnSpc>
                <a:spcBef>
                  <a:spcPct val="20000"/>
                </a:spcBef>
                <a:buSzPct val="100000"/>
              </a:pPr>
              <a:r>
                <a:rPr lang="en-US" altLang="zh-CN" dirty="0">
                  <a:latin typeface="Times New Roman" panose="02020603050405020304" pitchFamily="18" charset="0"/>
                  <a:ea typeface="楷体_GB2312" charset="0"/>
                  <a:cs typeface="Times New Roman" panose="02020603050405020304" pitchFamily="18" charset="0"/>
                </a:rPr>
                <a:t>        ……</a:t>
              </a:r>
            </a:p>
          </p:txBody>
        </p:sp>
        <p:cxnSp>
          <p:nvCxnSpPr>
            <p:cNvPr id="14" name="直接连接符 13">
              <a:extLst>
                <a:ext uri="{FF2B5EF4-FFF2-40B4-BE49-F238E27FC236}">
                  <a16:creationId xmlns:a16="http://schemas.microsoft.com/office/drawing/2014/main" id="{A76B8D7F-E97C-4477-8B68-02700BCB9594}"/>
                </a:ext>
              </a:extLst>
            </p:cNvPr>
            <p:cNvCxnSpPr/>
            <p:nvPr/>
          </p:nvCxnSpPr>
          <p:spPr bwMode="auto">
            <a:xfrm>
              <a:off x="2857500" y="2678113"/>
              <a:ext cx="2786063" cy="1587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接连接符 14">
              <a:extLst>
                <a:ext uri="{FF2B5EF4-FFF2-40B4-BE49-F238E27FC236}">
                  <a16:creationId xmlns:a16="http://schemas.microsoft.com/office/drawing/2014/main" id="{C477C230-18A1-4000-8440-8403D85812C2}"/>
                </a:ext>
              </a:extLst>
            </p:cNvPr>
            <p:cNvCxnSpPr/>
            <p:nvPr/>
          </p:nvCxnSpPr>
          <p:spPr bwMode="auto">
            <a:xfrm>
              <a:off x="2857500" y="3035226"/>
              <a:ext cx="2786063" cy="1588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直接连接符 15">
              <a:extLst>
                <a:ext uri="{FF2B5EF4-FFF2-40B4-BE49-F238E27FC236}">
                  <a16:creationId xmlns:a16="http://schemas.microsoft.com/office/drawing/2014/main" id="{3BC07902-C48B-48C5-9F9F-B739C699962B}"/>
                </a:ext>
              </a:extLst>
            </p:cNvPr>
            <p:cNvCxnSpPr/>
            <p:nvPr/>
          </p:nvCxnSpPr>
          <p:spPr bwMode="auto">
            <a:xfrm>
              <a:off x="2857500" y="5090612"/>
              <a:ext cx="2786063" cy="1587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7330" name="Rectangle 3">
            <a:extLst>
              <a:ext uri="{FF2B5EF4-FFF2-40B4-BE49-F238E27FC236}">
                <a16:creationId xmlns:a16="http://schemas.microsoft.com/office/drawing/2014/main" id="{C5DB6089-6FC1-4F95-B07C-183519325111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430213" y="857250"/>
            <a:ext cx="5927725" cy="322580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numCol="1" anchor="t" anchorCtr="0" compatLnSpc="1">
            <a:prstTxWarp prst="textNoShape">
              <a:avLst/>
            </a:prstTxWarp>
          </a:bodyPr>
          <a:lstStyle/>
          <a:p>
            <a:pPr marL="257175" lvl="1" indent="-257175" eaLnBrk="1" hangingPunct="1">
              <a:buClrTx/>
              <a:buFont typeface="Wingdings" panose="05000000000000000000" pitchFamily="2" charset="2"/>
              <a:buChar char="Ø"/>
            </a:pPr>
            <a:r>
              <a:rPr lang="zh-CN" altLang="en-US" sz="2500" b="1" dirty="0">
                <a:solidFill>
                  <a:schemeClr val="tx1"/>
                </a:solidFill>
                <a:latin typeface="楷体" panose="02010609060101010101" pitchFamily="49" charset="-122"/>
                <a:cs typeface="Times New Roman" panose="02020603050405020304" pitchFamily="18" charset="0"/>
              </a:rPr>
              <a:t>初始化：</a:t>
            </a:r>
            <a:r>
              <a:rPr lang="en-US" altLang="zh-CN" sz="2500" b="1" i="1" dirty="0" err="1">
                <a:solidFill>
                  <a:schemeClr val="tx1"/>
                </a:solidFill>
                <a:ea typeface="楷体_GB2312" charset="0"/>
                <a:cs typeface="Times New Roman" panose="02020603050405020304" pitchFamily="18" charset="0"/>
              </a:rPr>
              <a:t>e_gen</a:t>
            </a:r>
            <a:r>
              <a:rPr lang="en-US" altLang="zh-CN" sz="2500" b="1" i="1" baseline="-30000" dirty="0" err="1">
                <a:solidFill>
                  <a:schemeClr val="tx1"/>
                </a:solidFill>
                <a:ea typeface="楷体_GB2312" charset="0"/>
                <a:cs typeface="Times New Roman" panose="02020603050405020304" pitchFamily="18" charset="0"/>
              </a:rPr>
              <a:t>B</a:t>
            </a:r>
            <a:r>
              <a:rPr lang="en-US" altLang="zh-CN" sz="2500" b="1" dirty="0">
                <a:solidFill>
                  <a:schemeClr val="tx1"/>
                </a:solidFill>
                <a:ea typeface="楷体_GB2312" charset="0"/>
                <a:cs typeface="Times New Roman" panose="02020603050405020304" pitchFamily="18" charset="0"/>
              </a:rPr>
              <a:t> = </a:t>
            </a:r>
            <a:r>
              <a:rPr lang="el-GR" altLang="zh-CN" sz="2500" b="1" i="1" dirty="0">
                <a:solidFill>
                  <a:schemeClr val="tx1"/>
                </a:solidFill>
                <a:ea typeface="楷体_GB2312" charset="0"/>
                <a:cs typeface="Times New Roman" panose="02020603050405020304" pitchFamily="18" charset="0"/>
              </a:rPr>
              <a:t>Φ</a:t>
            </a:r>
            <a:endParaRPr lang="zh-CN" altLang="en-US" sz="2500" b="1" dirty="0">
              <a:solidFill>
                <a:schemeClr val="tx1"/>
              </a:solidFill>
              <a:ea typeface="楷体_GB2312" charset="0"/>
              <a:cs typeface="Times New Roman" panose="02020603050405020304" pitchFamily="18" charset="0"/>
            </a:endParaRPr>
          </a:p>
          <a:p>
            <a:pPr eaLnBrk="1" hangingPunct="1">
              <a:buClrTx/>
              <a:buFont typeface="Wingdings" panose="05000000000000000000" pitchFamily="2" charset="2"/>
              <a:buChar char="Ø"/>
            </a:pPr>
            <a:r>
              <a:rPr lang="zh-CN" altLang="en-US" sz="2500" b="1" dirty="0">
                <a:solidFill>
                  <a:schemeClr val="tx1"/>
                </a:solidFill>
              </a:rPr>
              <a:t>顺序扫描基本块的每个语句：</a:t>
            </a:r>
            <a:r>
              <a:rPr lang="en-US" altLang="zh-CN" sz="2500" b="1" i="1" dirty="0">
                <a:solidFill>
                  <a:schemeClr val="tx1"/>
                </a:solidFill>
                <a:ea typeface="宋体" panose="02010600030101010101" pitchFamily="2" charset="-122"/>
              </a:rPr>
              <a:t>z</a:t>
            </a:r>
            <a:r>
              <a:rPr lang="en-US" altLang="zh-CN" sz="2500" b="1" dirty="0">
                <a:solidFill>
                  <a:schemeClr val="tx1"/>
                </a:solidFill>
                <a:ea typeface="宋体" panose="02010600030101010101" pitchFamily="2" charset="-122"/>
              </a:rPr>
              <a:t> = </a:t>
            </a:r>
            <a:r>
              <a:rPr lang="en-US" altLang="zh-CN" sz="2500" b="1" i="1" dirty="0">
                <a:solidFill>
                  <a:schemeClr val="tx1"/>
                </a:solidFill>
                <a:ea typeface="宋体" panose="02010600030101010101" pitchFamily="2" charset="-122"/>
              </a:rPr>
              <a:t>x</a:t>
            </a:r>
            <a:r>
              <a:rPr lang="en-US" altLang="zh-CN" sz="2500" b="1" dirty="0">
                <a:solidFill>
                  <a:schemeClr val="tx1"/>
                </a:solidFill>
                <a:ea typeface="宋体" panose="02010600030101010101" pitchFamily="2" charset="-122"/>
              </a:rPr>
              <a:t> op </a:t>
            </a:r>
            <a:r>
              <a:rPr lang="en-US" altLang="zh-CN" sz="2500" b="1" i="1" dirty="0">
                <a:solidFill>
                  <a:schemeClr val="tx1"/>
                </a:solidFill>
                <a:ea typeface="宋体" panose="02010600030101010101" pitchFamily="2" charset="-122"/>
              </a:rPr>
              <a:t>y</a:t>
            </a:r>
          </a:p>
          <a:p>
            <a:pPr marL="536575" lvl="2" indent="-257175" eaLnBrk="1" hangingPunct="1">
              <a:buClrTx/>
              <a:buFont typeface="Wingdings" panose="05000000000000000000" pitchFamily="2" charset="2"/>
              <a:buChar char="Ø"/>
            </a:pPr>
            <a:r>
              <a:rPr lang="zh-CN" altLang="nl-NL" sz="2300" b="1" dirty="0">
                <a:solidFill>
                  <a:schemeClr val="tx1"/>
                </a:solidFill>
              </a:rPr>
              <a:t>把</a:t>
            </a:r>
            <a:r>
              <a:rPr lang="en-US" altLang="zh-CN" sz="2300" b="1" i="1" dirty="0">
                <a:solidFill>
                  <a:srgbClr val="0070C0"/>
                </a:solidFill>
              </a:rPr>
              <a:t>x</a:t>
            </a:r>
            <a:r>
              <a:rPr lang="en-US" altLang="zh-CN" sz="2300" b="1" dirty="0">
                <a:solidFill>
                  <a:srgbClr val="0070C0"/>
                </a:solidFill>
              </a:rPr>
              <a:t> op </a:t>
            </a:r>
            <a:r>
              <a:rPr lang="en-US" altLang="zh-CN" sz="2300" b="1" i="1" dirty="0">
                <a:solidFill>
                  <a:srgbClr val="0070C0"/>
                </a:solidFill>
              </a:rPr>
              <a:t>y</a:t>
            </a:r>
            <a:r>
              <a:rPr lang="zh-CN" altLang="nl-NL" sz="2300" b="1" dirty="0">
                <a:solidFill>
                  <a:srgbClr val="0070C0"/>
                </a:solidFill>
              </a:rPr>
              <a:t>加入</a:t>
            </a:r>
            <a:r>
              <a:rPr lang="en-US" altLang="zh-CN" sz="2300" b="1" i="1" dirty="0" err="1">
                <a:solidFill>
                  <a:schemeClr val="tx1"/>
                </a:solidFill>
                <a:ea typeface="宋体" panose="02010600030101010101" pitchFamily="2" charset="-122"/>
              </a:rPr>
              <a:t>e_gen</a:t>
            </a:r>
            <a:r>
              <a:rPr lang="en-US" altLang="zh-CN" sz="2300" b="1" i="1" baseline="-30000" dirty="0" err="1">
                <a:solidFill>
                  <a:schemeClr val="tx1"/>
                </a:solidFill>
                <a:ea typeface="宋体" panose="02010600030101010101" pitchFamily="2" charset="-122"/>
              </a:rPr>
              <a:t>B</a:t>
            </a:r>
            <a:endParaRPr lang="en-US" altLang="zh-CN" sz="2300" b="1" dirty="0">
              <a:solidFill>
                <a:schemeClr val="tx1"/>
              </a:solidFill>
              <a:ea typeface="宋体" panose="02010600030101010101" pitchFamily="2" charset="-122"/>
            </a:endParaRPr>
          </a:p>
          <a:p>
            <a:pPr marL="536575" lvl="2" indent="-257175" eaLnBrk="1" hangingPunct="1">
              <a:buClrTx/>
              <a:buFont typeface="Wingdings" panose="05000000000000000000" pitchFamily="2" charset="2"/>
              <a:buChar char="Ø"/>
            </a:pPr>
            <a:r>
              <a:rPr lang="zh-CN" altLang="en-US" sz="2300" b="1" dirty="0">
                <a:solidFill>
                  <a:schemeClr val="tx1"/>
                </a:solidFill>
              </a:rPr>
              <a:t>从</a:t>
            </a:r>
            <a:r>
              <a:rPr lang="en-US" altLang="zh-CN" sz="2300" b="1" i="1" dirty="0" err="1">
                <a:solidFill>
                  <a:schemeClr val="tx1"/>
                </a:solidFill>
                <a:ea typeface="宋体" panose="02010600030101010101" pitchFamily="2" charset="-122"/>
              </a:rPr>
              <a:t>e_gen</a:t>
            </a:r>
            <a:r>
              <a:rPr lang="en-US" altLang="zh-CN" sz="2300" b="1" i="1" baseline="-30000" dirty="0" err="1">
                <a:solidFill>
                  <a:schemeClr val="tx1"/>
                </a:solidFill>
                <a:ea typeface="宋体" panose="02010600030101010101" pitchFamily="2" charset="-122"/>
              </a:rPr>
              <a:t>B</a:t>
            </a:r>
            <a:r>
              <a:rPr lang="zh-CN" altLang="en-US" sz="2300" b="1" dirty="0">
                <a:solidFill>
                  <a:schemeClr val="tx1"/>
                </a:solidFill>
              </a:rPr>
              <a:t>中</a:t>
            </a:r>
            <a:r>
              <a:rPr lang="zh-CN" altLang="en-US" sz="2300" b="1" dirty="0">
                <a:solidFill>
                  <a:srgbClr val="0070C0"/>
                </a:solidFill>
              </a:rPr>
              <a:t>删除和</a:t>
            </a:r>
            <a:r>
              <a:rPr lang="en-US" altLang="zh-CN" sz="2300" b="1" i="1" dirty="0">
                <a:solidFill>
                  <a:srgbClr val="0070C0"/>
                </a:solidFill>
              </a:rPr>
              <a:t>z</a:t>
            </a:r>
            <a:r>
              <a:rPr lang="zh-CN" altLang="en-US" sz="2300" b="1" dirty="0">
                <a:solidFill>
                  <a:schemeClr val="tx1"/>
                </a:solidFill>
              </a:rPr>
              <a:t>相关的表达式</a:t>
            </a:r>
            <a:endParaRPr lang="zh-CN" altLang="en-US" sz="2300" b="1" dirty="0">
              <a:solidFill>
                <a:schemeClr val="tx1"/>
              </a:solidFill>
              <a:ea typeface="宋体" panose="02010600030101010101" pitchFamily="2" charset="-122"/>
            </a:endParaRPr>
          </a:p>
        </p:txBody>
      </p:sp>
      <p:sp>
        <p:nvSpPr>
          <p:cNvPr id="191491" name="Rectangle 2">
            <a:extLst>
              <a:ext uri="{FF2B5EF4-FFF2-40B4-BE49-F238E27FC236}">
                <a16:creationId xmlns:a16="http://schemas.microsoft.com/office/drawing/2014/main" id="{8CBABDAA-0C03-49E5-A945-4881200F81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en-US" altLang="zh-CN" sz="3000" i="1">
                <a:solidFill>
                  <a:schemeClr val="tx1"/>
                </a:solidFill>
                <a:ea typeface="楷体_GB2312" charset="0"/>
                <a:cs typeface="Times New Roman" panose="02020603050405020304" pitchFamily="18" charset="0"/>
              </a:rPr>
              <a:t>e_gen</a:t>
            </a:r>
            <a:r>
              <a:rPr lang="en-US" altLang="zh-CN" sz="3000" i="1" baseline="-30000">
                <a:solidFill>
                  <a:schemeClr val="tx1"/>
                </a:solidFill>
                <a:ea typeface="楷体_GB2312" charset="0"/>
                <a:cs typeface="Times New Roman" panose="02020603050405020304" pitchFamily="18" charset="0"/>
              </a:rPr>
              <a:t>B</a:t>
            </a:r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的计算</a:t>
            </a:r>
          </a:p>
        </p:txBody>
      </p:sp>
      <p:sp>
        <p:nvSpPr>
          <p:cNvPr id="696325" name="Rectangle 5">
            <a:extLst>
              <a:ext uri="{FF2B5EF4-FFF2-40B4-BE49-F238E27FC236}">
                <a16:creationId xmlns:a16="http://schemas.microsoft.com/office/drawing/2014/main" id="{D7F93B7A-B339-4FF3-8B28-1C0595C6A0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45025" y="3000375"/>
            <a:ext cx="304800" cy="346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68580" tIns="34290" rIns="68580" bIns="34290">
            <a:spAutoFit/>
          </a:bodyPr>
          <a:lstStyle/>
          <a:p>
            <a:pPr eaLnBrk="1" hangingPunct="1">
              <a:defRPr/>
            </a:pPr>
            <a:r>
              <a:rPr lang="en-US" altLang="zh-CN" i="1" dirty="0">
                <a:solidFill>
                  <a:schemeClr val="tx2">
                    <a:lumMod val="60000"/>
                    <a:lumOff val="40000"/>
                  </a:schemeClr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Ø</a:t>
            </a:r>
            <a:endParaRPr lang="zh-CN" altLang="en-US" i="1" dirty="0">
              <a:solidFill>
                <a:schemeClr val="tx2">
                  <a:lumMod val="60000"/>
                  <a:lumOff val="40000"/>
                </a:schemeClr>
              </a:solidFill>
              <a:latin typeface="Times New Roman" pitchFamily="18" charset="0"/>
              <a:ea typeface="楷体_GB2312"/>
              <a:cs typeface="Times New Roman" pitchFamily="18" charset="0"/>
            </a:endParaRPr>
          </a:p>
        </p:txBody>
      </p:sp>
      <p:sp>
        <p:nvSpPr>
          <p:cNvPr id="696327" name="Rectangle 7">
            <a:extLst>
              <a:ext uri="{FF2B5EF4-FFF2-40B4-BE49-F238E27FC236}">
                <a16:creationId xmlns:a16="http://schemas.microsoft.com/office/drawing/2014/main" id="{FECEDF06-67AE-4C3A-9B0F-C2F2240E52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29125" y="3429000"/>
            <a:ext cx="919163" cy="346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68580" tIns="34290" rIns="68580" bIns="34290">
            <a:spAutoFit/>
          </a:bodyPr>
          <a:lstStyle/>
          <a:p>
            <a:pPr eaLnBrk="1" hangingPunct="1">
              <a:defRPr/>
            </a:pPr>
            <a:r>
              <a:rPr lang="en-US" altLang="zh-CN" dirty="0">
                <a:solidFill>
                  <a:schemeClr val="tx2">
                    <a:lumMod val="60000"/>
                    <a:lumOff val="40000"/>
                  </a:schemeClr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{ </a:t>
            </a:r>
            <a:r>
              <a:rPr lang="en-US" altLang="zh-CN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b+c</a:t>
            </a:r>
            <a:r>
              <a:rPr lang="en-US" altLang="zh-CN" dirty="0">
                <a:solidFill>
                  <a:schemeClr val="tx2">
                    <a:lumMod val="60000"/>
                    <a:lumOff val="40000"/>
                  </a:schemeClr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 }</a:t>
            </a:r>
            <a:endParaRPr lang="zh-CN" altLang="en-US" dirty="0">
              <a:solidFill>
                <a:schemeClr val="tx2">
                  <a:lumMod val="60000"/>
                  <a:lumOff val="40000"/>
                </a:schemeClr>
              </a:solidFill>
              <a:latin typeface="Times New Roman" pitchFamily="18" charset="0"/>
              <a:ea typeface="楷体_GB2312"/>
              <a:cs typeface="Times New Roman" pitchFamily="18" charset="0"/>
            </a:endParaRPr>
          </a:p>
        </p:txBody>
      </p:sp>
      <p:sp>
        <p:nvSpPr>
          <p:cNvPr id="696328" name="Rectangle 8">
            <a:extLst>
              <a:ext uri="{FF2B5EF4-FFF2-40B4-BE49-F238E27FC236}">
                <a16:creationId xmlns:a16="http://schemas.microsoft.com/office/drawing/2014/main" id="{3D772D06-2664-472F-B910-5AA6D00938F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29125" y="3881438"/>
            <a:ext cx="973138" cy="346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68580" tIns="34290" rIns="68580" bIns="34290">
            <a:spAutoFit/>
          </a:bodyPr>
          <a:lstStyle/>
          <a:p>
            <a:pPr eaLnBrk="1" hangingPunct="1">
              <a:defRPr/>
            </a:pPr>
            <a:r>
              <a:rPr lang="en-US" altLang="zh-CN" dirty="0">
                <a:solidFill>
                  <a:schemeClr val="tx2">
                    <a:lumMod val="60000"/>
                    <a:lumOff val="40000"/>
                  </a:schemeClr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{ a-d }</a:t>
            </a:r>
            <a:endParaRPr lang="zh-CN" altLang="en-US" dirty="0">
              <a:solidFill>
                <a:schemeClr val="tx2">
                  <a:lumMod val="60000"/>
                  <a:lumOff val="40000"/>
                </a:schemeClr>
              </a:solidFill>
              <a:latin typeface="Times New Roman" pitchFamily="18" charset="0"/>
              <a:ea typeface="楷体_GB2312"/>
              <a:cs typeface="Times New Roman" pitchFamily="18" charset="0"/>
            </a:endParaRPr>
          </a:p>
        </p:txBody>
      </p:sp>
      <p:sp>
        <p:nvSpPr>
          <p:cNvPr id="696329" name="Rectangle 9">
            <a:extLst>
              <a:ext uri="{FF2B5EF4-FFF2-40B4-BE49-F238E27FC236}">
                <a16:creationId xmlns:a16="http://schemas.microsoft.com/office/drawing/2014/main" id="{BA770680-8CCD-4B38-950C-E8AE86031F9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29125" y="4313238"/>
            <a:ext cx="973138" cy="346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68580" tIns="34290" rIns="68580" bIns="34290">
            <a:spAutoFit/>
          </a:bodyPr>
          <a:lstStyle/>
          <a:p>
            <a:pPr eaLnBrk="1" hangingPunct="1">
              <a:defRPr/>
            </a:pPr>
            <a:r>
              <a:rPr lang="en-US" altLang="zh-CN" dirty="0">
                <a:solidFill>
                  <a:schemeClr val="tx2">
                    <a:lumMod val="60000"/>
                    <a:lumOff val="40000"/>
                  </a:schemeClr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{ a-d }</a:t>
            </a:r>
            <a:endParaRPr lang="zh-CN" altLang="en-US" dirty="0">
              <a:solidFill>
                <a:schemeClr val="tx2">
                  <a:lumMod val="60000"/>
                  <a:lumOff val="40000"/>
                </a:schemeClr>
              </a:solidFill>
              <a:latin typeface="Times New Roman" pitchFamily="18" charset="0"/>
              <a:ea typeface="楷体_GB2312"/>
              <a:cs typeface="Times New Roman" pitchFamily="18" charset="0"/>
            </a:endParaRPr>
          </a:p>
        </p:txBody>
      </p:sp>
      <p:sp>
        <p:nvSpPr>
          <p:cNvPr id="696330" name="Rectangle 10">
            <a:extLst>
              <a:ext uri="{FF2B5EF4-FFF2-40B4-BE49-F238E27FC236}">
                <a16:creationId xmlns:a16="http://schemas.microsoft.com/office/drawing/2014/main" id="{EC72286B-B046-4750-A0DA-E7EC74484FC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45025" y="4746625"/>
            <a:ext cx="304800" cy="346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68580" tIns="34290" rIns="68580" bIns="34290">
            <a:spAutoFit/>
          </a:bodyPr>
          <a:lstStyle/>
          <a:p>
            <a:pPr eaLnBrk="1" hangingPunct="1">
              <a:defRPr/>
            </a:pPr>
            <a:r>
              <a:rPr lang="en-US" altLang="zh-CN" i="1" dirty="0">
                <a:solidFill>
                  <a:schemeClr val="tx2">
                    <a:lumMod val="60000"/>
                    <a:lumOff val="40000"/>
                  </a:schemeClr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Ø</a:t>
            </a:r>
            <a:endParaRPr lang="zh-CN" altLang="en-US" i="1" dirty="0">
              <a:solidFill>
                <a:schemeClr val="tx2">
                  <a:lumMod val="60000"/>
                  <a:lumOff val="40000"/>
                </a:schemeClr>
              </a:solidFill>
              <a:latin typeface="Times New Roman" pitchFamily="18" charset="0"/>
              <a:ea typeface="楷体_GB2312"/>
              <a:cs typeface="Times New Roman" pitchFamily="18" charset="0"/>
            </a:endParaRPr>
          </a:p>
        </p:txBody>
      </p:sp>
      <p:sp>
        <p:nvSpPr>
          <p:cNvPr id="696331" name="AutoShape 11">
            <a:extLst>
              <a:ext uri="{FF2B5EF4-FFF2-40B4-BE49-F238E27FC236}">
                <a16:creationId xmlns:a16="http://schemas.microsoft.com/office/drawing/2014/main" id="{29877A16-C517-482A-873B-6A34C720EBC1}"/>
              </a:ext>
            </a:extLst>
          </p:cNvPr>
          <p:cNvSpPr>
            <a:spLocks/>
          </p:cNvSpPr>
          <p:nvPr/>
        </p:nvSpPr>
        <p:spPr bwMode="auto">
          <a:xfrm>
            <a:off x="5376863" y="1989138"/>
            <a:ext cx="266700" cy="574675"/>
          </a:xfrm>
          <a:prstGeom prst="rightBrace">
            <a:avLst>
              <a:gd name="adj1" fmla="val 25000"/>
              <a:gd name="adj2" fmla="val 50000"/>
            </a:avLst>
          </a:prstGeom>
          <a:noFill/>
          <a:ln w="25400">
            <a:solidFill>
              <a:schemeClr val="tx2">
                <a:lumMod val="60000"/>
                <a:lumOff val="40000"/>
              </a:schemeClr>
            </a:solidFill>
            <a:round/>
            <a:headEnd/>
            <a:tailEnd/>
          </a:ln>
        </p:spPr>
        <p:txBody>
          <a:bodyPr wrap="none" lIns="68580" tIns="34290" rIns="68580" bIns="34290" anchor="ctr"/>
          <a:lstStyle/>
          <a:p>
            <a:pPr eaLnBrk="1" hangingPunct="1">
              <a:defRPr/>
            </a:pPr>
            <a:endParaRPr lang="zh-CN" altLang="en-US" b="0">
              <a:latin typeface="Times New Roman" pitchFamily="18" charset="0"/>
              <a:ea typeface="楷体_GB2312"/>
              <a:cs typeface="Times New Roman" pitchFamily="18" charset="0"/>
            </a:endParaRPr>
          </a:p>
        </p:txBody>
      </p:sp>
      <p:sp>
        <p:nvSpPr>
          <p:cNvPr id="4" name="线形标注 1(无边框) 3">
            <a:extLst>
              <a:ext uri="{FF2B5EF4-FFF2-40B4-BE49-F238E27FC236}">
                <a16:creationId xmlns:a16="http://schemas.microsoft.com/office/drawing/2014/main" id="{E4825C1B-8734-455E-BB85-50EE4F6867DB}"/>
              </a:ext>
            </a:extLst>
          </p:cNvPr>
          <p:cNvSpPr/>
          <p:nvPr/>
        </p:nvSpPr>
        <p:spPr>
          <a:xfrm>
            <a:off x="5965825" y="1773238"/>
            <a:ext cx="1955800" cy="503237"/>
          </a:xfrm>
          <a:prstGeom prst="callout1">
            <a:avLst>
              <a:gd name="adj1" fmla="val 55555"/>
              <a:gd name="adj2" fmla="val 10291"/>
              <a:gd name="adj3" fmla="val 84897"/>
              <a:gd name="adj4" fmla="val -17627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zh-CN" altLang="en-US" sz="2000" dirty="0">
                <a:solidFill>
                  <a:schemeClr val="tx2">
                    <a:lumMod val="60000"/>
                    <a:lumOff val="40000"/>
                  </a:schemeClr>
                </a:solidFill>
                <a:latin typeface="楷体" pitchFamily="49" charset="-122"/>
                <a:ea typeface="楷体" pitchFamily="49" charset="-122"/>
              </a:rPr>
              <a:t>顺序不能颠倒</a:t>
            </a:r>
            <a:endParaRPr lang="zh-CN" altLang="en-US" sz="2000" b="0" dirty="0">
              <a:solidFill>
                <a:schemeClr val="tx2">
                  <a:lumMod val="60000"/>
                  <a:lumOff val="40000"/>
                </a:schemeClr>
              </a:solidFill>
              <a:latin typeface="Arial" charset="0"/>
            </a:endParaRPr>
          </a:p>
        </p:txBody>
      </p:sp>
      <p:sp>
        <p:nvSpPr>
          <p:cNvPr id="17" name="标注: 线形(无边框) 16">
            <a:extLst>
              <a:ext uri="{FF2B5EF4-FFF2-40B4-BE49-F238E27FC236}">
                <a16:creationId xmlns:a16="http://schemas.microsoft.com/office/drawing/2014/main" id="{FEE4F4AA-E154-4E4C-87D4-79A14361A5C8}"/>
              </a:ext>
            </a:extLst>
          </p:cNvPr>
          <p:cNvSpPr/>
          <p:nvPr/>
        </p:nvSpPr>
        <p:spPr>
          <a:xfrm>
            <a:off x="5621271" y="3425826"/>
            <a:ext cx="2407113" cy="414324"/>
          </a:xfrm>
          <a:prstGeom prst="callout1">
            <a:avLst>
              <a:gd name="adj1" fmla="val 52479"/>
              <a:gd name="adj2" fmla="val 6654"/>
              <a:gd name="adj3" fmla="val 52095"/>
              <a:gd name="adj4" fmla="val -13214"/>
            </a:avLst>
          </a:prstGeom>
          <a:noFill/>
          <a:ln w="1905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加入 </a:t>
            </a:r>
            <a:r>
              <a:rPr lang="en-US" altLang="zh-CN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b+c</a:t>
            </a:r>
            <a:r>
              <a: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，删除 </a:t>
            </a:r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a-b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标注: 线形(无边框) 17">
            <a:extLst>
              <a:ext uri="{FF2B5EF4-FFF2-40B4-BE49-F238E27FC236}">
                <a16:creationId xmlns:a16="http://schemas.microsoft.com/office/drawing/2014/main" id="{CF09E23C-A0C8-4861-ACD8-4435C7DCAA9B}"/>
              </a:ext>
            </a:extLst>
          </p:cNvPr>
          <p:cNvSpPr/>
          <p:nvPr/>
        </p:nvSpPr>
        <p:spPr>
          <a:xfrm>
            <a:off x="5643563" y="3877399"/>
            <a:ext cx="2407113" cy="414324"/>
          </a:xfrm>
          <a:prstGeom prst="callout1">
            <a:avLst>
              <a:gd name="adj1" fmla="val 52479"/>
              <a:gd name="adj2" fmla="val 6654"/>
              <a:gd name="adj3" fmla="val 52095"/>
              <a:gd name="adj4" fmla="val -13214"/>
            </a:avLst>
          </a:prstGeom>
          <a:noFill/>
          <a:ln w="1905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加入 </a:t>
            </a:r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a-d</a:t>
            </a:r>
            <a:r>
              <a: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，删除 </a:t>
            </a:r>
            <a:r>
              <a:rPr lang="en-US" altLang="zh-CN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b+c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标注: 线形(无边框) 18">
            <a:extLst>
              <a:ext uri="{FF2B5EF4-FFF2-40B4-BE49-F238E27FC236}">
                <a16:creationId xmlns:a16="http://schemas.microsoft.com/office/drawing/2014/main" id="{B8AAD3EA-DB78-4F3C-A7AB-730C0819D67F}"/>
              </a:ext>
            </a:extLst>
          </p:cNvPr>
          <p:cNvSpPr/>
          <p:nvPr/>
        </p:nvSpPr>
        <p:spPr>
          <a:xfrm>
            <a:off x="5621270" y="4297383"/>
            <a:ext cx="2407113" cy="414324"/>
          </a:xfrm>
          <a:prstGeom prst="callout1">
            <a:avLst>
              <a:gd name="adj1" fmla="val 52479"/>
              <a:gd name="adj2" fmla="val 6654"/>
              <a:gd name="adj3" fmla="val 52095"/>
              <a:gd name="adj4" fmla="val -13214"/>
            </a:avLst>
          </a:prstGeom>
          <a:noFill/>
          <a:ln w="1905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加入 </a:t>
            </a:r>
            <a:r>
              <a:rPr lang="en-US" altLang="zh-CN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b+c</a:t>
            </a:r>
            <a:r>
              <a: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，删除 </a:t>
            </a:r>
            <a:r>
              <a:rPr lang="en-US" altLang="zh-CN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b+c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标注: 线形(无边框) 19">
            <a:extLst>
              <a:ext uri="{FF2B5EF4-FFF2-40B4-BE49-F238E27FC236}">
                <a16:creationId xmlns:a16="http://schemas.microsoft.com/office/drawing/2014/main" id="{BD7109EE-3217-4D42-AAC7-C26119F019B2}"/>
              </a:ext>
            </a:extLst>
          </p:cNvPr>
          <p:cNvSpPr/>
          <p:nvPr/>
        </p:nvSpPr>
        <p:spPr>
          <a:xfrm>
            <a:off x="5643563" y="4689944"/>
            <a:ext cx="2407113" cy="414324"/>
          </a:xfrm>
          <a:prstGeom prst="callout1">
            <a:avLst>
              <a:gd name="adj1" fmla="val 52479"/>
              <a:gd name="adj2" fmla="val 6654"/>
              <a:gd name="adj3" fmla="val 52095"/>
              <a:gd name="adj4" fmla="val -13214"/>
            </a:avLst>
          </a:prstGeom>
          <a:noFill/>
          <a:ln w="1905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加入 </a:t>
            </a:r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a-d</a:t>
            </a:r>
            <a:r>
              <a: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，删除 </a:t>
            </a:r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a-d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8AA04F57-AC7A-4EB0-88DF-2F5B87C5DB0B}"/>
              </a:ext>
            </a:extLst>
          </p:cNvPr>
          <p:cNvSpPr/>
          <p:nvPr/>
        </p:nvSpPr>
        <p:spPr>
          <a:xfrm>
            <a:off x="6088822" y="2682360"/>
            <a:ext cx="1859391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eaLnBrk="1" hangingPunct="1">
              <a:defRPr/>
            </a:pPr>
            <a:r>
              <a:rPr lang="en-US" altLang="zh-CN" dirty="0">
                <a:solidFill>
                  <a:schemeClr val="tx2">
                    <a:lumMod val="60000"/>
                    <a:lumOff val="40000"/>
                  </a:schemeClr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U = { </a:t>
            </a:r>
            <a:r>
              <a:rPr lang="en-US" altLang="zh-CN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b+c</a:t>
            </a:r>
            <a:r>
              <a:rPr lang="en-US" altLang="zh-CN" dirty="0">
                <a:solidFill>
                  <a:schemeClr val="tx2">
                    <a:lumMod val="60000"/>
                    <a:lumOff val="40000"/>
                  </a:schemeClr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,  a-d }</a:t>
            </a:r>
            <a:endParaRPr lang="zh-CN" altLang="en-US" dirty="0">
              <a:solidFill>
                <a:schemeClr val="tx2">
                  <a:lumMod val="60000"/>
                  <a:lumOff val="40000"/>
                </a:schemeClr>
              </a:solidFill>
              <a:latin typeface="Times New Roman" pitchFamily="18" charset="0"/>
              <a:ea typeface="楷体_GB2312"/>
              <a:cs typeface="Times New Roman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33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2733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2733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2733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 nodeType="clickPar">
                      <p:stCondLst>
                        <p:cond delay="indefinite"/>
                      </p:stCondLst>
                      <p:childTnLst>
                        <p:par>
                          <p:cTn id="1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33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22733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22733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2733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33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22733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22733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2733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 nodeType="clickPar">
                      <p:stCondLst>
                        <p:cond delay="indefinite"/>
                      </p:stCondLst>
                      <p:childTnLst>
                        <p:par>
                          <p:cTn id="2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6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33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22733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22733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2733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53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63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69633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69633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6963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 nodeType="clickPar">
                      <p:stCondLst>
                        <p:cond delay="indefinite"/>
                      </p:stCondLst>
                      <p:childTnLst>
                        <p:par>
                          <p:cTn id="5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63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500" fill="hold"/>
                                        <p:tgtEl>
                                          <p:spTgt spid="6963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500" fill="hold"/>
                                        <p:tgtEl>
                                          <p:spTgt spid="6963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6963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 nodeType="clickPar">
                      <p:stCondLst>
                        <p:cond delay="indefinite"/>
                      </p:stCondLst>
                      <p:childTnLst>
                        <p:par>
                          <p:cTn id="6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500"/>
                            </p:stCondLst>
                            <p:childTnLst>
                              <p:par>
                                <p:cTn id="68" presetID="5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63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0" dur="500" fill="hold"/>
                                        <p:tgtEl>
                                          <p:spTgt spid="6963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1" dur="500" fill="hold"/>
                                        <p:tgtEl>
                                          <p:spTgt spid="6963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6963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8" fill="hold">
                            <p:stCondLst>
                              <p:cond delay="500"/>
                            </p:stCondLst>
                            <p:childTnLst>
                              <p:par>
                                <p:cTn id="79" presetID="5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63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1" dur="500" fill="hold"/>
                                        <p:tgtEl>
                                          <p:spTgt spid="6963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500" fill="hold"/>
                                        <p:tgtEl>
                                          <p:spTgt spid="6963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6963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>
                      <p:stCondLst>
                        <p:cond delay="indefinite"/>
                      </p:stCondLst>
                      <p:childTnLst>
                        <p:par>
                          <p:cTn id="85" fill="hold">
                            <p:stCondLst>
                              <p:cond delay="0"/>
                            </p:stCondLst>
                            <p:childTnLst>
                              <p:par>
                                <p:cTn id="86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9" fill="hold" nodeType="withGroup">
                            <p:stCondLst>
                              <p:cond delay="500"/>
                            </p:stCondLst>
                            <p:childTnLst>
                              <p:par>
                                <p:cTn id="90" presetID="5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63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2" dur="500" fill="hold"/>
                                        <p:tgtEl>
                                          <p:spTgt spid="6963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3" dur="500" fill="hold"/>
                                        <p:tgtEl>
                                          <p:spTgt spid="6963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6963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 nodeType="clickPar">
                      <p:stCondLst>
                        <p:cond delay="indefinite"/>
                      </p:stCondLst>
                      <p:childTnLst>
                        <p:par>
                          <p:cTn id="9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9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0" fill="hold">
                            <p:stCondLst>
                              <p:cond delay="500"/>
                            </p:stCondLst>
                            <p:childTnLst>
                              <p:par>
                                <p:cTn id="101" presetID="5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633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3" dur="500" fill="hold"/>
                                        <p:tgtEl>
                                          <p:spTgt spid="69633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500" fill="hold"/>
                                        <p:tgtEl>
                                          <p:spTgt spid="69633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69633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96331" grpId="0" animBg="1"/>
      <p:bldP spid="4" grpId="0" animBg="1"/>
      <p:bldP spid="17" grpId="0" animBg="1"/>
      <p:bldP spid="18" grpId="0" animBg="1"/>
      <p:bldP spid="19" grpId="0" animBg="1"/>
      <p:bldP spid="20" grpId="0" animBg="1"/>
      <p:bldP spid="3" grpId="0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6291" name="Rectangle 3">
            <a:extLst>
              <a:ext uri="{FF2B5EF4-FFF2-40B4-BE49-F238E27FC236}">
                <a16:creationId xmlns:a16="http://schemas.microsoft.com/office/drawing/2014/main" id="{082AB02C-051B-47BD-A49A-AF6CE53196DE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01650" y="857250"/>
            <a:ext cx="7713663" cy="322580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lnSpc>
                <a:spcPts val="3500"/>
              </a:lnSpc>
              <a:spcBef>
                <a:spcPts val="0"/>
              </a:spcBef>
              <a:buClrTx/>
              <a:buFont typeface="Wingdings" panose="05000000000000000000" pitchFamily="2" charset="2"/>
              <a:buChar char="Ø"/>
            </a:pPr>
            <a:r>
              <a:rPr lang="zh-CN" altLang="en-US" sz="2500" b="1" dirty="0">
                <a:solidFill>
                  <a:schemeClr val="tx1"/>
                </a:solidFill>
                <a:latin typeface="楷体" panose="02010609060101010101" pitchFamily="49" charset="-122"/>
                <a:cs typeface="Times New Roman" panose="02020603050405020304" pitchFamily="18" charset="0"/>
              </a:rPr>
              <a:t>初始化：</a:t>
            </a:r>
            <a:r>
              <a:rPr lang="en-US" altLang="zh-CN" sz="2500" b="1" i="1" dirty="0" err="1">
                <a:solidFill>
                  <a:schemeClr val="tx1"/>
                </a:solidFill>
                <a:ea typeface="楷体_GB2312" charset="0"/>
                <a:cs typeface="Times New Roman" panose="02020603050405020304" pitchFamily="18" charset="0"/>
              </a:rPr>
              <a:t>e_kill</a:t>
            </a:r>
            <a:r>
              <a:rPr lang="en-US" altLang="zh-CN" sz="2500" b="1" i="1" baseline="-30000" dirty="0" err="1">
                <a:solidFill>
                  <a:schemeClr val="tx1"/>
                </a:solidFill>
                <a:ea typeface="楷体_GB2312" charset="0"/>
                <a:cs typeface="Times New Roman" panose="02020603050405020304" pitchFamily="18" charset="0"/>
              </a:rPr>
              <a:t>B</a:t>
            </a:r>
            <a:r>
              <a:rPr lang="en-US" altLang="zh-CN" sz="2500" b="1" dirty="0">
                <a:solidFill>
                  <a:schemeClr val="tx1"/>
                </a:solidFill>
                <a:ea typeface="楷体_GB2312" charset="0"/>
                <a:cs typeface="Times New Roman" panose="02020603050405020304" pitchFamily="18" charset="0"/>
              </a:rPr>
              <a:t> =</a:t>
            </a:r>
            <a:r>
              <a:rPr lang="el-GR" altLang="zh-CN" sz="2500" b="1" i="1" dirty="0">
                <a:solidFill>
                  <a:schemeClr val="tx1"/>
                </a:solidFill>
                <a:ea typeface="楷体_GB2312" charset="0"/>
                <a:cs typeface="Times New Roman" panose="02020603050405020304" pitchFamily="18" charset="0"/>
              </a:rPr>
              <a:t> Φ </a:t>
            </a:r>
            <a:endParaRPr lang="zh-CN" altLang="en-US" sz="2500" b="1" dirty="0">
              <a:solidFill>
                <a:schemeClr val="tx1"/>
              </a:solidFill>
              <a:ea typeface="楷体_GB2312" charset="0"/>
              <a:cs typeface="Times New Roman" panose="02020603050405020304" pitchFamily="18" charset="0"/>
            </a:endParaRPr>
          </a:p>
          <a:p>
            <a:pPr eaLnBrk="1" hangingPunct="1">
              <a:lnSpc>
                <a:spcPts val="3500"/>
              </a:lnSpc>
              <a:spcBef>
                <a:spcPts val="0"/>
              </a:spcBef>
              <a:buClrTx/>
              <a:buFont typeface="Wingdings" panose="05000000000000000000" pitchFamily="2" charset="2"/>
              <a:buChar char="Ø"/>
            </a:pP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顺序扫描基本块的每个语句：</a:t>
            </a:r>
            <a:r>
              <a:rPr lang="en-US" altLang="zh-CN" sz="2500" b="1" i="1" dirty="0">
                <a:solidFill>
                  <a:schemeClr val="tx1"/>
                </a:solidFill>
                <a:ea typeface="楷体_GB2312" charset="0"/>
                <a:cs typeface="Times New Roman" panose="02020603050405020304" pitchFamily="18" charset="0"/>
              </a:rPr>
              <a:t>z</a:t>
            </a:r>
            <a:r>
              <a:rPr lang="en-US" altLang="zh-CN" sz="2500" b="1" dirty="0">
                <a:solidFill>
                  <a:schemeClr val="tx1"/>
                </a:solidFill>
                <a:ea typeface="楷体_GB2312" charset="0"/>
                <a:cs typeface="Times New Roman" panose="02020603050405020304" pitchFamily="18" charset="0"/>
              </a:rPr>
              <a:t> = </a:t>
            </a:r>
            <a:r>
              <a:rPr lang="en-US" altLang="zh-CN" sz="2500" b="1" i="1" dirty="0">
                <a:solidFill>
                  <a:schemeClr val="tx1"/>
                </a:solidFill>
                <a:ea typeface="楷体_GB2312" charset="0"/>
                <a:cs typeface="Times New Roman" panose="02020603050405020304" pitchFamily="18" charset="0"/>
              </a:rPr>
              <a:t>x</a:t>
            </a:r>
            <a:r>
              <a:rPr lang="en-US" altLang="zh-CN" sz="2500" b="1" dirty="0">
                <a:solidFill>
                  <a:schemeClr val="tx1"/>
                </a:solidFill>
                <a:ea typeface="楷体_GB2312" charset="0"/>
                <a:cs typeface="Times New Roman" panose="02020603050405020304" pitchFamily="18" charset="0"/>
              </a:rPr>
              <a:t> op </a:t>
            </a:r>
            <a:r>
              <a:rPr lang="en-US" altLang="zh-CN" sz="2500" b="1" i="1" dirty="0">
                <a:solidFill>
                  <a:schemeClr val="tx1"/>
                </a:solidFill>
                <a:ea typeface="楷体_GB2312" charset="0"/>
                <a:cs typeface="Times New Roman" panose="02020603050405020304" pitchFamily="18" charset="0"/>
              </a:rPr>
              <a:t>y</a:t>
            </a:r>
          </a:p>
          <a:p>
            <a:pPr lvl="1" eaLnBrk="1" hangingPunct="1">
              <a:lnSpc>
                <a:spcPts val="3500"/>
              </a:lnSpc>
              <a:spcBef>
                <a:spcPts val="0"/>
              </a:spcBef>
              <a:buClrTx/>
              <a:buFont typeface="Wingdings" panose="05000000000000000000" pitchFamily="2" charset="2"/>
              <a:buChar char="Ø"/>
            </a:pP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从</a:t>
            </a:r>
            <a:r>
              <a:rPr lang="en-US" altLang="zh-CN" sz="2500" b="1" i="1" dirty="0" err="1">
                <a:solidFill>
                  <a:schemeClr val="tx1"/>
                </a:solidFill>
                <a:ea typeface="楷体_GB2312" charset="0"/>
                <a:cs typeface="Times New Roman" panose="02020603050405020304" pitchFamily="18" charset="0"/>
              </a:rPr>
              <a:t>e_kill</a:t>
            </a:r>
            <a:r>
              <a:rPr lang="en-US" altLang="zh-CN" sz="2500" b="1" i="1" baseline="-30000" dirty="0" err="1">
                <a:solidFill>
                  <a:schemeClr val="tx1"/>
                </a:solidFill>
                <a:ea typeface="楷体_GB2312" charset="0"/>
                <a:cs typeface="Times New Roman" panose="02020603050405020304" pitchFamily="18" charset="0"/>
              </a:rPr>
              <a:t>B</a:t>
            </a:r>
            <a:r>
              <a:rPr lang="en-US" altLang="zh-CN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 </a:t>
            </a: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中</a:t>
            </a:r>
            <a:r>
              <a:rPr lang="zh-CN" altLang="en-US" sz="2500" b="1" dirty="0">
                <a:solidFill>
                  <a:srgbClr val="0070C0"/>
                </a:solidFill>
                <a:cs typeface="Times New Roman" panose="02020603050405020304" pitchFamily="18" charset="0"/>
              </a:rPr>
              <a:t>删除表达式</a:t>
            </a:r>
            <a:r>
              <a:rPr lang="en-US" altLang="zh-CN" sz="2500" b="1" i="1" dirty="0">
                <a:solidFill>
                  <a:srgbClr val="0070C0"/>
                </a:solidFill>
                <a:ea typeface="楷体_GB2312" charset="0"/>
                <a:cs typeface="Times New Roman" panose="02020603050405020304" pitchFamily="18" charset="0"/>
              </a:rPr>
              <a:t>x</a:t>
            </a:r>
            <a:r>
              <a:rPr lang="en-US" altLang="zh-CN" sz="2500" b="1" dirty="0">
                <a:solidFill>
                  <a:srgbClr val="0070C0"/>
                </a:solidFill>
                <a:ea typeface="楷体_GB2312" charset="0"/>
                <a:cs typeface="Times New Roman" panose="02020603050405020304" pitchFamily="18" charset="0"/>
              </a:rPr>
              <a:t> op </a:t>
            </a:r>
            <a:r>
              <a:rPr lang="en-US" altLang="zh-CN" sz="2500" b="1" i="1" dirty="0">
                <a:solidFill>
                  <a:srgbClr val="0070C0"/>
                </a:solidFill>
                <a:ea typeface="楷体_GB2312" charset="0"/>
                <a:cs typeface="Times New Roman" panose="02020603050405020304" pitchFamily="18" charset="0"/>
              </a:rPr>
              <a:t>y</a:t>
            </a:r>
            <a:endParaRPr lang="zh-CN" altLang="en-US" sz="2500" b="1" dirty="0">
              <a:solidFill>
                <a:srgbClr val="0070C0"/>
              </a:solidFill>
              <a:ea typeface="楷体_GB2312" charset="0"/>
              <a:cs typeface="Times New Roman" panose="02020603050405020304" pitchFamily="18" charset="0"/>
            </a:endParaRPr>
          </a:p>
          <a:p>
            <a:pPr lvl="1" eaLnBrk="1" hangingPunct="1">
              <a:lnSpc>
                <a:spcPts val="3500"/>
              </a:lnSpc>
              <a:spcBef>
                <a:spcPts val="0"/>
              </a:spcBef>
              <a:buClrTx/>
              <a:buFont typeface="Wingdings" panose="05000000000000000000" pitchFamily="2" charset="2"/>
              <a:buChar char="Ø"/>
            </a:pP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把所有和</a:t>
            </a:r>
            <a:r>
              <a:rPr lang="en-US" altLang="zh-CN" sz="2500" b="1" i="1" dirty="0">
                <a:solidFill>
                  <a:srgbClr val="0070C0"/>
                </a:solidFill>
                <a:cs typeface="Times New Roman" panose="02020603050405020304" pitchFamily="18" charset="0"/>
              </a:rPr>
              <a:t>z</a:t>
            </a:r>
            <a:r>
              <a:rPr lang="zh-CN" altLang="en-US" sz="2500" b="1" dirty="0">
                <a:solidFill>
                  <a:srgbClr val="0070C0"/>
                </a:solidFill>
                <a:cs typeface="Times New Roman" panose="02020603050405020304" pitchFamily="18" charset="0"/>
              </a:rPr>
              <a:t>相关的表达式加入</a:t>
            </a: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到</a:t>
            </a:r>
            <a:r>
              <a:rPr lang="en-US" altLang="zh-CN" sz="2500" b="1" i="1" dirty="0" err="1">
                <a:solidFill>
                  <a:schemeClr val="tx1"/>
                </a:solidFill>
                <a:ea typeface="楷体_GB2312" charset="0"/>
                <a:cs typeface="Times New Roman" panose="02020603050405020304" pitchFamily="18" charset="0"/>
              </a:rPr>
              <a:t>e_kill</a:t>
            </a:r>
            <a:r>
              <a:rPr lang="en-US" altLang="zh-CN" sz="2500" b="1" i="1" baseline="-30000" dirty="0" err="1">
                <a:solidFill>
                  <a:schemeClr val="tx1"/>
                </a:solidFill>
                <a:ea typeface="楷体_GB2312" charset="0"/>
                <a:cs typeface="Times New Roman" panose="02020603050405020304" pitchFamily="18" charset="0"/>
              </a:rPr>
              <a:t>B</a:t>
            </a:r>
            <a:r>
              <a:rPr lang="en-US" altLang="zh-CN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 </a:t>
            </a: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中</a:t>
            </a:r>
          </a:p>
        </p:txBody>
      </p:sp>
      <p:sp>
        <p:nvSpPr>
          <p:cNvPr id="193539" name="Rectangle 2">
            <a:extLst>
              <a:ext uri="{FF2B5EF4-FFF2-40B4-BE49-F238E27FC236}">
                <a16:creationId xmlns:a16="http://schemas.microsoft.com/office/drawing/2014/main" id="{AAEA1E2B-B26E-4465-851E-BCC3E951B1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en-US" altLang="zh-CN" sz="3000" i="1">
                <a:solidFill>
                  <a:schemeClr val="tx1"/>
                </a:solidFill>
                <a:ea typeface="楷体_GB2312" charset="0"/>
                <a:cs typeface="Times New Roman" panose="02020603050405020304" pitchFamily="18" charset="0"/>
              </a:rPr>
              <a:t>e_kill</a:t>
            </a:r>
            <a:r>
              <a:rPr lang="en-US" altLang="zh-CN" sz="3000" i="1" baseline="-30000">
                <a:solidFill>
                  <a:schemeClr val="tx1"/>
                </a:solidFill>
                <a:ea typeface="楷体_GB2312" charset="0"/>
                <a:cs typeface="Times New Roman" panose="02020603050405020304" pitchFamily="18" charset="0"/>
              </a:rPr>
              <a:t>B</a:t>
            </a:r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的计算</a:t>
            </a:r>
          </a:p>
        </p:txBody>
      </p:sp>
      <p:grpSp>
        <p:nvGrpSpPr>
          <p:cNvPr id="9" name="组合 4">
            <a:extLst>
              <a:ext uri="{FF2B5EF4-FFF2-40B4-BE49-F238E27FC236}">
                <a16:creationId xmlns:a16="http://schemas.microsoft.com/office/drawing/2014/main" id="{D2242065-093A-4940-9B03-DE32196BA2FC}"/>
              </a:ext>
            </a:extLst>
          </p:cNvPr>
          <p:cNvGrpSpPr>
            <a:grpSpLocks/>
          </p:cNvGrpSpPr>
          <p:nvPr/>
        </p:nvGrpSpPr>
        <p:grpSpPr bwMode="auto">
          <a:xfrm>
            <a:off x="2857500" y="2678113"/>
            <a:ext cx="3141663" cy="2630487"/>
            <a:chOff x="2857500" y="2678113"/>
            <a:chExt cx="3141663" cy="2629941"/>
          </a:xfrm>
        </p:grpSpPr>
        <p:sp>
          <p:nvSpPr>
            <p:cNvPr id="10" name="Rectangle 3">
              <a:extLst>
                <a:ext uri="{FF2B5EF4-FFF2-40B4-BE49-F238E27FC236}">
                  <a16:creationId xmlns:a16="http://schemas.microsoft.com/office/drawing/2014/main" id="{008DB212-7E7E-46B3-9A04-D337D9B5458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071813" y="2807742"/>
              <a:ext cx="2927350" cy="25003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 marL="271463" indent="-271463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>
                <a:lnSpc>
                  <a:spcPts val="1300"/>
                </a:lnSpc>
                <a:spcBef>
                  <a:spcPct val="20000"/>
                </a:spcBef>
                <a:buSzPct val="100000"/>
              </a:pPr>
              <a:r>
                <a:rPr lang="en-US" altLang="zh-CN" dirty="0">
                  <a:latin typeface="Times New Roman" panose="02020603050405020304" pitchFamily="18" charset="0"/>
                  <a:ea typeface="楷体_GB2312" charset="0"/>
                  <a:cs typeface="Times New Roman" panose="02020603050405020304" pitchFamily="18" charset="0"/>
                </a:rPr>
                <a:t> </a:t>
              </a:r>
              <a:r>
                <a:rPr lang="en-US" altLang="zh-CN" sz="2000" dirty="0">
                  <a:latin typeface="Times New Roman" panose="02020603050405020304" pitchFamily="18" charset="0"/>
                  <a:ea typeface="楷体_GB2312" charset="0"/>
                  <a:cs typeface="Times New Roman" panose="02020603050405020304" pitchFamily="18" charset="0"/>
                </a:rPr>
                <a:t> </a:t>
              </a:r>
              <a:r>
                <a:rPr lang="zh-CN" altLang="en-US" dirty="0">
                  <a:latin typeface="楷体" panose="02010609060101010101" pitchFamily="49" charset="-122"/>
                  <a:ea typeface="楷体" panose="02010609060101010101" pitchFamily="49" charset="-122"/>
                  <a:cs typeface="Times New Roman" panose="02020603050405020304" pitchFamily="18" charset="0"/>
                </a:rPr>
                <a:t>块</a:t>
              </a:r>
              <a:r>
                <a:rPr lang="en-US" altLang="zh-CN" i="1" dirty="0">
                  <a:latin typeface="Times New Roman" panose="02020603050405020304" pitchFamily="18" charset="0"/>
                  <a:ea typeface="楷体_GB2312" charset="0"/>
                  <a:cs typeface="Times New Roman" panose="02020603050405020304" pitchFamily="18" charset="0"/>
                </a:rPr>
                <a:t>B</a:t>
              </a:r>
              <a:r>
                <a:rPr lang="zh-CN" altLang="en-US" dirty="0">
                  <a:latin typeface="华文楷体" panose="02010600040101010101" pitchFamily="2" charset="-122"/>
                  <a:ea typeface="华文楷体" panose="02010600040101010101" pitchFamily="2" charset="-122"/>
                  <a:cs typeface="Times New Roman" panose="02020603050405020304" pitchFamily="18" charset="0"/>
                </a:rPr>
                <a:t>语句         </a:t>
              </a:r>
              <a:r>
                <a:rPr lang="en-US" altLang="zh-CN" sz="2000" i="1" dirty="0" err="1">
                  <a:solidFill>
                    <a:prstClr val="black"/>
                  </a:solidFill>
                  <a:latin typeface="Times New Roman" panose="02020603050405020304" pitchFamily="18" charset="0"/>
                  <a:ea typeface="楷体_GB2312" charset="0"/>
                  <a:cs typeface="Times New Roman" panose="02020603050405020304" pitchFamily="18" charset="0"/>
                </a:rPr>
                <a:t>e_kill</a:t>
              </a:r>
              <a:r>
                <a:rPr lang="en-US" altLang="zh-CN" sz="2000" i="1" baseline="-30000" dirty="0" err="1">
                  <a:solidFill>
                    <a:prstClr val="black"/>
                  </a:solidFill>
                  <a:latin typeface="Times New Roman" panose="02020603050405020304" pitchFamily="18" charset="0"/>
                  <a:ea typeface="楷体_GB2312" charset="0"/>
                  <a:cs typeface="Times New Roman" panose="02020603050405020304" pitchFamily="18" charset="0"/>
                </a:rPr>
                <a:t>B</a:t>
              </a:r>
              <a:r>
                <a:rPr lang="en-US" altLang="zh-CN" sz="2000" dirty="0">
                  <a:solidFill>
                    <a:prstClr val="black"/>
                  </a:solidFill>
                  <a:latin typeface="Times New Roman" panose="02020603050405020304" pitchFamily="18" charset="0"/>
                  <a:ea typeface="楷体_GB2312" charset="0"/>
                  <a:cs typeface="Times New Roman" panose="02020603050405020304" pitchFamily="18" charset="0"/>
                </a:rPr>
                <a:t> </a:t>
              </a:r>
              <a:endParaRPr lang="en-US" altLang="zh-CN" dirty="0"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endParaRPr>
            </a:p>
            <a:p>
              <a:pPr eaLnBrk="1" hangingPunct="1">
                <a:lnSpc>
                  <a:spcPts val="1300"/>
                </a:lnSpc>
                <a:spcBef>
                  <a:spcPct val="20000"/>
                </a:spcBef>
                <a:buSzPct val="100000"/>
              </a:pPr>
              <a:r>
                <a:rPr lang="en-US" altLang="zh-CN" dirty="0">
                  <a:latin typeface="Times New Roman" panose="02020603050405020304" pitchFamily="18" charset="0"/>
                  <a:ea typeface="楷体_GB2312" charset="0"/>
                  <a:cs typeface="Times New Roman" panose="02020603050405020304" pitchFamily="18" charset="0"/>
                </a:rPr>
                <a:t>        ……</a:t>
              </a:r>
            </a:p>
            <a:p>
              <a:pPr eaLnBrk="1" hangingPunct="1">
                <a:lnSpc>
                  <a:spcPts val="1300"/>
                </a:lnSpc>
                <a:spcBef>
                  <a:spcPct val="20000"/>
                </a:spcBef>
                <a:buSzPct val="100000"/>
              </a:pPr>
              <a:r>
                <a:rPr lang="en-US" altLang="zh-CN" dirty="0">
                  <a:latin typeface="Times New Roman" panose="02020603050405020304" pitchFamily="18" charset="0"/>
                  <a:ea typeface="楷体_GB2312" charset="0"/>
                  <a:cs typeface="Times New Roman" panose="02020603050405020304" pitchFamily="18" charset="0"/>
                </a:rPr>
                <a:t>a : = </a:t>
              </a:r>
              <a:r>
                <a:rPr lang="en-US" altLang="zh-CN" dirty="0" err="1">
                  <a:latin typeface="Times New Roman" panose="02020603050405020304" pitchFamily="18" charset="0"/>
                  <a:ea typeface="楷体_GB2312" charset="0"/>
                  <a:cs typeface="Times New Roman" panose="02020603050405020304" pitchFamily="18" charset="0"/>
                </a:rPr>
                <a:t>b+c</a:t>
              </a:r>
              <a:endParaRPr lang="en-US" altLang="zh-CN" dirty="0"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endParaRPr>
            </a:p>
            <a:p>
              <a:pPr eaLnBrk="1" hangingPunct="1">
                <a:lnSpc>
                  <a:spcPts val="1300"/>
                </a:lnSpc>
                <a:spcBef>
                  <a:spcPct val="20000"/>
                </a:spcBef>
                <a:buSzPct val="100000"/>
              </a:pPr>
              <a:r>
                <a:rPr lang="en-US" altLang="zh-CN" dirty="0">
                  <a:latin typeface="Times New Roman" panose="02020603050405020304" pitchFamily="18" charset="0"/>
                  <a:ea typeface="楷体_GB2312" charset="0"/>
                  <a:cs typeface="Times New Roman" panose="02020603050405020304" pitchFamily="18" charset="0"/>
                </a:rPr>
                <a:t>        ……</a:t>
              </a:r>
            </a:p>
            <a:p>
              <a:pPr eaLnBrk="1" hangingPunct="1">
                <a:lnSpc>
                  <a:spcPts val="1300"/>
                </a:lnSpc>
                <a:spcBef>
                  <a:spcPct val="20000"/>
                </a:spcBef>
                <a:buSzPct val="100000"/>
              </a:pPr>
              <a:r>
                <a:rPr lang="en-US" altLang="zh-CN" dirty="0">
                  <a:latin typeface="Times New Roman" panose="02020603050405020304" pitchFamily="18" charset="0"/>
                  <a:ea typeface="楷体_GB2312" charset="0"/>
                  <a:cs typeface="Times New Roman" panose="02020603050405020304" pitchFamily="18" charset="0"/>
                </a:rPr>
                <a:t>b : = a-d</a:t>
              </a:r>
            </a:p>
            <a:p>
              <a:pPr eaLnBrk="1" hangingPunct="1">
                <a:lnSpc>
                  <a:spcPts val="1300"/>
                </a:lnSpc>
                <a:spcBef>
                  <a:spcPct val="20000"/>
                </a:spcBef>
                <a:buSzPct val="100000"/>
              </a:pPr>
              <a:r>
                <a:rPr lang="en-US" altLang="zh-CN" dirty="0">
                  <a:latin typeface="Times New Roman" panose="02020603050405020304" pitchFamily="18" charset="0"/>
                  <a:ea typeface="楷体_GB2312" charset="0"/>
                  <a:cs typeface="Times New Roman" panose="02020603050405020304" pitchFamily="18" charset="0"/>
                </a:rPr>
                <a:t>        ……</a:t>
              </a:r>
            </a:p>
            <a:p>
              <a:pPr eaLnBrk="1" hangingPunct="1">
                <a:lnSpc>
                  <a:spcPts val="1300"/>
                </a:lnSpc>
                <a:spcBef>
                  <a:spcPct val="20000"/>
                </a:spcBef>
                <a:buSzPct val="100000"/>
              </a:pPr>
              <a:r>
                <a:rPr lang="en-US" altLang="zh-CN" dirty="0">
                  <a:latin typeface="Times New Roman" panose="02020603050405020304" pitchFamily="18" charset="0"/>
                  <a:ea typeface="楷体_GB2312" charset="0"/>
                  <a:cs typeface="Times New Roman" panose="02020603050405020304" pitchFamily="18" charset="0"/>
                </a:rPr>
                <a:t>c : = </a:t>
              </a:r>
              <a:r>
                <a:rPr lang="en-US" altLang="zh-CN" dirty="0" err="1">
                  <a:latin typeface="Times New Roman" panose="02020603050405020304" pitchFamily="18" charset="0"/>
                  <a:ea typeface="楷体_GB2312" charset="0"/>
                  <a:cs typeface="Times New Roman" panose="02020603050405020304" pitchFamily="18" charset="0"/>
                </a:rPr>
                <a:t>b+c</a:t>
              </a:r>
              <a:endParaRPr lang="en-US" altLang="zh-CN" dirty="0"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endParaRPr>
            </a:p>
            <a:p>
              <a:pPr eaLnBrk="1" hangingPunct="1">
                <a:lnSpc>
                  <a:spcPts val="1300"/>
                </a:lnSpc>
                <a:spcBef>
                  <a:spcPct val="20000"/>
                </a:spcBef>
                <a:buSzPct val="100000"/>
              </a:pPr>
              <a:r>
                <a:rPr lang="en-US" altLang="zh-CN" dirty="0">
                  <a:latin typeface="Times New Roman" panose="02020603050405020304" pitchFamily="18" charset="0"/>
                  <a:ea typeface="楷体_GB2312" charset="0"/>
                  <a:cs typeface="Times New Roman" panose="02020603050405020304" pitchFamily="18" charset="0"/>
                </a:rPr>
                <a:t>        ……</a:t>
              </a:r>
            </a:p>
            <a:p>
              <a:pPr eaLnBrk="1" hangingPunct="1">
                <a:lnSpc>
                  <a:spcPts val="1300"/>
                </a:lnSpc>
                <a:spcBef>
                  <a:spcPct val="20000"/>
                </a:spcBef>
                <a:buSzPct val="100000"/>
              </a:pPr>
              <a:r>
                <a:rPr lang="en-US" altLang="zh-CN" dirty="0">
                  <a:latin typeface="Times New Roman" panose="02020603050405020304" pitchFamily="18" charset="0"/>
                  <a:ea typeface="楷体_GB2312" charset="0"/>
                  <a:cs typeface="Times New Roman" panose="02020603050405020304" pitchFamily="18" charset="0"/>
                </a:rPr>
                <a:t>d : = a-d</a:t>
              </a:r>
            </a:p>
            <a:p>
              <a:pPr eaLnBrk="1" hangingPunct="1">
                <a:lnSpc>
                  <a:spcPts val="1300"/>
                </a:lnSpc>
                <a:spcBef>
                  <a:spcPct val="20000"/>
                </a:spcBef>
                <a:buSzPct val="100000"/>
              </a:pPr>
              <a:r>
                <a:rPr lang="en-US" altLang="zh-CN" dirty="0">
                  <a:latin typeface="Times New Roman" panose="02020603050405020304" pitchFamily="18" charset="0"/>
                  <a:ea typeface="楷体_GB2312" charset="0"/>
                  <a:cs typeface="Times New Roman" panose="02020603050405020304" pitchFamily="18" charset="0"/>
                </a:rPr>
                <a:t>        ……</a:t>
              </a:r>
            </a:p>
          </p:txBody>
        </p:sp>
        <p:cxnSp>
          <p:nvCxnSpPr>
            <p:cNvPr id="11" name="直接连接符 10">
              <a:extLst>
                <a:ext uri="{FF2B5EF4-FFF2-40B4-BE49-F238E27FC236}">
                  <a16:creationId xmlns:a16="http://schemas.microsoft.com/office/drawing/2014/main" id="{E66CA438-BB47-40BC-AA53-539BE4FC93A4}"/>
                </a:ext>
              </a:extLst>
            </p:cNvPr>
            <p:cNvCxnSpPr/>
            <p:nvPr/>
          </p:nvCxnSpPr>
          <p:spPr bwMode="auto">
            <a:xfrm>
              <a:off x="2857500" y="2678113"/>
              <a:ext cx="2786063" cy="1587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直接连接符 11">
              <a:extLst>
                <a:ext uri="{FF2B5EF4-FFF2-40B4-BE49-F238E27FC236}">
                  <a16:creationId xmlns:a16="http://schemas.microsoft.com/office/drawing/2014/main" id="{59379131-71AC-4180-8CC0-A0EDA326E260}"/>
                </a:ext>
              </a:extLst>
            </p:cNvPr>
            <p:cNvCxnSpPr/>
            <p:nvPr/>
          </p:nvCxnSpPr>
          <p:spPr bwMode="auto">
            <a:xfrm>
              <a:off x="2857500" y="3035226"/>
              <a:ext cx="2786063" cy="1588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直接连接符 12">
              <a:extLst>
                <a:ext uri="{FF2B5EF4-FFF2-40B4-BE49-F238E27FC236}">
                  <a16:creationId xmlns:a16="http://schemas.microsoft.com/office/drawing/2014/main" id="{E247932D-8B0C-40B7-9F15-BB79992C7A51}"/>
                </a:ext>
              </a:extLst>
            </p:cNvPr>
            <p:cNvCxnSpPr/>
            <p:nvPr/>
          </p:nvCxnSpPr>
          <p:spPr bwMode="auto">
            <a:xfrm>
              <a:off x="2857500" y="5090612"/>
              <a:ext cx="2786063" cy="1587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5">
            <a:extLst>
              <a:ext uri="{FF2B5EF4-FFF2-40B4-BE49-F238E27FC236}">
                <a16:creationId xmlns:a16="http://schemas.microsoft.com/office/drawing/2014/main" id="{73C614E4-40C8-4F1D-A3A2-5883C4839B6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45025" y="3000375"/>
            <a:ext cx="304800" cy="346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68580" tIns="34290" rIns="68580" bIns="34290">
            <a:spAutoFit/>
          </a:bodyPr>
          <a:lstStyle/>
          <a:p>
            <a:pPr eaLnBrk="1" hangingPunct="1">
              <a:defRPr/>
            </a:pPr>
            <a:r>
              <a:rPr lang="en-US" altLang="zh-CN" i="1" dirty="0">
                <a:solidFill>
                  <a:schemeClr val="tx2">
                    <a:lumMod val="60000"/>
                    <a:lumOff val="40000"/>
                  </a:schemeClr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Ø</a:t>
            </a:r>
            <a:endParaRPr lang="zh-CN" altLang="en-US" i="1" dirty="0">
              <a:solidFill>
                <a:schemeClr val="tx2">
                  <a:lumMod val="60000"/>
                  <a:lumOff val="40000"/>
                </a:schemeClr>
              </a:solidFill>
              <a:latin typeface="Times New Roman" pitchFamily="18" charset="0"/>
              <a:ea typeface="楷体_GB2312"/>
              <a:cs typeface="Times New Roman" pitchFamily="18" charset="0"/>
            </a:endParaRPr>
          </a:p>
        </p:txBody>
      </p:sp>
      <p:sp>
        <p:nvSpPr>
          <p:cNvPr id="15" name="Rectangle 7">
            <a:extLst>
              <a:ext uri="{FF2B5EF4-FFF2-40B4-BE49-F238E27FC236}">
                <a16:creationId xmlns:a16="http://schemas.microsoft.com/office/drawing/2014/main" id="{8BEC2CDB-2007-4A0F-8BA0-A0E0EEB65B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29125" y="3429000"/>
            <a:ext cx="919163" cy="34624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68580" tIns="34290" rIns="68580" bIns="34290">
            <a:spAutoFit/>
          </a:bodyPr>
          <a:lstStyle/>
          <a:p>
            <a:pPr eaLnBrk="1" hangingPunct="1">
              <a:defRPr/>
            </a:pPr>
            <a:r>
              <a:rPr lang="en-US" altLang="zh-CN" dirty="0">
                <a:solidFill>
                  <a:schemeClr val="tx2">
                    <a:lumMod val="60000"/>
                    <a:lumOff val="40000"/>
                  </a:schemeClr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{ </a:t>
            </a:r>
            <a:r>
              <a:rPr lang="en-US" altLang="zh-CN" i="1" dirty="0">
                <a:solidFill>
                  <a:schemeClr val="tx2">
                    <a:lumMod val="60000"/>
                    <a:lumOff val="40000"/>
                  </a:schemeClr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a</a:t>
            </a:r>
            <a:r>
              <a:rPr lang="en-US" altLang="zh-CN" dirty="0">
                <a:solidFill>
                  <a:schemeClr val="tx2">
                    <a:lumMod val="60000"/>
                    <a:lumOff val="40000"/>
                  </a:schemeClr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-</a:t>
            </a:r>
            <a:r>
              <a:rPr lang="en-US" altLang="zh-CN" i="1" dirty="0">
                <a:solidFill>
                  <a:schemeClr val="tx2">
                    <a:lumMod val="60000"/>
                    <a:lumOff val="40000"/>
                  </a:schemeClr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d</a:t>
            </a:r>
            <a:r>
              <a:rPr lang="en-US" altLang="zh-CN" dirty="0">
                <a:solidFill>
                  <a:schemeClr val="tx2">
                    <a:lumMod val="60000"/>
                    <a:lumOff val="40000"/>
                  </a:schemeClr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 }</a:t>
            </a:r>
            <a:endParaRPr lang="zh-CN" altLang="en-US" dirty="0">
              <a:solidFill>
                <a:schemeClr val="tx2">
                  <a:lumMod val="60000"/>
                  <a:lumOff val="40000"/>
                </a:schemeClr>
              </a:solidFill>
              <a:latin typeface="Times New Roman" pitchFamily="18" charset="0"/>
              <a:ea typeface="楷体_GB2312"/>
              <a:cs typeface="Times New Roman" pitchFamily="18" charset="0"/>
            </a:endParaRPr>
          </a:p>
        </p:txBody>
      </p:sp>
      <p:sp>
        <p:nvSpPr>
          <p:cNvPr id="16" name="Rectangle 8">
            <a:extLst>
              <a:ext uri="{FF2B5EF4-FFF2-40B4-BE49-F238E27FC236}">
                <a16:creationId xmlns:a16="http://schemas.microsoft.com/office/drawing/2014/main" id="{F873B08F-8B49-4955-BA3D-F08862D8AE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29125" y="3881438"/>
            <a:ext cx="973138" cy="346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68580" tIns="34290" rIns="68580" bIns="34290">
            <a:spAutoFit/>
          </a:bodyPr>
          <a:lstStyle/>
          <a:p>
            <a:pPr eaLnBrk="1" hangingPunct="1">
              <a:defRPr/>
            </a:pPr>
            <a:r>
              <a:rPr lang="en-US" altLang="zh-CN" dirty="0">
                <a:solidFill>
                  <a:schemeClr val="tx2">
                    <a:lumMod val="60000"/>
                    <a:lumOff val="40000"/>
                  </a:schemeClr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{ </a:t>
            </a:r>
            <a:r>
              <a:rPr lang="en-US" altLang="zh-CN" i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b</a:t>
            </a:r>
            <a:r>
              <a:rPr lang="en-US" altLang="zh-CN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+</a:t>
            </a:r>
            <a:r>
              <a:rPr lang="en-US" altLang="zh-CN" i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c</a:t>
            </a:r>
            <a:r>
              <a:rPr lang="en-US" altLang="zh-CN" dirty="0">
                <a:solidFill>
                  <a:schemeClr val="tx2">
                    <a:lumMod val="60000"/>
                    <a:lumOff val="40000"/>
                  </a:schemeClr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 }</a:t>
            </a:r>
            <a:endParaRPr lang="zh-CN" altLang="en-US" dirty="0">
              <a:solidFill>
                <a:schemeClr val="tx2">
                  <a:lumMod val="60000"/>
                  <a:lumOff val="40000"/>
                </a:schemeClr>
              </a:solidFill>
              <a:latin typeface="Times New Roman" pitchFamily="18" charset="0"/>
              <a:ea typeface="楷体_GB2312"/>
              <a:cs typeface="Times New Roman" pitchFamily="18" charset="0"/>
            </a:endParaRPr>
          </a:p>
        </p:txBody>
      </p:sp>
      <p:sp>
        <p:nvSpPr>
          <p:cNvPr id="17" name="Rectangle 9">
            <a:extLst>
              <a:ext uri="{FF2B5EF4-FFF2-40B4-BE49-F238E27FC236}">
                <a16:creationId xmlns:a16="http://schemas.microsoft.com/office/drawing/2014/main" id="{5E8C0418-6A2C-49CC-B9E3-A5C14947E3B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29125" y="4313238"/>
            <a:ext cx="973138" cy="346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68580" tIns="34290" rIns="68580" bIns="34290">
            <a:spAutoFit/>
          </a:bodyPr>
          <a:lstStyle/>
          <a:p>
            <a:pPr eaLnBrk="1" hangingPunct="1">
              <a:defRPr/>
            </a:pPr>
            <a:r>
              <a:rPr lang="en-US" altLang="zh-CN" dirty="0">
                <a:solidFill>
                  <a:schemeClr val="tx2">
                    <a:lumMod val="60000"/>
                    <a:lumOff val="40000"/>
                  </a:schemeClr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{ </a:t>
            </a:r>
            <a:r>
              <a:rPr lang="en-US" altLang="zh-CN" i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b</a:t>
            </a:r>
            <a:r>
              <a:rPr lang="en-US" altLang="zh-CN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+</a:t>
            </a:r>
            <a:r>
              <a:rPr lang="en-US" altLang="zh-CN" i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c</a:t>
            </a:r>
            <a:r>
              <a:rPr lang="en-US" altLang="zh-CN" dirty="0">
                <a:solidFill>
                  <a:schemeClr val="tx2">
                    <a:lumMod val="60000"/>
                    <a:lumOff val="40000"/>
                  </a:schemeClr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 }</a:t>
            </a:r>
            <a:endParaRPr lang="zh-CN" altLang="en-US" dirty="0">
              <a:solidFill>
                <a:schemeClr val="tx2">
                  <a:lumMod val="60000"/>
                  <a:lumOff val="40000"/>
                </a:schemeClr>
              </a:solidFill>
              <a:latin typeface="Times New Roman" pitchFamily="18" charset="0"/>
              <a:ea typeface="楷体_GB2312"/>
              <a:cs typeface="Times New Roman" pitchFamily="18" charset="0"/>
            </a:endParaRPr>
          </a:p>
        </p:txBody>
      </p:sp>
      <p:sp>
        <p:nvSpPr>
          <p:cNvPr id="18" name="Rectangle 10">
            <a:extLst>
              <a:ext uri="{FF2B5EF4-FFF2-40B4-BE49-F238E27FC236}">
                <a16:creationId xmlns:a16="http://schemas.microsoft.com/office/drawing/2014/main" id="{13167001-94B9-4775-BB32-BEE296477D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27984" y="4746625"/>
            <a:ext cx="1209305" cy="34624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68580" tIns="34290" rIns="68580" bIns="34290">
            <a:spAutoFit/>
          </a:bodyPr>
          <a:lstStyle/>
          <a:p>
            <a:pPr eaLnBrk="1" hangingPunct="1">
              <a:defRPr/>
            </a:pPr>
            <a:r>
              <a:rPr lang="en-US" altLang="zh-CN" dirty="0">
                <a:solidFill>
                  <a:schemeClr val="tx2">
                    <a:lumMod val="60000"/>
                    <a:lumOff val="40000"/>
                  </a:schemeClr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{ </a:t>
            </a:r>
            <a:r>
              <a:rPr lang="en-US" altLang="zh-CN" i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b+c</a:t>
            </a:r>
            <a:r>
              <a:rPr lang="en-US" altLang="zh-CN" i="1" dirty="0">
                <a:solidFill>
                  <a:schemeClr val="tx2">
                    <a:lumMod val="60000"/>
                    <a:lumOff val="40000"/>
                  </a:schemeClr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, a-d </a:t>
            </a:r>
            <a:r>
              <a:rPr lang="en-US" altLang="zh-CN" dirty="0">
                <a:solidFill>
                  <a:schemeClr val="tx2">
                    <a:lumMod val="60000"/>
                    <a:lumOff val="40000"/>
                  </a:schemeClr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}</a:t>
            </a:r>
            <a:endParaRPr lang="zh-CN" altLang="en-US" dirty="0">
              <a:solidFill>
                <a:schemeClr val="tx2">
                  <a:lumMod val="60000"/>
                  <a:lumOff val="40000"/>
                </a:schemeClr>
              </a:solidFill>
              <a:latin typeface="Times New Roman" pitchFamily="18" charset="0"/>
              <a:ea typeface="楷体_GB2312"/>
              <a:cs typeface="Times New Roman" pitchFamily="18" charset="0"/>
            </a:endParaRPr>
          </a:p>
        </p:txBody>
      </p:sp>
      <p:sp>
        <p:nvSpPr>
          <p:cNvPr id="3" name="标注: 线形(无边框) 2">
            <a:extLst>
              <a:ext uri="{FF2B5EF4-FFF2-40B4-BE49-F238E27FC236}">
                <a16:creationId xmlns:a16="http://schemas.microsoft.com/office/drawing/2014/main" id="{F00BC003-7E9F-4263-BF63-65EA223E78AA}"/>
              </a:ext>
            </a:extLst>
          </p:cNvPr>
          <p:cNvSpPr/>
          <p:nvPr/>
        </p:nvSpPr>
        <p:spPr>
          <a:xfrm>
            <a:off x="5621271" y="3425826"/>
            <a:ext cx="2407113" cy="414324"/>
          </a:xfrm>
          <a:prstGeom prst="callout1">
            <a:avLst>
              <a:gd name="adj1" fmla="val 52479"/>
              <a:gd name="adj2" fmla="val 6654"/>
              <a:gd name="adj3" fmla="val 52095"/>
              <a:gd name="adj4" fmla="val -13214"/>
            </a:avLst>
          </a:prstGeom>
          <a:noFill/>
          <a:ln w="1905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删除 </a:t>
            </a:r>
            <a:r>
              <a:rPr lang="en-US" altLang="zh-CN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b+c</a:t>
            </a:r>
            <a:r>
              <a: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，加入 </a:t>
            </a:r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a-d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标注: 线形(无边框) 20">
            <a:extLst>
              <a:ext uri="{FF2B5EF4-FFF2-40B4-BE49-F238E27FC236}">
                <a16:creationId xmlns:a16="http://schemas.microsoft.com/office/drawing/2014/main" id="{8FBEE3E5-2146-4E1E-9418-ABF7050877AA}"/>
              </a:ext>
            </a:extLst>
          </p:cNvPr>
          <p:cNvSpPr/>
          <p:nvPr/>
        </p:nvSpPr>
        <p:spPr>
          <a:xfrm>
            <a:off x="5617931" y="3870287"/>
            <a:ext cx="2407113" cy="414324"/>
          </a:xfrm>
          <a:prstGeom prst="callout1">
            <a:avLst>
              <a:gd name="adj1" fmla="val 52479"/>
              <a:gd name="adj2" fmla="val 6654"/>
              <a:gd name="adj3" fmla="val 52095"/>
              <a:gd name="adj4" fmla="val -13214"/>
            </a:avLst>
          </a:prstGeom>
          <a:noFill/>
          <a:ln w="1905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删除 </a:t>
            </a:r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 - d</a:t>
            </a:r>
            <a:r>
              <a: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，加入 </a:t>
            </a:r>
            <a:r>
              <a:rPr lang="en-US" altLang="zh-CN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b+c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标注: 线形(无边框) 21">
            <a:extLst>
              <a:ext uri="{FF2B5EF4-FFF2-40B4-BE49-F238E27FC236}">
                <a16:creationId xmlns:a16="http://schemas.microsoft.com/office/drawing/2014/main" id="{238ABF99-0C85-4AEB-AFA6-CBC4BEE4981C}"/>
              </a:ext>
            </a:extLst>
          </p:cNvPr>
          <p:cNvSpPr/>
          <p:nvPr/>
        </p:nvSpPr>
        <p:spPr>
          <a:xfrm>
            <a:off x="5621271" y="4317666"/>
            <a:ext cx="2407113" cy="414324"/>
          </a:xfrm>
          <a:prstGeom prst="callout1">
            <a:avLst>
              <a:gd name="adj1" fmla="val 52479"/>
              <a:gd name="adj2" fmla="val 6654"/>
              <a:gd name="adj3" fmla="val 52095"/>
              <a:gd name="adj4" fmla="val -13214"/>
            </a:avLst>
          </a:prstGeom>
          <a:noFill/>
          <a:ln w="1905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删除 </a:t>
            </a:r>
            <a:r>
              <a:rPr lang="en-US" altLang="zh-CN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b+c</a:t>
            </a:r>
            <a:r>
              <a: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，加入 </a:t>
            </a:r>
            <a:r>
              <a:rPr lang="en-US" altLang="zh-CN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b+c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标注: 线形(无边框) 22">
            <a:extLst>
              <a:ext uri="{FF2B5EF4-FFF2-40B4-BE49-F238E27FC236}">
                <a16:creationId xmlns:a16="http://schemas.microsoft.com/office/drawing/2014/main" id="{F41F5EB9-5EB3-44F4-835C-2E16AAB81B39}"/>
              </a:ext>
            </a:extLst>
          </p:cNvPr>
          <p:cNvSpPr/>
          <p:nvPr/>
        </p:nvSpPr>
        <p:spPr>
          <a:xfrm>
            <a:off x="5964111" y="4722310"/>
            <a:ext cx="2407113" cy="414324"/>
          </a:xfrm>
          <a:prstGeom prst="callout1">
            <a:avLst>
              <a:gd name="adj1" fmla="val 52479"/>
              <a:gd name="adj2" fmla="val 6654"/>
              <a:gd name="adj3" fmla="val 52095"/>
              <a:gd name="adj4" fmla="val -13214"/>
            </a:avLst>
          </a:prstGeom>
          <a:noFill/>
          <a:ln w="1905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删除 </a:t>
            </a:r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a-d</a:t>
            </a:r>
            <a:r>
              <a: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，加入 </a:t>
            </a:r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a-d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9F521BA1-B20D-4A2E-B495-98656E0ADD54}"/>
              </a:ext>
            </a:extLst>
          </p:cNvPr>
          <p:cNvSpPr/>
          <p:nvPr/>
        </p:nvSpPr>
        <p:spPr>
          <a:xfrm>
            <a:off x="6088822" y="2682360"/>
            <a:ext cx="1859391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eaLnBrk="1" hangingPunct="1">
              <a:defRPr/>
            </a:pPr>
            <a:r>
              <a:rPr lang="en-US" altLang="zh-CN" dirty="0">
                <a:solidFill>
                  <a:schemeClr val="tx2">
                    <a:lumMod val="60000"/>
                    <a:lumOff val="40000"/>
                  </a:schemeClr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U = { </a:t>
            </a:r>
            <a:r>
              <a:rPr lang="en-US" altLang="zh-CN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b+c</a:t>
            </a:r>
            <a:r>
              <a:rPr lang="en-US" altLang="zh-CN" dirty="0">
                <a:solidFill>
                  <a:schemeClr val="tx2">
                    <a:lumMod val="60000"/>
                    <a:lumOff val="40000"/>
                  </a:schemeClr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,  a-d }</a:t>
            </a:r>
            <a:endParaRPr lang="zh-CN" altLang="en-US" dirty="0">
              <a:solidFill>
                <a:schemeClr val="tx2">
                  <a:lumMod val="60000"/>
                  <a:lumOff val="40000"/>
                </a:schemeClr>
              </a:solidFill>
              <a:latin typeface="Times New Roman" pitchFamily="18" charset="0"/>
              <a:ea typeface="楷体_GB2312"/>
              <a:cs typeface="Times New Roman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62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0362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0362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0362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 nodeType="clickPar">
                      <p:stCondLst>
                        <p:cond delay="indefinite"/>
                      </p:stCondLst>
                      <p:childTnLst>
                        <p:par>
                          <p:cTn id="1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629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103629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103629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03629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629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103629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103629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03629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 nodeType="clickPar">
                      <p:stCondLst>
                        <p:cond delay="indefinite"/>
                      </p:stCondLst>
                      <p:childTnLst>
                        <p:par>
                          <p:cTn id="2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6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629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103629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103629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03629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500"/>
                            </p:stCondLst>
                            <p:childTnLst>
                              <p:par>
                                <p:cTn id="56" presetID="5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8" dur="500" fill="hold"/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500" fill="hold"/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6" fill="hold">
                            <p:stCondLst>
                              <p:cond delay="500"/>
                            </p:stCondLst>
                            <p:childTnLst>
                              <p:par>
                                <p:cTn id="67" presetID="5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9" dur="500" fill="hold"/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500" fill="hold"/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" fill="hold">
                            <p:stCondLst>
                              <p:cond delay="500"/>
                            </p:stCondLst>
                            <p:childTnLst>
                              <p:par>
                                <p:cTn id="78" presetID="5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0" dur="500" fill="hold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1" dur="500" fill="hold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" fill="hold">
                            <p:stCondLst>
                              <p:cond delay="500"/>
                            </p:stCondLst>
                            <p:childTnLst>
                              <p:par>
                                <p:cTn id="89" presetID="5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1" dur="500" fill="hold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500" fill="hold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21" grpId="0" animBg="1"/>
      <p:bldP spid="22" grpId="0" animBg="1"/>
      <p:bldP spid="23" grpId="0" animBg="1"/>
      <p:bldP spid="19" grpId="0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5683" name="Rectangle 3">
            <a:extLst>
              <a:ext uri="{FF2B5EF4-FFF2-40B4-BE49-F238E27FC236}">
                <a16:creationId xmlns:a16="http://schemas.microsoft.com/office/drawing/2014/main" id="{C465DA45-65A3-4BD8-BD41-FE972FF46EBE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430214" y="857250"/>
            <a:ext cx="8330496" cy="322580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lnSpc>
                <a:spcPct val="90000"/>
              </a:lnSpc>
              <a:buClrTx/>
              <a:buFont typeface="Wingdings" panose="05000000000000000000" pitchFamily="2" charset="2"/>
              <a:buChar char="Ø"/>
            </a:pPr>
            <a:r>
              <a:rPr lang="en-US" altLang="zh-CN" sz="25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IN</a:t>
            </a:r>
            <a:r>
              <a:rPr lang="en-US" altLang="zh-CN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[</a:t>
            </a:r>
            <a:r>
              <a:rPr lang="en-US" altLang="zh-CN" sz="25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B</a:t>
            </a:r>
            <a:r>
              <a:rPr lang="en-US" altLang="zh-CN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]</a:t>
            </a: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：在</a:t>
            </a:r>
            <a:r>
              <a:rPr lang="en-US" altLang="zh-CN" sz="25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B</a:t>
            </a: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的入口处可用的</a:t>
            </a:r>
            <a:r>
              <a:rPr lang="en-US" altLang="zh-CN" sz="25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U</a:t>
            </a: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中的表达式集合</a:t>
            </a:r>
            <a:endParaRPr lang="en-US" altLang="zh-CN" sz="25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eaLnBrk="1" hangingPunct="1">
              <a:buFont typeface="Symbol" panose="05050102010706020507" pitchFamily="18" charset="2"/>
              <a:buNone/>
            </a:pPr>
            <a:r>
              <a:rPr lang="en-US" altLang="zh-CN" sz="25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   OUT</a:t>
            </a:r>
            <a:r>
              <a:rPr lang="en-US" altLang="zh-CN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[</a:t>
            </a:r>
            <a:r>
              <a:rPr lang="en-US" altLang="zh-CN" sz="25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B</a:t>
            </a:r>
            <a:r>
              <a:rPr lang="en-US" altLang="zh-CN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]</a:t>
            </a: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：在</a:t>
            </a:r>
            <a:r>
              <a:rPr lang="en-US" altLang="zh-CN" sz="25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B</a:t>
            </a: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的出口处可用的</a:t>
            </a:r>
            <a:r>
              <a:rPr lang="en-US" altLang="zh-CN" sz="25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U</a:t>
            </a: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中的表达式集合</a:t>
            </a:r>
            <a:endParaRPr lang="en-US" altLang="zh-CN" sz="25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eaLnBrk="1" hangingPunct="1">
              <a:buClrTx/>
              <a:buFont typeface="Wingdings" panose="05000000000000000000" pitchFamily="2" charset="2"/>
              <a:buChar char="Ø"/>
            </a:pP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方程</a:t>
            </a:r>
            <a:endParaRPr lang="en-US" altLang="zh-CN" sz="25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lvl="1" eaLnBrk="1" hangingPunct="1">
              <a:spcBef>
                <a:spcPts val="1200"/>
              </a:spcBef>
              <a:buClrTx/>
              <a:buFont typeface="Wingdings" panose="05000000000000000000" pitchFamily="2" charset="2"/>
              <a:buChar char="Ø"/>
            </a:pPr>
            <a:r>
              <a:rPr lang="en-US" altLang="zh-CN" sz="2000" b="1" i="1" dirty="0">
                <a:solidFill>
                  <a:schemeClr val="tx1"/>
                </a:solidFill>
                <a:ea typeface="楷体_GB2312" charset="0"/>
                <a:cs typeface="Times New Roman" panose="02020603050405020304" pitchFamily="18" charset="0"/>
              </a:rPr>
              <a:t>OUT</a:t>
            </a:r>
            <a:r>
              <a:rPr lang="en-US" altLang="zh-CN" sz="2000" b="1" dirty="0">
                <a:solidFill>
                  <a:schemeClr val="tx1"/>
                </a:solidFill>
                <a:ea typeface="楷体_GB2312" charset="0"/>
                <a:cs typeface="Times New Roman" panose="02020603050405020304" pitchFamily="18" charset="0"/>
              </a:rPr>
              <a:t>[</a:t>
            </a:r>
            <a:r>
              <a:rPr lang="en-US" altLang="zh-CN" sz="2000" b="1" i="1" dirty="0">
                <a:solidFill>
                  <a:schemeClr val="tx1"/>
                </a:solidFill>
                <a:ea typeface="楷体_GB2312" charset="0"/>
                <a:cs typeface="Times New Roman" panose="02020603050405020304" pitchFamily="18" charset="0"/>
              </a:rPr>
              <a:t>ENTRY</a:t>
            </a:r>
            <a:r>
              <a:rPr lang="en-US" altLang="zh-CN" sz="2000" b="1" dirty="0">
                <a:solidFill>
                  <a:schemeClr val="tx1"/>
                </a:solidFill>
                <a:ea typeface="楷体_GB2312" charset="0"/>
                <a:cs typeface="Times New Roman" panose="02020603050405020304" pitchFamily="18" charset="0"/>
              </a:rPr>
              <a:t>]= </a:t>
            </a:r>
            <a:r>
              <a:rPr lang="el-GR" altLang="zh-CN" sz="2000" b="1" i="1" dirty="0">
                <a:solidFill>
                  <a:schemeClr val="tx1"/>
                </a:solidFill>
                <a:ea typeface="楷体_GB2312" charset="0"/>
                <a:cs typeface="Times New Roman" panose="02020603050405020304" pitchFamily="18" charset="0"/>
              </a:rPr>
              <a:t>Φ</a:t>
            </a:r>
            <a:endParaRPr lang="en-US" altLang="zh-CN" sz="2000" b="1" dirty="0">
              <a:solidFill>
                <a:schemeClr val="tx1"/>
              </a:solidFill>
              <a:ea typeface="楷体_GB2312" charset="0"/>
              <a:cs typeface="Times New Roman" panose="02020603050405020304" pitchFamily="18" charset="0"/>
            </a:endParaRPr>
          </a:p>
          <a:p>
            <a:pPr lvl="1" eaLnBrk="1" hangingPunct="1">
              <a:spcBef>
                <a:spcPts val="1200"/>
              </a:spcBef>
            </a:pPr>
            <a:r>
              <a:rPr lang="en-US" altLang="zh-CN" sz="2000" b="1" i="1" dirty="0">
                <a:solidFill>
                  <a:schemeClr val="tx1"/>
                </a:solidFill>
                <a:ea typeface="楷体_GB2312" charset="0"/>
                <a:cs typeface="Times New Roman" panose="02020603050405020304" pitchFamily="18" charset="0"/>
              </a:rPr>
              <a:t>OUT</a:t>
            </a:r>
            <a:r>
              <a:rPr lang="en-US" altLang="zh-CN" sz="2000" b="1" dirty="0">
                <a:solidFill>
                  <a:schemeClr val="tx1"/>
                </a:solidFill>
                <a:ea typeface="楷体_GB2312" charset="0"/>
                <a:cs typeface="Times New Roman" panose="02020603050405020304" pitchFamily="18" charset="0"/>
              </a:rPr>
              <a:t>[</a:t>
            </a:r>
            <a:r>
              <a:rPr lang="en-US" altLang="zh-CN" sz="2000" b="1" i="1" dirty="0">
                <a:solidFill>
                  <a:schemeClr val="tx1"/>
                </a:solidFill>
                <a:ea typeface="楷体_GB2312" charset="0"/>
                <a:cs typeface="Times New Roman" panose="02020603050405020304" pitchFamily="18" charset="0"/>
              </a:rPr>
              <a:t>B</a:t>
            </a:r>
            <a:r>
              <a:rPr lang="en-US" altLang="zh-CN" sz="2000" b="1" dirty="0">
                <a:solidFill>
                  <a:schemeClr val="tx1"/>
                </a:solidFill>
                <a:ea typeface="楷体_GB2312" charset="0"/>
                <a:cs typeface="Times New Roman" panose="02020603050405020304" pitchFamily="18" charset="0"/>
              </a:rPr>
              <a:t>] = </a:t>
            </a:r>
            <a:r>
              <a:rPr lang="en-US" altLang="zh-CN" sz="2000" b="1" i="1" dirty="0">
                <a:solidFill>
                  <a:schemeClr val="tx1"/>
                </a:solidFill>
                <a:ea typeface="楷体_GB2312" charset="0"/>
                <a:cs typeface="Times New Roman" panose="02020603050405020304" pitchFamily="18" charset="0"/>
              </a:rPr>
              <a:t>f</a:t>
            </a:r>
            <a:r>
              <a:rPr lang="en-US" altLang="zh-CN" sz="2000" b="1" i="1" baseline="-30000" dirty="0">
                <a:solidFill>
                  <a:schemeClr val="tx1"/>
                </a:solidFill>
                <a:ea typeface="楷体_GB2312" charset="0"/>
                <a:cs typeface="Times New Roman" panose="02020603050405020304" pitchFamily="18" charset="0"/>
              </a:rPr>
              <a:t>B </a:t>
            </a:r>
            <a:r>
              <a:rPr lang="en-US" altLang="zh-CN" sz="2000" b="1" dirty="0">
                <a:solidFill>
                  <a:schemeClr val="tx1"/>
                </a:solidFill>
                <a:ea typeface="楷体_GB2312" charset="0"/>
                <a:cs typeface="Times New Roman" panose="02020603050405020304" pitchFamily="18" charset="0"/>
              </a:rPr>
              <a:t>(</a:t>
            </a:r>
            <a:r>
              <a:rPr lang="en-US" altLang="zh-CN" sz="2000" b="1" i="1" dirty="0">
                <a:solidFill>
                  <a:schemeClr val="tx1"/>
                </a:solidFill>
                <a:ea typeface="楷体_GB2312" charset="0"/>
                <a:cs typeface="Times New Roman" panose="02020603050405020304" pitchFamily="18" charset="0"/>
              </a:rPr>
              <a:t>IN</a:t>
            </a:r>
            <a:r>
              <a:rPr lang="en-US" altLang="zh-CN" sz="2000" b="1" dirty="0">
                <a:solidFill>
                  <a:schemeClr val="tx1"/>
                </a:solidFill>
                <a:ea typeface="楷体_GB2312" charset="0"/>
                <a:cs typeface="Times New Roman" panose="02020603050405020304" pitchFamily="18" charset="0"/>
              </a:rPr>
              <a:t>[</a:t>
            </a:r>
            <a:r>
              <a:rPr lang="en-US" altLang="zh-CN" sz="2000" b="1" i="1" dirty="0">
                <a:solidFill>
                  <a:schemeClr val="tx1"/>
                </a:solidFill>
                <a:ea typeface="楷体_GB2312" charset="0"/>
                <a:cs typeface="Times New Roman" panose="02020603050405020304" pitchFamily="18" charset="0"/>
              </a:rPr>
              <a:t>B</a:t>
            </a:r>
            <a:r>
              <a:rPr lang="en-US" altLang="zh-CN" sz="2000" b="1" dirty="0">
                <a:solidFill>
                  <a:schemeClr val="tx1"/>
                </a:solidFill>
                <a:ea typeface="楷体_GB2312" charset="0"/>
                <a:cs typeface="Times New Roman" panose="02020603050405020304" pitchFamily="18" charset="0"/>
              </a:rPr>
              <a:t>]) =</a:t>
            </a:r>
            <a:r>
              <a:rPr lang="en-US" altLang="zh-CN" sz="2000" b="1" i="1" dirty="0">
                <a:solidFill>
                  <a:prstClr val="black"/>
                </a:solidFill>
                <a:ea typeface="楷体_GB2312"/>
                <a:cs typeface="Times New Roman" panose="02020603050405020304" pitchFamily="18" charset="0"/>
              </a:rPr>
              <a:t> </a:t>
            </a:r>
            <a:r>
              <a:rPr lang="en-US" altLang="zh-CN" sz="2000" b="1" i="1" dirty="0" err="1">
                <a:solidFill>
                  <a:prstClr val="black"/>
                </a:solidFill>
                <a:ea typeface="楷体_GB2312"/>
                <a:cs typeface="Times New Roman" panose="02020603050405020304" pitchFamily="18" charset="0"/>
              </a:rPr>
              <a:t>e_gen</a:t>
            </a:r>
            <a:r>
              <a:rPr lang="en-US" altLang="zh-CN" sz="2000" b="1" i="1" baseline="-30000" dirty="0" err="1">
                <a:solidFill>
                  <a:prstClr val="black"/>
                </a:solidFill>
                <a:ea typeface="楷体_GB2312"/>
                <a:cs typeface="Times New Roman" panose="02020603050405020304" pitchFamily="18" charset="0"/>
              </a:rPr>
              <a:t>B</a:t>
            </a:r>
            <a:r>
              <a:rPr lang="en-US" altLang="zh-CN" sz="2000" b="1" dirty="0">
                <a:solidFill>
                  <a:prstClr val="black"/>
                </a:solidFill>
                <a:ea typeface="楷体_GB2312"/>
                <a:cs typeface="Times New Roman" panose="02020603050405020304" pitchFamily="18" charset="0"/>
              </a:rPr>
              <a:t>∪(</a:t>
            </a:r>
            <a:r>
              <a:rPr lang="en-US" altLang="zh-CN" sz="2000" b="1" i="1" dirty="0">
                <a:solidFill>
                  <a:prstClr val="black"/>
                </a:solidFill>
                <a:cs typeface="Times New Roman" panose="02020603050405020304" pitchFamily="18" charset="0"/>
              </a:rPr>
              <a:t>IN</a:t>
            </a:r>
            <a:r>
              <a:rPr lang="en-US" altLang="zh-CN" sz="2000" b="1" dirty="0">
                <a:solidFill>
                  <a:prstClr val="black"/>
                </a:solidFill>
                <a:ea typeface="楷体_GB2312"/>
                <a:cs typeface="Times New Roman" panose="02020603050405020304" pitchFamily="18" charset="0"/>
              </a:rPr>
              <a:t>[</a:t>
            </a:r>
            <a:r>
              <a:rPr lang="en-US" altLang="zh-CN" sz="2000" b="1" i="1" dirty="0">
                <a:solidFill>
                  <a:prstClr val="black"/>
                </a:solidFill>
                <a:ea typeface="楷体_GB2312"/>
                <a:cs typeface="Times New Roman" panose="02020603050405020304" pitchFamily="18" charset="0"/>
              </a:rPr>
              <a:t>B</a:t>
            </a:r>
            <a:r>
              <a:rPr lang="en-US" altLang="zh-CN" sz="2000" b="1" dirty="0">
                <a:solidFill>
                  <a:prstClr val="black"/>
                </a:solidFill>
                <a:ea typeface="楷体_GB2312"/>
                <a:cs typeface="Times New Roman" panose="02020603050405020304" pitchFamily="18" charset="0"/>
              </a:rPr>
              <a:t>]</a:t>
            </a:r>
            <a:r>
              <a:rPr lang="en-US" altLang="zh-CN" sz="2000" b="1" i="1" dirty="0">
                <a:solidFill>
                  <a:prstClr val="black"/>
                </a:solidFill>
                <a:ea typeface="楷体_GB2312"/>
                <a:cs typeface="Times New Roman" panose="02020603050405020304" pitchFamily="18" charset="0"/>
              </a:rPr>
              <a:t>-</a:t>
            </a:r>
            <a:r>
              <a:rPr lang="en-US" altLang="zh-CN" sz="2000" b="1" i="1" dirty="0" err="1">
                <a:solidFill>
                  <a:prstClr val="black"/>
                </a:solidFill>
                <a:ea typeface="楷体_GB2312"/>
                <a:cs typeface="Times New Roman" panose="02020603050405020304" pitchFamily="18" charset="0"/>
              </a:rPr>
              <a:t>e_kill</a:t>
            </a:r>
            <a:r>
              <a:rPr lang="en-US" altLang="zh-CN" sz="2000" b="1" i="1" baseline="-30000" dirty="0" err="1">
                <a:solidFill>
                  <a:prstClr val="black"/>
                </a:solidFill>
                <a:ea typeface="楷体_GB2312"/>
                <a:cs typeface="Times New Roman" panose="02020603050405020304" pitchFamily="18" charset="0"/>
              </a:rPr>
              <a:t>B</a:t>
            </a:r>
            <a:r>
              <a:rPr lang="en-US" altLang="zh-CN" sz="2000" b="1" i="1" baseline="-30000" dirty="0">
                <a:solidFill>
                  <a:prstClr val="black"/>
                </a:solidFill>
                <a:ea typeface="楷体_GB2312"/>
                <a:cs typeface="Times New Roman" panose="02020603050405020304" pitchFamily="18" charset="0"/>
              </a:rPr>
              <a:t> </a:t>
            </a:r>
            <a:r>
              <a:rPr lang="en-US" altLang="zh-CN" sz="2000" b="1" dirty="0">
                <a:solidFill>
                  <a:prstClr val="black"/>
                </a:solidFill>
                <a:ea typeface="楷体_GB2312"/>
                <a:cs typeface="Times New Roman" panose="02020603050405020304" pitchFamily="18" charset="0"/>
              </a:rPr>
              <a:t>)   </a:t>
            </a:r>
            <a:r>
              <a:rPr lang="en-US" altLang="zh-CN" sz="2000" b="1" dirty="0">
                <a:solidFill>
                  <a:schemeClr val="tx1"/>
                </a:solidFill>
                <a:ea typeface="楷体_GB2312" charset="0"/>
                <a:cs typeface="Times New Roman" panose="02020603050405020304" pitchFamily="18" charset="0"/>
              </a:rPr>
              <a:t>  ( </a:t>
            </a:r>
            <a:r>
              <a:rPr lang="en-US" altLang="zh-CN" sz="2000" b="1" i="1" dirty="0">
                <a:solidFill>
                  <a:schemeClr val="tx1"/>
                </a:solidFill>
                <a:ea typeface="楷体_GB2312" charset="0"/>
                <a:cs typeface="Times New Roman" panose="02020603050405020304" pitchFamily="18" charset="0"/>
              </a:rPr>
              <a:t>B</a:t>
            </a:r>
            <a:r>
              <a:rPr lang="en-US" altLang="en-US" sz="2000" b="1" dirty="0">
                <a:solidFill>
                  <a:schemeClr val="tx1"/>
                </a:solidFill>
                <a:ea typeface="楷体_GB2312" charset="0"/>
                <a:cs typeface="Times New Roman" panose="02020603050405020304" pitchFamily="18" charset="0"/>
              </a:rPr>
              <a:t>≠</a:t>
            </a:r>
            <a:r>
              <a:rPr lang="en-US" altLang="zh-CN" sz="2000" b="1" i="1" dirty="0">
                <a:solidFill>
                  <a:schemeClr val="tx1"/>
                </a:solidFill>
                <a:ea typeface="楷体_GB2312" charset="0"/>
                <a:cs typeface="Times New Roman" panose="02020603050405020304" pitchFamily="18" charset="0"/>
              </a:rPr>
              <a:t>ENTRY</a:t>
            </a:r>
            <a:r>
              <a:rPr lang="en-US" altLang="zh-CN" sz="2000" b="1" dirty="0">
                <a:solidFill>
                  <a:schemeClr val="tx1"/>
                </a:solidFill>
                <a:ea typeface="楷体_GB2312" charset="0"/>
                <a:cs typeface="Times New Roman" panose="02020603050405020304" pitchFamily="18" charset="0"/>
              </a:rPr>
              <a:t> )</a:t>
            </a:r>
            <a:endParaRPr lang="en-US" altLang="zh-CN" b="1" dirty="0">
              <a:solidFill>
                <a:schemeClr val="tx1"/>
              </a:solidFill>
              <a:ea typeface="楷体_GB2312" charset="0"/>
              <a:cs typeface="Times New Roman" panose="02020603050405020304" pitchFamily="18" charset="0"/>
            </a:endParaRPr>
          </a:p>
          <a:p>
            <a:pPr lvl="1" eaLnBrk="1" hangingPunct="1">
              <a:spcBef>
                <a:spcPts val="1200"/>
              </a:spcBef>
              <a:buClrTx/>
              <a:buFont typeface="Wingdings" panose="05000000000000000000" pitchFamily="2" charset="2"/>
              <a:buChar char="Ø"/>
            </a:pPr>
            <a:r>
              <a:rPr lang="en-US" altLang="zh-CN" sz="2000" b="1" i="1" dirty="0">
                <a:solidFill>
                  <a:schemeClr val="tx1"/>
                </a:solidFill>
                <a:ea typeface="楷体_GB2312" charset="0"/>
                <a:cs typeface="Times New Roman" panose="02020603050405020304" pitchFamily="18" charset="0"/>
              </a:rPr>
              <a:t>IN</a:t>
            </a:r>
            <a:r>
              <a:rPr lang="en-US" altLang="zh-CN" sz="2000" b="1" dirty="0">
                <a:solidFill>
                  <a:schemeClr val="tx1"/>
                </a:solidFill>
                <a:ea typeface="楷体_GB2312" charset="0"/>
                <a:cs typeface="Times New Roman" panose="02020603050405020304" pitchFamily="18" charset="0"/>
              </a:rPr>
              <a:t>[</a:t>
            </a:r>
            <a:r>
              <a:rPr lang="en-US" altLang="zh-CN" sz="2000" b="1" i="1" dirty="0">
                <a:solidFill>
                  <a:schemeClr val="tx1"/>
                </a:solidFill>
                <a:ea typeface="楷体_GB2312" charset="0"/>
                <a:cs typeface="Times New Roman" panose="02020603050405020304" pitchFamily="18" charset="0"/>
              </a:rPr>
              <a:t>B</a:t>
            </a:r>
            <a:r>
              <a:rPr lang="en-US" altLang="zh-CN" sz="2000" b="1" dirty="0">
                <a:solidFill>
                  <a:schemeClr val="tx1"/>
                </a:solidFill>
                <a:ea typeface="楷体_GB2312" charset="0"/>
                <a:cs typeface="Times New Roman" panose="02020603050405020304" pitchFamily="18" charset="0"/>
              </a:rPr>
              <a:t>]= </a:t>
            </a:r>
            <a:r>
              <a:rPr lang="en-US" altLang="zh-CN" sz="2000" b="1" dirty="0">
                <a:solidFill>
                  <a:srgbClr val="FF0000"/>
                </a:solidFill>
                <a:ea typeface="楷体_GB2312" charset="0"/>
                <a:cs typeface="Times New Roman" panose="02020603050405020304" pitchFamily="18" charset="0"/>
              </a:rPr>
              <a:t>∩</a:t>
            </a:r>
            <a:r>
              <a:rPr lang="en-US" altLang="zh-CN" sz="2000" b="1" i="1" baseline="-30000" dirty="0">
                <a:solidFill>
                  <a:schemeClr val="tx1"/>
                </a:solidFill>
                <a:cs typeface="Times New Roman" panose="02020603050405020304" pitchFamily="18" charset="0"/>
              </a:rPr>
              <a:t>P</a:t>
            </a:r>
            <a:r>
              <a:rPr lang="zh-CN" altLang="en-US" sz="2000" b="1" baseline="-30000" dirty="0">
                <a:solidFill>
                  <a:schemeClr val="tx1"/>
                </a:solidFill>
                <a:cs typeface="Times New Roman" panose="02020603050405020304" pitchFamily="18" charset="0"/>
              </a:rPr>
              <a:t>是</a:t>
            </a:r>
            <a:r>
              <a:rPr lang="en-US" altLang="zh-CN" sz="2000" b="1" i="1" baseline="-30000" dirty="0">
                <a:solidFill>
                  <a:schemeClr val="tx1"/>
                </a:solidFill>
                <a:cs typeface="Times New Roman" panose="02020603050405020304" pitchFamily="18" charset="0"/>
              </a:rPr>
              <a:t>B</a:t>
            </a:r>
            <a:r>
              <a:rPr lang="zh-CN" altLang="en-US" sz="2000" b="1" baseline="-30000" dirty="0">
                <a:solidFill>
                  <a:schemeClr val="tx1"/>
                </a:solidFill>
                <a:cs typeface="Times New Roman" panose="02020603050405020304" pitchFamily="18" charset="0"/>
              </a:rPr>
              <a:t>的一个前驱</a:t>
            </a:r>
            <a:r>
              <a:rPr lang="en-US" altLang="zh-CN" sz="2000" b="1" i="1" dirty="0">
                <a:solidFill>
                  <a:schemeClr val="tx1"/>
                </a:solidFill>
                <a:ea typeface="楷体_GB2312" charset="0"/>
                <a:cs typeface="Times New Roman" panose="02020603050405020304" pitchFamily="18" charset="0"/>
              </a:rPr>
              <a:t>OUT</a:t>
            </a:r>
            <a:r>
              <a:rPr lang="en-US" altLang="zh-CN" sz="2000" b="1" dirty="0">
                <a:solidFill>
                  <a:schemeClr val="tx1"/>
                </a:solidFill>
                <a:ea typeface="楷体_GB2312" charset="0"/>
                <a:cs typeface="Times New Roman" panose="02020603050405020304" pitchFamily="18" charset="0"/>
              </a:rPr>
              <a:t>[</a:t>
            </a:r>
            <a:r>
              <a:rPr lang="en-US" altLang="zh-CN" sz="2000" b="1" i="1" dirty="0">
                <a:solidFill>
                  <a:schemeClr val="tx1"/>
                </a:solidFill>
                <a:ea typeface="楷体_GB2312" charset="0"/>
                <a:cs typeface="Times New Roman" panose="02020603050405020304" pitchFamily="18" charset="0"/>
              </a:rPr>
              <a:t>P</a:t>
            </a:r>
            <a:r>
              <a:rPr lang="en-US" altLang="zh-CN" sz="2000" b="1" dirty="0">
                <a:solidFill>
                  <a:schemeClr val="tx1"/>
                </a:solidFill>
                <a:ea typeface="楷体_GB2312" charset="0"/>
                <a:cs typeface="Times New Roman" panose="02020603050405020304" pitchFamily="18" charset="0"/>
              </a:rPr>
              <a:t>]	( </a:t>
            </a:r>
            <a:r>
              <a:rPr lang="en-US" altLang="zh-CN" sz="2000" b="1" i="1" dirty="0">
                <a:solidFill>
                  <a:schemeClr val="tx1"/>
                </a:solidFill>
                <a:ea typeface="楷体_GB2312" charset="0"/>
                <a:cs typeface="Times New Roman" panose="02020603050405020304" pitchFamily="18" charset="0"/>
              </a:rPr>
              <a:t>B</a:t>
            </a:r>
            <a:r>
              <a:rPr lang="en-US" altLang="en-US" sz="2000" b="1" dirty="0">
                <a:solidFill>
                  <a:schemeClr val="tx1"/>
                </a:solidFill>
                <a:ea typeface="楷体_GB2312" charset="0"/>
                <a:cs typeface="Times New Roman" panose="02020603050405020304" pitchFamily="18" charset="0"/>
              </a:rPr>
              <a:t>≠</a:t>
            </a:r>
            <a:r>
              <a:rPr lang="en-US" altLang="zh-CN" sz="2000" b="1" i="1" dirty="0">
                <a:solidFill>
                  <a:schemeClr val="tx1"/>
                </a:solidFill>
                <a:ea typeface="楷体_GB2312" charset="0"/>
                <a:cs typeface="Times New Roman" panose="02020603050405020304" pitchFamily="18" charset="0"/>
              </a:rPr>
              <a:t>ENTRY</a:t>
            </a:r>
            <a:r>
              <a:rPr lang="en-US" altLang="zh-CN" sz="2000" b="1" dirty="0">
                <a:solidFill>
                  <a:schemeClr val="tx1"/>
                </a:solidFill>
                <a:ea typeface="楷体_GB2312" charset="0"/>
                <a:cs typeface="Times New Roman" panose="02020603050405020304" pitchFamily="18" charset="0"/>
              </a:rPr>
              <a:t> )	</a:t>
            </a:r>
            <a:endParaRPr lang="zh-CN" altLang="en-US" sz="2000" b="1" dirty="0">
              <a:solidFill>
                <a:schemeClr val="tx1"/>
              </a:solidFill>
              <a:ea typeface="楷体_GB2312" charset="0"/>
              <a:cs typeface="Times New Roman" panose="02020603050405020304" pitchFamily="18" charset="0"/>
            </a:endParaRPr>
          </a:p>
        </p:txBody>
      </p:sp>
      <p:sp>
        <p:nvSpPr>
          <p:cNvPr id="195587" name="Rectangle 2">
            <a:extLst>
              <a:ext uri="{FF2B5EF4-FFF2-40B4-BE49-F238E27FC236}">
                <a16:creationId xmlns:a16="http://schemas.microsoft.com/office/drawing/2014/main" id="{EF27F199-CBBA-41EA-A02F-E4A4590EB1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可用表达式的数据流方程</a:t>
            </a:r>
            <a:endParaRPr lang="en-US" altLang="zh-CN" sz="3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楷体_GB2312" charset="0"/>
            </a:endParaRPr>
          </a:p>
        </p:txBody>
      </p:sp>
      <p:sp>
        <p:nvSpPr>
          <p:cNvPr id="1095684" name="Rectangle 4">
            <a:extLst>
              <a:ext uri="{FF2B5EF4-FFF2-40B4-BE49-F238E27FC236}">
                <a16:creationId xmlns:a16="http://schemas.microsoft.com/office/drawing/2014/main" id="{B2274107-9430-4A9E-8D44-9E3700D78E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6962" y="3881843"/>
            <a:ext cx="5929313" cy="850147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lIns="68580" tIns="34290" rIns="68580" bIns="34290" anchor="b"/>
          <a:lstStyle/>
          <a:p>
            <a:pPr algn="ctr" eaLnBrk="1" hangingPunct="1">
              <a:lnSpc>
                <a:spcPts val="3200"/>
              </a:lnSpc>
              <a:spcBef>
                <a:spcPts val="0"/>
              </a:spcBef>
              <a:defRPr/>
            </a:pPr>
            <a:r>
              <a:rPr lang="en-US" altLang="zh-CN" sz="2200" i="1" dirty="0" err="1">
                <a:solidFill>
                  <a:srgbClr val="0000FF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e_gen</a:t>
            </a:r>
            <a:r>
              <a:rPr lang="en-US" altLang="zh-CN" sz="2200" i="1" baseline="-30000" dirty="0" err="1">
                <a:solidFill>
                  <a:srgbClr val="0000FF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B</a:t>
            </a:r>
            <a:r>
              <a:rPr lang="en-US" altLang="zh-CN" sz="2200" i="1" baseline="-30000" dirty="0">
                <a:solidFill>
                  <a:srgbClr val="0000FF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 </a:t>
            </a:r>
            <a:r>
              <a:rPr lang="zh-CN" altLang="en-US" sz="2200" dirty="0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和</a:t>
            </a:r>
            <a:r>
              <a:rPr lang="en-US" altLang="zh-CN" sz="2200" i="1" dirty="0" err="1">
                <a:solidFill>
                  <a:srgbClr val="0000FF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e_kill</a:t>
            </a:r>
            <a:r>
              <a:rPr lang="en-US" altLang="zh-CN" sz="2200" i="1" baseline="-30000" dirty="0" err="1">
                <a:solidFill>
                  <a:srgbClr val="0000FF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B</a:t>
            </a:r>
            <a:r>
              <a:rPr lang="en-US" altLang="zh-CN" sz="2200" i="1" baseline="-30000" dirty="0">
                <a:solidFill>
                  <a:srgbClr val="0000FF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 </a:t>
            </a:r>
            <a:r>
              <a:rPr lang="zh-CN" altLang="en-US" sz="2200" dirty="0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的值可以直接从流图计算出来，因此在方程中作为</a:t>
            </a:r>
            <a:r>
              <a:rPr lang="zh-CN" altLang="en-US" sz="2200" dirty="0">
                <a:solidFill>
                  <a:srgbClr val="0000FF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已知量</a:t>
            </a:r>
          </a:p>
        </p:txBody>
      </p:sp>
      <p:grpSp>
        <p:nvGrpSpPr>
          <p:cNvPr id="2" name="组合 4">
            <a:extLst>
              <a:ext uri="{FF2B5EF4-FFF2-40B4-BE49-F238E27FC236}">
                <a16:creationId xmlns:a16="http://schemas.microsoft.com/office/drawing/2014/main" id="{6CF021C7-392D-4863-B795-120761A15025}"/>
              </a:ext>
            </a:extLst>
          </p:cNvPr>
          <p:cNvGrpSpPr>
            <a:grpSpLocks/>
          </p:cNvGrpSpPr>
          <p:nvPr/>
        </p:nvGrpSpPr>
        <p:grpSpPr bwMode="auto">
          <a:xfrm>
            <a:off x="6744585" y="3579862"/>
            <a:ext cx="2016125" cy="1085850"/>
            <a:chOff x="6660233" y="3719116"/>
            <a:chExt cx="2016223" cy="1086980"/>
          </a:xfrm>
        </p:grpSpPr>
        <p:sp>
          <p:nvSpPr>
            <p:cNvPr id="195593" name="Line 37">
              <a:extLst>
                <a:ext uri="{FF2B5EF4-FFF2-40B4-BE49-F238E27FC236}">
                  <a16:creationId xmlns:a16="http://schemas.microsoft.com/office/drawing/2014/main" id="{7B4F3B8E-CF2D-475B-923B-E86E50ECAFD0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7492184" y="4214813"/>
              <a:ext cx="0" cy="259163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7" name="Rectangle 30">
              <a:extLst>
                <a:ext uri="{FF2B5EF4-FFF2-40B4-BE49-F238E27FC236}">
                  <a16:creationId xmlns:a16="http://schemas.microsoft.com/office/drawing/2014/main" id="{55B55F06-C272-482D-B763-0DC2200A98E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660233" y="3866908"/>
              <a:ext cx="504850" cy="289226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7500" tIns="0" rIns="0" bIns="0"/>
            <a:lstStyle>
              <a:lvl1pPr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just">
                <a:lnSpc>
                  <a:spcPts val="2200"/>
                </a:lnSpc>
                <a:defRPr/>
              </a:pPr>
              <a:r>
                <a:rPr lang="en-US" altLang="zh-CN" sz="2000" i="1" dirty="0">
                  <a:latin typeface="Times New Roman" panose="02020603050405020304" pitchFamily="18" charset="0"/>
                </a:rPr>
                <a:t> P</a:t>
              </a:r>
              <a:r>
                <a:rPr lang="en-US" altLang="zh-CN" sz="2000" i="1" baseline="-25000" dirty="0">
                  <a:latin typeface="Times New Roman" panose="02020603050405020304" pitchFamily="18" charset="0"/>
                </a:rPr>
                <a:t>1</a:t>
              </a:r>
              <a:endParaRPr lang="en-US" altLang="zh-CN" sz="2000" i="1" dirty="0">
                <a:latin typeface="Times New Roman" panose="02020603050405020304" pitchFamily="18" charset="0"/>
              </a:endParaRPr>
            </a:p>
          </p:txBody>
        </p:sp>
        <p:sp>
          <p:nvSpPr>
            <p:cNvPr id="195595" name="矩形 1">
              <a:extLst>
                <a:ext uri="{FF2B5EF4-FFF2-40B4-BE49-F238E27FC236}">
                  <a16:creationId xmlns:a16="http://schemas.microsoft.com/office/drawing/2014/main" id="{FD4B4660-6DDE-42F7-8772-8EA11FF0D29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696214" y="3719116"/>
              <a:ext cx="492443" cy="4616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r>
                <a:rPr lang="en-US" altLang="zh-CN" sz="2400"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…</a:t>
              </a:r>
              <a:endParaRPr lang="zh-CN" altLang="en-US" sz="3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9" name="Rectangle 30">
              <a:extLst>
                <a:ext uri="{FF2B5EF4-FFF2-40B4-BE49-F238E27FC236}">
                  <a16:creationId xmlns:a16="http://schemas.microsoft.com/office/drawing/2014/main" id="{1B68DE06-44D2-47CA-8A51-B2487973DDB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236524" y="3868496"/>
              <a:ext cx="504850" cy="289226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7500" tIns="0" rIns="0" bIns="0"/>
            <a:lstStyle>
              <a:lvl1pPr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just">
                <a:lnSpc>
                  <a:spcPts val="2200"/>
                </a:lnSpc>
                <a:defRPr/>
              </a:pPr>
              <a:r>
                <a:rPr lang="en-US" altLang="zh-CN" sz="2000" i="1" dirty="0">
                  <a:latin typeface="Times New Roman" panose="02020603050405020304" pitchFamily="18" charset="0"/>
                </a:rPr>
                <a:t> P</a:t>
              </a:r>
              <a:r>
                <a:rPr lang="en-US" altLang="zh-CN" sz="2000" i="1" baseline="-25000" dirty="0">
                  <a:latin typeface="Times New Roman" panose="02020603050405020304" pitchFamily="18" charset="0"/>
                </a:rPr>
                <a:t>2</a:t>
              </a:r>
              <a:endParaRPr lang="en-US" altLang="zh-CN" sz="2000" i="1" dirty="0">
                <a:latin typeface="Times New Roman" panose="02020603050405020304" pitchFamily="18" charset="0"/>
              </a:endParaRPr>
            </a:p>
          </p:txBody>
        </p:sp>
        <p:sp>
          <p:nvSpPr>
            <p:cNvPr id="10" name="Rectangle 30">
              <a:extLst>
                <a:ext uri="{FF2B5EF4-FFF2-40B4-BE49-F238E27FC236}">
                  <a16:creationId xmlns:a16="http://schemas.microsoft.com/office/drawing/2014/main" id="{B896B729-02A6-4591-A852-23EE6512AE7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171606" y="3868496"/>
              <a:ext cx="504850" cy="289226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7500" tIns="0" rIns="0" bIns="0"/>
            <a:lstStyle>
              <a:lvl1pPr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just">
                <a:lnSpc>
                  <a:spcPts val="2200"/>
                </a:lnSpc>
                <a:defRPr/>
              </a:pPr>
              <a:r>
                <a:rPr lang="en-US" altLang="zh-CN" sz="2000" i="1" dirty="0">
                  <a:latin typeface="Times New Roman" panose="02020603050405020304" pitchFamily="18" charset="0"/>
                </a:rPr>
                <a:t> </a:t>
              </a:r>
              <a:r>
                <a:rPr lang="en-US" altLang="zh-CN" sz="2000" i="1" dirty="0" err="1">
                  <a:latin typeface="Times New Roman" panose="02020603050405020304" pitchFamily="18" charset="0"/>
                </a:rPr>
                <a:t>P</a:t>
              </a:r>
              <a:r>
                <a:rPr lang="en-US" altLang="zh-CN" sz="2000" i="1" baseline="-25000" dirty="0" err="1">
                  <a:latin typeface="Times New Roman" panose="02020603050405020304" pitchFamily="18" charset="0"/>
                </a:rPr>
                <a:t>n</a:t>
              </a:r>
              <a:endParaRPr lang="en-US" altLang="zh-CN" sz="2000" i="1" dirty="0">
                <a:latin typeface="Times New Roman" panose="02020603050405020304" pitchFamily="18" charset="0"/>
              </a:endParaRPr>
            </a:p>
          </p:txBody>
        </p:sp>
        <p:sp>
          <p:nvSpPr>
            <p:cNvPr id="11" name="Rectangle 30">
              <a:extLst>
                <a:ext uri="{FF2B5EF4-FFF2-40B4-BE49-F238E27FC236}">
                  <a16:creationId xmlns:a16="http://schemas.microsoft.com/office/drawing/2014/main" id="{7DDFB6B2-C4BE-4C5D-8859-770639738E1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252400" y="4516870"/>
              <a:ext cx="506437" cy="289226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7500" tIns="0" rIns="0" bIns="0"/>
            <a:lstStyle>
              <a:lvl1pPr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just">
                <a:lnSpc>
                  <a:spcPts val="2200"/>
                </a:lnSpc>
                <a:defRPr/>
              </a:pPr>
              <a:r>
                <a:rPr lang="en-US" altLang="zh-CN" sz="2000" i="1" dirty="0">
                  <a:latin typeface="Times New Roman" panose="02020603050405020304" pitchFamily="18" charset="0"/>
                </a:rPr>
                <a:t>  B</a:t>
              </a:r>
            </a:p>
          </p:txBody>
        </p:sp>
        <p:sp>
          <p:nvSpPr>
            <p:cNvPr id="195599" name="Line 37">
              <a:extLst>
                <a:ext uri="{FF2B5EF4-FFF2-40B4-BE49-F238E27FC236}">
                  <a16:creationId xmlns:a16="http://schemas.microsoft.com/office/drawing/2014/main" id="{35A8D508-2993-4277-9602-9FD57BAE8532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7678356" y="4200014"/>
              <a:ext cx="492780" cy="244722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195600" name="Line 37">
              <a:extLst>
                <a:ext uri="{FF2B5EF4-FFF2-40B4-BE49-F238E27FC236}">
                  <a16:creationId xmlns:a16="http://schemas.microsoft.com/office/drawing/2014/main" id="{2D819112-3BE0-4964-ACC9-81270D6D2AA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948263" y="4214813"/>
              <a:ext cx="357749" cy="242715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568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09568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09568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09568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568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09568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09568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09568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568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09568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09568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09568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568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109568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09568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09568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568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109568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109568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09568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 nodeType="clickPar">
                      <p:stCondLst>
                        <p:cond delay="indefinite"/>
                      </p:stCondLst>
                      <p:childTnLst>
                        <p:par>
                          <p:cTn id="3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6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 nodeType="clickPar">
                      <p:stCondLst>
                        <p:cond delay="indefinite"/>
                      </p:stCondLst>
                      <p:childTnLst>
                        <p:par>
                          <p:cTn id="4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3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568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5" dur="500" fill="hold"/>
                                        <p:tgtEl>
                                          <p:spTgt spid="109568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500" fill="hold"/>
                                        <p:tgtEl>
                                          <p:spTgt spid="109568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09568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 nodeType="clickPar">
                      <p:stCondLst>
                        <p:cond delay="indefinite"/>
                      </p:stCondLst>
                      <p:childTnLst>
                        <p:par>
                          <p:cTn id="4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0" presetID="53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56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2" dur="500" fill="hold"/>
                                        <p:tgtEl>
                                          <p:spTgt spid="109568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500" fill="hold"/>
                                        <p:tgtEl>
                                          <p:spTgt spid="109568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0956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95684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C652FE12-7A54-4548-BC40-E672683A6A98}"/>
              </a:ext>
            </a:extLst>
          </p:cNvPr>
          <p:cNvSpPr/>
          <p:nvPr/>
        </p:nvSpPr>
        <p:spPr>
          <a:xfrm>
            <a:off x="1691680" y="1779662"/>
            <a:ext cx="6265863" cy="293052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lvl="1" indent="0" eaLnBrk="1" hangingPunct="1">
              <a:spcBef>
                <a:spcPct val="20000"/>
              </a:spcBef>
              <a:buClr>
                <a:srgbClr val="5EAEFF"/>
              </a:buClr>
              <a:buSzPct val="60000"/>
              <a:defRPr/>
            </a:pPr>
            <a:r>
              <a:rPr lang="en-US" altLang="zh-CN" sz="2200" i="1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</a:t>
            </a:r>
            <a:r>
              <a:rPr lang="en-US" altLang="zh-CN" sz="22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[</a:t>
            </a:r>
            <a:r>
              <a:rPr lang="en-US" altLang="zh-CN" sz="2200" i="1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ENTRY</a:t>
            </a:r>
            <a:r>
              <a:rPr lang="en-US" altLang="zh-CN" sz="22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] = </a:t>
            </a:r>
            <a:r>
              <a:rPr lang="el-GR" altLang="zh-CN" sz="2200" i="1" dirty="0">
                <a:solidFill>
                  <a:prstClr val="black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Φ</a:t>
            </a:r>
            <a:r>
              <a:rPr lang="en-US" altLang="zh-CN" sz="22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  <a:p>
            <a:pPr marL="271463" indent="-271463" eaLnBrk="1" hangingPunct="1">
              <a:spcBef>
                <a:spcPct val="20000"/>
              </a:spcBef>
              <a:buClr>
                <a:srgbClr val="31B6FD"/>
              </a:buClr>
              <a:buSzPct val="100000"/>
              <a:defRPr/>
            </a:pPr>
            <a:r>
              <a:rPr lang="en-US" altLang="zh-CN" sz="2200" dirty="0">
                <a:solidFill>
                  <a:srgbClr val="0000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</a:t>
            </a:r>
            <a:r>
              <a:rPr lang="en-US" altLang="zh-CN" sz="22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zh-CN" altLang="en-US" sz="22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除</a:t>
            </a:r>
            <a:r>
              <a:rPr lang="en-US" altLang="zh-CN" sz="2200" i="1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ENTRY</a:t>
            </a:r>
            <a:r>
              <a:rPr lang="zh-CN" altLang="en-US" sz="22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之外的每个基本块</a:t>
            </a:r>
            <a:r>
              <a:rPr lang="en-US" altLang="zh-CN" sz="2200" i="1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r>
              <a:rPr lang="en-US" altLang="zh-CN" sz="22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 </a:t>
            </a:r>
            <a:r>
              <a:rPr lang="en-US" altLang="zh-CN" sz="2200" i="1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</a:t>
            </a:r>
            <a:r>
              <a:rPr lang="en-US" altLang="zh-CN" sz="22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[</a:t>
            </a:r>
            <a:r>
              <a:rPr lang="en-US" altLang="zh-CN" sz="2200" i="1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r>
              <a:rPr lang="en-US" altLang="zh-CN" sz="22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] = </a:t>
            </a:r>
            <a:r>
              <a:rPr lang="en-US" altLang="zh-CN" sz="2200" i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</a:t>
            </a:r>
            <a:r>
              <a:rPr lang="en-US" altLang="zh-CN" sz="2200" i="1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  <a:p>
            <a:pPr marL="271463" indent="-271463" eaLnBrk="1" hangingPunct="1">
              <a:spcBef>
                <a:spcPct val="20000"/>
              </a:spcBef>
              <a:buClr>
                <a:srgbClr val="31B6FD"/>
              </a:buClr>
              <a:buSzPct val="100000"/>
              <a:defRPr/>
            </a:pPr>
            <a:r>
              <a:rPr lang="en-US" altLang="zh-CN" sz="2200" dirty="0">
                <a:solidFill>
                  <a:srgbClr val="0000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while</a:t>
            </a:r>
            <a:r>
              <a:rPr lang="en-US" altLang="zh-CN" sz="22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zh-CN" altLang="en-US" sz="22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某个</a:t>
            </a:r>
            <a:r>
              <a:rPr lang="en-US" altLang="zh-CN" sz="2200" i="1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</a:t>
            </a:r>
            <a:r>
              <a:rPr lang="zh-CN" altLang="en-US" sz="22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值发生了改变</a:t>
            </a:r>
            <a:r>
              <a:rPr lang="en-US" altLang="zh-CN" sz="22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marL="271463" indent="-271463" eaLnBrk="1" hangingPunct="1">
              <a:spcBef>
                <a:spcPct val="20000"/>
              </a:spcBef>
              <a:buClr>
                <a:srgbClr val="31B6FD"/>
              </a:buClr>
              <a:buSzPct val="100000"/>
              <a:defRPr/>
            </a:pPr>
            <a:r>
              <a:rPr lang="en-US" altLang="zh-CN" sz="2200" dirty="0">
                <a:solidFill>
                  <a:srgbClr val="0000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for </a:t>
            </a:r>
            <a:r>
              <a:rPr lang="en-US" altLang="zh-CN" sz="22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zh-CN" altLang="en-US" sz="22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除</a:t>
            </a:r>
            <a:r>
              <a:rPr lang="en-US" altLang="zh-CN" sz="2200" i="1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ENTRY</a:t>
            </a:r>
            <a:r>
              <a:rPr lang="zh-CN" altLang="en-US" sz="22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之外的每个基本块</a:t>
            </a:r>
            <a:r>
              <a:rPr lang="en-US" altLang="zh-CN" sz="2200" i="1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r>
              <a:rPr lang="en-US" altLang="zh-CN" sz="22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 {</a:t>
            </a:r>
          </a:p>
          <a:p>
            <a:pPr marL="271463" indent="-271463" eaLnBrk="1" hangingPunct="1">
              <a:spcBef>
                <a:spcPct val="20000"/>
              </a:spcBef>
              <a:buClr>
                <a:srgbClr val="31B6FD"/>
              </a:buClr>
              <a:buSzPct val="100000"/>
              <a:defRPr/>
            </a:pPr>
            <a:r>
              <a:rPr lang="en-US" altLang="zh-CN" sz="22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</a:t>
            </a:r>
            <a:r>
              <a:rPr lang="en-US" altLang="zh-CN" sz="2200" i="1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</a:t>
            </a:r>
            <a:r>
              <a:rPr lang="en-US" altLang="zh-CN" sz="22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[</a:t>
            </a:r>
            <a:r>
              <a:rPr lang="en-US" altLang="zh-CN" sz="2200" i="1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r>
              <a:rPr lang="en-US" altLang="zh-CN" sz="22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]=</a:t>
            </a:r>
            <a:r>
              <a:rPr lang="en-US" altLang="zh-CN" sz="2200" dirty="0">
                <a:solidFill>
                  <a:prstClr val="black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 </a:t>
            </a:r>
            <a:r>
              <a:rPr lang="en-US" altLang="zh-CN" sz="2200" dirty="0">
                <a:solidFill>
                  <a:srgbClr val="FF0000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∩</a:t>
            </a:r>
            <a:r>
              <a:rPr lang="en-US" altLang="zh-CN" sz="2200" i="1" baseline="-300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zh-CN" altLang="en-US" sz="2200" baseline="-300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是</a:t>
            </a:r>
            <a:r>
              <a:rPr lang="en-US" altLang="zh-CN" sz="2200" i="1" baseline="-300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r>
              <a:rPr lang="zh-CN" altLang="en-US" sz="2200" baseline="-300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的一个前驱</a:t>
            </a:r>
            <a:r>
              <a:rPr lang="en-US" altLang="zh-CN" sz="2200" i="1" dirty="0">
                <a:solidFill>
                  <a:prstClr val="black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OUT</a:t>
            </a:r>
            <a:r>
              <a:rPr lang="en-US" altLang="zh-CN" sz="2200" dirty="0">
                <a:solidFill>
                  <a:prstClr val="black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[</a:t>
            </a:r>
            <a:r>
              <a:rPr lang="en-US" altLang="zh-CN" sz="2200" i="1" dirty="0">
                <a:solidFill>
                  <a:prstClr val="black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P</a:t>
            </a:r>
            <a:r>
              <a:rPr lang="en-US" altLang="zh-CN" sz="2200" dirty="0">
                <a:solidFill>
                  <a:prstClr val="black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] </a:t>
            </a:r>
          </a:p>
          <a:p>
            <a:pPr marL="0" lvl="1" indent="0" eaLnBrk="1" hangingPunct="1">
              <a:spcBef>
                <a:spcPct val="20000"/>
              </a:spcBef>
              <a:buClr>
                <a:srgbClr val="5EAEFF"/>
              </a:buClr>
              <a:buSzPct val="60000"/>
              <a:defRPr/>
            </a:pPr>
            <a:r>
              <a:rPr lang="en-US" altLang="zh-CN" sz="22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en-US" altLang="zh-CN" sz="2200" i="1" dirty="0">
                <a:solidFill>
                  <a:prstClr val="black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OUT</a:t>
            </a:r>
            <a:r>
              <a:rPr lang="en-US" altLang="zh-CN" sz="2200" dirty="0">
                <a:solidFill>
                  <a:prstClr val="black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[</a:t>
            </a:r>
            <a:r>
              <a:rPr lang="en-US" altLang="zh-CN" sz="2200" i="1" dirty="0">
                <a:solidFill>
                  <a:prstClr val="black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B</a:t>
            </a:r>
            <a:r>
              <a:rPr lang="en-US" altLang="zh-CN" sz="2200" dirty="0">
                <a:solidFill>
                  <a:prstClr val="black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]= </a:t>
            </a:r>
            <a:r>
              <a:rPr lang="en-US" altLang="zh-CN" sz="22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e_gen</a:t>
            </a:r>
            <a:r>
              <a:rPr lang="en-US" altLang="zh-CN" sz="2200" i="1" baseline="-30000" dirty="0" err="1">
                <a:solidFill>
                  <a:srgbClr val="0000FF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B</a:t>
            </a:r>
            <a:r>
              <a:rPr lang="en-US" altLang="zh-CN" sz="2200" dirty="0">
                <a:solidFill>
                  <a:prstClr val="black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 </a:t>
            </a:r>
            <a:r>
              <a:rPr lang="en-US" altLang="zh-CN" sz="22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∪</a:t>
            </a:r>
            <a:r>
              <a:rPr lang="en-US" altLang="zh-CN" sz="2200" dirty="0">
                <a:solidFill>
                  <a:prstClr val="black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(</a:t>
            </a:r>
            <a:r>
              <a:rPr lang="en-US" altLang="zh-CN" sz="2200" i="1" dirty="0">
                <a:solidFill>
                  <a:prstClr val="black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IN</a:t>
            </a:r>
            <a:r>
              <a:rPr lang="en-US" altLang="zh-CN" sz="2200" dirty="0">
                <a:solidFill>
                  <a:prstClr val="black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[</a:t>
            </a:r>
            <a:r>
              <a:rPr lang="en-US" altLang="zh-CN" sz="2200" i="1" dirty="0">
                <a:solidFill>
                  <a:prstClr val="black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B</a:t>
            </a:r>
            <a:r>
              <a:rPr lang="en-US" altLang="zh-CN" sz="2200" dirty="0">
                <a:solidFill>
                  <a:prstClr val="black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]- </a:t>
            </a:r>
            <a:r>
              <a:rPr lang="en-US" altLang="zh-CN" sz="2200" i="1" dirty="0" err="1">
                <a:solidFill>
                  <a:srgbClr val="0000FF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e_kill</a:t>
            </a:r>
            <a:r>
              <a:rPr lang="en-US" altLang="zh-CN" sz="2200" i="1" baseline="-30000" dirty="0" err="1">
                <a:solidFill>
                  <a:srgbClr val="0000FF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B</a:t>
            </a:r>
            <a:r>
              <a:rPr lang="en-US" altLang="zh-CN" sz="2200" dirty="0">
                <a:solidFill>
                  <a:prstClr val="black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)</a:t>
            </a:r>
            <a:r>
              <a:rPr lang="zh-CN" altLang="en-US" sz="22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22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  <a:p>
            <a:pPr marL="0" lvl="1" indent="0" eaLnBrk="1" hangingPunct="1">
              <a:spcBef>
                <a:spcPct val="20000"/>
              </a:spcBef>
              <a:buClr>
                <a:srgbClr val="5EAEFF"/>
              </a:buClr>
              <a:buSzPct val="60000"/>
              <a:defRPr/>
            </a:pPr>
            <a:r>
              <a:rPr lang="en-US" altLang="zh-CN" sz="22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}</a:t>
            </a:r>
            <a:endParaRPr lang="zh-CN" altLang="en-US" dirty="0"/>
          </a:p>
        </p:txBody>
      </p:sp>
      <p:sp>
        <p:nvSpPr>
          <p:cNvPr id="197635" name="Rectangle 3">
            <a:extLst>
              <a:ext uri="{FF2B5EF4-FFF2-40B4-BE49-F238E27FC236}">
                <a16:creationId xmlns:a16="http://schemas.microsoft.com/office/drawing/2014/main" id="{64ED33E2-A24E-43EA-85EE-A5F48C0F1669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323850" y="785813"/>
            <a:ext cx="8820150" cy="142557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buClrTx/>
              <a:buFont typeface="Wingdings" panose="05000000000000000000" pitchFamily="2" charset="2"/>
              <a:buChar char="Ø"/>
            </a:pPr>
            <a:r>
              <a:rPr lang="zh-CN" altLang="en-US" sz="2300" b="1" dirty="0">
                <a:solidFill>
                  <a:schemeClr val="tx1"/>
                </a:solidFill>
                <a:cs typeface="Times New Roman" panose="02020603050405020304" pitchFamily="18" charset="0"/>
              </a:rPr>
              <a:t>输入：流图</a:t>
            </a:r>
            <a:r>
              <a:rPr lang="en-US" altLang="zh-CN" sz="2300" b="1" dirty="0">
                <a:solidFill>
                  <a:schemeClr val="tx1"/>
                </a:solidFill>
                <a:cs typeface="Times New Roman" panose="02020603050405020304" pitchFamily="18" charset="0"/>
              </a:rPr>
              <a:t>G</a:t>
            </a:r>
            <a:r>
              <a:rPr lang="zh-CN" altLang="en-US" sz="2300" b="1" dirty="0">
                <a:solidFill>
                  <a:schemeClr val="tx1"/>
                </a:solidFill>
                <a:cs typeface="Times New Roman" panose="02020603050405020304" pitchFamily="18" charset="0"/>
              </a:rPr>
              <a:t>，其中每个基本块</a:t>
            </a:r>
            <a:r>
              <a:rPr lang="en-US" altLang="zh-CN" sz="23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B</a:t>
            </a:r>
            <a:r>
              <a:rPr lang="zh-CN" altLang="en-US" sz="2300" b="1" dirty="0">
                <a:solidFill>
                  <a:schemeClr val="tx1"/>
                </a:solidFill>
                <a:cs typeface="Times New Roman" panose="02020603050405020304" pitchFamily="18" charset="0"/>
              </a:rPr>
              <a:t>的</a:t>
            </a:r>
            <a:r>
              <a:rPr lang="en-US" altLang="zh-CN" sz="2300" b="1" i="1" dirty="0" err="1">
                <a:solidFill>
                  <a:srgbClr val="2D83F4"/>
                </a:solidFill>
                <a:ea typeface="楷体_GB2312" charset="0"/>
                <a:cs typeface="Times New Roman" panose="02020603050405020304" pitchFamily="18" charset="0"/>
              </a:rPr>
              <a:t>e_gen</a:t>
            </a:r>
            <a:r>
              <a:rPr lang="en-US" altLang="zh-CN" sz="2300" b="1" i="1" baseline="-30000" dirty="0" err="1">
                <a:solidFill>
                  <a:srgbClr val="2D83F4"/>
                </a:solidFill>
                <a:ea typeface="楷体_GB2312" charset="0"/>
                <a:cs typeface="Times New Roman" panose="02020603050405020304" pitchFamily="18" charset="0"/>
              </a:rPr>
              <a:t>B</a:t>
            </a:r>
            <a:r>
              <a:rPr lang="en-US" altLang="zh-CN" sz="2300" b="1" dirty="0">
                <a:solidFill>
                  <a:srgbClr val="2D83F4"/>
                </a:solidFill>
                <a:cs typeface="Times New Roman" panose="02020603050405020304" pitchFamily="18" charset="0"/>
              </a:rPr>
              <a:t> </a:t>
            </a:r>
            <a:r>
              <a:rPr lang="zh-CN" altLang="en-US" sz="2300" b="1" dirty="0">
                <a:solidFill>
                  <a:schemeClr val="tx1"/>
                </a:solidFill>
                <a:cs typeface="Times New Roman" panose="02020603050405020304" pitchFamily="18" charset="0"/>
              </a:rPr>
              <a:t>和</a:t>
            </a:r>
            <a:r>
              <a:rPr lang="en-US" altLang="zh-CN" sz="2300" b="1" i="1" dirty="0" err="1">
                <a:solidFill>
                  <a:srgbClr val="2D83F4"/>
                </a:solidFill>
                <a:ea typeface="楷体_GB2312" charset="0"/>
                <a:cs typeface="Times New Roman" panose="02020603050405020304" pitchFamily="18" charset="0"/>
              </a:rPr>
              <a:t>e_kill</a:t>
            </a:r>
            <a:r>
              <a:rPr lang="en-US" altLang="zh-CN" sz="2300" b="1" i="1" baseline="-30000" dirty="0" err="1">
                <a:solidFill>
                  <a:srgbClr val="2D83F4"/>
                </a:solidFill>
                <a:ea typeface="楷体_GB2312" charset="0"/>
                <a:cs typeface="Times New Roman" panose="02020603050405020304" pitchFamily="18" charset="0"/>
              </a:rPr>
              <a:t>B</a:t>
            </a:r>
            <a:r>
              <a:rPr lang="en-US" altLang="zh-CN" sz="2300" b="1" dirty="0">
                <a:solidFill>
                  <a:srgbClr val="2D83F4"/>
                </a:solidFill>
                <a:cs typeface="Times New Roman" panose="02020603050405020304" pitchFamily="18" charset="0"/>
              </a:rPr>
              <a:t> </a:t>
            </a:r>
            <a:r>
              <a:rPr lang="zh-CN" altLang="en-US" sz="2300" b="1" dirty="0">
                <a:solidFill>
                  <a:schemeClr val="tx1"/>
                </a:solidFill>
                <a:cs typeface="Times New Roman" panose="02020603050405020304" pitchFamily="18" charset="0"/>
              </a:rPr>
              <a:t>都已计算出来</a:t>
            </a:r>
            <a:endParaRPr lang="en-US" altLang="zh-CN" sz="23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eaLnBrk="1" hangingPunct="1">
              <a:buClrTx/>
              <a:buFont typeface="Wingdings" panose="05000000000000000000" pitchFamily="2" charset="2"/>
              <a:buChar char="Ø"/>
            </a:pPr>
            <a:r>
              <a:rPr lang="zh-CN" altLang="en-US" sz="2300" b="1" dirty="0">
                <a:solidFill>
                  <a:schemeClr val="tx1"/>
                </a:solidFill>
                <a:cs typeface="Times New Roman" panose="02020603050405020304" pitchFamily="18" charset="0"/>
              </a:rPr>
              <a:t>输出：</a:t>
            </a:r>
            <a:r>
              <a:rPr lang="en-US" altLang="zh-CN" sz="23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IN</a:t>
            </a:r>
            <a:r>
              <a:rPr lang="en-US" altLang="zh-CN" sz="2300" b="1" dirty="0">
                <a:solidFill>
                  <a:schemeClr val="tx1"/>
                </a:solidFill>
                <a:cs typeface="Times New Roman" panose="02020603050405020304" pitchFamily="18" charset="0"/>
              </a:rPr>
              <a:t>[</a:t>
            </a:r>
            <a:r>
              <a:rPr lang="en-US" altLang="zh-CN" sz="23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B</a:t>
            </a:r>
            <a:r>
              <a:rPr lang="en-US" altLang="zh-CN" sz="2300" b="1" dirty="0">
                <a:solidFill>
                  <a:schemeClr val="tx1"/>
                </a:solidFill>
                <a:cs typeface="Times New Roman" panose="02020603050405020304" pitchFamily="18" charset="0"/>
              </a:rPr>
              <a:t>]</a:t>
            </a:r>
            <a:r>
              <a:rPr lang="zh-CN" altLang="en-US" sz="2300" b="1" dirty="0">
                <a:solidFill>
                  <a:schemeClr val="tx1"/>
                </a:solidFill>
                <a:cs typeface="Times New Roman" panose="02020603050405020304" pitchFamily="18" charset="0"/>
              </a:rPr>
              <a:t>和</a:t>
            </a:r>
            <a:r>
              <a:rPr lang="en-US" altLang="zh-CN" sz="23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OUT</a:t>
            </a:r>
            <a:r>
              <a:rPr lang="en-US" altLang="zh-CN" sz="2300" b="1" dirty="0">
                <a:solidFill>
                  <a:schemeClr val="tx1"/>
                </a:solidFill>
                <a:cs typeface="Times New Roman" panose="02020603050405020304" pitchFamily="18" charset="0"/>
              </a:rPr>
              <a:t>[</a:t>
            </a:r>
            <a:r>
              <a:rPr lang="en-US" altLang="zh-CN" sz="23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B</a:t>
            </a:r>
            <a:r>
              <a:rPr lang="en-US" altLang="zh-CN" sz="2300" b="1" dirty="0">
                <a:solidFill>
                  <a:schemeClr val="tx1"/>
                </a:solidFill>
                <a:cs typeface="Times New Roman" panose="02020603050405020304" pitchFamily="18" charset="0"/>
              </a:rPr>
              <a:t>]</a:t>
            </a:r>
          </a:p>
          <a:p>
            <a:pPr eaLnBrk="1" hangingPunct="1">
              <a:buClrTx/>
              <a:buFont typeface="Wingdings" panose="05000000000000000000" pitchFamily="2" charset="2"/>
              <a:buChar char="Ø"/>
            </a:pPr>
            <a:r>
              <a:rPr lang="zh-CN" altLang="en-US" sz="2300" b="1" dirty="0">
                <a:solidFill>
                  <a:schemeClr val="tx1"/>
                </a:solidFill>
                <a:cs typeface="Times New Roman" panose="02020603050405020304" pitchFamily="18" charset="0"/>
              </a:rPr>
              <a:t>方法</a:t>
            </a:r>
            <a:r>
              <a:rPr lang="en-US" altLang="zh-CN" sz="2300" b="1" dirty="0">
                <a:solidFill>
                  <a:schemeClr val="tx1"/>
                </a:solidFill>
                <a:cs typeface="Times New Roman" panose="02020603050405020304" pitchFamily="18" charset="0"/>
              </a:rPr>
              <a:t>: </a:t>
            </a:r>
          </a:p>
        </p:txBody>
      </p:sp>
      <p:sp>
        <p:nvSpPr>
          <p:cNvPr id="197636" name="Rectangle 2">
            <a:extLst>
              <a:ext uri="{FF2B5EF4-FFF2-40B4-BE49-F238E27FC236}">
                <a16:creationId xmlns:a16="http://schemas.microsoft.com/office/drawing/2014/main" id="{CE2909B6-F6DD-4835-BEC8-B69BB99AB2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计算可用表达式的迭代算法</a:t>
            </a:r>
            <a:endParaRPr lang="en-US" altLang="zh-CN" sz="3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243" name="Rectangle 3">
            <a:extLst>
              <a:ext uri="{FF2B5EF4-FFF2-40B4-BE49-F238E27FC236}">
                <a16:creationId xmlns:a16="http://schemas.microsoft.com/office/drawing/2014/main" id="{476F91A1-CCC7-42CA-A55E-BF9AF9EE94E3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73088" y="858838"/>
            <a:ext cx="7356475" cy="322580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buClrTx/>
              <a:buFont typeface="Wingdings" panose="05000000000000000000" pitchFamily="2" charset="2"/>
              <a:buChar char="Ø"/>
            </a:pPr>
            <a:r>
              <a:rPr lang="zh-CN" altLang="en-US" sz="2500" b="1">
                <a:solidFill>
                  <a:schemeClr val="tx1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将</a:t>
            </a:r>
            <a:r>
              <a:rPr lang="en-US" altLang="zh-CN" sz="2500" b="1" i="1">
                <a:solidFill>
                  <a:schemeClr val="tx1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OUT</a:t>
            </a:r>
            <a:r>
              <a:rPr lang="zh-CN" altLang="en-US" sz="2500" b="1">
                <a:solidFill>
                  <a:schemeClr val="tx1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集合初始化为</a:t>
            </a:r>
            <a:r>
              <a:rPr lang="el-GR" altLang="zh-CN" sz="2500" b="1" i="1">
                <a:solidFill>
                  <a:schemeClr val="tx1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Φ</a:t>
            </a:r>
            <a:r>
              <a:rPr lang="zh-CN" altLang="en-US" sz="2500" b="1">
                <a:solidFill>
                  <a:schemeClr val="tx1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局限性太大</a:t>
            </a:r>
            <a:endParaRPr lang="en-US" altLang="zh-CN" sz="2500" b="1">
              <a:solidFill>
                <a:schemeClr val="tx1"/>
              </a:solidFill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lvl="1" eaLnBrk="1" hangingPunct="1">
              <a:buClrTx/>
              <a:buFont typeface="Wingdings" panose="05000000000000000000" pitchFamily="2" charset="2"/>
              <a:buChar char="Ø"/>
            </a:pPr>
            <a:r>
              <a:rPr lang="zh-CN" altLang="en-US" sz="2500" b="1">
                <a:solidFill>
                  <a:schemeClr val="tx1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例</a:t>
            </a:r>
          </a:p>
          <a:p>
            <a:pPr lvl="2" eaLnBrk="1" hangingPunct="1">
              <a:buFont typeface="Symbol" panose="05050102010706020507" pitchFamily="18" charset="2"/>
              <a:buNone/>
            </a:pPr>
            <a:endParaRPr lang="zh-CN" altLang="en-US" sz="2500" b="1">
              <a:solidFill>
                <a:schemeClr val="tx1"/>
              </a:solidFill>
              <a:ea typeface="宋体" panose="02010600030101010101" pitchFamily="2" charset="-122"/>
              <a:cs typeface="楷体_GB2312" charset="0"/>
            </a:endParaRPr>
          </a:p>
          <a:p>
            <a:pPr lvl="2" eaLnBrk="1" hangingPunct="1"/>
            <a:endParaRPr lang="zh-CN" altLang="en-US" sz="2500" b="1">
              <a:solidFill>
                <a:schemeClr val="tx1"/>
              </a:solidFill>
              <a:ea typeface="宋体" panose="02010600030101010101" pitchFamily="2" charset="-122"/>
              <a:cs typeface="楷体_GB2312" charset="0"/>
            </a:endParaRPr>
          </a:p>
          <a:p>
            <a:pPr lvl="2" eaLnBrk="1" hangingPunct="1"/>
            <a:endParaRPr lang="zh-CN" altLang="en-US" sz="2500" b="1">
              <a:solidFill>
                <a:schemeClr val="tx1"/>
              </a:solidFill>
              <a:ea typeface="宋体" panose="02010600030101010101" pitchFamily="2" charset="-122"/>
              <a:cs typeface="楷体_GB2312" charset="0"/>
            </a:endParaRPr>
          </a:p>
          <a:p>
            <a:pPr lvl="2" eaLnBrk="1" hangingPunct="1">
              <a:buClrTx/>
              <a:buFont typeface="Wingdings" panose="05000000000000000000" pitchFamily="2" charset="2"/>
              <a:buChar char="Ø"/>
            </a:pPr>
            <a:r>
              <a:rPr lang="zh-CN" altLang="en-US" sz="2500" b="1">
                <a:solidFill>
                  <a:schemeClr val="tx1"/>
                </a:solidFill>
                <a:ea typeface="楷体" panose="02010609060101010101" pitchFamily="49" charset="-122"/>
              </a:rPr>
              <a:t>如果</a:t>
            </a:r>
            <a:r>
              <a:rPr lang="zh-CN" altLang="en-US" sz="2500" b="1">
                <a:solidFill>
                  <a:schemeClr val="tx1"/>
                </a:solidFill>
                <a:ea typeface="宋体" panose="02010600030101010101" pitchFamily="2" charset="-122"/>
              </a:rPr>
              <a:t> </a:t>
            </a:r>
            <a:r>
              <a:rPr lang="en-US" altLang="zh-CN" sz="2500" b="1" i="1">
                <a:solidFill>
                  <a:schemeClr val="tx1"/>
                </a:solidFill>
                <a:ea typeface="宋体" panose="02010600030101010101" pitchFamily="2" charset="-122"/>
              </a:rPr>
              <a:t>OUT</a:t>
            </a:r>
            <a:r>
              <a:rPr lang="en-US" altLang="zh-CN" sz="2500" b="1">
                <a:solidFill>
                  <a:schemeClr val="tx1"/>
                </a:solidFill>
                <a:ea typeface="宋体" panose="02010600030101010101" pitchFamily="2" charset="-122"/>
              </a:rPr>
              <a:t>[</a:t>
            </a:r>
            <a:r>
              <a:rPr lang="en-US" altLang="zh-CN" sz="2500" b="1" i="1">
                <a:solidFill>
                  <a:schemeClr val="tx1"/>
                </a:solidFill>
                <a:ea typeface="宋体" panose="02010600030101010101" pitchFamily="2" charset="-122"/>
              </a:rPr>
              <a:t>B</a:t>
            </a:r>
            <a:r>
              <a:rPr lang="en-US" altLang="zh-CN" sz="2500" b="1" i="1" baseline="-30000">
                <a:solidFill>
                  <a:schemeClr val="tx1"/>
                </a:solidFill>
                <a:ea typeface="宋体" panose="02010600030101010101" pitchFamily="2" charset="-122"/>
              </a:rPr>
              <a:t>2</a:t>
            </a:r>
            <a:r>
              <a:rPr lang="en-US" altLang="zh-CN" sz="2500" b="1">
                <a:solidFill>
                  <a:schemeClr val="tx1"/>
                </a:solidFill>
                <a:ea typeface="宋体" panose="02010600030101010101" pitchFamily="2" charset="-122"/>
              </a:rPr>
              <a:t>]</a:t>
            </a:r>
            <a:r>
              <a:rPr lang="en-US" altLang="zh-CN" sz="2500" b="1" i="1" baseline="30000">
                <a:solidFill>
                  <a:schemeClr val="tx1"/>
                </a:solidFill>
                <a:ea typeface="宋体" panose="02010600030101010101" pitchFamily="2" charset="-122"/>
              </a:rPr>
              <a:t>0</a:t>
            </a:r>
            <a:r>
              <a:rPr lang="en-US" altLang="zh-CN" sz="2500" b="1">
                <a:solidFill>
                  <a:schemeClr val="tx1"/>
                </a:solidFill>
                <a:ea typeface="宋体" panose="02010600030101010101" pitchFamily="2" charset="-122"/>
              </a:rPr>
              <a:t>=</a:t>
            </a:r>
            <a:r>
              <a:rPr lang="el-GR" altLang="zh-CN" sz="2500" b="1" i="1">
                <a:solidFill>
                  <a:schemeClr val="tx1"/>
                </a:solidFill>
              </a:rPr>
              <a:t> Φ</a:t>
            </a:r>
            <a:endParaRPr lang="en-US" altLang="zh-CN" sz="2500" b="1">
              <a:solidFill>
                <a:schemeClr val="tx1"/>
              </a:solidFill>
              <a:ea typeface="宋体" panose="02010600030101010101" pitchFamily="2" charset="-122"/>
            </a:endParaRPr>
          </a:p>
          <a:p>
            <a:pPr lvl="2" eaLnBrk="1" hangingPunct="1">
              <a:buFont typeface="Symbol" panose="05050102010706020507" pitchFamily="18" charset="2"/>
              <a:buNone/>
            </a:pPr>
            <a:r>
              <a:rPr lang="zh-CN" altLang="en-US" sz="2500" b="1">
                <a:solidFill>
                  <a:schemeClr val="tx1"/>
                </a:solidFill>
                <a:ea typeface="宋体" panose="02010600030101010101" pitchFamily="2" charset="-122"/>
              </a:rPr>
              <a:t>	</a:t>
            </a:r>
            <a:r>
              <a:rPr lang="zh-CN" altLang="en-US" sz="2500" b="1">
                <a:solidFill>
                  <a:schemeClr val="tx1"/>
                </a:solidFill>
                <a:ea typeface="楷体" panose="02010609060101010101" pitchFamily="49" charset="-122"/>
              </a:rPr>
              <a:t>那么 </a:t>
            </a:r>
            <a:r>
              <a:rPr lang="en-US" altLang="zh-CN" sz="2500" b="1" i="1">
                <a:solidFill>
                  <a:schemeClr val="tx1"/>
                </a:solidFill>
                <a:ea typeface="宋体" panose="02010600030101010101" pitchFamily="2" charset="-122"/>
              </a:rPr>
              <a:t>IN</a:t>
            </a:r>
            <a:r>
              <a:rPr lang="en-US" altLang="zh-CN" sz="2500" b="1">
                <a:solidFill>
                  <a:schemeClr val="tx1"/>
                </a:solidFill>
                <a:ea typeface="宋体" panose="02010600030101010101" pitchFamily="2" charset="-122"/>
              </a:rPr>
              <a:t>[</a:t>
            </a:r>
            <a:r>
              <a:rPr lang="en-US" altLang="zh-CN" sz="2500" b="1" i="1">
                <a:solidFill>
                  <a:schemeClr val="tx1"/>
                </a:solidFill>
                <a:ea typeface="宋体" panose="02010600030101010101" pitchFamily="2" charset="-122"/>
              </a:rPr>
              <a:t>B</a:t>
            </a:r>
            <a:r>
              <a:rPr lang="en-US" altLang="zh-CN" sz="2500" b="1" i="1" baseline="-30000">
                <a:solidFill>
                  <a:schemeClr val="tx1"/>
                </a:solidFill>
                <a:ea typeface="宋体" panose="02010600030101010101" pitchFamily="2" charset="-122"/>
              </a:rPr>
              <a:t>2</a:t>
            </a:r>
            <a:r>
              <a:rPr lang="en-US" altLang="zh-CN" sz="2500" b="1">
                <a:solidFill>
                  <a:schemeClr val="tx1"/>
                </a:solidFill>
                <a:ea typeface="宋体" panose="02010600030101010101" pitchFamily="2" charset="-122"/>
              </a:rPr>
              <a:t>]</a:t>
            </a:r>
            <a:r>
              <a:rPr lang="en-US" altLang="zh-CN" sz="2500" b="1" i="1" baseline="30000">
                <a:solidFill>
                  <a:schemeClr val="tx1"/>
                </a:solidFill>
                <a:ea typeface="宋体" panose="02010600030101010101" pitchFamily="2" charset="-122"/>
              </a:rPr>
              <a:t>1</a:t>
            </a:r>
            <a:r>
              <a:rPr lang="en-US" altLang="zh-CN" sz="2500" b="1">
                <a:solidFill>
                  <a:schemeClr val="tx1"/>
                </a:solidFill>
                <a:ea typeface="宋体" panose="02010600030101010101" pitchFamily="2" charset="-122"/>
              </a:rPr>
              <a:t>= </a:t>
            </a:r>
            <a:r>
              <a:rPr lang="en-US" altLang="zh-CN" sz="2500" b="1" i="1">
                <a:solidFill>
                  <a:schemeClr val="tx1"/>
                </a:solidFill>
                <a:ea typeface="宋体" panose="02010600030101010101" pitchFamily="2" charset="-122"/>
              </a:rPr>
              <a:t>OUT</a:t>
            </a:r>
            <a:r>
              <a:rPr lang="en-US" altLang="zh-CN" sz="2500" b="1">
                <a:solidFill>
                  <a:schemeClr val="tx1"/>
                </a:solidFill>
                <a:ea typeface="宋体" panose="02010600030101010101" pitchFamily="2" charset="-122"/>
              </a:rPr>
              <a:t>[</a:t>
            </a:r>
            <a:r>
              <a:rPr lang="en-US" altLang="zh-CN" sz="2500" b="1" i="1">
                <a:solidFill>
                  <a:schemeClr val="tx1"/>
                </a:solidFill>
                <a:ea typeface="宋体" panose="02010600030101010101" pitchFamily="2" charset="-122"/>
              </a:rPr>
              <a:t>B</a:t>
            </a:r>
            <a:r>
              <a:rPr lang="en-US" altLang="zh-CN" sz="2500" b="1" i="1" baseline="-30000">
                <a:solidFill>
                  <a:schemeClr val="tx1"/>
                </a:solidFill>
                <a:ea typeface="宋体" panose="02010600030101010101" pitchFamily="2" charset="-122"/>
              </a:rPr>
              <a:t>1</a:t>
            </a:r>
            <a:r>
              <a:rPr lang="en-US" altLang="zh-CN" sz="2500" b="1">
                <a:solidFill>
                  <a:schemeClr val="tx1"/>
                </a:solidFill>
                <a:ea typeface="宋体" panose="02010600030101010101" pitchFamily="2" charset="-122"/>
              </a:rPr>
              <a:t>]</a:t>
            </a:r>
            <a:r>
              <a:rPr lang="en-US" altLang="zh-CN" sz="2500" b="1" i="1" baseline="30000">
                <a:solidFill>
                  <a:schemeClr val="tx1"/>
                </a:solidFill>
                <a:ea typeface="宋体" panose="02010600030101010101" pitchFamily="2" charset="-122"/>
              </a:rPr>
              <a:t>1</a:t>
            </a:r>
            <a:r>
              <a:rPr lang="en-US" altLang="zh-CN" sz="2500" b="1">
                <a:solidFill>
                  <a:schemeClr val="tx1"/>
                </a:solidFill>
                <a:ea typeface="宋体" panose="02010600030101010101" pitchFamily="2" charset="-122"/>
              </a:rPr>
              <a:t>∩</a:t>
            </a:r>
            <a:r>
              <a:rPr lang="en-US" altLang="zh-CN" sz="2500" b="1" i="1">
                <a:solidFill>
                  <a:schemeClr val="tx1"/>
                </a:solidFill>
                <a:ea typeface="宋体" panose="02010600030101010101" pitchFamily="2" charset="-122"/>
              </a:rPr>
              <a:t>OUT</a:t>
            </a:r>
            <a:r>
              <a:rPr lang="en-US" altLang="zh-CN" sz="2500" b="1">
                <a:solidFill>
                  <a:schemeClr val="tx1"/>
                </a:solidFill>
                <a:ea typeface="宋体" panose="02010600030101010101" pitchFamily="2" charset="-122"/>
              </a:rPr>
              <a:t>[</a:t>
            </a:r>
            <a:r>
              <a:rPr lang="en-US" altLang="zh-CN" sz="2500" b="1" i="1">
                <a:solidFill>
                  <a:schemeClr val="tx1"/>
                </a:solidFill>
                <a:ea typeface="宋体" panose="02010600030101010101" pitchFamily="2" charset="-122"/>
              </a:rPr>
              <a:t>B</a:t>
            </a:r>
            <a:r>
              <a:rPr lang="en-US" altLang="zh-CN" sz="2500" b="1" i="1" baseline="-30000">
                <a:solidFill>
                  <a:schemeClr val="tx1"/>
                </a:solidFill>
                <a:ea typeface="宋体" panose="02010600030101010101" pitchFamily="2" charset="-122"/>
              </a:rPr>
              <a:t>2</a:t>
            </a:r>
            <a:r>
              <a:rPr lang="en-US" altLang="zh-CN" sz="2500" b="1">
                <a:solidFill>
                  <a:schemeClr val="tx1"/>
                </a:solidFill>
                <a:ea typeface="宋体" panose="02010600030101010101" pitchFamily="2" charset="-122"/>
              </a:rPr>
              <a:t>]</a:t>
            </a:r>
            <a:r>
              <a:rPr lang="en-US" altLang="zh-CN" sz="2500" b="1" i="1" baseline="30000">
                <a:solidFill>
                  <a:schemeClr val="tx1"/>
                </a:solidFill>
                <a:ea typeface="宋体" panose="02010600030101010101" pitchFamily="2" charset="-122"/>
              </a:rPr>
              <a:t>0</a:t>
            </a:r>
            <a:r>
              <a:rPr lang="en-US" altLang="zh-CN" sz="2500" b="1">
                <a:solidFill>
                  <a:schemeClr val="tx1"/>
                </a:solidFill>
                <a:ea typeface="宋体" panose="02010600030101010101" pitchFamily="2" charset="-122"/>
              </a:rPr>
              <a:t>=</a:t>
            </a:r>
            <a:r>
              <a:rPr lang="el-GR" altLang="zh-CN" sz="2500" b="1" i="1">
                <a:solidFill>
                  <a:schemeClr val="tx1"/>
                </a:solidFill>
              </a:rPr>
              <a:t> Φ</a:t>
            </a:r>
            <a:endParaRPr lang="en-US" altLang="zh-CN" sz="2500" b="1">
              <a:solidFill>
                <a:schemeClr val="tx1"/>
              </a:solidFill>
              <a:ea typeface="宋体" panose="02010600030101010101" pitchFamily="2" charset="-122"/>
            </a:endParaRPr>
          </a:p>
          <a:p>
            <a:pPr lvl="2" eaLnBrk="1" hangingPunct="1">
              <a:buClrTx/>
              <a:buFont typeface="Wingdings" panose="05000000000000000000" pitchFamily="2" charset="2"/>
              <a:buChar char="Ø"/>
            </a:pPr>
            <a:r>
              <a:rPr lang="zh-CN" altLang="en-US" sz="2500" b="1">
                <a:solidFill>
                  <a:schemeClr val="tx1"/>
                </a:solidFill>
                <a:ea typeface="楷体" panose="02010609060101010101" pitchFamily="49" charset="-122"/>
              </a:rPr>
              <a:t>如果</a:t>
            </a:r>
            <a:r>
              <a:rPr lang="en-US" altLang="zh-CN" sz="2500" b="1" i="1">
                <a:solidFill>
                  <a:schemeClr val="tx1"/>
                </a:solidFill>
                <a:ea typeface="宋体" panose="02010600030101010101" pitchFamily="2" charset="-122"/>
              </a:rPr>
              <a:t>OUT</a:t>
            </a:r>
            <a:r>
              <a:rPr lang="en-US" altLang="zh-CN" sz="2500" b="1">
                <a:solidFill>
                  <a:schemeClr val="tx1"/>
                </a:solidFill>
                <a:ea typeface="宋体" panose="02010600030101010101" pitchFamily="2" charset="-122"/>
              </a:rPr>
              <a:t>[</a:t>
            </a:r>
            <a:r>
              <a:rPr lang="en-US" altLang="zh-CN" sz="2500" b="1" i="1">
                <a:solidFill>
                  <a:schemeClr val="tx1"/>
                </a:solidFill>
                <a:ea typeface="宋体" panose="02010600030101010101" pitchFamily="2" charset="-122"/>
              </a:rPr>
              <a:t>B</a:t>
            </a:r>
            <a:r>
              <a:rPr lang="en-US" altLang="zh-CN" sz="2500" b="1" i="1" baseline="-30000">
                <a:solidFill>
                  <a:schemeClr val="tx1"/>
                </a:solidFill>
                <a:ea typeface="宋体" panose="02010600030101010101" pitchFamily="2" charset="-122"/>
              </a:rPr>
              <a:t>2</a:t>
            </a:r>
            <a:r>
              <a:rPr lang="en-US" altLang="zh-CN" sz="2500" b="1">
                <a:solidFill>
                  <a:schemeClr val="tx1"/>
                </a:solidFill>
                <a:ea typeface="宋体" panose="02010600030101010101" pitchFamily="2" charset="-122"/>
              </a:rPr>
              <a:t>]</a:t>
            </a:r>
            <a:r>
              <a:rPr lang="en-US" altLang="zh-CN" sz="2500" b="1" i="1" baseline="30000">
                <a:solidFill>
                  <a:schemeClr val="tx1"/>
                </a:solidFill>
                <a:ea typeface="宋体" panose="02010600030101010101" pitchFamily="2" charset="-122"/>
              </a:rPr>
              <a:t>0</a:t>
            </a:r>
            <a:r>
              <a:rPr lang="en-US" altLang="zh-CN" sz="2500" b="1">
                <a:solidFill>
                  <a:schemeClr val="tx1"/>
                </a:solidFill>
                <a:ea typeface="宋体" panose="02010600030101010101" pitchFamily="2" charset="-122"/>
              </a:rPr>
              <a:t>=</a:t>
            </a:r>
            <a:r>
              <a:rPr lang="en-US" altLang="zh-CN" sz="2500" b="1" i="1">
                <a:solidFill>
                  <a:schemeClr val="tx1"/>
                </a:solidFill>
                <a:ea typeface="宋体" panose="02010600030101010101" pitchFamily="2" charset="-122"/>
              </a:rPr>
              <a:t>U</a:t>
            </a:r>
          </a:p>
          <a:p>
            <a:pPr lvl="2" eaLnBrk="1" hangingPunct="1">
              <a:buFont typeface="Symbol" panose="05050102010706020507" pitchFamily="18" charset="2"/>
              <a:buNone/>
            </a:pPr>
            <a:r>
              <a:rPr lang="zh-CN" altLang="en-US" sz="2500" b="1">
                <a:solidFill>
                  <a:schemeClr val="tx1"/>
                </a:solidFill>
                <a:ea typeface="宋体" panose="02010600030101010101" pitchFamily="2" charset="-122"/>
              </a:rPr>
              <a:t>	</a:t>
            </a:r>
            <a:r>
              <a:rPr lang="zh-CN" altLang="en-US" sz="2500" b="1">
                <a:solidFill>
                  <a:schemeClr val="tx1"/>
                </a:solidFill>
                <a:ea typeface="楷体" panose="02010609060101010101" pitchFamily="49" charset="-122"/>
              </a:rPr>
              <a:t>那么 </a:t>
            </a:r>
            <a:r>
              <a:rPr lang="en-US" altLang="zh-CN" sz="2500" b="1" i="1">
                <a:solidFill>
                  <a:schemeClr val="tx1"/>
                </a:solidFill>
                <a:ea typeface="宋体" panose="02010600030101010101" pitchFamily="2" charset="-122"/>
              </a:rPr>
              <a:t>IN</a:t>
            </a:r>
            <a:r>
              <a:rPr lang="en-US" altLang="zh-CN" sz="2500" b="1">
                <a:solidFill>
                  <a:schemeClr val="tx1"/>
                </a:solidFill>
                <a:ea typeface="宋体" panose="02010600030101010101" pitchFamily="2" charset="-122"/>
              </a:rPr>
              <a:t>[</a:t>
            </a:r>
            <a:r>
              <a:rPr lang="en-US" altLang="zh-CN" sz="2500" b="1" i="1">
                <a:solidFill>
                  <a:schemeClr val="tx1"/>
                </a:solidFill>
                <a:ea typeface="宋体" panose="02010600030101010101" pitchFamily="2" charset="-122"/>
              </a:rPr>
              <a:t>B</a:t>
            </a:r>
            <a:r>
              <a:rPr lang="en-US" altLang="zh-CN" sz="2500" b="1" i="1" baseline="-30000">
                <a:solidFill>
                  <a:schemeClr val="tx1"/>
                </a:solidFill>
                <a:ea typeface="宋体" panose="02010600030101010101" pitchFamily="2" charset="-122"/>
              </a:rPr>
              <a:t>2</a:t>
            </a:r>
            <a:r>
              <a:rPr lang="en-US" altLang="zh-CN" sz="2500" b="1">
                <a:solidFill>
                  <a:schemeClr val="tx1"/>
                </a:solidFill>
                <a:ea typeface="宋体" panose="02010600030101010101" pitchFamily="2" charset="-122"/>
              </a:rPr>
              <a:t>]</a:t>
            </a:r>
            <a:r>
              <a:rPr lang="en-US" altLang="zh-CN" sz="2500" b="1" i="1" baseline="30000">
                <a:solidFill>
                  <a:schemeClr val="tx1"/>
                </a:solidFill>
                <a:ea typeface="宋体" panose="02010600030101010101" pitchFamily="2" charset="-122"/>
              </a:rPr>
              <a:t>1</a:t>
            </a:r>
            <a:r>
              <a:rPr lang="en-US" altLang="zh-CN" sz="2500" b="1">
                <a:solidFill>
                  <a:schemeClr val="tx1"/>
                </a:solidFill>
                <a:ea typeface="宋体" panose="02010600030101010101" pitchFamily="2" charset="-122"/>
              </a:rPr>
              <a:t>= </a:t>
            </a:r>
            <a:r>
              <a:rPr lang="en-US" altLang="zh-CN" sz="2500" b="1" i="1">
                <a:solidFill>
                  <a:schemeClr val="tx1"/>
                </a:solidFill>
                <a:ea typeface="宋体" panose="02010600030101010101" pitchFamily="2" charset="-122"/>
              </a:rPr>
              <a:t>OUT</a:t>
            </a:r>
            <a:r>
              <a:rPr lang="en-US" altLang="zh-CN" sz="2500" b="1">
                <a:solidFill>
                  <a:schemeClr val="tx1"/>
                </a:solidFill>
                <a:ea typeface="宋体" panose="02010600030101010101" pitchFamily="2" charset="-122"/>
              </a:rPr>
              <a:t>[</a:t>
            </a:r>
            <a:r>
              <a:rPr lang="en-US" altLang="zh-CN" sz="2500" b="1" i="1">
                <a:solidFill>
                  <a:schemeClr val="tx1"/>
                </a:solidFill>
                <a:ea typeface="宋体" panose="02010600030101010101" pitchFamily="2" charset="-122"/>
              </a:rPr>
              <a:t>B</a:t>
            </a:r>
            <a:r>
              <a:rPr lang="en-US" altLang="zh-CN" sz="2500" b="1" i="1" baseline="-30000">
                <a:solidFill>
                  <a:schemeClr val="tx1"/>
                </a:solidFill>
                <a:ea typeface="宋体" panose="02010600030101010101" pitchFamily="2" charset="-122"/>
              </a:rPr>
              <a:t>1</a:t>
            </a:r>
            <a:r>
              <a:rPr lang="en-US" altLang="zh-CN" sz="2500" b="1">
                <a:solidFill>
                  <a:schemeClr val="tx1"/>
                </a:solidFill>
                <a:ea typeface="宋体" panose="02010600030101010101" pitchFamily="2" charset="-122"/>
              </a:rPr>
              <a:t>]</a:t>
            </a:r>
            <a:r>
              <a:rPr lang="en-US" altLang="zh-CN" sz="2500" b="1" i="1" baseline="30000">
                <a:solidFill>
                  <a:schemeClr val="tx1"/>
                </a:solidFill>
                <a:ea typeface="宋体" panose="02010600030101010101" pitchFamily="2" charset="-122"/>
              </a:rPr>
              <a:t>1</a:t>
            </a:r>
            <a:r>
              <a:rPr lang="en-US" altLang="zh-CN" sz="2500" b="1">
                <a:solidFill>
                  <a:schemeClr val="tx1"/>
                </a:solidFill>
                <a:ea typeface="宋体" panose="02010600030101010101" pitchFamily="2" charset="-122"/>
              </a:rPr>
              <a:t>∩</a:t>
            </a:r>
            <a:r>
              <a:rPr lang="en-US" altLang="zh-CN" sz="2500" b="1" i="1">
                <a:solidFill>
                  <a:schemeClr val="tx1"/>
                </a:solidFill>
                <a:ea typeface="宋体" panose="02010600030101010101" pitchFamily="2" charset="-122"/>
              </a:rPr>
              <a:t>OUT</a:t>
            </a:r>
            <a:r>
              <a:rPr lang="en-US" altLang="zh-CN" sz="2500" b="1">
                <a:solidFill>
                  <a:schemeClr val="tx1"/>
                </a:solidFill>
                <a:ea typeface="宋体" panose="02010600030101010101" pitchFamily="2" charset="-122"/>
              </a:rPr>
              <a:t>[</a:t>
            </a:r>
            <a:r>
              <a:rPr lang="en-US" altLang="zh-CN" sz="2500" b="1" i="1">
                <a:solidFill>
                  <a:schemeClr val="tx1"/>
                </a:solidFill>
                <a:ea typeface="宋体" panose="02010600030101010101" pitchFamily="2" charset="-122"/>
              </a:rPr>
              <a:t>B</a:t>
            </a:r>
            <a:r>
              <a:rPr lang="en-US" altLang="zh-CN" sz="2500" b="1" i="1" baseline="-30000">
                <a:solidFill>
                  <a:schemeClr val="tx1"/>
                </a:solidFill>
                <a:ea typeface="宋体" panose="02010600030101010101" pitchFamily="2" charset="-122"/>
              </a:rPr>
              <a:t>2</a:t>
            </a:r>
            <a:r>
              <a:rPr lang="en-US" altLang="zh-CN" sz="2500" b="1">
                <a:solidFill>
                  <a:schemeClr val="tx1"/>
                </a:solidFill>
                <a:ea typeface="宋体" panose="02010600030101010101" pitchFamily="2" charset="-122"/>
              </a:rPr>
              <a:t>]</a:t>
            </a:r>
            <a:r>
              <a:rPr lang="en-US" altLang="zh-CN" sz="2500" b="1" i="1" baseline="30000">
                <a:solidFill>
                  <a:schemeClr val="tx1"/>
                </a:solidFill>
                <a:ea typeface="宋体" panose="02010600030101010101" pitchFamily="2" charset="-122"/>
              </a:rPr>
              <a:t>0</a:t>
            </a:r>
            <a:r>
              <a:rPr lang="en-US" altLang="zh-CN" sz="2500" b="1">
                <a:solidFill>
                  <a:schemeClr val="tx1"/>
                </a:solidFill>
                <a:ea typeface="宋体" panose="02010600030101010101" pitchFamily="2" charset="-122"/>
              </a:rPr>
              <a:t>= </a:t>
            </a:r>
            <a:r>
              <a:rPr lang="en-US" altLang="zh-CN" sz="2500" b="1" i="1">
                <a:solidFill>
                  <a:schemeClr val="tx1"/>
                </a:solidFill>
                <a:ea typeface="宋体" panose="02010600030101010101" pitchFamily="2" charset="-122"/>
              </a:rPr>
              <a:t>OUT</a:t>
            </a:r>
            <a:r>
              <a:rPr lang="en-US" altLang="zh-CN" sz="2500" b="1">
                <a:solidFill>
                  <a:schemeClr val="tx1"/>
                </a:solidFill>
                <a:ea typeface="宋体" panose="02010600030101010101" pitchFamily="2" charset="-122"/>
              </a:rPr>
              <a:t>[</a:t>
            </a:r>
            <a:r>
              <a:rPr lang="en-US" altLang="zh-CN" sz="2500" b="1" i="1">
                <a:solidFill>
                  <a:schemeClr val="tx1"/>
                </a:solidFill>
                <a:ea typeface="宋体" panose="02010600030101010101" pitchFamily="2" charset="-122"/>
              </a:rPr>
              <a:t>B</a:t>
            </a:r>
            <a:r>
              <a:rPr lang="en-US" altLang="zh-CN" sz="2500" b="1" i="1" baseline="-30000">
                <a:solidFill>
                  <a:schemeClr val="tx1"/>
                </a:solidFill>
                <a:ea typeface="宋体" panose="02010600030101010101" pitchFamily="2" charset="-122"/>
              </a:rPr>
              <a:t>1</a:t>
            </a:r>
            <a:r>
              <a:rPr lang="en-US" altLang="zh-CN" sz="2500" b="1">
                <a:solidFill>
                  <a:schemeClr val="tx1"/>
                </a:solidFill>
                <a:ea typeface="宋体" panose="02010600030101010101" pitchFamily="2" charset="-122"/>
              </a:rPr>
              <a:t>]</a:t>
            </a:r>
          </a:p>
        </p:txBody>
      </p:sp>
      <p:sp>
        <p:nvSpPr>
          <p:cNvPr id="199683" name="Rectangle 9">
            <a:extLst>
              <a:ext uri="{FF2B5EF4-FFF2-40B4-BE49-F238E27FC236}">
                <a16:creationId xmlns:a16="http://schemas.microsoft.com/office/drawing/2014/main" id="{B14F700C-F6F3-4FE0-9371-D88282DDD2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55763" y="573088"/>
            <a:ext cx="2867025" cy="6492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 marL="257175" indent="-257175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</a:pPr>
            <a:endParaRPr lang="en-US" altLang="zh-CN">
              <a:latin typeface="楷体_GB2312" charset="0"/>
              <a:cs typeface="楷体_GB2312" charset="0"/>
            </a:endParaRPr>
          </a:p>
        </p:txBody>
      </p:sp>
      <p:grpSp>
        <p:nvGrpSpPr>
          <p:cNvPr id="2" name="组合 1">
            <a:extLst>
              <a:ext uri="{FF2B5EF4-FFF2-40B4-BE49-F238E27FC236}">
                <a16:creationId xmlns:a16="http://schemas.microsoft.com/office/drawing/2014/main" id="{05D5D5C2-64D8-4BEA-A80B-9C19B70EC155}"/>
              </a:ext>
            </a:extLst>
          </p:cNvPr>
          <p:cNvGrpSpPr>
            <a:grpSpLocks/>
          </p:cNvGrpSpPr>
          <p:nvPr/>
        </p:nvGrpSpPr>
        <p:grpSpPr bwMode="auto">
          <a:xfrm>
            <a:off x="3059113" y="1549400"/>
            <a:ext cx="1449387" cy="1382713"/>
            <a:chOff x="3991539" y="1357313"/>
            <a:chExt cx="1448824" cy="1382294"/>
          </a:xfrm>
        </p:grpSpPr>
        <p:sp>
          <p:nvSpPr>
            <p:cNvPr id="7" name="Rectangle 23">
              <a:extLst>
                <a:ext uri="{FF2B5EF4-FFF2-40B4-BE49-F238E27FC236}">
                  <a16:creationId xmlns:a16="http://schemas.microsoft.com/office/drawing/2014/main" id="{1204B878-7875-48BE-AC00-9A03E6DA6C1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97807" y="1357313"/>
              <a:ext cx="1142556" cy="428495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8580" tIns="27000" rIns="68580" bIns="0" anchor="ctr"/>
            <a:lstStyle>
              <a:lvl1pPr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ctr">
                <a:defRPr/>
              </a:pPr>
              <a:r>
                <a:rPr lang="en-US" altLang="zh-CN" sz="1500" i="1" dirty="0">
                  <a:latin typeface="Times New Roman" pitchFamily="18" charset="0"/>
                </a:rPr>
                <a:t>B</a:t>
              </a:r>
              <a:r>
                <a:rPr lang="en-US" altLang="zh-CN" sz="1500" baseline="-25000" dirty="0">
                  <a:latin typeface="Times New Roman" pitchFamily="18" charset="0"/>
                </a:rPr>
                <a:t>1</a:t>
              </a:r>
              <a:endParaRPr lang="en-US" altLang="zh-CN" sz="1500" dirty="0">
                <a:latin typeface="Times New Roman" pitchFamily="18" charset="0"/>
              </a:endParaRPr>
            </a:p>
          </p:txBody>
        </p:sp>
        <p:sp>
          <p:nvSpPr>
            <p:cNvPr id="199687" name="Line 31">
              <a:extLst>
                <a:ext uri="{FF2B5EF4-FFF2-40B4-BE49-F238E27FC236}">
                  <a16:creationId xmlns:a16="http://schemas.microsoft.com/office/drawing/2014/main" id="{8F684D81-128E-4CFB-AD19-C068E7DAE8F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868714" y="1785931"/>
              <a:ext cx="0" cy="43199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21" name="Rectangle 30">
              <a:extLst>
                <a:ext uri="{FF2B5EF4-FFF2-40B4-BE49-F238E27FC236}">
                  <a16:creationId xmlns:a16="http://schemas.microsoft.com/office/drawing/2014/main" id="{4BF43749-B7F0-472E-9FB2-B0146E7D557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97807" y="2214303"/>
              <a:ext cx="1142556" cy="428495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7500" tIns="0" rIns="0" bIns="0" anchor="ctr"/>
            <a:lstStyle>
              <a:lvl1pPr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ctr">
                <a:defRPr/>
              </a:pPr>
              <a:r>
                <a:rPr lang="en-US" altLang="zh-CN" sz="1500" i="1" dirty="0">
                  <a:latin typeface="Times New Roman" pitchFamily="18" charset="0"/>
                </a:rPr>
                <a:t>B</a:t>
              </a:r>
              <a:r>
                <a:rPr lang="en-US" altLang="zh-CN" sz="1500" baseline="-25000" dirty="0">
                  <a:latin typeface="Times New Roman" pitchFamily="18" charset="0"/>
                </a:rPr>
                <a:t>2</a:t>
              </a:r>
              <a:endParaRPr lang="en-US" altLang="zh-CN" sz="1500" dirty="0">
                <a:latin typeface="Times New Roman" pitchFamily="18" charset="0"/>
              </a:endParaRPr>
            </a:p>
          </p:txBody>
        </p:sp>
        <p:sp>
          <p:nvSpPr>
            <p:cNvPr id="199689" name="Freeform 21">
              <a:extLst>
                <a:ext uri="{FF2B5EF4-FFF2-40B4-BE49-F238E27FC236}">
                  <a16:creationId xmlns:a16="http://schemas.microsoft.com/office/drawing/2014/main" id="{E105BBF4-0690-441B-AF5D-A62B58696444}"/>
                </a:ext>
              </a:extLst>
            </p:cNvPr>
            <p:cNvSpPr>
              <a:spLocks/>
            </p:cNvSpPr>
            <p:nvPr/>
          </p:nvSpPr>
          <p:spPr bwMode="auto">
            <a:xfrm rot="367755">
              <a:off x="3991539" y="2079862"/>
              <a:ext cx="488134" cy="659745"/>
            </a:xfrm>
            <a:custGeom>
              <a:avLst/>
              <a:gdLst>
                <a:gd name="T0" fmla="*/ 2147483646 w 722"/>
                <a:gd name="T1" fmla="*/ 2147483646 h 1447"/>
                <a:gd name="T2" fmla="*/ 2147483646 w 722"/>
                <a:gd name="T3" fmla="*/ 2147483646 h 1447"/>
                <a:gd name="T4" fmla="*/ 2147483646 w 722"/>
                <a:gd name="T5" fmla="*/ 2147483646 h 1447"/>
                <a:gd name="T6" fmla="*/ 2147483646 w 722"/>
                <a:gd name="T7" fmla="*/ 2147483646 h 1447"/>
                <a:gd name="T8" fmla="*/ 2147483646 w 722"/>
                <a:gd name="T9" fmla="*/ 2147483646 h 1447"/>
                <a:gd name="T10" fmla="*/ 2147483646 w 722"/>
                <a:gd name="T11" fmla="*/ 2147483646 h 1447"/>
                <a:gd name="T12" fmla="*/ 2147483646 w 722"/>
                <a:gd name="T13" fmla="*/ 2147483646 h 1447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722"/>
                <a:gd name="T22" fmla="*/ 0 h 1447"/>
                <a:gd name="T23" fmla="*/ 722 w 722"/>
                <a:gd name="T24" fmla="*/ 1447 h 1447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722" h="1447">
                  <a:moveTo>
                    <a:pt x="722" y="1251"/>
                  </a:moveTo>
                  <a:cubicBezTo>
                    <a:pt x="605" y="1349"/>
                    <a:pt x="489" y="1447"/>
                    <a:pt x="392" y="1447"/>
                  </a:cubicBezTo>
                  <a:cubicBezTo>
                    <a:pt x="295" y="1447"/>
                    <a:pt x="203" y="1376"/>
                    <a:pt x="138" y="1251"/>
                  </a:cubicBezTo>
                  <a:cubicBezTo>
                    <a:pt x="73" y="1126"/>
                    <a:pt x="0" y="879"/>
                    <a:pt x="3" y="697"/>
                  </a:cubicBezTo>
                  <a:cubicBezTo>
                    <a:pt x="6" y="515"/>
                    <a:pt x="83" y="272"/>
                    <a:pt x="153" y="157"/>
                  </a:cubicBezTo>
                  <a:cubicBezTo>
                    <a:pt x="223" y="42"/>
                    <a:pt x="338" y="0"/>
                    <a:pt x="423" y="7"/>
                  </a:cubicBezTo>
                  <a:cubicBezTo>
                    <a:pt x="508" y="14"/>
                    <a:pt x="612" y="161"/>
                    <a:pt x="662" y="201"/>
                  </a:cubicBezTo>
                </a:path>
              </a:pathLst>
            </a:cu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</p:grpSp>
      <p:sp>
        <p:nvSpPr>
          <p:cNvPr id="199685" name="Rectangle 2">
            <a:extLst>
              <a:ext uri="{FF2B5EF4-FFF2-40B4-BE49-F238E27FC236}">
                <a16:creationId xmlns:a16="http://schemas.microsoft.com/office/drawing/2014/main" id="{221361B8-EA12-4F35-A9B8-1DEAB19697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为什么将</a:t>
            </a:r>
            <a:r>
              <a:rPr lang="en-US" altLang="zh-CN" sz="3000" i="1">
                <a:solidFill>
                  <a:schemeClr val="tx1"/>
                </a:solidFill>
                <a:ea typeface="微软雅黑" panose="020B0503020204020204" pitchFamily="34" charset="-122"/>
                <a:cs typeface="Times New Roman" panose="02020603050405020304" pitchFamily="18" charset="0"/>
              </a:rPr>
              <a:t>OUT</a:t>
            </a:r>
            <a:r>
              <a:rPr lang="en-US" altLang="zh-CN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[</a:t>
            </a:r>
            <a:r>
              <a:rPr lang="en-US" altLang="zh-CN" sz="3000" i="1">
                <a:solidFill>
                  <a:schemeClr val="tx1"/>
                </a:solidFill>
                <a:ea typeface="微软雅黑" panose="020B0503020204020204" pitchFamily="34" charset="-122"/>
              </a:rPr>
              <a:t>B</a:t>
            </a:r>
            <a:r>
              <a:rPr lang="en-US" altLang="zh-CN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]</a:t>
            </a:r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集合初始化为</a:t>
            </a:r>
            <a:r>
              <a:rPr lang="en-US" altLang="zh-CN" sz="3000" i="1">
                <a:solidFill>
                  <a:schemeClr val="tx1"/>
                </a:solidFill>
                <a:ea typeface="微软雅黑" panose="020B0503020204020204" pitchFamily="34" charset="-122"/>
              </a:rPr>
              <a:t>U</a:t>
            </a:r>
            <a:r>
              <a:rPr lang="zh-CN" altLang="en-US" sz="3000">
                <a:solidFill>
                  <a:schemeClr val="tx1"/>
                </a:solidFill>
                <a:ea typeface="微软雅黑" panose="020B0503020204020204" pitchFamily="34" charset="-122"/>
              </a:rPr>
              <a:t>？</a:t>
            </a:r>
            <a:endParaRPr lang="en-US" altLang="zh-CN" sz="3000">
              <a:solidFill>
                <a:schemeClr val="tx1"/>
              </a:solidFill>
              <a:ea typeface="微软雅黑" panose="020B0503020204020204" pitchFamily="34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42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0342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0342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0342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 nodeType="clickPar">
                      <p:stCondLst>
                        <p:cond delay="indefinite"/>
                      </p:stCondLst>
                      <p:childTnLst>
                        <p:par>
                          <p:cTn id="1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424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103424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103424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03424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 nodeType="clickPar">
                      <p:stCondLst>
                        <p:cond delay="indefinite"/>
                      </p:stCondLst>
                      <p:childTnLst>
                        <p:par>
                          <p:cTn id="2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4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424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03424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03424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03424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424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103424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103424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03424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 nodeType="clickPar">
                      <p:stCondLst>
                        <p:cond delay="indefinite"/>
                      </p:stCondLst>
                      <p:childTnLst>
                        <p:par>
                          <p:cTn id="3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6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424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103424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103424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03424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424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103424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103424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03424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内容占位符 3">
            <a:extLst>
              <a:ext uri="{FF2B5EF4-FFF2-40B4-BE49-F238E27FC236}">
                <a16:creationId xmlns:a16="http://schemas.microsoft.com/office/drawing/2014/main" id="{AC1C2A29-E904-44EC-BE78-8AA72C697B5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92603924"/>
              </p:ext>
            </p:extLst>
          </p:nvPr>
        </p:nvGraphicFramePr>
        <p:xfrm>
          <a:off x="179512" y="1215238"/>
          <a:ext cx="8784975" cy="3156712"/>
        </p:xfrm>
        <a:graphic>
          <a:graphicData uri="http://schemas.openxmlformats.org/drawingml/2006/table">
            <a:tbl>
              <a:tblPr firstRow="1" bandRow="1">
                <a:tableStyleId>{0660B408-B3CF-4A94-85FC-2B1E0A45F4A2}</a:tableStyleId>
              </a:tblPr>
              <a:tblGrid>
                <a:gridCol w="921005">
                  <a:extLst>
                    <a:ext uri="{9D8B030D-6E8A-4147-A177-3AD203B41FA5}">
                      <a16:colId xmlns:a16="http://schemas.microsoft.com/office/drawing/2014/main" val="3559445861"/>
                    </a:ext>
                  </a:extLst>
                </a:gridCol>
                <a:gridCol w="2479629">
                  <a:extLst>
                    <a:ext uri="{9D8B030D-6E8A-4147-A177-3AD203B41FA5}">
                      <a16:colId xmlns:a16="http://schemas.microsoft.com/office/drawing/2014/main" val="1434011478"/>
                    </a:ext>
                  </a:extLst>
                </a:gridCol>
                <a:gridCol w="2550476">
                  <a:extLst>
                    <a:ext uri="{9D8B030D-6E8A-4147-A177-3AD203B41FA5}">
                      <a16:colId xmlns:a16="http://schemas.microsoft.com/office/drawing/2014/main" val="4155894849"/>
                    </a:ext>
                  </a:extLst>
                </a:gridCol>
                <a:gridCol w="2833865">
                  <a:extLst>
                    <a:ext uri="{9D8B030D-6E8A-4147-A177-3AD203B41FA5}">
                      <a16:colId xmlns:a16="http://schemas.microsoft.com/office/drawing/2014/main" val="100494248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 sz="1600" b="0" dirty="0">
                        <a:ln>
                          <a:solidFill>
                            <a:schemeClr val="bg1"/>
                          </a:solidFill>
                        </a:ln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dirty="0">
                          <a:ln>
                            <a:solidFill>
                              <a:schemeClr val="bg1"/>
                            </a:solidFill>
                          </a:ln>
                          <a:solidFill>
                            <a:schemeClr val="bg1"/>
                          </a:solidFill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到达定值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dirty="0">
                          <a:ln>
                            <a:solidFill>
                              <a:schemeClr val="bg1"/>
                            </a:solidFill>
                          </a:ln>
                          <a:solidFill>
                            <a:schemeClr val="bg1"/>
                          </a:solidFill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活跃变量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dirty="0">
                          <a:ln>
                            <a:solidFill>
                              <a:schemeClr val="bg1"/>
                            </a:solidFill>
                          </a:ln>
                          <a:solidFill>
                            <a:schemeClr val="bg1"/>
                          </a:solidFill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可用表达式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261029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b="0" dirty="0">
                          <a:ln>
                            <a:solidFill>
                              <a:schemeClr val="tx1"/>
                            </a:solidFill>
                          </a:ln>
                          <a:solidFill>
                            <a:sysClr val="windowText" lastClr="000000"/>
                          </a:solidFill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域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dirty="0">
                          <a:ln>
                            <a:solidFill>
                              <a:schemeClr val="tx1"/>
                            </a:solidFill>
                          </a:ln>
                          <a:solidFill>
                            <a:sysClr val="windowText" lastClr="000000"/>
                          </a:solidFill>
                        </a:rPr>
                        <a:t>定值的集合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dirty="0">
                          <a:ln>
                            <a:solidFill>
                              <a:schemeClr val="tx1"/>
                            </a:solidFill>
                          </a:ln>
                          <a:solidFill>
                            <a:sysClr val="windowText" lastClr="000000"/>
                          </a:solidFill>
                        </a:rPr>
                        <a:t>变量的集合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dirty="0">
                          <a:ln>
                            <a:solidFill>
                              <a:schemeClr val="tx1"/>
                            </a:solidFill>
                          </a:ln>
                          <a:solidFill>
                            <a:sysClr val="windowText" lastClr="000000"/>
                          </a:solidFill>
                        </a:rPr>
                        <a:t>表达式的集合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294226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b="0" dirty="0">
                          <a:ln>
                            <a:solidFill>
                              <a:schemeClr val="tx1"/>
                            </a:solidFill>
                          </a:ln>
                          <a:solidFill>
                            <a:sysClr val="windowText" lastClr="000000"/>
                          </a:solidFill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方向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dirty="0">
                          <a:ln>
                            <a:solidFill>
                              <a:schemeClr val="tx1"/>
                            </a:solidFill>
                          </a:ln>
                          <a:solidFill>
                            <a:sysClr val="windowText" lastClr="000000"/>
                          </a:solidFill>
                        </a:rPr>
                        <a:t>前向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dirty="0">
                          <a:ln>
                            <a:solidFill>
                              <a:schemeClr val="tx1"/>
                            </a:solidFill>
                          </a:ln>
                          <a:solidFill>
                            <a:sysClr val="windowText" lastClr="000000"/>
                          </a:solidFill>
                        </a:rPr>
                        <a:t>逆向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dirty="0">
                          <a:ln>
                            <a:solidFill>
                              <a:schemeClr val="tx1"/>
                            </a:solidFill>
                          </a:ln>
                          <a:solidFill>
                            <a:sysClr val="windowText" lastClr="000000"/>
                          </a:solidFill>
                        </a:rPr>
                        <a:t>前向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732136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b="0" dirty="0">
                          <a:ln>
                            <a:solidFill>
                              <a:schemeClr val="tx1"/>
                            </a:solidFill>
                          </a:ln>
                          <a:solidFill>
                            <a:sysClr val="windowText" lastClr="000000"/>
                          </a:solidFill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传递函数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1" i="1" kern="1200" dirty="0" err="1">
                          <a:solidFill>
                            <a:prstClr val="black"/>
                          </a:solidFill>
                          <a:latin typeface="Times New Roman" panose="02020603050405020304" pitchFamily="18" charset="0"/>
                          <a:ea typeface="楷体_GB2312"/>
                          <a:cs typeface="Times New Roman" panose="02020603050405020304" pitchFamily="18" charset="0"/>
                        </a:rPr>
                        <a:t>gen</a:t>
                      </a:r>
                      <a:r>
                        <a:rPr lang="en-US" altLang="zh-CN" sz="1600" b="1" kern="1200" baseline="-25000" dirty="0" err="1">
                          <a:solidFill>
                            <a:prstClr val="black"/>
                          </a:solidFill>
                          <a:latin typeface="Times New Roman" panose="02020603050405020304" pitchFamily="18" charset="0"/>
                          <a:ea typeface="楷体_GB2312"/>
                          <a:cs typeface="Times New Roman" panose="02020603050405020304" pitchFamily="18" charset="0"/>
                        </a:rPr>
                        <a:t>B</a:t>
                      </a:r>
                      <a:r>
                        <a:rPr lang="en-US" altLang="zh-CN" sz="1600" b="1" kern="1200" dirty="0">
                          <a:solidFill>
                            <a:prstClr val="black"/>
                          </a:solidFill>
                          <a:latin typeface="Times New Roman" panose="02020603050405020304" pitchFamily="18" charset="0"/>
                          <a:ea typeface="楷体_GB2312"/>
                          <a:cs typeface="Times New Roman" panose="02020603050405020304" pitchFamily="18" charset="0"/>
                        </a:rPr>
                        <a:t> ∪ ( </a:t>
                      </a:r>
                      <a:r>
                        <a:rPr lang="en-US" altLang="zh-CN" sz="1600" b="1" i="1" kern="1200" dirty="0">
                          <a:solidFill>
                            <a:prstClr val="black"/>
                          </a:solidFill>
                          <a:latin typeface="Times New Roman" panose="02020603050405020304" pitchFamily="18" charset="0"/>
                          <a:ea typeface="楷体_GB2312"/>
                          <a:cs typeface="Times New Roman" panose="02020603050405020304" pitchFamily="18" charset="0"/>
                        </a:rPr>
                        <a:t>x </a:t>
                      </a:r>
                      <a:r>
                        <a:rPr lang="en-US" altLang="zh-CN" sz="1600" b="1" kern="1200" dirty="0">
                          <a:solidFill>
                            <a:prstClr val="black"/>
                          </a:solidFill>
                          <a:latin typeface="Times New Roman" panose="02020603050405020304" pitchFamily="18" charset="0"/>
                          <a:ea typeface="楷体_GB2312"/>
                          <a:cs typeface="Times New Roman" panose="02020603050405020304" pitchFamily="18" charset="0"/>
                        </a:rPr>
                        <a:t>- </a:t>
                      </a:r>
                      <a:r>
                        <a:rPr lang="en-US" altLang="zh-CN" sz="1600" b="1" i="1" kern="1200" dirty="0" err="1">
                          <a:solidFill>
                            <a:prstClr val="black"/>
                          </a:solidFill>
                          <a:latin typeface="Times New Roman" panose="02020603050405020304" pitchFamily="18" charset="0"/>
                          <a:ea typeface="楷体_GB2312"/>
                          <a:cs typeface="Times New Roman" panose="02020603050405020304" pitchFamily="18" charset="0"/>
                        </a:rPr>
                        <a:t>kill</a:t>
                      </a:r>
                      <a:r>
                        <a:rPr lang="en-US" altLang="zh-CN" sz="1600" b="1" kern="1200" baseline="-25000" dirty="0" err="1">
                          <a:solidFill>
                            <a:prstClr val="black"/>
                          </a:solidFill>
                          <a:latin typeface="Times New Roman" panose="02020603050405020304" pitchFamily="18" charset="0"/>
                          <a:ea typeface="楷体_GB2312"/>
                          <a:cs typeface="Times New Roman" panose="02020603050405020304" pitchFamily="18" charset="0"/>
                        </a:rPr>
                        <a:t>B</a:t>
                      </a:r>
                      <a:r>
                        <a:rPr lang="en-US" altLang="zh-CN" sz="1600" b="1" kern="1200" dirty="0">
                          <a:solidFill>
                            <a:prstClr val="black"/>
                          </a:solidFill>
                          <a:latin typeface="Times New Roman" panose="02020603050405020304" pitchFamily="18" charset="0"/>
                          <a:ea typeface="楷体_GB2312"/>
                          <a:cs typeface="Times New Roman" panose="02020603050405020304" pitchFamily="18" charset="0"/>
                        </a:rPr>
                        <a:t> ) </a:t>
                      </a:r>
                      <a:endParaRPr lang="zh-CN" altLang="en-US" sz="1600" b="1" kern="1200" dirty="0">
                        <a:solidFill>
                          <a:prstClr val="black"/>
                        </a:solidFill>
                        <a:latin typeface="Times New Roman" panose="02020603050405020304" pitchFamily="18" charset="0"/>
                        <a:ea typeface="楷体_GB2312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37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="1" i="1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楷体_GB2312" charset="0"/>
                          <a:cs typeface="Times New Roman" panose="02020603050405020304" pitchFamily="18" charset="0"/>
                        </a:rPr>
                        <a:t>use</a:t>
                      </a:r>
                      <a:r>
                        <a:rPr lang="en-US" altLang="zh-CN" sz="1600" b="1" i="1" baseline="-30000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</a:t>
                      </a:r>
                      <a:r>
                        <a:rPr lang="en-US" altLang="zh-CN" sz="1600" b="1" i="1" baseline="-300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altLang="zh-CN" sz="1600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∪ ( </a:t>
                      </a:r>
                      <a:r>
                        <a:rPr lang="en-US" altLang="zh-CN" sz="1600" b="1" i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楷体_GB2312" charset="0"/>
                          <a:cs typeface="Times New Roman" panose="02020603050405020304" pitchFamily="18" charset="0"/>
                        </a:rPr>
                        <a:t>x - </a:t>
                      </a:r>
                      <a:r>
                        <a:rPr lang="en-US" altLang="zh-CN" sz="1600" b="1" i="1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楷体_GB2312" charset="0"/>
                          <a:cs typeface="Times New Roman" panose="02020603050405020304" pitchFamily="18" charset="0"/>
                        </a:rPr>
                        <a:t>def</a:t>
                      </a:r>
                      <a:r>
                        <a:rPr lang="en-US" altLang="zh-CN" sz="1600" b="1" i="1" baseline="-30000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</a:t>
                      </a:r>
                      <a:r>
                        <a:rPr lang="en-US" altLang="zh-CN" sz="1600" b="1" i="1" baseline="-300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altLang="zh-CN" sz="1600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)</a:t>
                      </a:r>
                      <a:endParaRPr lang="en-US" altLang="zh-CN" sz="1600" b="1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楷体_GB2312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37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="1" i="1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e_gen</a:t>
                      </a:r>
                      <a:r>
                        <a:rPr lang="en-US" altLang="zh-CN" sz="1600" b="1" i="1" baseline="-30000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B</a:t>
                      </a:r>
                      <a:r>
                        <a:rPr lang="en-US" altLang="zh-CN" sz="1600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altLang="zh-CN" sz="1600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∪ </a:t>
                      </a:r>
                      <a:r>
                        <a:rPr lang="en-US" altLang="zh-CN" sz="1600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( </a:t>
                      </a:r>
                      <a:r>
                        <a:rPr lang="en-US" altLang="zh-CN" sz="1600" b="1" i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x </a:t>
                      </a:r>
                      <a:r>
                        <a:rPr lang="en-US" altLang="zh-CN" sz="1600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- </a:t>
                      </a:r>
                      <a:r>
                        <a:rPr lang="en-US" altLang="zh-CN" sz="1600" b="1" i="1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e_kill</a:t>
                      </a:r>
                      <a:r>
                        <a:rPr lang="en-US" altLang="zh-CN" sz="1600" b="1" i="1" baseline="-30000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B</a:t>
                      </a:r>
                      <a:r>
                        <a:rPr lang="en-US" altLang="zh-CN" sz="1600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 )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10131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b="0" dirty="0">
                          <a:ln>
                            <a:solidFill>
                              <a:schemeClr val="tx1"/>
                            </a:solidFill>
                          </a:ln>
                          <a:solidFill>
                            <a:sysClr val="windowText" lastClr="000000"/>
                          </a:solidFill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边界条件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1" i="1" dirty="0">
                          <a:solidFill>
                            <a:prstClr val="black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OUT</a:t>
                      </a:r>
                      <a:r>
                        <a:rPr lang="en-US" altLang="zh-CN" sz="1600" b="1" dirty="0">
                          <a:solidFill>
                            <a:prstClr val="black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[</a:t>
                      </a:r>
                      <a:r>
                        <a:rPr lang="en-US" altLang="zh-CN" sz="1600" b="1" i="1" dirty="0">
                          <a:solidFill>
                            <a:prstClr val="black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ENTRY</a:t>
                      </a:r>
                      <a:r>
                        <a:rPr lang="en-US" altLang="zh-CN" sz="1600" b="1" dirty="0">
                          <a:solidFill>
                            <a:prstClr val="black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] = </a:t>
                      </a:r>
                      <a:r>
                        <a:rPr lang="el-GR" altLang="zh-CN" sz="1600" b="1" i="1" dirty="0">
                          <a:solidFill>
                            <a:prstClr val="black"/>
                          </a:solidFill>
                          <a:latin typeface="Times New Roman" panose="02020603050405020304" pitchFamily="18" charset="0"/>
                          <a:ea typeface="楷体_GB2312"/>
                          <a:cs typeface="Times New Roman" panose="02020603050405020304" pitchFamily="18" charset="0"/>
                        </a:rPr>
                        <a:t>Φ</a:t>
                      </a:r>
                      <a:endParaRPr lang="zh-CN" altLang="en-US" sz="1600" b="1" dirty="0">
                        <a:ln>
                          <a:solidFill>
                            <a:schemeClr val="tx1"/>
                          </a:solidFill>
                        </a:ln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1" i="1" dirty="0">
                          <a:solidFill>
                            <a:prstClr val="black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OUT</a:t>
                      </a:r>
                      <a:r>
                        <a:rPr lang="en-US" altLang="zh-CN" sz="1600" b="1" dirty="0">
                          <a:solidFill>
                            <a:prstClr val="black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[</a:t>
                      </a:r>
                      <a:r>
                        <a:rPr lang="en-US" altLang="zh-CN" sz="1600" b="1" i="1" dirty="0">
                          <a:solidFill>
                            <a:prstClr val="black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EXIT</a:t>
                      </a:r>
                      <a:r>
                        <a:rPr lang="en-US" altLang="zh-CN" sz="1600" b="1" dirty="0">
                          <a:solidFill>
                            <a:prstClr val="black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] = </a:t>
                      </a:r>
                      <a:r>
                        <a:rPr lang="el-GR" altLang="zh-CN" sz="1600" b="1" i="1" dirty="0">
                          <a:solidFill>
                            <a:prstClr val="black"/>
                          </a:solidFill>
                          <a:latin typeface="Times New Roman" panose="02020603050405020304" pitchFamily="18" charset="0"/>
                          <a:ea typeface="楷体_GB2312"/>
                          <a:cs typeface="Times New Roman" panose="02020603050405020304" pitchFamily="18" charset="0"/>
                        </a:rPr>
                        <a:t>Φ</a:t>
                      </a:r>
                      <a:endParaRPr lang="zh-CN" altLang="en-US" sz="1600" b="1" dirty="0">
                        <a:ln>
                          <a:solidFill>
                            <a:schemeClr val="tx1"/>
                          </a:solidFill>
                        </a:ln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1" i="1" dirty="0">
                          <a:solidFill>
                            <a:prstClr val="black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OUT</a:t>
                      </a:r>
                      <a:r>
                        <a:rPr lang="en-US" altLang="zh-CN" sz="1600" b="1" dirty="0">
                          <a:solidFill>
                            <a:prstClr val="black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[</a:t>
                      </a:r>
                      <a:r>
                        <a:rPr lang="en-US" altLang="zh-CN" sz="1600" b="1" i="1" dirty="0">
                          <a:solidFill>
                            <a:prstClr val="black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ENTRY</a:t>
                      </a:r>
                      <a:r>
                        <a:rPr lang="en-US" altLang="zh-CN" sz="1600" b="1" dirty="0">
                          <a:solidFill>
                            <a:prstClr val="black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] = </a:t>
                      </a:r>
                      <a:r>
                        <a:rPr lang="el-GR" altLang="zh-CN" sz="1600" b="1" i="1" dirty="0">
                          <a:solidFill>
                            <a:prstClr val="black"/>
                          </a:solidFill>
                          <a:latin typeface="Times New Roman" panose="02020603050405020304" pitchFamily="18" charset="0"/>
                          <a:ea typeface="楷体_GB2312"/>
                          <a:cs typeface="Times New Roman" panose="02020603050405020304" pitchFamily="18" charset="0"/>
                        </a:rPr>
                        <a:t>Φ</a:t>
                      </a:r>
                      <a:endParaRPr lang="zh-CN" altLang="en-US" sz="1600" b="1" dirty="0">
                        <a:ln>
                          <a:solidFill>
                            <a:schemeClr val="tx1"/>
                          </a:solidFill>
                        </a:ln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88601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b="0" dirty="0">
                          <a:ln>
                            <a:solidFill>
                              <a:schemeClr val="tx1"/>
                            </a:solidFill>
                          </a:ln>
                          <a:solidFill>
                            <a:sysClr val="windowText" lastClr="000000"/>
                          </a:solidFill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交汇运算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dirty="0">
                          <a:ln>
                            <a:solidFill>
                              <a:schemeClr val="tx1"/>
                            </a:solidFill>
                          </a:ln>
                          <a:solidFill>
                            <a:sysClr val="windowText" lastClr="000000"/>
                          </a:solidFill>
                        </a:rPr>
                        <a:t>交运算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dirty="0">
                          <a:ln>
                            <a:solidFill>
                              <a:schemeClr val="tx1"/>
                            </a:solidFill>
                          </a:ln>
                          <a:solidFill>
                            <a:sysClr val="windowText" lastClr="000000"/>
                          </a:solidFill>
                        </a:rPr>
                        <a:t>交运算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dirty="0">
                          <a:ln>
                            <a:solidFill>
                              <a:schemeClr val="tx1"/>
                            </a:solidFill>
                          </a:ln>
                          <a:solidFill>
                            <a:sysClr val="windowText" lastClr="000000"/>
                          </a:solidFill>
                        </a:rPr>
                        <a:t>并运算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522486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b="0" dirty="0">
                          <a:ln>
                            <a:solidFill>
                              <a:schemeClr val="tx1"/>
                            </a:solidFill>
                          </a:ln>
                          <a:solidFill>
                            <a:sysClr val="windowText" lastClr="000000"/>
                          </a:solidFill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方程组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71463" indent="-271463" eaLnBrk="1" hangingPunct="1">
                        <a:spcBef>
                          <a:spcPct val="20000"/>
                        </a:spcBef>
                        <a:buClr>
                          <a:srgbClr val="31B6FD"/>
                        </a:buClr>
                        <a:buSzPct val="100000"/>
                        <a:defRPr/>
                      </a:pPr>
                      <a:r>
                        <a:rPr lang="en-US" altLang="zh-CN" sz="1400" b="1" i="1" dirty="0">
                          <a:solidFill>
                            <a:prstClr val="black"/>
                          </a:solidFill>
                          <a:latin typeface="Times New Roman" panose="02020603050405020304" pitchFamily="18" charset="0"/>
                          <a:ea typeface="楷体_GB2312"/>
                          <a:cs typeface="Times New Roman" panose="02020603050405020304" pitchFamily="18" charset="0"/>
                        </a:rPr>
                        <a:t>IN</a:t>
                      </a:r>
                      <a:r>
                        <a:rPr lang="en-US" altLang="zh-CN" sz="1400" b="1" dirty="0">
                          <a:solidFill>
                            <a:prstClr val="black"/>
                          </a:solidFill>
                          <a:latin typeface="Times New Roman" panose="02020603050405020304" pitchFamily="18" charset="0"/>
                          <a:ea typeface="楷体_GB2312"/>
                          <a:cs typeface="Times New Roman" panose="02020603050405020304" pitchFamily="18" charset="0"/>
                        </a:rPr>
                        <a:t>[</a:t>
                      </a:r>
                      <a:r>
                        <a:rPr lang="en-US" altLang="zh-CN" sz="1400" b="1" i="1" dirty="0">
                          <a:solidFill>
                            <a:prstClr val="black"/>
                          </a:solidFill>
                          <a:latin typeface="Times New Roman" panose="02020603050405020304" pitchFamily="18" charset="0"/>
                          <a:ea typeface="楷体_GB2312"/>
                          <a:cs typeface="Times New Roman" panose="02020603050405020304" pitchFamily="18" charset="0"/>
                        </a:rPr>
                        <a:t>B</a:t>
                      </a:r>
                      <a:r>
                        <a:rPr lang="en-US" altLang="zh-CN" sz="1400" b="1" dirty="0">
                          <a:solidFill>
                            <a:prstClr val="black"/>
                          </a:solidFill>
                          <a:latin typeface="Times New Roman" panose="02020603050405020304" pitchFamily="18" charset="0"/>
                          <a:ea typeface="楷体_GB2312"/>
                          <a:cs typeface="Times New Roman" panose="02020603050405020304" pitchFamily="18" charset="0"/>
                        </a:rPr>
                        <a:t>]</a:t>
                      </a:r>
                      <a:r>
                        <a:rPr lang="en-US" altLang="zh-CN" sz="1400" b="1" dirty="0">
                          <a:solidFill>
                            <a:prstClr val="black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= </a:t>
                      </a:r>
                      <a:r>
                        <a:rPr lang="en-US" altLang="zh-CN" sz="1400" b="1" dirty="0"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∪</a:t>
                      </a:r>
                      <a:r>
                        <a:rPr lang="en-US" altLang="zh-CN" sz="1400" b="1" i="1" baseline="-30000" dirty="0">
                          <a:solidFill>
                            <a:prstClr val="black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</a:t>
                      </a:r>
                      <a:r>
                        <a:rPr lang="zh-CN" altLang="en-US" sz="1400" b="1" baseline="-30000" dirty="0">
                          <a:solidFill>
                            <a:prstClr val="black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是</a:t>
                      </a:r>
                      <a:r>
                        <a:rPr lang="en-US" altLang="zh-CN" sz="1400" b="1" i="1" baseline="-30000" dirty="0">
                          <a:solidFill>
                            <a:prstClr val="black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</a:t>
                      </a:r>
                      <a:r>
                        <a:rPr lang="zh-CN" altLang="en-US" sz="1400" b="1" baseline="-30000" dirty="0">
                          <a:solidFill>
                            <a:prstClr val="black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的一个前驱</a:t>
                      </a:r>
                      <a:r>
                        <a:rPr lang="en-US" altLang="zh-CN" sz="1400" b="1" i="1" dirty="0">
                          <a:solidFill>
                            <a:prstClr val="black"/>
                          </a:solidFill>
                          <a:latin typeface="Times New Roman" panose="02020603050405020304" pitchFamily="18" charset="0"/>
                          <a:ea typeface="楷体_GB2312"/>
                          <a:cs typeface="Times New Roman" panose="02020603050405020304" pitchFamily="18" charset="0"/>
                        </a:rPr>
                        <a:t>OUT</a:t>
                      </a:r>
                      <a:r>
                        <a:rPr lang="en-US" altLang="zh-CN" sz="1400" b="1" dirty="0">
                          <a:solidFill>
                            <a:prstClr val="black"/>
                          </a:solidFill>
                          <a:latin typeface="Times New Roman" panose="02020603050405020304" pitchFamily="18" charset="0"/>
                          <a:ea typeface="楷体_GB2312"/>
                          <a:cs typeface="Times New Roman" panose="02020603050405020304" pitchFamily="18" charset="0"/>
                        </a:rPr>
                        <a:t>[</a:t>
                      </a:r>
                      <a:r>
                        <a:rPr lang="en-US" altLang="zh-CN" sz="1400" b="1" i="1" dirty="0">
                          <a:solidFill>
                            <a:prstClr val="black"/>
                          </a:solidFill>
                          <a:latin typeface="Times New Roman" panose="02020603050405020304" pitchFamily="18" charset="0"/>
                          <a:ea typeface="楷体_GB2312"/>
                          <a:cs typeface="Times New Roman" panose="02020603050405020304" pitchFamily="18" charset="0"/>
                        </a:rPr>
                        <a:t>P</a:t>
                      </a:r>
                      <a:r>
                        <a:rPr lang="en-US" altLang="zh-CN" sz="1400" b="1" dirty="0">
                          <a:solidFill>
                            <a:prstClr val="black"/>
                          </a:solidFill>
                          <a:latin typeface="Times New Roman" panose="02020603050405020304" pitchFamily="18" charset="0"/>
                          <a:ea typeface="楷体_GB2312"/>
                          <a:cs typeface="Times New Roman" panose="02020603050405020304" pitchFamily="18" charset="0"/>
                        </a:rPr>
                        <a:t>]</a:t>
                      </a:r>
                      <a:endParaRPr lang="en-US" altLang="zh-CN" sz="1400" b="1" dirty="0">
                        <a:solidFill>
                          <a:prstClr val="black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marL="3175" indent="-3175" eaLnBrk="1" hangingPunct="1">
                        <a:spcBef>
                          <a:spcPct val="20000"/>
                        </a:spcBef>
                        <a:buClr>
                          <a:srgbClr val="31B6FD"/>
                        </a:buClr>
                        <a:buSzPct val="100000"/>
                        <a:defRPr/>
                      </a:pPr>
                      <a:r>
                        <a:rPr lang="en-US" altLang="zh-CN" sz="1400" b="1" dirty="0">
                          <a:solidFill>
                            <a:prstClr val="black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	</a:t>
                      </a:r>
                      <a:r>
                        <a:rPr lang="en-US" altLang="zh-CN" sz="1400" b="1" i="1" dirty="0">
                          <a:solidFill>
                            <a:prstClr val="black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OUT</a:t>
                      </a:r>
                      <a:r>
                        <a:rPr lang="en-US" altLang="zh-CN" sz="1400" b="1" dirty="0">
                          <a:solidFill>
                            <a:prstClr val="black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[</a:t>
                      </a:r>
                      <a:r>
                        <a:rPr lang="en-US" altLang="zh-CN" sz="1400" b="1" i="1" dirty="0">
                          <a:solidFill>
                            <a:prstClr val="black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</a:t>
                      </a:r>
                      <a:r>
                        <a:rPr lang="en-US" altLang="zh-CN" sz="1400" b="1" dirty="0">
                          <a:solidFill>
                            <a:prstClr val="black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] = </a:t>
                      </a:r>
                      <a:r>
                        <a:rPr lang="en-US" altLang="zh-CN" sz="1400" b="1" i="1" dirty="0" err="1">
                          <a:solidFill>
                            <a:prstClr val="black"/>
                          </a:solidFill>
                          <a:latin typeface="Times New Roman" panose="02020603050405020304" pitchFamily="18" charset="0"/>
                          <a:ea typeface="楷体_GB2312"/>
                          <a:cs typeface="Times New Roman" panose="02020603050405020304" pitchFamily="18" charset="0"/>
                        </a:rPr>
                        <a:t>gen</a:t>
                      </a:r>
                      <a:r>
                        <a:rPr lang="en-US" altLang="zh-CN" sz="1400" b="1" i="1" baseline="-30000" dirty="0" err="1">
                          <a:solidFill>
                            <a:prstClr val="black"/>
                          </a:solidFill>
                          <a:latin typeface="Times New Roman" panose="02020603050405020304" pitchFamily="18" charset="0"/>
                          <a:ea typeface="楷体_GB2312"/>
                          <a:cs typeface="Times New Roman" panose="02020603050405020304" pitchFamily="18" charset="0"/>
                        </a:rPr>
                        <a:t>B</a:t>
                      </a:r>
                      <a:r>
                        <a:rPr lang="en-US" altLang="zh-CN" sz="1400" b="1" i="1" baseline="-30000" dirty="0">
                          <a:solidFill>
                            <a:prstClr val="black"/>
                          </a:solidFill>
                          <a:latin typeface="Times New Roman" panose="02020603050405020304" pitchFamily="18" charset="0"/>
                          <a:ea typeface="楷体_GB2312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altLang="zh-CN" sz="1400" b="1" dirty="0">
                          <a:solidFill>
                            <a:prstClr val="black"/>
                          </a:solidFill>
                          <a:latin typeface="Times New Roman" panose="02020603050405020304" pitchFamily="18" charset="0"/>
                          <a:ea typeface="楷体_GB2312"/>
                          <a:cs typeface="Times New Roman" panose="02020603050405020304" pitchFamily="18" charset="0"/>
                        </a:rPr>
                        <a:t>∪(</a:t>
                      </a:r>
                      <a:r>
                        <a:rPr lang="en-US" altLang="zh-CN" sz="1400" b="1" i="1" dirty="0">
                          <a:solidFill>
                            <a:prstClr val="black"/>
                          </a:solidFill>
                          <a:latin typeface="Times New Roman" panose="02020603050405020304" pitchFamily="18" charset="0"/>
                          <a:ea typeface="楷体_GB2312"/>
                          <a:cs typeface="Times New Roman" panose="02020603050405020304" pitchFamily="18" charset="0"/>
                        </a:rPr>
                        <a:t>IN</a:t>
                      </a:r>
                      <a:r>
                        <a:rPr lang="en-US" altLang="zh-CN" sz="1400" b="1" dirty="0">
                          <a:solidFill>
                            <a:prstClr val="black"/>
                          </a:solidFill>
                          <a:latin typeface="Times New Roman" panose="02020603050405020304" pitchFamily="18" charset="0"/>
                          <a:ea typeface="楷体_GB2312"/>
                          <a:cs typeface="Times New Roman" panose="02020603050405020304" pitchFamily="18" charset="0"/>
                        </a:rPr>
                        <a:t>[</a:t>
                      </a:r>
                      <a:r>
                        <a:rPr lang="en-US" altLang="zh-CN" sz="1400" b="1" i="1" dirty="0">
                          <a:solidFill>
                            <a:prstClr val="black"/>
                          </a:solidFill>
                          <a:latin typeface="Times New Roman" panose="02020603050405020304" pitchFamily="18" charset="0"/>
                          <a:ea typeface="楷体_GB2312"/>
                          <a:cs typeface="Times New Roman" panose="02020603050405020304" pitchFamily="18" charset="0"/>
                        </a:rPr>
                        <a:t>B</a:t>
                      </a:r>
                      <a:r>
                        <a:rPr lang="en-US" altLang="zh-CN" sz="1400" b="1" dirty="0">
                          <a:solidFill>
                            <a:prstClr val="black"/>
                          </a:solidFill>
                          <a:latin typeface="Times New Roman" panose="02020603050405020304" pitchFamily="18" charset="0"/>
                          <a:ea typeface="楷体_GB2312"/>
                          <a:cs typeface="Times New Roman" panose="02020603050405020304" pitchFamily="18" charset="0"/>
                        </a:rPr>
                        <a:t>]</a:t>
                      </a:r>
                      <a:r>
                        <a:rPr lang="en-US" altLang="zh-CN" sz="1400" b="1" i="1" dirty="0">
                          <a:solidFill>
                            <a:prstClr val="black"/>
                          </a:solidFill>
                          <a:latin typeface="Times New Roman" panose="02020603050405020304" pitchFamily="18" charset="0"/>
                          <a:ea typeface="楷体_GB2312"/>
                          <a:cs typeface="Times New Roman" panose="02020603050405020304" pitchFamily="18" charset="0"/>
                        </a:rPr>
                        <a:t>-</a:t>
                      </a:r>
                      <a:r>
                        <a:rPr lang="en-US" altLang="zh-CN" sz="1400" b="1" i="1" dirty="0" err="1">
                          <a:solidFill>
                            <a:prstClr val="black"/>
                          </a:solidFill>
                          <a:latin typeface="Times New Roman" panose="02020603050405020304" pitchFamily="18" charset="0"/>
                          <a:ea typeface="楷体_GB2312"/>
                          <a:cs typeface="Times New Roman" panose="02020603050405020304" pitchFamily="18" charset="0"/>
                        </a:rPr>
                        <a:t>kill</a:t>
                      </a:r>
                      <a:r>
                        <a:rPr lang="en-US" altLang="zh-CN" sz="1400" b="1" i="1" baseline="-30000" dirty="0" err="1">
                          <a:solidFill>
                            <a:prstClr val="black"/>
                          </a:solidFill>
                          <a:latin typeface="Times New Roman" panose="02020603050405020304" pitchFamily="18" charset="0"/>
                          <a:ea typeface="楷体_GB2312"/>
                          <a:cs typeface="Times New Roman" panose="02020603050405020304" pitchFamily="18" charset="0"/>
                        </a:rPr>
                        <a:t>B</a:t>
                      </a:r>
                      <a:r>
                        <a:rPr lang="en-US" altLang="zh-CN" sz="1400" b="1" i="1" baseline="-30000" dirty="0">
                          <a:solidFill>
                            <a:prstClr val="black"/>
                          </a:solidFill>
                          <a:latin typeface="Times New Roman" panose="02020603050405020304" pitchFamily="18" charset="0"/>
                          <a:ea typeface="楷体_GB2312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altLang="zh-CN" sz="1400" b="1" dirty="0">
                          <a:solidFill>
                            <a:prstClr val="black"/>
                          </a:solidFill>
                          <a:latin typeface="Times New Roman" panose="02020603050405020304" pitchFamily="18" charset="0"/>
                          <a:ea typeface="楷体_GB2312"/>
                          <a:cs typeface="Times New Roman" panose="02020603050405020304" pitchFamily="18" charset="0"/>
                        </a:rPr>
                        <a:t>)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1" hangingPunct="1">
                        <a:spcBef>
                          <a:spcPct val="20000"/>
                        </a:spcBef>
                        <a:buClr>
                          <a:srgbClr val="31B6FD"/>
                        </a:buClr>
                        <a:buSzPct val="100000"/>
                        <a:defRPr/>
                      </a:pPr>
                      <a:r>
                        <a:rPr lang="en-US" altLang="zh-CN" sz="1400" b="1" i="1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OUT</a:t>
                      </a:r>
                      <a:r>
                        <a:rPr lang="en-US" altLang="zh-CN" sz="1400" b="1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[</a:t>
                      </a:r>
                      <a:r>
                        <a:rPr lang="en-US" altLang="zh-CN" sz="1400" b="1" i="1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B</a:t>
                      </a:r>
                      <a:r>
                        <a:rPr lang="en-US" altLang="zh-CN" sz="1400" b="1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] = </a:t>
                      </a:r>
                      <a:r>
                        <a:rPr lang="en-US" altLang="zh-CN" sz="1400" b="1" dirty="0"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∪</a:t>
                      </a:r>
                      <a:r>
                        <a:rPr lang="en-US" altLang="zh-CN" sz="1400" b="1" i="1" baseline="-30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S</a:t>
                      </a:r>
                      <a:r>
                        <a:rPr lang="zh-CN" altLang="en-US" sz="1400" b="1" baseline="-30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是</a:t>
                      </a:r>
                      <a:r>
                        <a:rPr lang="en-US" altLang="zh-CN" sz="1400" b="1" i="1" baseline="-30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B</a:t>
                      </a:r>
                      <a:r>
                        <a:rPr lang="zh-CN" altLang="en-US" sz="1400" b="1" baseline="-30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的一个后继</a:t>
                      </a:r>
                      <a:r>
                        <a:rPr lang="en-US" altLang="zh-CN" sz="1400" b="1" baseline="-30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altLang="zh-CN" sz="1400" b="1" i="1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IN</a:t>
                      </a:r>
                      <a:r>
                        <a:rPr lang="en-US" altLang="zh-CN" sz="1400" b="1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[</a:t>
                      </a:r>
                      <a:r>
                        <a:rPr lang="en-US" altLang="zh-CN" sz="1400" b="1" i="1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S</a:t>
                      </a:r>
                      <a:r>
                        <a:rPr lang="en-US" altLang="zh-CN" sz="1400" b="1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]</a:t>
                      </a:r>
                    </a:p>
                    <a:p>
                      <a:pPr eaLnBrk="1" hangingPunct="1">
                        <a:spcBef>
                          <a:spcPct val="20000"/>
                        </a:spcBef>
                        <a:buClr>
                          <a:srgbClr val="31B6FD"/>
                        </a:buClr>
                        <a:buSzPct val="100000"/>
                        <a:defRPr/>
                      </a:pPr>
                      <a:r>
                        <a:rPr lang="en-US" altLang="zh-CN" sz="1400" b="1" i="1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IN</a:t>
                      </a:r>
                      <a:r>
                        <a:rPr lang="en-US" altLang="zh-CN" sz="1400" b="1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[</a:t>
                      </a:r>
                      <a:r>
                        <a:rPr lang="en-US" altLang="zh-CN" sz="1400" b="1" i="1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B</a:t>
                      </a:r>
                      <a:r>
                        <a:rPr lang="en-US" altLang="zh-CN" sz="1400" b="1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] = </a:t>
                      </a:r>
                      <a:r>
                        <a:rPr lang="en-US" altLang="zh-CN" sz="1400" b="1" i="1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use</a:t>
                      </a:r>
                      <a:r>
                        <a:rPr lang="en-US" altLang="zh-CN" sz="1400" b="1" i="1" baseline="-300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B</a:t>
                      </a:r>
                      <a:r>
                        <a:rPr lang="en-US" altLang="zh-CN" sz="1400" b="1" i="1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altLang="zh-CN" sz="1400" b="1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∪ (</a:t>
                      </a:r>
                      <a:r>
                        <a:rPr lang="en-US" altLang="zh-CN" sz="1400" b="1" i="1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OUT</a:t>
                      </a:r>
                      <a:r>
                        <a:rPr lang="en-US" altLang="zh-CN" sz="1400" b="1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[</a:t>
                      </a:r>
                      <a:r>
                        <a:rPr lang="en-US" altLang="zh-CN" sz="1400" b="1" i="1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B</a:t>
                      </a:r>
                      <a:r>
                        <a:rPr lang="en-US" altLang="zh-CN" sz="1400" b="1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] - </a:t>
                      </a:r>
                      <a:r>
                        <a:rPr lang="en-US" altLang="zh-CN" sz="1400" b="1" i="1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def</a:t>
                      </a:r>
                      <a:r>
                        <a:rPr lang="en-US" altLang="zh-CN" sz="1400" b="1" i="1" baseline="-300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B</a:t>
                      </a:r>
                      <a:r>
                        <a:rPr lang="en-US" altLang="zh-CN" sz="1400" b="1" i="1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altLang="zh-CN" sz="1400" b="1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)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71463" indent="-271463" eaLnBrk="1" hangingPunct="1">
                        <a:spcBef>
                          <a:spcPct val="20000"/>
                        </a:spcBef>
                        <a:buClr>
                          <a:srgbClr val="31B6FD"/>
                        </a:buClr>
                        <a:buSzPct val="100000"/>
                        <a:defRPr/>
                      </a:pPr>
                      <a:r>
                        <a:rPr lang="en-US" altLang="zh-CN" sz="1400" b="1" i="1" dirty="0">
                          <a:solidFill>
                            <a:prstClr val="black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</a:t>
                      </a:r>
                      <a:r>
                        <a:rPr lang="en-US" altLang="zh-CN" sz="1400" b="1" dirty="0">
                          <a:solidFill>
                            <a:prstClr val="black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[</a:t>
                      </a:r>
                      <a:r>
                        <a:rPr lang="en-US" altLang="zh-CN" sz="1400" b="1" i="1" dirty="0">
                          <a:solidFill>
                            <a:prstClr val="black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</a:t>
                      </a:r>
                      <a:r>
                        <a:rPr lang="en-US" altLang="zh-CN" sz="1400" b="1" dirty="0">
                          <a:solidFill>
                            <a:prstClr val="black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]=</a:t>
                      </a:r>
                      <a:r>
                        <a:rPr lang="en-US" altLang="zh-CN" sz="1400" b="1" dirty="0">
                          <a:solidFill>
                            <a:prstClr val="black"/>
                          </a:solidFill>
                          <a:latin typeface="Times New Roman" panose="02020603050405020304" pitchFamily="18" charset="0"/>
                          <a:ea typeface="楷体_GB2312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altLang="zh-CN" sz="1400" b="1" dirty="0"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ea typeface="楷体_GB2312"/>
                          <a:cs typeface="Times New Roman" panose="02020603050405020304" pitchFamily="18" charset="0"/>
                        </a:rPr>
                        <a:t>∩</a:t>
                      </a:r>
                      <a:r>
                        <a:rPr lang="en-US" altLang="zh-CN" sz="1400" b="1" i="1" baseline="-30000" dirty="0">
                          <a:solidFill>
                            <a:prstClr val="black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</a:t>
                      </a:r>
                      <a:r>
                        <a:rPr lang="zh-CN" altLang="en-US" sz="1400" b="1" baseline="-30000" dirty="0">
                          <a:solidFill>
                            <a:prstClr val="black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是</a:t>
                      </a:r>
                      <a:r>
                        <a:rPr lang="en-US" altLang="zh-CN" sz="1400" b="1" i="1" baseline="-30000" dirty="0">
                          <a:solidFill>
                            <a:prstClr val="black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</a:t>
                      </a:r>
                      <a:r>
                        <a:rPr lang="zh-CN" altLang="en-US" sz="1400" b="1" baseline="-30000" dirty="0">
                          <a:solidFill>
                            <a:prstClr val="black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的一个前驱</a:t>
                      </a:r>
                      <a:r>
                        <a:rPr lang="en-US" altLang="zh-CN" sz="1400" b="1" i="1" dirty="0">
                          <a:solidFill>
                            <a:prstClr val="black"/>
                          </a:solidFill>
                          <a:latin typeface="Times New Roman" panose="02020603050405020304" pitchFamily="18" charset="0"/>
                          <a:ea typeface="楷体_GB2312"/>
                          <a:cs typeface="Times New Roman" panose="02020603050405020304" pitchFamily="18" charset="0"/>
                        </a:rPr>
                        <a:t>OUT</a:t>
                      </a:r>
                      <a:r>
                        <a:rPr lang="en-US" altLang="zh-CN" sz="1400" b="1" dirty="0">
                          <a:solidFill>
                            <a:prstClr val="black"/>
                          </a:solidFill>
                          <a:latin typeface="Times New Roman" panose="02020603050405020304" pitchFamily="18" charset="0"/>
                          <a:ea typeface="楷体_GB2312"/>
                          <a:cs typeface="Times New Roman" panose="02020603050405020304" pitchFamily="18" charset="0"/>
                        </a:rPr>
                        <a:t>[</a:t>
                      </a:r>
                      <a:r>
                        <a:rPr lang="en-US" altLang="zh-CN" sz="1400" b="1" i="1" dirty="0">
                          <a:solidFill>
                            <a:prstClr val="black"/>
                          </a:solidFill>
                          <a:latin typeface="Times New Roman" panose="02020603050405020304" pitchFamily="18" charset="0"/>
                          <a:ea typeface="楷体_GB2312"/>
                          <a:cs typeface="Times New Roman" panose="02020603050405020304" pitchFamily="18" charset="0"/>
                        </a:rPr>
                        <a:t>P</a:t>
                      </a:r>
                      <a:r>
                        <a:rPr lang="en-US" altLang="zh-CN" sz="1400" b="1" dirty="0">
                          <a:solidFill>
                            <a:prstClr val="black"/>
                          </a:solidFill>
                          <a:latin typeface="Times New Roman" panose="02020603050405020304" pitchFamily="18" charset="0"/>
                          <a:ea typeface="楷体_GB2312"/>
                          <a:cs typeface="Times New Roman" panose="02020603050405020304" pitchFamily="18" charset="0"/>
                        </a:rPr>
                        <a:t>] </a:t>
                      </a:r>
                    </a:p>
                    <a:p>
                      <a:pPr marL="0" lvl="1" indent="0" eaLnBrk="1" hangingPunct="1">
                        <a:spcBef>
                          <a:spcPct val="20000"/>
                        </a:spcBef>
                        <a:buClr>
                          <a:srgbClr val="5EAEFF"/>
                        </a:buClr>
                        <a:buSzPct val="60000"/>
                        <a:defRPr/>
                      </a:pPr>
                      <a:r>
                        <a:rPr lang="en-US" altLang="zh-CN" sz="1400" b="1" i="1" dirty="0">
                          <a:solidFill>
                            <a:prstClr val="black"/>
                          </a:solidFill>
                          <a:latin typeface="Times New Roman" panose="02020603050405020304" pitchFamily="18" charset="0"/>
                          <a:ea typeface="楷体_GB2312"/>
                          <a:cs typeface="Times New Roman" panose="02020603050405020304" pitchFamily="18" charset="0"/>
                        </a:rPr>
                        <a:t>OUT</a:t>
                      </a:r>
                      <a:r>
                        <a:rPr lang="en-US" altLang="zh-CN" sz="1400" b="1" dirty="0">
                          <a:solidFill>
                            <a:prstClr val="black"/>
                          </a:solidFill>
                          <a:latin typeface="Times New Roman" panose="02020603050405020304" pitchFamily="18" charset="0"/>
                          <a:ea typeface="楷体_GB2312"/>
                          <a:cs typeface="Times New Roman" panose="02020603050405020304" pitchFamily="18" charset="0"/>
                        </a:rPr>
                        <a:t>[</a:t>
                      </a:r>
                      <a:r>
                        <a:rPr lang="en-US" altLang="zh-CN" sz="1400" b="1" i="1" dirty="0">
                          <a:solidFill>
                            <a:prstClr val="black"/>
                          </a:solidFill>
                          <a:latin typeface="Times New Roman" panose="02020603050405020304" pitchFamily="18" charset="0"/>
                          <a:ea typeface="楷体_GB2312"/>
                          <a:cs typeface="Times New Roman" panose="02020603050405020304" pitchFamily="18" charset="0"/>
                        </a:rPr>
                        <a:t>B</a:t>
                      </a:r>
                      <a:r>
                        <a:rPr lang="en-US" altLang="zh-CN" sz="1400" b="1" dirty="0">
                          <a:solidFill>
                            <a:prstClr val="black"/>
                          </a:solidFill>
                          <a:latin typeface="Times New Roman" panose="02020603050405020304" pitchFamily="18" charset="0"/>
                          <a:ea typeface="楷体_GB2312"/>
                          <a:cs typeface="Times New Roman" panose="02020603050405020304" pitchFamily="18" charset="0"/>
                        </a:rPr>
                        <a:t>]= </a:t>
                      </a:r>
                      <a:r>
                        <a:rPr lang="en-US" altLang="zh-CN" sz="1400" b="1" i="1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楷体_GB2312"/>
                          <a:cs typeface="Times New Roman" panose="02020603050405020304" pitchFamily="18" charset="0"/>
                        </a:rPr>
                        <a:t>e_gen</a:t>
                      </a:r>
                      <a:r>
                        <a:rPr lang="en-US" altLang="zh-CN" sz="1400" b="1" i="1" baseline="-30000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楷体_GB2312"/>
                          <a:cs typeface="Times New Roman" panose="02020603050405020304" pitchFamily="18" charset="0"/>
                        </a:rPr>
                        <a:t>B</a:t>
                      </a:r>
                      <a:r>
                        <a:rPr lang="en-US" altLang="zh-CN" sz="1400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楷体_GB2312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altLang="zh-CN" sz="1400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∪</a:t>
                      </a:r>
                      <a:r>
                        <a:rPr lang="en-US" altLang="zh-CN" sz="1400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楷体_GB2312"/>
                          <a:cs typeface="Times New Roman" panose="02020603050405020304" pitchFamily="18" charset="0"/>
                        </a:rPr>
                        <a:t>(</a:t>
                      </a:r>
                      <a:r>
                        <a:rPr lang="en-US" altLang="zh-CN" sz="1400" b="1" i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楷体_GB2312"/>
                          <a:cs typeface="Times New Roman" panose="02020603050405020304" pitchFamily="18" charset="0"/>
                        </a:rPr>
                        <a:t>IN</a:t>
                      </a:r>
                      <a:r>
                        <a:rPr lang="en-US" altLang="zh-CN" sz="1400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楷体_GB2312"/>
                          <a:cs typeface="Times New Roman" panose="02020603050405020304" pitchFamily="18" charset="0"/>
                        </a:rPr>
                        <a:t>[</a:t>
                      </a:r>
                      <a:r>
                        <a:rPr lang="en-US" altLang="zh-CN" sz="1400" b="1" i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楷体_GB2312"/>
                          <a:cs typeface="Times New Roman" panose="02020603050405020304" pitchFamily="18" charset="0"/>
                        </a:rPr>
                        <a:t>B</a:t>
                      </a:r>
                      <a:r>
                        <a:rPr lang="en-US" altLang="zh-CN" sz="1400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楷体_GB2312"/>
                          <a:cs typeface="Times New Roman" panose="02020603050405020304" pitchFamily="18" charset="0"/>
                        </a:rPr>
                        <a:t>]- </a:t>
                      </a:r>
                      <a:r>
                        <a:rPr lang="en-US" altLang="zh-CN" sz="1400" b="1" i="1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楷体_GB2312"/>
                          <a:cs typeface="Times New Roman" panose="02020603050405020304" pitchFamily="18" charset="0"/>
                        </a:rPr>
                        <a:t>e_kill</a:t>
                      </a:r>
                      <a:r>
                        <a:rPr lang="en-US" altLang="zh-CN" sz="1400" b="1" i="1" baseline="-30000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楷体_GB2312"/>
                          <a:cs typeface="Times New Roman" panose="02020603050405020304" pitchFamily="18" charset="0"/>
                        </a:rPr>
                        <a:t>B</a:t>
                      </a:r>
                      <a:r>
                        <a:rPr lang="en-US" altLang="zh-CN" sz="1400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楷体_GB2312"/>
                          <a:cs typeface="Times New Roman" panose="02020603050405020304" pitchFamily="18" charset="0"/>
                        </a:rPr>
                        <a:t>)</a:t>
                      </a:r>
                      <a:r>
                        <a:rPr lang="zh-CN" altLang="en-US" sz="1400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endParaRPr lang="zh-CN" altLang="en-US" sz="1050" b="1" dirty="0">
                        <a:ln>
                          <a:solidFill>
                            <a:schemeClr val="tx1"/>
                          </a:solidFill>
                        </a:ln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30763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b="0" dirty="0">
                          <a:ln>
                            <a:solidFill>
                              <a:schemeClr val="tx1"/>
                            </a:solidFill>
                          </a:ln>
                          <a:solidFill>
                            <a:sysClr val="windowText" lastClr="000000"/>
                          </a:solidFill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初始值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1" i="1" dirty="0">
                          <a:solidFill>
                            <a:prstClr val="black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OUT</a:t>
                      </a:r>
                      <a:r>
                        <a:rPr lang="en-US" altLang="zh-CN" sz="1600" b="1" dirty="0">
                          <a:solidFill>
                            <a:prstClr val="black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[</a:t>
                      </a:r>
                      <a:r>
                        <a:rPr lang="en-US" altLang="zh-CN" sz="1600" b="1" i="1" dirty="0">
                          <a:solidFill>
                            <a:prstClr val="black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</a:t>
                      </a:r>
                      <a:r>
                        <a:rPr lang="en-US" altLang="zh-CN" sz="1600" b="1" dirty="0">
                          <a:solidFill>
                            <a:prstClr val="black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] = </a:t>
                      </a:r>
                      <a:r>
                        <a:rPr lang="el-GR" altLang="zh-CN" sz="1600" b="1" i="1" dirty="0">
                          <a:solidFill>
                            <a:prstClr val="black"/>
                          </a:solidFill>
                          <a:latin typeface="Times New Roman" panose="02020603050405020304" pitchFamily="18" charset="0"/>
                          <a:ea typeface="楷体_GB2312"/>
                          <a:cs typeface="Times New Roman" panose="02020603050405020304" pitchFamily="18" charset="0"/>
                        </a:rPr>
                        <a:t>Φ</a:t>
                      </a:r>
                      <a:endParaRPr lang="zh-CN" altLang="en-US" sz="1600" b="1" dirty="0">
                        <a:ln>
                          <a:solidFill>
                            <a:schemeClr val="tx1"/>
                          </a:solidFill>
                        </a:ln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1" i="1" dirty="0">
                          <a:solidFill>
                            <a:prstClr val="black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</a:t>
                      </a:r>
                      <a:r>
                        <a:rPr lang="en-US" altLang="zh-CN" sz="1600" b="1" dirty="0">
                          <a:solidFill>
                            <a:prstClr val="black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[</a:t>
                      </a:r>
                      <a:r>
                        <a:rPr lang="en-US" altLang="zh-CN" sz="1600" b="1" i="1" dirty="0">
                          <a:solidFill>
                            <a:prstClr val="black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</a:t>
                      </a:r>
                      <a:r>
                        <a:rPr lang="en-US" altLang="zh-CN" sz="1600" b="1" dirty="0">
                          <a:solidFill>
                            <a:prstClr val="black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] = </a:t>
                      </a:r>
                      <a:r>
                        <a:rPr lang="el-GR" altLang="zh-CN" sz="1600" b="1" i="1" dirty="0">
                          <a:solidFill>
                            <a:prstClr val="black"/>
                          </a:solidFill>
                          <a:latin typeface="Times New Roman" panose="02020603050405020304" pitchFamily="18" charset="0"/>
                          <a:ea typeface="楷体_GB2312"/>
                          <a:cs typeface="Times New Roman" panose="02020603050405020304" pitchFamily="18" charset="0"/>
                        </a:rPr>
                        <a:t>Φ</a:t>
                      </a:r>
                      <a:endParaRPr lang="zh-CN" altLang="en-US" sz="1600" b="1" dirty="0">
                        <a:ln>
                          <a:solidFill>
                            <a:schemeClr val="tx1"/>
                          </a:solidFill>
                        </a:ln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1" i="1" dirty="0">
                          <a:solidFill>
                            <a:prstClr val="black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OUT</a:t>
                      </a:r>
                      <a:r>
                        <a:rPr lang="en-US" altLang="zh-CN" sz="1600" b="1" dirty="0">
                          <a:solidFill>
                            <a:prstClr val="black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[</a:t>
                      </a:r>
                      <a:r>
                        <a:rPr lang="en-US" altLang="zh-CN" sz="1600" b="1" i="1" dirty="0">
                          <a:solidFill>
                            <a:prstClr val="black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</a:t>
                      </a:r>
                      <a:r>
                        <a:rPr lang="en-US" altLang="zh-CN" sz="1600" b="1" dirty="0">
                          <a:solidFill>
                            <a:prstClr val="black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] = </a:t>
                      </a:r>
                      <a:r>
                        <a:rPr lang="en-US" altLang="zh-CN" sz="1600" b="1" i="1" dirty="0">
                          <a:solidFill>
                            <a:prstClr val="black"/>
                          </a:solidFill>
                          <a:latin typeface="Times New Roman" panose="02020603050405020304" pitchFamily="18" charset="0"/>
                          <a:ea typeface="楷体_GB2312"/>
                          <a:cs typeface="Times New Roman" panose="02020603050405020304" pitchFamily="18" charset="0"/>
                        </a:rPr>
                        <a:t>U</a:t>
                      </a:r>
                      <a:endParaRPr lang="zh-CN" altLang="en-US" sz="1600" b="1" dirty="0">
                        <a:ln>
                          <a:solidFill>
                            <a:schemeClr val="tx1"/>
                          </a:solidFill>
                        </a:ln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22494984"/>
                  </a:ext>
                </a:extLst>
              </a:tr>
            </a:tbl>
          </a:graphicData>
        </a:graphic>
      </p:graphicFrame>
      <p:sp>
        <p:nvSpPr>
          <p:cNvPr id="3" name="标题 2">
            <a:extLst>
              <a:ext uri="{FF2B5EF4-FFF2-40B4-BE49-F238E27FC236}">
                <a16:creationId xmlns:a16="http://schemas.microsoft.com/office/drawing/2014/main" id="{29019C69-B295-4FAF-9F72-4E6BA1E0F0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数据流分析小结</a:t>
            </a:r>
          </a:p>
        </p:txBody>
      </p:sp>
    </p:spTree>
    <p:extLst>
      <p:ext uri="{BB962C8B-B14F-4D97-AF65-F5344CB8AC3E}">
        <p14:creationId xmlns:p14="http://schemas.microsoft.com/office/powerpoint/2010/main" val="3417915152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>
            <a:extLst>
              <a:ext uri="{FF2B5EF4-FFF2-40B4-BE49-F238E27FC236}">
                <a16:creationId xmlns:a16="http://schemas.microsoft.com/office/drawing/2014/main" id="{4CF3EA56-A314-4D90-A190-6CC8F09B2F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7543" y="1044338"/>
            <a:ext cx="4253646" cy="3483531"/>
          </a:xfrm>
        </p:spPr>
        <p:txBody>
          <a:bodyPr/>
          <a:lstStyle/>
          <a:p>
            <a:r>
              <a:rPr lang="zh-CN" altLang="en-US" sz="2800" b="1" dirty="0"/>
              <a:t>练习</a:t>
            </a:r>
            <a:r>
              <a:rPr lang="en-US" altLang="zh-CN" sz="2800" b="1" dirty="0"/>
              <a:t>2</a:t>
            </a:r>
            <a:r>
              <a:rPr lang="zh-CN" altLang="en-US" sz="2800" b="1" dirty="0"/>
              <a:t>：给出如图所示的流图，计算活跃变量分析中每个基本块的</a:t>
            </a:r>
            <a:r>
              <a:rPr lang="en-US" altLang="zh-CN" sz="2800" b="1" dirty="0"/>
              <a:t>def</a:t>
            </a:r>
            <a:r>
              <a:rPr lang="zh-CN" altLang="en-US" sz="2800" b="1" dirty="0"/>
              <a:t>、</a:t>
            </a:r>
            <a:r>
              <a:rPr lang="en-US" altLang="zh-CN" sz="2800" b="1" dirty="0"/>
              <a:t>use</a:t>
            </a:r>
            <a:r>
              <a:rPr lang="zh-CN" altLang="en-US" sz="2800" b="1" dirty="0"/>
              <a:t>、</a:t>
            </a:r>
            <a:r>
              <a:rPr lang="en-US" altLang="zh-CN" sz="2800" b="1" dirty="0"/>
              <a:t>IN</a:t>
            </a:r>
            <a:r>
              <a:rPr lang="zh-CN" altLang="en-US" sz="2800" b="1" dirty="0"/>
              <a:t>和</a:t>
            </a:r>
            <a:r>
              <a:rPr lang="en-US" altLang="zh-CN" sz="2800" b="1" dirty="0"/>
              <a:t>OUT</a:t>
            </a:r>
            <a:r>
              <a:rPr lang="zh-CN" altLang="en-US" sz="2800" b="1" dirty="0"/>
              <a:t>集合。</a:t>
            </a:r>
            <a:endParaRPr lang="en-US" altLang="zh-CN" sz="2800" b="1" dirty="0"/>
          </a:p>
          <a:p>
            <a:pPr marL="0" indent="0">
              <a:buNone/>
            </a:pPr>
            <a:endParaRPr lang="zh-CN" altLang="en-US" sz="2800" b="1" dirty="0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165C8BC7-876E-4902-909F-BE859E4A2C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练习</a:t>
            </a:r>
            <a:r>
              <a:rPr lang="en-US" altLang="zh-CN" dirty="0"/>
              <a:t>2</a:t>
            </a:r>
            <a:endParaRPr lang="zh-CN" altLang="en-US" dirty="0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1D7E2A8C-F044-42B3-8C9F-87BD645069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4721189" y="146495"/>
            <a:ext cx="3635471" cy="485050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155664374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730" name="内容占位符 2">
            <a:extLst>
              <a:ext uri="{FF2B5EF4-FFF2-40B4-BE49-F238E27FC236}">
                <a16:creationId xmlns:a16="http://schemas.microsoft.com/office/drawing/2014/main" id="{DC44AAB6-0370-4C7C-8A22-2C26479370DF}"/>
              </a:ext>
            </a:extLst>
          </p:cNvPr>
          <p:cNvSpPr>
            <a:spLocks noGrp="1"/>
          </p:cNvSpPr>
          <p:nvPr>
            <p:ph idx="1"/>
          </p:nvPr>
        </p:nvSpPr>
        <p:spPr bwMode="auto">
          <a:xfrm>
            <a:off x="4524375" y="1357313"/>
            <a:ext cx="3792041" cy="364490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lnSpc>
                <a:spcPts val="4000"/>
              </a:lnSpc>
              <a:buFont typeface="Symbol" panose="05050102010706020507" pitchFamily="18" charset="2"/>
              <a:buNone/>
            </a:pPr>
            <a:r>
              <a:rPr lang="en-US" altLang="zh-CN" sz="2500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8.1 </a:t>
            </a:r>
            <a:r>
              <a:rPr lang="zh-CN" altLang="en-US" sz="2500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流图</a:t>
            </a:r>
          </a:p>
          <a:p>
            <a:pPr eaLnBrk="1" hangingPunct="1">
              <a:lnSpc>
                <a:spcPts val="4000"/>
              </a:lnSpc>
              <a:buFont typeface="Symbol" panose="05050102010706020507" pitchFamily="18" charset="2"/>
              <a:buNone/>
            </a:pPr>
            <a:r>
              <a:rPr lang="en-US" altLang="zh-CN" sz="2500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8.2 </a:t>
            </a:r>
            <a:r>
              <a:rPr lang="zh-CN" altLang="en-US" sz="2500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优化的分类</a:t>
            </a:r>
          </a:p>
          <a:p>
            <a:pPr eaLnBrk="1" hangingPunct="1">
              <a:lnSpc>
                <a:spcPts val="4000"/>
              </a:lnSpc>
              <a:buFont typeface="Symbol" panose="05050102010706020507" pitchFamily="18" charset="2"/>
              <a:buNone/>
            </a:pPr>
            <a:r>
              <a:rPr lang="en-US" altLang="zh-CN" sz="2500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8.3 </a:t>
            </a:r>
            <a:r>
              <a:rPr lang="zh-CN" altLang="en-US" sz="2500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基本块的优化</a:t>
            </a:r>
          </a:p>
          <a:p>
            <a:pPr eaLnBrk="1" hangingPunct="1">
              <a:lnSpc>
                <a:spcPts val="4000"/>
              </a:lnSpc>
              <a:buFont typeface="Symbol" panose="05050102010706020507" pitchFamily="18" charset="2"/>
              <a:buNone/>
            </a:pPr>
            <a:r>
              <a:rPr lang="en-US" altLang="zh-CN" sz="2500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8.4 </a:t>
            </a:r>
            <a:r>
              <a:rPr lang="zh-CN" altLang="en-US" sz="2500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数据流分析</a:t>
            </a:r>
          </a:p>
          <a:p>
            <a:pPr eaLnBrk="1" hangingPunct="1">
              <a:lnSpc>
                <a:spcPts val="4000"/>
              </a:lnSpc>
              <a:buFont typeface="Symbol" panose="05050102010706020507" pitchFamily="18" charset="2"/>
              <a:buNone/>
            </a:pPr>
            <a:r>
              <a:rPr lang="en-US" altLang="zh-CN" sz="2500" dirty="0">
                <a:solidFill>
                  <a:srgbClr val="2D83F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8.5 </a:t>
            </a:r>
            <a:r>
              <a:rPr lang="zh-CN" altLang="en-US" sz="2500" dirty="0">
                <a:solidFill>
                  <a:srgbClr val="2D83F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流图中的循环</a:t>
            </a:r>
          </a:p>
          <a:p>
            <a:pPr eaLnBrk="1" hangingPunct="1">
              <a:lnSpc>
                <a:spcPts val="4000"/>
              </a:lnSpc>
              <a:buFont typeface="Symbol" panose="05050102010706020507" pitchFamily="18" charset="2"/>
              <a:buNone/>
            </a:pPr>
            <a:r>
              <a:rPr lang="en-US" altLang="zh-CN" sz="2500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8.6 </a:t>
            </a:r>
            <a:r>
              <a:rPr lang="zh-CN" altLang="en-US" sz="2500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全局优化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42DC7AD6-C7C4-41A3-A7B6-B0AFFB9033C5}"/>
              </a:ext>
            </a:extLst>
          </p:cNvPr>
          <p:cNvSpPr/>
          <p:nvPr/>
        </p:nvSpPr>
        <p:spPr>
          <a:xfrm>
            <a:off x="0" y="0"/>
            <a:ext cx="9144000" cy="150018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2870" tIns="51435" rIns="102870" bIns="51435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 sz="1600" b="0" dirty="0">
              <a:solidFill>
                <a:prstClr val="black">
                  <a:lumMod val="85000"/>
                  <a:lumOff val="15000"/>
                </a:prstClr>
              </a:solidFill>
            </a:endParaRPr>
          </a:p>
        </p:txBody>
      </p:sp>
      <p:pic>
        <p:nvPicPr>
          <p:cNvPr id="201732" name="Picture 7" descr="E:\工大编译\ppt\制作\0330e9c554c768200000158fc50d53d.jpg">
            <a:extLst>
              <a:ext uri="{FF2B5EF4-FFF2-40B4-BE49-F238E27FC236}">
                <a16:creationId xmlns:a16="http://schemas.microsoft.com/office/drawing/2014/main" id="{CF4CBFC6-98A6-4C46-8F75-90C82F25D4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538" r="21837"/>
          <a:stretch>
            <a:fillRect/>
          </a:stretch>
        </p:blipFill>
        <p:spPr bwMode="auto">
          <a:xfrm>
            <a:off x="-6350" y="0"/>
            <a:ext cx="4295775" cy="5143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矩形 8">
            <a:extLst>
              <a:ext uri="{FF2B5EF4-FFF2-40B4-BE49-F238E27FC236}">
                <a16:creationId xmlns:a16="http://schemas.microsoft.com/office/drawing/2014/main" id="{A3D51C28-548F-430B-8275-04D72AF8994E}"/>
              </a:ext>
            </a:extLst>
          </p:cNvPr>
          <p:cNvSpPr/>
          <p:nvPr/>
        </p:nvSpPr>
        <p:spPr>
          <a:xfrm>
            <a:off x="4143375" y="357188"/>
            <a:ext cx="1928813" cy="78581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254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2870" tIns="51435" rIns="102870" bIns="51435" anchor="ctr"/>
          <a:lstStyle/>
          <a:p>
            <a:pPr algn="ctr">
              <a:defRPr/>
            </a:pPr>
            <a:r>
              <a:rPr lang="zh-CN" altLang="en-US" sz="4000">
                <a:solidFill>
                  <a:srgbClr val="FFFFFF"/>
                </a:solidFill>
                <a:latin typeface="微软雅黑" pitchFamily="34" charset="-122"/>
                <a:ea typeface="微软雅黑" pitchFamily="34" charset="-122"/>
              </a:rPr>
              <a:t>提纲</a:t>
            </a:r>
            <a:endParaRPr lang="zh-CN" altLang="en-US" sz="1600" b="0">
              <a:solidFill>
                <a:srgbClr val="262626"/>
              </a:solidFill>
            </a:endParaRP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3459" name="Rectangle 3">
            <a:extLst>
              <a:ext uri="{FF2B5EF4-FFF2-40B4-BE49-F238E27FC236}">
                <a16:creationId xmlns:a16="http://schemas.microsoft.com/office/drawing/2014/main" id="{C51B4DCB-47EE-4356-A15A-1FB3E9D2657F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430213" y="785813"/>
            <a:ext cx="7999412" cy="322580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lnSpc>
                <a:spcPts val="4000"/>
              </a:lnSpc>
              <a:buClrTx/>
              <a:buFont typeface="Wingdings" panose="05000000000000000000" pitchFamily="2" charset="2"/>
              <a:buChar char="Ø"/>
            </a:pPr>
            <a:r>
              <a:rPr lang="zh-CN" altLang="en-US" sz="2800" b="1" dirty="0">
                <a:solidFill>
                  <a:schemeClr val="tx1"/>
                </a:solidFill>
              </a:rPr>
              <a:t>支配结点 </a:t>
            </a:r>
            <a:r>
              <a:rPr lang="en-US" altLang="zh-CN" sz="2800" b="1" dirty="0">
                <a:solidFill>
                  <a:schemeClr val="tx1"/>
                </a:solidFill>
              </a:rPr>
              <a:t>(</a:t>
            </a:r>
            <a:r>
              <a:rPr lang="en-US" altLang="zh-CN" sz="2800" b="1" i="1" dirty="0">
                <a:solidFill>
                  <a:schemeClr val="tx1"/>
                </a:solidFill>
              </a:rPr>
              <a:t>Dominators</a:t>
            </a:r>
            <a:r>
              <a:rPr lang="en-US" altLang="zh-CN" sz="2800" b="1" dirty="0">
                <a:solidFill>
                  <a:schemeClr val="tx1"/>
                </a:solidFill>
              </a:rPr>
              <a:t>)</a:t>
            </a:r>
          </a:p>
          <a:p>
            <a:pPr lvl="1" eaLnBrk="1" hangingPunct="1">
              <a:lnSpc>
                <a:spcPts val="4000"/>
              </a:lnSpc>
              <a:buClrTx/>
              <a:buFont typeface="Wingdings" panose="05000000000000000000" pitchFamily="2" charset="2"/>
              <a:buChar char="Ø"/>
            </a:pPr>
            <a:r>
              <a:rPr lang="zh-CN" altLang="en-US" sz="2400" b="1" dirty="0">
                <a:solidFill>
                  <a:schemeClr val="tx1"/>
                </a:solidFill>
              </a:rPr>
              <a:t>如果从流图的</a:t>
            </a:r>
            <a:r>
              <a:rPr lang="zh-CN" altLang="en-US" sz="2400" b="1" dirty="0">
                <a:solidFill>
                  <a:srgbClr val="0070C0"/>
                </a:solidFill>
              </a:rPr>
              <a:t>入口结点</a:t>
            </a:r>
            <a:r>
              <a:rPr lang="zh-CN" altLang="en-US" sz="2400" b="1" dirty="0">
                <a:solidFill>
                  <a:schemeClr val="tx1"/>
                </a:solidFill>
              </a:rPr>
              <a:t>到结点</a:t>
            </a:r>
            <a:r>
              <a:rPr lang="en-US" altLang="zh-CN" sz="2400" b="1" i="1" dirty="0">
                <a:solidFill>
                  <a:srgbClr val="0070C0"/>
                </a:solidFill>
              </a:rPr>
              <a:t>n</a:t>
            </a:r>
            <a:r>
              <a:rPr lang="zh-CN" altLang="en-US" sz="2400" b="1" dirty="0">
                <a:solidFill>
                  <a:schemeClr val="tx1"/>
                </a:solidFill>
              </a:rPr>
              <a:t>的</a:t>
            </a:r>
            <a:r>
              <a:rPr lang="zh-CN" altLang="en-US" sz="2400" b="1" dirty="0">
                <a:solidFill>
                  <a:srgbClr val="FF0000"/>
                </a:solidFill>
              </a:rPr>
              <a:t>每条</a:t>
            </a:r>
            <a:r>
              <a:rPr lang="zh-CN" altLang="en-US" sz="2400" b="1" dirty="0">
                <a:solidFill>
                  <a:srgbClr val="0070C0"/>
                </a:solidFill>
              </a:rPr>
              <a:t>路径</a:t>
            </a:r>
            <a:r>
              <a:rPr lang="zh-CN" altLang="en-US" sz="2400" b="1" dirty="0">
                <a:solidFill>
                  <a:schemeClr val="tx1"/>
                </a:solidFill>
              </a:rPr>
              <a:t>都经过结点</a:t>
            </a:r>
            <a:r>
              <a:rPr lang="en-US" altLang="zh-CN" sz="2400" b="1" i="1" dirty="0">
                <a:solidFill>
                  <a:srgbClr val="0070C0"/>
                </a:solidFill>
              </a:rPr>
              <a:t>d</a:t>
            </a:r>
            <a:r>
              <a:rPr lang="zh-CN" altLang="en-US" sz="2400" b="1" dirty="0">
                <a:solidFill>
                  <a:schemeClr val="tx1"/>
                </a:solidFill>
              </a:rPr>
              <a:t>，则称结点</a:t>
            </a:r>
            <a:r>
              <a:rPr lang="en-US" altLang="zh-CN" sz="2400" b="1" i="1" dirty="0">
                <a:solidFill>
                  <a:srgbClr val="0070C0"/>
                </a:solidFill>
              </a:rPr>
              <a:t>d</a:t>
            </a:r>
            <a:r>
              <a:rPr lang="zh-CN" altLang="en-US" sz="2400" b="1" dirty="0">
                <a:solidFill>
                  <a:srgbClr val="FF0000"/>
                </a:solidFill>
              </a:rPr>
              <a:t>支配</a:t>
            </a:r>
            <a:r>
              <a:rPr lang="en-US" altLang="zh-CN" sz="2400" b="1" dirty="0">
                <a:solidFill>
                  <a:schemeClr val="tx1"/>
                </a:solidFill>
                <a:ea typeface="楷体_GB2312" charset="0"/>
                <a:cs typeface="Times New Roman" panose="02020603050405020304" pitchFamily="18" charset="0"/>
              </a:rPr>
              <a:t>(</a:t>
            </a:r>
            <a:r>
              <a:rPr lang="en-US" altLang="zh-CN" sz="2400" b="1" i="1" dirty="0">
                <a:solidFill>
                  <a:schemeClr val="tx1"/>
                </a:solidFill>
              </a:rPr>
              <a:t>dominate</a:t>
            </a:r>
            <a:r>
              <a:rPr lang="en-US" altLang="zh-CN" sz="2400" b="1" dirty="0">
                <a:solidFill>
                  <a:schemeClr val="tx1"/>
                </a:solidFill>
                <a:ea typeface="宋体" panose="02010600030101010101" pitchFamily="2" charset="-122"/>
              </a:rPr>
              <a:t>)</a:t>
            </a:r>
            <a:r>
              <a:rPr lang="zh-CN" altLang="en-US" sz="2400" b="1" dirty="0">
                <a:solidFill>
                  <a:schemeClr val="tx1"/>
                </a:solidFill>
              </a:rPr>
              <a:t>结点</a:t>
            </a:r>
            <a:r>
              <a:rPr lang="en-US" altLang="zh-CN" sz="2400" b="1" i="1" dirty="0">
                <a:solidFill>
                  <a:srgbClr val="0070C0"/>
                </a:solidFill>
              </a:rPr>
              <a:t>n</a:t>
            </a:r>
            <a:r>
              <a:rPr lang="zh-CN" altLang="en-US" sz="2400" b="1" dirty="0">
                <a:solidFill>
                  <a:schemeClr val="tx1"/>
                </a:solidFill>
              </a:rPr>
              <a:t>，记为</a:t>
            </a:r>
            <a:r>
              <a:rPr lang="en-US" altLang="zh-CN" sz="2400" b="1" i="1" dirty="0">
                <a:solidFill>
                  <a:srgbClr val="0070C0"/>
                </a:solidFill>
              </a:rPr>
              <a:t>d</a:t>
            </a:r>
            <a:r>
              <a:rPr lang="en-US" altLang="zh-CN" sz="2400" b="1" dirty="0">
                <a:solidFill>
                  <a:srgbClr val="0070C0"/>
                </a:solidFill>
              </a:rPr>
              <a:t> </a:t>
            </a:r>
            <a:r>
              <a:rPr lang="en-US" altLang="zh-CN" sz="2400" b="1" i="1" dirty="0" err="1">
                <a:solidFill>
                  <a:srgbClr val="0070C0"/>
                </a:solidFill>
              </a:rPr>
              <a:t>dom</a:t>
            </a:r>
            <a:r>
              <a:rPr lang="en-US" altLang="zh-CN" sz="2400" b="1" dirty="0">
                <a:solidFill>
                  <a:srgbClr val="0070C0"/>
                </a:solidFill>
              </a:rPr>
              <a:t> </a:t>
            </a:r>
            <a:r>
              <a:rPr lang="en-US" altLang="zh-CN" sz="2400" b="1" i="1" dirty="0">
                <a:solidFill>
                  <a:srgbClr val="0070C0"/>
                </a:solidFill>
              </a:rPr>
              <a:t>n</a:t>
            </a:r>
            <a:endParaRPr lang="zh-CN" altLang="en-US" sz="2400" b="1" dirty="0">
              <a:solidFill>
                <a:srgbClr val="0070C0"/>
              </a:solidFill>
              <a:latin typeface="楷体_GB2312" charset="0"/>
              <a:ea typeface="宋体" panose="02010600030101010101" pitchFamily="2" charset="-122"/>
            </a:endParaRPr>
          </a:p>
        </p:txBody>
      </p:sp>
      <p:sp>
        <p:nvSpPr>
          <p:cNvPr id="203779" name="Rectangle 2">
            <a:extLst>
              <a:ext uri="{FF2B5EF4-FFF2-40B4-BE49-F238E27FC236}">
                <a16:creationId xmlns:a16="http://schemas.microsoft.com/office/drawing/2014/main" id="{EF8A89D6-6E03-42AD-8E1F-65C220A174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en-US" altLang="zh-CN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8.5 </a:t>
            </a:r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流图中的循环</a:t>
            </a:r>
            <a:endParaRPr lang="zh-CN" altLang="en-US" sz="2500">
              <a:solidFill>
                <a:schemeClr val="tx1"/>
              </a:solidFill>
              <a:ea typeface="楷体_GB2312" charset="0"/>
              <a:cs typeface="Times New Roman" panose="02020603050405020304" pitchFamily="18" charset="0"/>
            </a:endParaRPr>
          </a:p>
        </p:txBody>
      </p:sp>
      <p:sp>
        <p:nvSpPr>
          <p:cNvPr id="1043460" name="Rectangle 4">
            <a:extLst>
              <a:ext uri="{FF2B5EF4-FFF2-40B4-BE49-F238E27FC236}">
                <a16:creationId xmlns:a16="http://schemas.microsoft.com/office/drawing/2014/main" id="{B53A6FAF-1431-465B-9E52-4A4AE98ED9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91631" y="3291830"/>
            <a:ext cx="3360737" cy="454025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lIns="68580" tIns="34290" rIns="68580" bIns="34290">
            <a:spAutoFit/>
          </a:bodyPr>
          <a:lstStyle/>
          <a:p>
            <a:pPr eaLnBrk="1" hangingPunct="1">
              <a:defRPr/>
            </a:pPr>
            <a:r>
              <a:rPr lang="zh-CN" altLang="en-US" sz="2500" dirty="0">
                <a:latin typeface="楷体" pitchFamily="49" charset="-122"/>
                <a:ea typeface="楷体" pitchFamily="49" charset="-122"/>
                <a:cs typeface="Times New Roman" pitchFamily="18" charset="0"/>
              </a:rPr>
              <a:t>每个结点都支配它自己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34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0434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0434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0434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 nodeType="clickPar">
                      <p:stCondLst>
                        <p:cond delay="indefinite"/>
                      </p:stCondLst>
                      <p:childTnLst>
                        <p:par>
                          <p:cTn id="1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34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10434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10434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0434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53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34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104346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104346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0434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43460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6916" name="Rectangle 4">
            <a:extLst>
              <a:ext uri="{FF2B5EF4-FFF2-40B4-BE49-F238E27FC236}">
                <a16:creationId xmlns:a16="http://schemas.microsoft.com/office/drawing/2014/main" id="{F9BC4EC7-114F-464F-B43A-C4EDCA86C33C}"/>
              </a:ext>
            </a:extLst>
          </p:cNvPr>
          <p:cNvSpPr>
            <a:spLocks noGrp="1" noChangeArrowheads="1"/>
          </p:cNvSpPr>
          <p:nvPr>
            <p:ph sz="half" idx="4294967295"/>
          </p:nvPr>
        </p:nvSpPr>
        <p:spPr bwMode="auto">
          <a:xfrm>
            <a:off x="5786438" y="857250"/>
            <a:ext cx="3810000" cy="50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/>
          <a:p>
            <a:pPr eaLnBrk="1" hangingPunct="1">
              <a:buClrTx/>
              <a:buFont typeface="Wingdings" panose="05000000000000000000" pitchFamily="2" charset="2"/>
              <a:buChar char="Ø"/>
            </a:pPr>
            <a:r>
              <a:rPr lang="zh-CN" altLang="en-US" sz="2000" b="1">
                <a:solidFill>
                  <a:schemeClr val="tx1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支配结点树</a:t>
            </a:r>
            <a:r>
              <a:rPr lang="en-US" altLang="zh-CN" sz="2000" b="1">
                <a:solidFill>
                  <a:schemeClr val="tx1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600" b="1">
                <a:solidFill>
                  <a:schemeClr val="tx1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(</a:t>
            </a:r>
            <a:r>
              <a:rPr lang="en-US" altLang="zh-CN" sz="1600" b="1" i="1">
                <a:solidFill>
                  <a:schemeClr val="tx1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Dominator</a:t>
            </a:r>
            <a:r>
              <a:rPr lang="zh-CN" altLang="en-US" sz="1600" b="1" i="1">
                <a:solidFill>
                  <a:schemeClr val="tx1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 </a:t>
            </a:r>
            <a:r>
              <a:rPr lang="en-US" altLang="zh-CN" sz="1600" b="1" i="1">
                <a:solidFill>
                  <a:schemeClr val="tx1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Tree</a:t>
            </a:r>
            <a:r>
              <a:rPr lang="en-US" altLang="zh-CN" sz="1600" b="1">
                <a:solidFill>
                  <a:schemeClr val="tx1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)</a:t>
            </a:r>
            <a:endParaRPr lang="zh-CN" altLang="en-US" sz="1600" b="1">
              <a:solidFill>
                <a:schemeClr val="tx1"/>
              </a:solidFill>
              <a:latin typeface="Times New Roman" panose="02020603050405020304" pitchFamily="18" charset="0"/>
              <a:ea typeface="楷体_GB2312" charset="0"/>
              <a:cs typeface="Times New Roman" panose="02020603050405020304" pitchFamily="18" charset="0"/>
            </a:endParaRPr>
          </a:p>
          <a:p>
            <a:pPr lvl="1" eaLnBrk="1" hangingPunct="1"/>
            <a:endParaRPr lang="zh-CN" altLang="en-US" sz="1200">
              <a:solidFill>
                <a:schemeClr val="hlink"/>
              </a:solidFill>
              <a:latin typeface="Times New Roman" panose="02020603050405020304" pitchFamily="18" charset="0"/>
              <a:ea typeface="楷体_GB2312" charset="0"/>
              <a:cs typeface="Times New Roman" panose="02020603050405020304" pitchFamily="18" charset="0"/>
            </a:endParaRPr>
          </a:p>
        </p:txBody>
      </p:sp>
      <p:graphicFrame>
        <p:nvGraphicFramePr>
          <p:cNvPr id="807067" name="Group 155">
            <a:extLst>
              <a:ext uri="{FF2B5EF4-FFF2-40B4-BE49-F238E27FC236}">
                <a16:creationId xmlns:a16="http://schemas.microsoft.com/office/drawing/2014/main" id="{D65E24BD-ABB9-4DD2-B56A-6D1DC8B6B349}"/>
              </a:ext>
            </a:extLst>
          </p:cNvPr>
          <p:cNvGraphicFramePr>
            <a:graphicFrameLocks noGrp="1"/>
          </p:cNvGraphicFramePr>
          <p:nvPr/>
        </p:nvGraphicFramePr>
        <p:xfrm>
          <a:off x="2987675" y="700088"/>
          <a:ext cx="2268538" cy="3771900"/>
        </p:xfrm>
        <a:graphic>
          <a:graphicData uri="http://schemas.openxmlformats.org/drawingml/2006/table">
            <a:tbl>
              <a:tblPr/>
              <a:tblGrid>
                <a:gridCol w="11922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3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7813"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zh-CN" altLang="en-US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楷体" panose="02010609060101010101" pitchFamily="49" charset="-122"/>
                          <a:cs typeface="Times New Roman" panose="02020603050405020304" pitchFamily="18" charset="0"/>
                        </a:rPr>
                        <a:t>支配结点 </a:t>
                      </a:r>
                    </a:p>
                  </a:txBody>
                  <a:tcPr marL="68589" marR="68589" marT="34290" marB="34290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B5CEED"/>
                    </a:solidFill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zh-CN" altLang="en-US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楷体" panose="02010609060101010101" pitchFamily="49" charset="-122"/>
                          <a:cs typeface="Times New Roman" panose="02020603050405020304" pitchFamily="18" charset="0"/>
                        </a:rPr>
                        <a:t>支配对象</a:t>
                      </a:r>
                    </a:p>
                  </a:txBody>
                  <a:tcPr marL="68589" marR="68589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B5CE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6225"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zh-CN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楷体" panose="02010609060101010101" pitchFamily="49" charset="-122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68589" marR="68589" marT="34290" marB="34290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endParaRPr kumimoji="0" lang="en-US" altLang="zh-CN" sz="18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楷体" panose="02010609060101010101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68589" marR="68589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7813"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zh-CN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楷体" panose="02010609060101010101" pitchFamily="49" charset="-122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68589" marR="68589" marT="34290" marB="34290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endParaRPr kumimoji="0" lang="en-US" altLang="zh-CN" sz="18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楷体" panose="02010609060101010101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68589" marR="68589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100"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zh-CN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楷体" panose="02010609060101010101" pitchFamily="49" charset="-122"/>
                          <a:cs typeface="Times New Roman" panose="02020603050405020304" pitchFamily="18" charset="0"/>
                        </a:rPr>
                        <a:t>3</a:t>
                      </a:r>
                    </a:p>
                  </a:txBody>
                  <a:tcPr marL="68589" marR="68589" marT="34290" marB="34290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endParaRPr kumimoji="0" lang="en-US" altLang="zh-CN" sz="18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楷体" panose="02010609060101010101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68589" marR="68589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9875"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zh-CN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楷体" panose="02010609060101010101" pitchFamily="49" charset="-122"/>
                          <a:cs typeface="Times New Roman" panose="02020603050405020304" pitchFamily="18" charset="0"/>
                        </a:rPr>
                        <a:t>4</a:t>
                      </a:r>
                    </a:p>
                  </a:txBody>
                  <a:tcPr marL="68589" marR="68589" marT="34290" marB="34290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endParaRPr kumimoji="0" lang="en-US" altLang="zh-CN" sz="18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楷体" panose="02010609060101010101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68589" marR="68589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6225"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zh-CN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楷体" panose="02010609060101010101" pitchFamily="49" charset="-122"/>
                          <a:cs typeface="Times New Roman" panose="02020603050405020304" pitchFamily="18" charset="0"/>
                        </a:rPr>
                        <a:t>5</a:t>
                      </a:r>
                    </a:p>
                  </a:txBody>
                  <a:tcPr marL="68589" marR="68589" marT="34290" marB="34290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endParaRPr kumimoji="0" lang="en-US" altLang="zh-CN" sz="18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楷体" panose="02010609060101010101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68589" marR="68589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7813"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zh-CN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楷体" panose="02010609060101010101" pitchFamily="49" charset="-122"/>
                          <a:cs typeface="Times New Roman" panose="02020603050405020304" pitchFamily="18" charset="0"/>
                        </a:rPr>
                        <a:t>6</a:t>
                      </a:r>
                    </a:p>
                  </a:txBody>
                  <a:tcPr marL="68589" marR="68589" marT="34290" marB="34290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endParaRPr kumimoji="0" lang="en-US" altLang="zh-CN" sz="18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楷体" panose="02010609060101010101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68589" marR="68589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7813"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zh-CN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楷体" panose="02010609060101010101" pitchFamily="49" charset="-122"/>
                          <a:cs typeface="Times New Roman" panose="02020603050405020304" pitchFamily="18" charset="0"/>
                        </a:rPr>
                        <a:t>7</a:t>
                      </a:r>
                    </a:p>
                  </a:txBody>
                  <a:tcPr marL="68589" marR="68589" marT="34290" marB="34290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endParaRPr kumimoji="0" lang="en-US" altLang="zh-CN" sz="18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楷体" panose="02010609060101010101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68589" marR="68589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7813"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zh-CN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楷体" panose="02010609060101010101" pitchFamily="49" charset="-122"/>
                          <a:cs typeface="Times New Roman" panose="02020603050405020304" pitchFamily="18" charset="0"/>
                        </a:rPr>
                        <a:t>8</a:t>
                      </a:r>
                    </a:p>
                  </a:txBody>
                  <a:tcPr marL="68589" marR="68589" marT="34290" marB="34290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endParaRPr kumimoji="0" lang="en-US" altLang="zh-CN" sz="18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楷体" panose="02010609060101010101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68589" marR="68589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76225"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zh-CN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楷体" panose="02010609060101010101" pitchFamily="49" charset="-122"/>
                          <a:cs typeface="Times New Roman" panose="02020603050405020304" pitchFamily="18" charset="0"/>
                        </a:rPr>
                        <a:t>9</a:t>
                      </a:r>
                    </a:p>
                  </a:txBody>
                  <a:tcPr marL="68589" marR="68589" marT="34290" marB="34290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endParaRPr kumimoji="0" lang="en-US" altLang="zh-CN" sz="18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楷体" panose="02010609060101010101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68589" marR="68589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28600"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zh-CN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楷体" panose="02010609060101010101" pitchFamily="49" charset="-122"/>
                          <a:cs typeface="Times New Roman" panose="02020603050405020304" pitchFamily="18" charset="0"/>
                        </a:rPr>
                        <a:t>10</a:t>
                      </a:r>
                    </a:p>
                  </a:txBody>
                  <a:tcPr marL="68589" marR="68589" marT="34290" marB="34290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endParaRPr kumimoji="0" lang="en-US" altLang="zh-CN" sz="18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楷体" panose="02010609060101010101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68589" marR="68589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807098" name="Rectangle 186">
            <a:extLst>
              <a:ext uri="{FF2B5EF4-FFF2-40B4-BE49-F238E27FC236}">
                <a16:creationId xmlns:a16="http://schemas.microsoft.com/office/drawing/2014/main" id="{6CEE0E2E-2B61-4221-B438-775F656000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57813" y="4500563"/>
            <a:ext cx="3643312" cy="346075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  <a:effectLst/>
        </p:spPr>
        <p:txBody>
          <a:bodyPr lIns="68580" tIns="34290" rIns="68580" bIns="34290">
            <a:spAutoFit/>
          </a:bodyPr>
          <a:lstStyle/>
          <a:p>
            <a:pPr eaLnBrk="1" hangingPunct="1">
              <a:defRPr/>
            </a:pPr>
            <a:r>
              <a:rPr lang="zh-CN" altLang="en-US" dirty="0">
                <a:latin typeface="楷体" pitchFamily="49" charset="-122"/>
                <a:ea typeface="楷体" pitchFamily="49" charset="-122"/>
                <a:cs typeface="Times New Roman" pitchFamily="18" charset="0"/>
              </a:rPr>
              <a:t>每个结点只支配它和它的后代结点</a:t>
            </a:r>
          </a:p>
        </p:txBody>
      </p:sp>
      <p:sp>
        <p:nvSpPr>
          <p:cNvPr id="205864" name="Rectangle 2">
            <a:extLst>
              <a:ext uri="{FF2B5EF4-FFF2-40B4-BE49-F238E27FC236}">
                <a16:creationId xmlns:a16="http://schemas.microsoft.com/office/drawing/2014/main" id="{11F4FF8D-30F7-444B-BD56-22D3244B48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例</a:t>
            </a:r>
            <a:endParaRPr lang="zh-CN" altLang="en-US" sz="3000" dirty="0">
              <a:solidFill>
                <a:schemeClr val="tx1"/>
              </a:solidFill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1" name="Line 31">
            <a:extLst>
              <a:ext uri="{FF2B5EF4-FFF2-40B4-BE49-F238E27FC236}">
                <a16:creationId xmlns:a16="http://schemas.microsoft.com/office/drawing/2014/main" id="{E717B6CB-7529-48BA-97D9-5C58BB1E321E}"/>
              </a:ext>
            </a:extLst>
          </p:cNvPr>
          <p:cNvSpPr>
            <a:spLocks noChangeShapeType="1"/>
          </p:cNvSpPr>
          <p:nvPr/>
        </p:nvSpPr>
        <p:spPr bwMode="auto">
          <a:xfrm>
            <a:off x="2987675" y="700088"/>
            <a:ext cx="0" cy="3779837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 type="non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/>
          </a:p>
        </p:txBody>
      </p:sp>
      <p:sp>
        <p:nvSpPr>
          <p:cNvPr id="13" name="Line 31">
            <a:extLst>
              <a:ext uri="{FF2B5EF4-FFF2-40B4-BE49-F238E27FC236}">
                <a16:creationId xmlns:a16="http://schemas.microsoft.com/office/drawing/2014/main" id="{B7387167-2C90-4B0F-AC33-FE5D6B91E21F}"/>
              </a:ext>
            </a:extLst>
          </p:cNvPr>
          <p:cNvSpPr>
            <a:spLocks noChangeShapeType="1"/>
          </p:cNvSpPr>
          <p:nvPr/>
        </p:nvSpPr>
        <p:spPr bwMode="auto">
          <a:xfrm>
            <a:off x="5268913" y="700088"/>
            <a:ext cx="0" cy="3779837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 type="non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EBFE79E-2D6C-43A9-80E1-E5243A40AE9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54513" y="1058863"/>
            <a:ext cx="763587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en-US" altLang="zh-CN">
                <a:solidFill>
                  <a:srgbClr val="000000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1</a:t>
            </a:r>
            <a:r>
              <a:rPr lang="zh-CN" altLang="en-US">
                <a:solidFill>
                  <a:srgbClr val="000000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～</a:t>
            </a:r>
            <a:r>
              <a:rPr lang="en-US" altLang="zh-CN">
                <a:solidFill>
                  <a:srgbClr val="000000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10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A735BA2C-B18D-4200-967E-A47B5A5851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59300" y="1409700"/>
            <a:ext cx="300038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en-US" altLang="zh-CN">
                <a:solidFill>
                  <a:srgbClr val="000000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2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38E5628C-6760-4199-B1BC-4DC90F1790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54513" y="1708150"/>
            <a:ext cx="763587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en-US" altLang="zh-CN">
                <a:solidFill>
                  <a:srgbClr val="000000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3</a:t>
            </a:r>
            <a:r>
              <a:rPr lang="zh-CN" altLang="en-US">
                <a:solidFill>
                  <a:srgbClr val="000000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～</a:t>
            </a:r>
            <a:r>
              <a:rPr lang="en-US" altLang="zh-CN">
                <a:solidFill>
                  <a:srgbClr val="000000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10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72DFF7B-0F8A-49F4-B270-0CE3A77FF6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54513" y="2066925"/>
            <a:ext cx="763587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en-US" altLang="zh-CN">
                <a:solidFill>
                  <a:srgbClr val="000000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4</a:t>
            </a:r>
            <a:r>
              <a:rPr lang="zh-CN" altLang="en-US">
                <a:solidFill>
                  <a:srgbClr val="000000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～</a:t>
            </a:r>
            <a:r>
              <a:rPr lang="en-US" altLang="zh-CN">
                <a:solidFill>
                  <a:srgbClr val="000000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10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218D0A89-3D23-45A5-B874-AD3993BA017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0" y="2387600"/>
            <a:ext cx="300038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en-US" altLang="zh-CN">
                <a:solidFill>
                  <a:srgbClr val="000000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5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6D33B6D-BC3D-4644-A828-5104A9C6DDB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0" y="2778125"/>
            <a:ext cx="300038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en-US" altLang="zh-CN">
                <a:solidFill>
                  <a:srgbClr val="000000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6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9CED1DC7-2BBA-4174-8130-E9ECDA72D3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11650" y="3067050"/>
            <a:ext cx="763588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en-US" altLang="zh-CN">
                <a:solidFill>
                  <a:srgbClr val="000000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7</a:t>
            </a:r>
            <a:r>
              <a:rPr lang="zh-CN" altLang="en-US">
                <a:solidFill>
                  <a:srgbClr val="000000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～</a:t>
            </a:r>
            <a:r>
              <a:rPr lang="en-US" altLang="zh-CN">
                <a:solidFill>
                  <a:srgbClr val="000000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10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C3C610CF-1699-4EEE-92C8-3A960424BE7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11650" y="3425825"/>
            <a:ext cx="763588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en-US" altLang="zh-CN">
                <a:solidFill>
                  <a:srgbClr val="000000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8</a:t>
            </a:r>
            <a:r>
              <a:rPr lang="zh-CN" altLang="en-US">
                <a:solidFill>
                  <a:srgbClr val="000000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～</a:t>
            </a:r>
            <a:r>
              <a:rPr lang="en-US" altLang="zh-CN">
                <a:solidFill>
                  <a:srgbClr val="000000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10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5A379952-DF6E-4E66-A2AF-D92946FD61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0" y="3786188"/>
            <a:ext cx="300038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r>
              <a:rPr lang="en-US" altLang="zh-CN">
                <a:solidFill>
                  <a:srgbClr val="000000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9</a:t>
            </a:r>
            <a:endParaRPr lang="zh-CN" altLang="en-US">
              <a:ea typeface="楷体" panose="02010609060101010101" pitchFamily="49" charset="-122"/>
              <a:cs typeface="Times New Roman" panose="02020603050405020304" pitchFamily="18" charset="0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CE4A7BAF-B55B-40A9-9FD3-D2BA7E3015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16438" y="4146550"/>
            <a:ext cx="414337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r>
              <a:rPr lang="en-US" altLang="zh-CN">
                <a:solidFill>
                  <a:srgbClr val="000000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10</a:t>
            </a:r>
            <a:endParaRPr lang="zh-CN" altLang="en-US">
              <a:ea typeface="楷体" panose="02010609060101010101" pitchFamily="49" charset="-122"/>
              <a:cs typeface="Times New Roman" panose="02020603050405020304" pitchFamily="18" charset="0"/>
            </a:endParaRPr>
          </a:p>
        </p:txBody>
      </p:sp>
      <p:grpSp>
        <p:nvGrpSpPr>
          <p:cNvPr id="205877" name="组合 807071">
            <a:extLst>
              <a:ext uri="{FF2B5EF4-FFF2-40B4-BE49-F238E27FC236}">
                <a16:creationId xmlns:a16="http://schemas.microsoft.com/office/drawing/2014/main" id="{C115CAD1-2939-4468-9D8E-6018BC754D6A}"/>
              </a:ext>
            </a:extLst>
          </p:cNvPr>
          <p:cNvGrpSpPr>
            <a:grpSpLocks/>
          </p:cNvGrpSpPr>
          <p:nvPr/>
        </p:nvGrpSpPr>
        <p:grpSpPr bwMode="auto">
          <a:xfrm>
            <a:off x="542223" y="1103732"/>
            <a:ext cx="2024062" cy="3276600"/>
            <a:chOff x="128755" y="1428750"/>
            <a:chExt cx="2023393" cy="3276600"/>
          </a:xfrm>
        </p:grpSpPr>
        <p:sp>
          <p:nvSpPr>
            <p:cNvPr id="205908" name="Line 16">
              <a:extLst>
                <a:ext uri="{FF2B5EF4-FFF2-40B4-BE49-F238E27FC236}">
                  <a16:creationId xmlns:a16="http://schemas.microsoft.com/office/drawing/2014/main" id="{C5EEF176-7CA8-417C-B21C-6F71A18514A7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765562" y="1733509"/>
              <a:ext cx="227046" cy="185713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lIns="68580" tIns="34290" rIns="68580" bIns="34290" anchor="ctr"/>
            <a:lstStyle/>
            <a:p>
              <a:endParaRPr lang="zh-CN" altLang="en-US"/>
            </a:p>
          </p:txBody>
        </p:sp>
        <p:sp>
          <p:nvSpPr>
            <p:cNvPr id="205909" name="Freeform 32">
              <a:extLst>
                <a:ext uri="{FF2B5EF4-FFF2-40B4-BE49-F238E27FC236}">
                  <a16:creationId xmlns:a16="http://schemas.microsoft.com/office/drawing/2014/main" id="{DECB0B26-B3A9-4F91-AF4E-52869FBF78AA}"/>
                </a:ext>
              </a:extLst>
            </p:cNvPr>
            <p:cNvSpPr>
              <a:spLocks/>
            </p:cNvSpPr>
            <p:nvPr/>
          </p:nvSpPr>
          <p:spPr bwMode="auto">
            <a:xfrm rot="9839600">
              <a:off x="1241210" y="2380259"/>
              <a:ext cx="225736" cy="372201"/>
            </a:xfrm>
            <a:custGeom>
              <a:avLst/>
              <a:gdLst>
                <a:gd name="T0" fmla="*/ 2147483646 w 347"/>
                <a:gd name="T1" fmla="*/ 2147483646 h 589"/>
                <a:gd name="T2" fmla="*/ 2147483646 w 347"/>
                <a:gd name="T3" fmla="*/ 2147483646 h 589"/>
                <a:gd name="T4" fmla="*/ 2147483646 w 347"/>
                <a:gd name="T5" fmla="*/ 0 h 589"/>
                <a:gd name="T6" fmla="*/ 0 60000 65536"/>
                <a:gd name="T7" fmla="*/ 0 60000 65536"/>
                <a:gd name="T8" fmla="*/ 0 60000 65536"/>
                <a:gd name="T9" fmla="*/ 0 w 347"/>
                <a:gd name="T10" fmla="*/ 0 h 589"/>
                <a:gd name="T11" fmla="*/ 347 w 347"/>
                <a:gd name="T12" fmla="*/ 589 h 589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347" h="589">
                  <a:moveTo>
                    <a:pt x="166" y="589"/>
                  </a:moveTo>
                  <a:cubicBezTo>
                    <a:pt x="83" y="456"/>
                    <a:pt x="0" y="324"/>
                    <a:pt x="30" y="226"/>
                  </a:cubicBezTo>
                  <a:cubicBezTo>
                    <a:pt x="60" y="128"/>
                    <a:pt x="203" y="64"/>
                    <a:pt x="347" y="0"/>
                  </a:cubicBezTo>
                </a:path>
              </a:pathLst>
            </a:custGeom>
            <a:noFill/>
            <a:ln w="25400">
              <a:solidFill>
                <a:schemeClr val="tx1"/>
              </a:solidFill>
              <a:round/>
              <a:headEnd type="stealth" w="lg" len="med"/>
              <a:tailEnd type="none" w="lg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24" name="Oval 71">
              <a:extLst>
                <a:ext uri="{FF2B5EF4-FFF2-40B4-BE49-F238E27FC236}">
                  <a16:creationId xmlns:a16="http://schemas.microsoft.com/office/drawing/2014/main" id="{ACB3FC36-835A-40CC-9C08-5C8159FCB48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76200" y="1490663"/>
              <a:ext cx="361830" cy="3238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lIns="68580" tIns="34290" rIns="68580" bIns="34290" anchor="ctr"/>
            <a:lstStyle/>
            <a:p>
              <a:pPr eaLnBrk="1" hangingPunct="1">
                <a:defRPr/>
              </a:pPr>
              <a:endParaRPr lang="en-US" altLang="zh-CN" sz="2400" b="0" i="1" baseline="-25000">
                <a:solidFill>
                  <a:prstClr val="black"/>
                </a:solidFill>
                <a:latin typeface="Times New Roman" pitchFamily="18" charset="0"/>
              </a:endParaRPr>
            </a:p>
          </p:txBody>
        </p:sp>
        <p:sp>
          <p:nvSpPr>
            <p:cNvPr id="205911" name="Line 50">
              <a:extLst>
                <a:ext uri="{FF2B5EF4-FFF2-40B4-BE49-F238E27FC236}">
                  <a16:creationId xmlns:a16="http://schemas.microsoft.com/office/drawing/2014/main" id="{F92F7388-7664-42E9-9BC9-36AA3E613A79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165675" y="1838271"/>
              <a:ext cx="0" cy="260314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205912" name="Text Box 13">
              <a:extLst>
                <a:ext uri="{FF2B5EF4-FFF2-40B4-BE49-F238E27FC236}">
                  <a16:creationId xmlns:a16="http://schemas.microsoft.com/office/drawing/2014/main" id="{3243CD46-0270-43E6-BEDF-F828439978E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24367" y="1428750"/>
              <a:ext cx="231809" cy="43808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>
              <a:spAutoFit/>
            </a:bodyPr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kumimoji="1" lang="en-US" altLang="zh-CN" sz="2400" dirty="0">
                  <a:solidFill>
                    <a:srgbClr val="000000"/>
                  </a:solidFill>
                  <a:latin typeface="Times New Roman" panose="02020603050405020304" pitchFamily="18" charset="0"/>
                </a:rPr>
                <a:t>1</a:t>
              </a:r>
            </a:p>
          </p:txBody>
        </p:sp>
        <p:sp>
          <p:nvSpPr>
            <p:cNvPr id="27" name="Oval 71">
              <a:extLst>
                <a:ext uri="{FF2B5EF4-FFF2-40B4-BE49-F238E27FC236}">
                  <a16:creationId xmlns:a16="http://schemas.microsoft.com/office/drawing/2014/main" id="{94CC3050-4DB6-4D77-8B23-1A0A92EDB6E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79374" y="2114550"/>
              <a:ext cx="361830" cy="3238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lIns="68580" tIns="34290" rIns="68580" bIns="34290" anchor="ctr"/>
            <a:lstStyle/>
            <a:p>
              <a:pPr eaLnBrk="1" hangingPunct="1">
                <a:defRPr/>
              </a:pPr>
              <a:endParaRPr lang="en-US" altLang="zh-CN" sz="2400" b="0" i="1" baseline="-25000">
                <a:solidFill>
                  <a:prstClr val="black"/>
                </a:solidFill>
                <a:latin typeface="Times New Roman" pitchFamily="18" charset="0"/>
              </a:endParaRPr>
            </a:p>
          </p:txBody>
        </p:sp>
        <p:sp>
          <p:nvSpPr>
            <p:cNvPr id="205914" name="Text Box 13">
              <a:extLst>
                <a:ext uri="{FF2B5EF4-FFF2-40B4-BE49-F238E27FC236}">
                  <a16:creationId xmlns:a16="http://schemas.microsoft.com/office/drawing/2014/main" id="{96641FB1-B81D-4F0B-95F6-B617C577AF7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27541" y="2052558"/>
              <a:ext cx="231809" cy="43808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>
              <a:spAutoFit/>
            </a:bodyPr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kumimoji="1" lang="en-US" altLang="zh-CN" sz="2400">
                  <a:solidFill>
                    <a:srgbClr val="000000"/>
                  </a:solidFill>
                  <a:latin typeface="Times New Roman" panose="02020603050405020304" pitchFamily="18" charset="0"/>
                </a:rPr>
                <a:t>3</a:t>
              </a:r>
            </a:p>
          </p:txBody>
        </p:sp>
        <p:sp>
          <p:nvSpPr>
            <p:cNvPr id="29" name="Oval 71">
              <a:extLst>
                <a:ext uri="{FF2B5EF4-FFF2-40B4-BE49-F238E27FC236}">
                  <a16:creationId xmlns:a16="http://schemas.microsoft.com/office/drawing/2014/main" id="{8305B2C4-ADDF-41D8-98BB-9CE34A309D2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79374" y="2714625"/>
              <a:ext cx="361830" cy="3238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lIns="68580" tIns="34290" rIns="68580" bIns="34290" anchor="ctr"/>
            <a:lstStyle/>
            <a:p>
              <a:pPr eaLnBrk="1" hangingPunct="1">
                <a:defRPr/>
              </a:pPr>
              <a:endParaRPr lang="en-US" altLang="zh-CN" sz="2400" b="0" i="1" baseline="-25000">
                <a:solidFill>
                  <a:prstClr val="black"/>
                </a:solidFill>
                <a:latin typeface="Times New Roman" pitchFamily="18" charset="0"/>
              </a:endParaRPr>
            </a:p>
          </p:txBody>
        </p:sp>
        <p:sp>
          <p:nvSpPr>
            <p:cNvPr id="205916" name="Text Box 13">
              <a:extLst>
                <a:ext uri="{FF2B5EF4-FFF2-40B4-BE49-F238E27FC236}">
                  <a16:creationId xmlns:a16="http://schemas.microsoft.com/office/drawing/2014/main" id="{CD57502F-94E2-4EEA-BE71-AECBDC15FF4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27541" y="2652551"/>
              <a:ext cx="231809" cy="43808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>
              <a:spAutoFit/>
            </a:bodyPr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kumimoji="1" lang="en-US" altLang="zh-CN" sz="2400" dirty="0">
                  <a:solidFill>
                    <a:srgbClr val="000000"/>
                  </a:solidFill>
                  <a:latin typeface="Times New Roman" panose="02020603050405020304" pitchFamily="18" charset="0"/>
                </a:rPr>
                <a:t>4</a:t>
              </a:r>
            </a:p>
          </p:txBody>
        </p:sp>
        <p:sp>
          <p:nvSpPr>
            <p:cNvPr id="31" name="Oval 71">
              <a:extLst>
                <a:ext uri="{FF2B5EF4-FFF2-40B4-BE49-F238E27FC236}">
                  <a16:creationId xmlns:a16="http://schemas.microsoft.com/office/drawing/2014/main" id="{5004B3BF-E740-4AAD-822F-CDD67A08AEB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79374" y="3400425"/>
              <a:ext cx="361830" cy="3238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lIns="68580" tIns="34290" rIns="68580" bIns="34290" anchor="ctr"/>
            <a:lstStyle/>
            <a:p>
              <a:pPr eaLnBrk="1" hangingPunct="1">
                <a:defRPr/>
              </a:pPr>
              <a:endParaRPr lang="en-US" altLang="zh-CN" sz="2400" b="0" i="1" baseline="-25000">
                <a:solidFill>
                  <a:prstClr val="black"/>
                </a:solidFill>
                <a:latin typeface="Times New Roman" pitchFamily="18" charset="0"/>
              </a:endParaRPr>
            </a:p>
          </p:txBody>
        </p:sp>
        <p:sp>
          <p:nvSpPr>
            <p:cNvPr id="205918" name="Text Box 13">
              <a:extLst>
                <a:ext uri="{FF2B5EF4-FFF2-40B4-BE49-F238E27FC236}">
                  <a16:creationId xmlns:a16="http://schemas.microsoft.com/office/drawing/2014/main" id="{21D15B6B-2F35-4356-B226-E93D61C6EDC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27541" y="3338264"/>
              <a:ext cx="231809" cy="43808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>
              <a:spAutoFit/>
            </a:bodyPr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kumimoji="1" lang="en-US" altLang="zh-CN" sz="2400" dirty="0">
                  <a:solidFill>
                    <a:srgbClr val="000000"/>
                  </a:solidFill>
                  <a:latin typeface="Times New Roman" panose="02020603050405020304" pitchFamily="18" charset="0"/>
                </a:rPr>
                <a:t>7</a:t>
              </a:r>
            </a:p>
          </p:txBody>
        </p:sp>
        <p:sp>
          <p:nvSpPr>
            <p:cNvPr id="33" name="Oval 71">
              <a:extLst>
                <a:ext uri="{FF2B5EF4-FFF2-40B4-BE49-F238E27FC236}">
                  <a16:creationId xmlns:a16="http://schemas.microsoft.com/office/drawing/2014/main" id="{DC2031AA-969B-4B6C-8C8B-902F8F69AEB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79374" y="4010025"/>
              <a:ext cx="361830" cy="3238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lIns="68580" tIns="34290" rIns="68580" bIns="34290" anchor="ctr"/>
            <a:lstStyle/>
            <a:p>
              <a:pPr eaLnBrk="1" hangingPunct="1">
                <a:defRPr/>
              </a:pPr>
              <a:endParaRPr lang="en-US" altLang="zh-CN" sz="2400" b="0" i="1" baseline="-25000">
                <a:solidFill>
                  <a:prstClr val="black"/>
                </a:solidFill>
                <a:latin typeface="Times New Roman" pitchFamily="18" charset="0"/>
              </a:endParaRPr>
            </a:p>
          </p:txBody>
        </p:sp>
        <p:sp>
          <p:nvSpPr>
            <p:cNvPr id="205920" name="Text Box 13">
              <a:extLst>
                <a:ext uri="{FF2B5EF4-FFF2-40B4-BE49-F238E27FC236}">
                  <a16:creationId xmlns:a16="http://schemas.microsoft.com/office/drawing/2014/main" id="{BBFC8ED4-4C98-4ACC-9576-81C3BDC47A8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27541" y="3947780"/>
              <a:ext cx="231809" cy="43808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>
              <a:spAutoFit/>
            </a:bodyPr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kumimoji="1" lang="en-US" altLang="zh-CN" sz="2400">
                  <a:solidFill>
                    <a:srgbClr val="000000"/>
                  </a:solidFill>
                  <a:latin typeface="Times New Roman" panose="02020603050405020304" pitchFamily="18" charset="0"/>
                </a:rPr>
                <a:t>8</a:t>
              </a:r>
            </a:p>
          </p:txBody>
        </p:sp>
        <p:sp>
          <p:nvSpPr>
            <p:cNvPr id="35" name="Oval 71">
              <a:extLst>
                <a:ext uri="{FF2B5EF4-FFF2-40B4-BE49-F238E27FC236}">
                  <a16:creationId xmlns:a16="http://schemas.microsoft.com/office/drawing/2014/main" id="{9D04884D-AEE6-422B-8318-A8BA565C466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4889" y="1828800"/>
              <a:ext cx="360243" cy="3238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lIns="68580" tIns="34290" rIns="68580" bIns="34290" anchor="ctr"/>
            <a:lstStyle/>
            <a:p>
              <a:pPr eaLnBrk="1" hangingPunct="1">
                <a:defRPr/>
              </a:pPr>
              <a:endParaRPr lang="en-US" altLang="zh-CN" sz="2400" b="0" i="1" baseline="-25000">
                <a:solidFill>
                  <a:prstClr val="black"/>
                </a:solidFill>
                <a:latin typeface="Times New Roman" pitchFamily="18" charset="0"/>
              </a:endParaRPr>
            </a:p>
          </p:txBody>
        </p:sp>
        <p:sp>
          <p:nvSpPr>
            <p:cNvPr id="205922" name="Text Box 13">
              <a:extLst>
                <a:ext uri="{FF2B5EF4-FFF2-40B4-BE49-F238E27FC236}">
                  <a16:creationId xmlns:a16="http://schemas.microsoft.com/office/drawing/2014/main" id="{071B5368-9627-4928-BB35-5C6420E7BEB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2779" y="1766846"/>
              <a:ext cx="231809" cy="43808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>
              <a:spAutoFit/>
            </a:bodyPr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kumimoji="1" lang="en-US" altLang="zh-CN" sz="2400" dirty="0">
                  <a:solidFill>
                    <a:srgbClr val="000000"/>
                  </a:solidFill>
                  <a:latin typeface="Times New Roman" panose="02020603050405020304" pitchFamily="18" charset="0"/>
                </a:rPr>
                <a:t>2</a:t>
              </a:r>
            </a:p>
          </p:txBody>
        </p:sp>
        <p:sp>
          <p:nvSpPr>
            <p:cNvPr id="37" name="Oval 71">
              <a:extLst>
                <a:ext uri="{FF2B5EF4-FFF2-40B4-BE49-F238E27FC236}">
                  <a16:creationId xmlns:a16="http://schemas.microsoft.com/office/drawing/2014/main" id="{ECD80907-941E-4E9A-AD55-71FD0EF08D5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49097" y="3052763"/>
              <a:ext cx="360244" cy="3238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lIns="68580" tIns="34290" rIns="68580" bIns="34290" anchor="ctr"/>
            <a:lstStyle/>
            <a:p>
              <a:pPr eaLnBrk="1" hangingPunct="1">
                <a:defRPr/>
              </a:pPr>
              <a:endParaRPr lang="en-US" altLang="zh-CN" sz="2400" b="0" i="1" baseline="-25000">
                <a:solidFill>
                  <a:prstClr val="black"/>
                </a:solidFill>
                <a:latin typeface="Times New Roman" pitchFamily="18" charset="0"/>
              </a:endParaRPr>
            </a:p>
          </p:txBody>
        </p:sp>
        <p:sp>
          <p:nvSpPr>
            <p:cNvPr id="205924" name="Text Box 13">
              <a:extLst>
                <a:ext uri="{FF2B5EF4-FFF2-40B4-BE49-F238E27FC236}">
                  <a16:creationId xmlns:a16="http://schemas.microsoft.com/office/drawing/2014/main" id="{D7B7DB81-13A4-4098-9987-72663D9781A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595955" y="2990644"/>
              <a:ext cx="231809" cy="43808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>
              <a:spAutoFit/>
            </a:bodyPr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kumimoji="1" lang="en-US" altLang="zh-CN" sz="2400">
                  <a:solidFill>
                    <a:srgbClr val="000000"/>
                  </a:solidFill>
                  <a:latin typeface="Times New Roman" panose="02020603050405020304" pitchFamily="18" charset="0"/>
                </a:rPr>
                <a:t>6</a:t>
              </a:r>
            </a:p>
          </p:txBody>
        </p:sp>
        <p:sp>
          <p:nvSpPr>
            <p:cNvPr id="39" name="Oval 71">
              <a:extLst>
                <a:ext uri="{FF2B5EF4-FFF2-40B4-BE49-F238E27FC236}">
                  <a16:creationId xmlns:a16="http://schemas.microsoft.com/office/drawing/2014/main" id="{59FABB34-265E-4351-8432-002D3B95B9E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8063" y="3052763"/>
              <a:ext cx="360243" cy="3238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lIns="68580" tIns="34290" rIns="68580" bIns="34290" anchor="ctr"/>
            <a:lstStyle/>
            <a:p>
              <a:pPr eaLnBrk="1" hangingPunct="1">
                <a:defRPr/>
              </a:pPr>
              <a:endParaRPr lang="en-US" altLang="zh-CN" sz="2400" b="0" i="1" baseline="-25000">
                <a:solidFill>
                  <a:prstClr val="black"/>
                </a:solidFill>
                <a:latin typeface="Times New Roman" pitchFamily="18" charset="0"/>
              </a:endParaRPr>
            </a:p>
          </p:txBody>
        </p:sp>
        <p:sp>
          <p:nvSpPr>
            <p:cNvPr id="205926" name="Text Box 13">
              <a:extLst>
                <a:ext uri="{FF2B5EF4-FFF2-40B4-BE49-F238E27FC236}">
                  <a16:creationId xmlns:a16="http://schemas.microsoft.com/office/drawing/2014/main" id="{C089137B-0FF9-4FD5-80FF-553982F42CC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5953" y="2990644"/>
              <a:ext cx="231809" cy="43808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>
              <a:spAutoFit/>
            </a:bodyPr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kumimoji="1" lang="en-US" altLang="zh-CN" sz="2400">
                  <a:solidFill>
                    <a:srgbClr val="000000"/>
                  </a:solidFill>
                  <a:latin typeface="Times New Roman" panose="02020603050405020304" pitchFamily="18" charset="0"/>
                </a:rPr>
                <a:t>5</a:t>
              </a:r>
            </a:p>
          </p:txBody>
        </p:sp>
        <p:sp>
          <p:nvSpPr>
            <p:cNvPr id="41" name="Oval 71">
              <a:extLst>
                <a:ext uri="{FF2B5EF4-FFF2-40B4-BE49-F238E27FC236}">
                  <a16:creationId xmlns:a16="http://schemas.microsoft.com/office/drawing/2014/main" id="{1C2AA3E1-FD83-442D-8585-CB239DB5D6F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49097" y="4329113"/>
              <a:ext cx="360244" cy="3238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lIns="68580" tIns="34290" rIns="68580" bIns="34290" anchor="ctr"/>
            <a:lstStyle/>
            <a:p>
              <a:pPr eaLnBrk="1" hangingPunct="1">
                <a:defRPr/>
              </a:pPr>
              <a:endParaRPr lang="en-US" altLang="zh-CN" sz="2400" b="0" i="1" baseline="-25000">
                <a:solidFill>
                  <a:prstClr val="black"/>
                </a:solidFill>
                <a:latin typeface="Times New Roman" pitchFamily="18" charset="0"/>
              </a:endParaRPr>
            </a:p>
          </p:txBody>
        </p:sp>
        <p:sp>
          <p:nvSpPr>
            <p:cNvPr id="205928" name="Text Box 13">
              <a:extLst>
                <a:ext uri="{FF2B5EF4-FFF2-40B4-BE49-F238E27FC236}">
                  <a16:creationId xmlns:a16="http://schemas.microsoft.com/office/drawing/2014/main" id="{92CF7A1C-E072-4E0B-9F1F-7B8F555F25D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524507" y="4266829"/>
              <a:ext cx="527130" cy="43852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>
              <a:spAutoFit/>
            </a:bodyPr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kumimoji="1" lang="en-US" altLang="zh-CN" sz="2400">
                  <a:solidFill>
                    <a:srgbClr val="000000"/>
                  </a:solidFill>
                  <a:latin typeface="Times New Roman" panose="02020603050405020304" pitchFamily="18" charset="0"/>
                </a:rPr>
                <a:t>10</a:t>
              </a:r>
            </a:p>
          </p:txBody>
        </p:sp>
        <p:sp>
          <p:nvSpPr>
            <p:cNvPr id="43" name="Oval 71">
              <a:extLst>
                <a:ext uri="{FF2B5EF4-FFF2-40B4-BE49-F238E27FC236}">
                  <a16:creationId xmlns:a16="http://schemas.microsoft.com/office/drawing/2014/main" id="{153A2C0E-9F48-466D-ACEC-4EEF7642618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8063" y="4329113"/>
              <a:ext cx="360243" cy="3238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lIns="68580" tIns="34290" rIns="68580" bIns="34290" anchor="ctr"/>
            <a:lstStyle/>
            <a:p>
              <a:pPr eaLnBrk="1" hangingPunct="1">
                <a:defRPr/>
              </a:pPr>
              <a:endParaRPr lang="en-US" altLang="zh-CN" sz="2400" b="0" i="1" baseline="-25000">
                <a:solidFill>
                  <a:prstClr val="black"/>
                </a:solidFill>
                <a:latin typeface="Times New Roman" pitchFamily="18" charset="0"/>
              </a:endParaRPr>
            </a:p>
          </p:txBody>
        </p:sp>
        <p:sp>
          <p:nvSpPr>
            <p:cNvPr id="205930" name="Text Box 13">
              <a:extLst>
                <a:ext uri="{FF2B5EF4-FFF2-40B4-BE49-F238E27FC236}">
                  <a16:creationId xmlns:a16="http://schemas.microsoft.com/office/drawing/2014/main" id="{32A58F17-35B6-4701-A722-5B7DC45843D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5953" y="4266829"/>
              <a:ext cx="231809" cy="43808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>
              <a:spAutoFit/>
            </a:bodyPr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kumimoji="1" lang="en-US" altLang="zh-CN" sz="2400">
                  <a:solidFill>
                    <a:srgbClr val="000000"/>
                  </a:solidFill>
                  <a:latin typeface="Times New Roman" panose="02020603050405020304" pitchFamily="18" charset="0"/>
                </a:rPr>
                <a:t>9</a:t>
              </a:r>
            </a:p>
          </p:txBody>
        </p:sp>
        <p:sp>
          <p:nvSpPr>
            <p:cNvPr id="205931" name="Line 50">
              <a:extLst>
                <a:ext uri="{FF2B5EF4-FFF2-40B4-BE49-F238E27FC236}">
                  <a16:creationId xmlns:a16="http://schemas.microsoft.com/office/drawing/2014/main" id="{D7D95D18-3419-40AF-AFC0-475FD330DFCA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160911" y="2444618"/>
              <a:ext cx="0" cy="260314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205932" name="Line 50">
              <a:extLst>
                <a:ext uri="{FF2B5EF4-FFF2-40B4-BE49-F238E27FC236}">
                  <a16:creationId xmlns:a16="http://schemas.microsoft.com/office/drawing/2014/main" id="{5FA4224C-223D-4D6E-87CC-6FB6A64AF34E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165675" y="3730323"/>
              <a:ext cx="0" cy="260314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205933" name="Line 16">
              <a:extLst>
                <a:ext uri="{FF2B5EF4-FFF2-40B4-BE49-F238E27FC236}">
                  <a16:creationId xmlns:a16="http://schemas.microsoft.com/office/drawing/2014/main" id="{4BA610F7-E961-4E05-A65E-594282D9B9CE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752862" y="2947787"/>
              <a:ext cx="227046" cy="185713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lIns="68580" tIns="34290" rIns="68580" bIns="34290" anchor="ctr"/>
            <a:lstStyle/>
            <a:p>
              <a:endParaRPr lang="zh-CN" altLang="en-US"/>
            </a:p>
          </p:txBody>
        </p:sp>
        <p:sp>
          <p:nvSpPr>
            <p:cNvPr id="205934" name="Line 16">
              <a:extLst>
                <a:ext uri="{FF2B5EF4-FFF2-40B4-BE49-F238E27FC236}">
                  <a16:creationId xmlns:a16="http://schemas.microsoft.com/office/drawing/2014/main" id="{5078F18C-CD7E-4F26-94DC-CE618DE7D135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765563" y="4233493"/>
              <a:ext cx="227046" cy="185713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lIns="68580" tIns="34290" rIns="68580" bIns="34290" anchor="ctr"/>
            <a:lstStyle/>
            <a:p>
              <a:endParaRPr lang="zh-CN" altLang="en-US"/>
            </a:p>
          </p:txBody>
        </p:sp>
        <p:sp>
          <p:nvSpPr>
            <p:cNvPr id="205935" name="Line 16">
              <a:extLst>
                <a:ext uri="{FF2B5EF4-FFF2-40B4-BE49-F238E27FC236}">
                  <a16:creationId xmlns:a16="http://schemas.microsoft.com/office/drawing/2014/main" id="{C0D035FF-06B9-43C4-A2EF-937B82FE1063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337151" y="3304927"/>
              <a:ext cx="227046" cy="185713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lIns="68580" tIns="34290" rIns="68580" bIns="34290" anchor="ctr"/>
            <a:lstStyle/>
            <a:p>
              <a:endParaRPr lang="zh-CN" altLang="en-US"/>
            </a:p>
          </p:txBody>
        </p:sp>
        <p:sp>
          <p:nvSpPr>
            <p:cNvPr id="205936" name="Line 16">
              <a:extLst>
                <a:ext uri="{FF2B5EF4-FFF2-40B4-BE49-F238E27FC236}">
                  <a16:creationId xmlns:a16="http://schemas.microsoft.com/office/drawing/2014/main" id="{49C7CA5A-404D-4157-95E6-D51F2409998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06815" y="2114461"/>
              <a:ext cx="273093" cy="142856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lIns="68580" tIns="34290" rIns="68580" bIns="34290" anchor="ctr"/>
            <a:lstStyle/>
            <a:p>
              <a:endParaRPr lang="zh-CN" altLang="en-US"/>
            </a:p>
          </p:txBody>
        </p:sp>
        <p:sp>
          <p:nvSpPr>
            <p:cNvPr id="205937" name="Line 16">
              <a:extLst>
                <a:ext uri="{FF2B5EF4-FFF2-40B4-BE49-F238E27FC236}">
                  <a16:creationId xmlns:a16="http://schemas.microsoft.com/office/drawing/2014/main" id="{FF18A9D6-2D71-4FCC-A7C9-40F613D9930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68738" y="3309690"/>
              <a:ext cx="273093" cy="142856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lIns="68580" tIns="34290" rIns="68580" bIns="34290" anchor="ctr"/>
            <a:lstStyle/>
            <a:p>
              <a:endParaRPr lang="zh-CN" altLang="en-US"/>
            </a:p>
          </p:txBody>
        </p:sp>
        <p:sp>
          <p:nvSpPr>
            <p:cNvPr id="205938" name="Line 16">
              <a:extLst>
                <a:ext uri="{FF2B5EF4-FFF2-40B4-BE49-F238E27FC236}">
                  <a16:creationId xmlns:a16="http://schemas.microsoft.com/office/drawing/2014/main" id="{D0364A89-8070-4285-B5C2-C5B6517D3E0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349852" y="2947787"/>
              <a:ext cx="273093" cy="142856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lIns="68580" tIns="34290" rIns="68580" bIns="34290" anchor="ctr"/>
            <a:lstStyle/>
            <a:p>
              <a:endParaRPr lang="zh-CN" altLang="en-US"/>
            </a:p>
          </p:txBody>
        </p:sp>
        <p:sp>
          <p:nvSpPr>
            <p:cNvPr id="205939" name="Line 16">
              <a:extLst>
                <a:ext uri="{FF2B5EF4-FFF2-40B4-BE49-F238E27FC236}">
                  <a16:creationId xmlns:a16="http://schemas.microsoft.com/office/drawing/2014/main" id="{01432965-712E-499F-997A-AA884CC8793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349852" y="4233493"/>
              <a:ext cx="273093" cy="142856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lIns="68580" tIns="34290" rIns="68580" bIns="34290" anchor="ctr"/>
            <a:lstStyle/>
            <a:p>
              <a:endParaRPr lang="zh-CN" altLang="en-US"/>
            </a:p>
          </p:txBody>
        </p:sp>
        <p:sp>
          <p:nvSpPr>
            <p:cNvPr id="205940" name="Freeform 32">
              <a:extLst>
                <a:ext uri="{FF2B5EF4-FFF2-40B4-BE49-F238E27FC236}">
                  <a16:creationId xmlns:a16="http://schemas.microsoft.com/office/drawing/2014/main" id="{B3E8CA3C-6586-4CB5-B777-5D4C90855DA4}"/>
                </a:ext>
              </a:extLst>
            </p:cNvPr>
            <p:cNvSpPr>
              <a:spLocks/>
            </p:cNvSpPr>
            <p:nvPr/>
          </p:nvSpPr>
          <p:spPr bwMode="auto">
            <a:xfrm rot="7422157">
              <a:off x="1404863" y="3513477"/>
              <a:ext cx="467623" cy="835273"/>
            </a:xfrm>
            <a:custGeom>
              <a:avLst/>
              <a:gdLst>
                <a:gd name="T0" fmla="*/ 2147483646 w 347"/>
                <a:gd name="T1" fmla="*/ 2147483646 h 589"/>
                <a:gd name="T2" fmla="*/ 2147483646 w 347"/>
                <a:gd name="T3" fmla="*/ 2147483646 h 589"/>
                <a:gd name="T4" fmla="*/ 2147483646 w 347"/>
                <a:gd name="T5" fmla="*/ 0 h 589"/>
                <a:gd name="T6" fmla="*/ 0 60000 65536"/>
                <a:gd name="T7" fmla="*/ 0 60000 65536"/>
                <a:gd name="T8" fmla="*/ 0 60000 65536"/>
                <a:gd name="T9" fmla="*/ 0 w 347"/>
                <a:gd name="T10" fmla="*/ 0 h 589"/>
                <a:gd name="T11" fmla="*/ 347 w 347"/>
                <a:gd name="T12" fmla="*/ 589 h 589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347" h="589">
                  <a:moveTo>
                    <a:pt x="166" y="589"/>
                  </a:moveTo>
                  <a:cubicBezTo>
                    <a:pt x="83" y="456"/>
                    <a:pt x="0" y="324"/>
                    <a:pt x="30" y="226"/>
                  </a:cubicBezTo>
                  <a:cubicBezTo>
                    <a:pt x="60" y="128"/>
                    <a:pt x="203" y="64"/>
                    <a:pt x="347" y="0"/>
                  </a:cubicBezTo>
                </a:path>
              </a:pathLst>
            </a:custGeom>
            <a:noFill/>
            <a:ln w="25400">
              <a:solidFill>
                <a:schemeClr val="tx1"/>
              </a:solidFill>
              <a:round/>
              <a:headEnd type="stealth" w="lg" len="med"/>
              <a:tailEnd type="none" w="lg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56" name="任意多边形 55">
              <a:extLst>
                <a:ext uri="{FF2B5EF4-FFF2-40B4-BE49-F238E27FC236}">
                  <a16:creationId xmlns:a16="http://schemas.microsoft.com/office/drawing/2014/main" id="{6F5DCC0B-F69F-4F05-92CD-B9F9466F0903}"/>
                </a:ext>
              </a:extLst>
            </p:cNvPr>
            <p:cNvSpPr/>
            <p:nvPr/>
          </p:nvSpPr>
          <p:spPr bwMode="auto">
            <a:xfrm>
              <a:off x="1328508" y="2838453"/>
              <a:ext cx="714139" cy="814144"/>
            </a:xfrm>
            <a:custGeom>
              <a:avLst/>
              <a:gdLst>
                <a:gd name="connsiteX0" fmla="*/ 0 w 823912"/>
                <a:gd name="connsiteY0" fmla="*/ 1914525 h 1914525"/>
                <a:gd name="connsiteX1" fmla="*/ 609600 w 823912"/>
                <a:gd name="connsiteY1" fmla="*/ 1333500 h 1914525"/>
                <a:gd name="connsiteX2" fmla="*/ 790575 w 823912"/>
                <a:gd name="connsiteY2" fmla="*/ 781050 h 1914525"/>
                <a:gd name="connsiteX3" fmla="*/ 409575 w 823912"/>
                <a:gd name="connsiteY3" fmla="*/ 171450 h 1914525"/>
                <a:gd name="connsiteX4" fmla="*/ 9525 w 823912"/>
                <a:gd name="connsiteY4" fmla="*/ 0 h 1914525"/>
                <a:gd name="connsiteX5" fmla="*/ 9525 w 823912"/>
                <a:gd name="connsiteY5" fmla="*/ 0 h 1914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823912" h="1914525">
                  <a:moveTo>
                    <a:pt x="0" y="1914525"/>
                  </a:moveTo>
                  <a:cubicBezTo>
                    <a:pt x="238919" y="1718468"/>
                    <a:pt x="477838" y="1522412"/>
                    <a:pt x="609600" y="1333500"/>
                  </a:cubicBezTo>
                  <a:cubicBezTo>
                    <a:pt x="741362" y="1144588"/>
                    <a:pt x="823912" y="974725"/>
                    <a:pt x="790575" y="781050"/>
                  </a:cubicBezTo>
                  <a:cubicBezTo>
                    <a:pt x="757238" y="587375"/>
                    <a:pt x="539750" y="301625"/>
                    <a:pt x="409575" y="171450"/>
                  </a:cubicBezTo>
                  <a:cubicBezTo>
                    <a:pt x="279400" y="41275"/>
                    <a:pt x="9525" y="0"/>
                    <a:pt x="9525" y="0"/>
                  </a:cubicBezTo>
                  <a:lnTo>
                    <a:pt x="9525" y="0"/>
                  </a:lnTo>
                </a:path>
              </a:pathLst>
            </a:custGeom>
            <a:ln w="25400">
              <a:solidFill>
                <a:schemeClr val="tx1"/>
              </a:solidFill>
              <a:headEnd type="none"/>
              <a:tailEnd type="stealth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 dirty="0"/>
            </a:p>
          </p:txBody>
        </p:sp>
        <p:sp>
          <p:nvSpPr>
            <p:cNvPr id="16" name="任意多边形 15">
              <a:extLst>
                <a:ext uri="{FF2B5EF4-FFF2-40B4-BE49-F238E27FC236}">
                  <a16:creationId xmlns:a16="http://schemas.microsoft.com/office/drawing/2014/main" id="{B5FF8C45-9CEC-46C6-A2C1-1AB86E78D3A7}"/>
                </a:ext>
              </a:extLst>
            </p:cNvPr>
            <p:cNvSpPr/>
            <p:nvPr/>
          </p:nvSpPr>
          <p:spPr>
            <a:xfrm>
              <a:off x="128755" y="1495425"/>
              <a:ext cx="844271" cy="2830513"/>
            </a:xfrm>
            <a:custGeom>
              <a:avLst/>
              <a:gdLst>
                <a:gd name="connsiteX0" fmla="*/ 313854 w 843941"/>
                <a:gd name="connsiteY0" fmla="*/ 2829944 h 2829944"/>
                <a:gd name="connsiteX1" fmla="*/ 22306 w 843941"/>
                <a:gd name="connsiteY1" fmla="*/ 351788 h 2829944"/>
                <a:gd name="connsiteX2" fmla="*/ 843941 w 843941"/>
                <a:gd name="connsiteY2" fmla="*/ 73492 h 28299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43941" h="2829944">
                  <a:moveTo>
                    <a:pt x="313854" y="2829944"/>
                  </a:moveTo>
                  <a:cubicBezTo>
                    <a:pt x="123906" y="1820570"/>
                    <a:pt x="-66042" y="811197"/>
                    <a:pt x="22306" y="351788"/>
                  </a:cubicBezTo>
                  <a:cubicBezTo>
                    <a:pt x="110654" y="-107621"/>
                    <a:pt x="477297" y="-17065"/>
                    <a:pt x="843941" y="73492"/>
                  </a:cubicBezTo>
                </a:path>
              </a:pathLst>
            </a:custGeom>
            <a:noFill/>
            <a:ln w="25400">
              <a:solidFill>
                <a:schemeClr val="tx1"/>
              </a:solidFill>
              <a:tailEnd type="stealth" w="lg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/>
            </a:p>
          </p:txBody>
        </p:sp>
        <p:sp>
          <p:nvSpPr>
            <p:cNvPr id="18" name="任意多边形 17">
              <a:extLst>
                <a:ext uri="{FF2B5EF4-FFF2-40B4-BE49-F238E27FC236}">
                  <a16:creationId xmlns:a16="http://schemas.microsoft.com/office/drawing/2014/main" id="{95F7B41A-6824-4446-9473-02BE66D106EB}"/>
                </a:ext>
              </a:extLst>
            </p:cNvPr>
            <p:cNvSpPr/>
            <p:nvPr/>
          </p:nvSpPr>
          <p:spPr>
            <a:xfrm>
              <a:off x="1344378" y="2232025"/>
              <a:ext cx="807770" cy="1868488"/>
            </a:xfrm>
            <a:custGeom>
              <a:avLst/>
              <a:gdLst>
                <a:gd name="connsiteX0" fmla="*/ 13252 w 808391"/>
                <a:gd name="connsiteY0" fmla="*/ 1868556 h 1868556"/>
                <a:gd name="connsiteX1" fmla="*/ 808382 w 808391"/>
                <a:gd name="connsiteY1" fmla="*/ 1086678 h 1868556"/>
                <a:gd name="connsiteX2" fmla="*/ 0 w 808391"/>
                <a:gd name="connsiteY2" fmla="*/ 0 h 1868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08391" h="1868556">
                  <a:moveTo>
                    <a:pt x="13252" y="1868556"/>
                  </a:moveTo>
                  <a:cubicBezTo>
                    <a:pt x="411921" y="1633330"/>
                    <a:pt x="810591" y="1398104"/>
                    <a:pt x="808382" y="1086678"/>
                  </a:cubicBezTo>
                  <a:cubicBezTo>
                    <a:pt x="806173" y="775252"/>
                    <a:pt x="403086" y="387626"/>
                    <a:pt x="0" y="0"/>
                  </a:cubicBezTo>
                </a:path>
              </a:pathLst>
            </a:custGeom>
            <a:noFill/>
            <a:ln w="25400">
              <a:solidFill>
                <a:schemeClr val="tx1"/>
              </a:solidFill>
              <a:tailEnd type="stealth" w="lg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/>
            </a:p>
          </p:txBody>
        </p:sp>
      </p:grpSp>
      <p:grpSp>
        <p:nvGrpSpPr>
          <p:cNvPr id="15" name="组合 151">
            <a:extLst>
              <a:ext uri="{FF2B5EF4-FFF2-40B4-BE49-F238E27FC236}">
                <a16:creationId xmlns:a16="http://schemas.microsoft.com/office/drawing/2014/main" id="{BBF975E8-A7E9-4D60-A2C4-909918B47920}"/>
              </a:ext>
            </a:extLst>
          </p:cNvPr>
          <p:cNvGrpSpPr>
            <a:grpSpLocks/>
          </p:cNvGrpSpPr>
          <p:nvPr/>
        </p:nvGrpSpPr>
        <p:grpSpPr bwMode="auto">
          <a:xfrm>
            <a:off x="5929313" y="1295400"/>
            <a:ext cx="2828925" cy="2952750"/>
            <a:chOff x="6154229" y="1294959"/>
            <a:chExt cx="2828455" cy="2953795"/>
          </a:xfrm>
        </p:grpSpPr>
        <p:sp>
          <p:nvSpPr>
            <p:cNvPr id="205879" name="Line 16">
              <a:extLst>
                <a:ext uri="{FF2B5EF4-FFF2-40B4-BE49-F238E27FC236}">
                  <a16:creationId xmlns:a16="http://schemas.microsoft.com/office/drawing/2014/main" id="{3DD5D4E3-7B26-43CD-9F66-6B005556D246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6468576" y="1563292"/>
              <a:ext cx="273028" cy="16044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lIns="68580" tIns="34290" rIns="68580" bIns="34290" anchor="ctr"/>
            <a:lstStyle/>
            <a:p>
              <a:endParaRPr lang="zh-CN" altLang="en-US"/>
            </a:p>
          </p:txBody>
        </p:sp>
        <p:sp>
          <p:nvSpPr>
            <p:cNvPr id="67" name="Oval 71">
              <a:extLst>
                <a:ext uri="{FF2B5EF4-FFF2-40B4-BE49-F238E27FC236}">
                  <a16:creationId xmlns:a16="http://schemas.microsoft.com/office/drawing/2014/main" id="{E5101E24-2BF3-4C0D-B59D-5E28C3EC972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25634" y="1356894"/>
              <a:ext cx="360302" cy="323965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lIns="68580" tIns="34290" rIns="68580" bIns="34290" anchor="ctr"/>
            <a:lstStyle/>
            <a:p>
              <a:pPr eaLnBrk="1" hangingPunct="1">
                <a:defRPr/>
              </a:pPr>
              <a:endParaRPr lang="en-US" altLang="zh-CN" sz="2400" b="0" i="1" baseline="-25000" dirty="0">
                <a:solidFill>
                  <a:prstClr val="black"/>
                </a:solidFill>
                <a:latin typeface="Times New Roman" pitchFamily="18" charset="0"/>
              </a:endParaRPr>
            </a:p>
          </p:txBody>
        </p:sp>
        <p:sp>
          <p:nvSpPr>
            <p:cNvPr id="205881" name="Line 50">
              <a:extLst>
                <a:ext uri="{FF2B5EF4-FFF2-40B4-BE49-F238E27FC236}">
                  <a16:creationId xmlns:a16="http://schemas.microsoft.com/office/drawing/2014/main" id="{49937926-BCE6-4E23-83EF-FB14D0D762C9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7476634" y="2071684"/>
              <a:ext cx="0" cy="26035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205882" name="Text Box 13">
              <a:extLst>
                <a:ext uri="{FF2B5EF4-FFF2-40B4-BE49-F238E27FC236}">
                  <a16:creationId xmlns:a16="http://schemas.microsoft.com/office/drawing/2014/main" id="{13653E14-0FD4-4BE7-ABD8-D99D5A8EF2E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773358" y="1294959"/>
              <a:ext cx="231775" cy="4381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>
              <a:spAutoFit/>
            </a:bodyPr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kumimoji="1" lang="en-US" altLang="zh-CN" sz="2400">
                  <a:solidFill>
                    <a:srgbClr val="000000"/>
                  </a:solidFill>
                  <a:latin typeface="Times New Roman" panose="02020603050405020304" pitchFamily="18" charset="0"/>
                </a:rPr>
                <a:t>1</a:t>
              </a:r>
            </a:p>
          </p:txBody>
        </p:sp>
        <p:sp>
          <p:nvSpPr>
            <p:cNvPr id="70" name="Oval 71">
              <a:extLst>
                <a:ext uri="{FF2B5EF4-FFF2-40B4-BE49-F238E27FC236}">
                  <a16:creationId xmlns:a16="http://schemas.microsoft.com/office/drawing/2014/main" id="{C4D718FA-5364-45C5-8520-14CD50A7C22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268469" y="1723736"/>
              <a:ext cx="360302" cy="323965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lIns="68580" tIns="34290" rIns="68580" bIns="34290" anchor="ctr"/>
            <a:lstStyle/>
            <a:p>
              <a:pPr eaLnBrk="1" hangingPunct="1">
                <a:defRPr/>
              </a:pPr>
              <a:endParaRPr lang="en-US" altLang="zh-CN" sz="2400" b="0" i="1" baseline="-25000">
                <a:solidFill>
                  <a:prstClr val="black"/>
                </a:solidFill>
                <a:latin typeface="Times New Roman" pitchFamily="18" charset="0"/>
              </a:endParaRPr>
            </a:p>
          </p:txBody>
        </p:sp>
        <p:sp>
          <p:nvSpPr>
            <p:cNvPr id="205884" name="Text Box 13">
              <a:extLst>
                <a:ext uri="{FF2B5EF4-FFF2-40B4-BE49-F238E27FC236}">
                  <a16:creationId xmlns:a16="http://schemas.microsoft.com/office/drawing/2014/main" id="{98F960CC-A645-4B31-9E1D-56C9EF96593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316008" y="1661528"/>
              <a:ext cx="231775" cy="4381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>
              <a:spAutoFit/>
            </a:bodyPr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kumimoji="1" lang="en-US" altLang="zh-CN" sz="2400">
                  <a:solidFill>
                    <a:srgbClr val="000000"/>
                  </a:solidFill>
                  <a:latin typeface="Times New Roman" panose="02020603050405020304" pitchFamily="18" charset="0"/>
                </a:rPr>
                <a:t>3</a:t>
              </a:r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80EBB4FD-D42D-46DF-9F85-23B3BB7B356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293865" y="2328788"/>
              <a:ext cx="360302" cy="323965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lIns="68580" tIns="34290" rIns="68580" bIns="34290" anchor="ctr"/>
            <a:lstStyle/>
            <a:p>
              <a:pPr eaLnBrk="1" hangingPunct="1">
                <a:defRPr/>
              </a:pPr>
              <a:endParaRPr lang="en-US" altLang="zh-CN" sz="2400" b="0" i="1" baseline="-25000">
                <a:solidFill>
                  <a:prstClr val="black"/>
                </a:solidFill>
                <a:latin typeface="Times New Roman" pitchFamily="18" charset="0"/>
              </a:endParaRPr>
            </a:p>
          </p:txBody>
        </p:sp>
        <p:sp>
          <p:nvSpPr>
            <p:cNvPr id="205886" name="Text Box 13">
              <a:extLst>
                <a:ext uri="{FF2B5EF4-FFF2-40B4-BE49-F238E27FC236}">
                  <a16:creationId xmlns:a16="http://schemas.microsoft.com/office/drawing/2014/main" id="{ACB58A7F-104C-435E-BDFC-7B4A6E85974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341266" y="2267526"/>
              <a:ext cx="231775" cy="4381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>
              <a:spAutoFit/>
            </a:bodyPr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kumimoji="1" lang="en-US" altLang="zh-CN" sz="2400">
                  <a:solidFill>
                    <a:srgbClr val="000000"/>
                  </a:solidFill>
                  <a:latin typeface="Times New Roman" panose="02020603050405020304" pitchFamily="18" charset="0"/>
                </a:rPr>
                <a:t>4</a:t>
              </a:r>
            </a:p>
          </p:txBody>
        </p:sp>
        <p:sp>
          <p:nvSpPr>
            <p:cNvPr id="74" name="Oval 71">
              <a:extLst>
                <a:ext uri="{FF2B5EF4-FFF2-40B4-BE49-F238E27FC236}">
                  <a16:creationId xmlns:a16="http://schemas.microsoft.com/office/drawing/2014/main" id="{70BE6DE2-C602-4616-88E9-62F525A9BB7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290690" y="2905254"/>
              <a:ext cx="360302" cy="323965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lIns="68580" tIns="34290" rIns="68580" bIns="34290" anchor="ctr"/>
            <a:lstStyle/>
            <a:p>
              <a:pPr eaLnBrk="1" hangingPunct="1">
                <a:defRPr/>
              </a:pPr>
              <a:endParaRPr lang="en-US" altLang="zh-CN" sz="2400" b="0" i="1" baseline="-25000">
                <a:solidFill>
                  <a:prstClr val="black"/>
                </a:solidFill>
                <a:latin typeface="Times New Roman" pitchFamily="18" charset="0"/>
              </a:endParaRPr>
            </a:p>
          </p:txBody>
        </p:sp>
        <p:sp>
          <p:nvSpPr>
            <p:cNvPr id="205888" name="Text Box 13">
              <a:extLst>
                <a:ext uri="{FF2B5EF4-FFF2-40B4-BE49-F238E27FC236}">
                  <a16:creationId xmlns:a16="http://schemas.microsoft.com/office/drawing/2014/main" id="{D5E5D4B8-7381-4730-BBBB-134DB2C6A7F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337653" y="2843930"/>
              <a:ext cx="231775" cy="4381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>
              <a:spAutoFit/>
            </a:bodyPr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kumimoji="1" lang="en-US" altLang="zh-CN" sz="2400">
                  <a:solidFill>
                    <a:srgbClr val="000000"/>
                  </a:solidFill>
                  <a:latin typeface="Times New Roman" panose="02020603050405020304" pitchFamily="18" charset="0"/>
                </a:rPr>
                <a:t>6</a:t>
              </a:r>
            </a:p>
          </p:txBody>
        </p:sp>
        <p:sp>
          <p:nvSpPr>
            <p:cNvPr id="76" name="Oval 71">
              <a:extLst>
                <a:ext uri="{FF2B5EF4-FFF2-40B4-BE49-F238E27FC236}">
                  <a16:creationId xmlns:a16="http://schemas.microsoft.com/office/drawing/2014/main" id="{2A540363-273A-4EC2-8AEE-E5C13F57D5F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911299" y="3543655"/>
              <a:ext cx="360303" cy="323965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lIns="68580" tIns="34290" rIns="68580" bIns="34290" anchor="ctr"/>
            <a:lstStyle/>
            <a:p>
              <a:pPr eaLnBrk="1" hangingPunct="1">
                <a:defRPr/>
              </a:pPr>
              <a:endParaRPr lang="en-US" altLang="zh-CN" sz="2400" b="0" i="1" baseline="-25000">
                <a:solidFill>
                  <a:prstClr val="black"/>
                </a:solidFill>
                <a:latin typeface="Times New Roman" pitchFamily="18" charset="0"/>
              </a:endParaRPr>
            </a:p>
          </p:txBody>
        </p:sp>
        <p:sp>
          <p:nvSpPr>
            <p:cNvPr id="205890" name="Text Box 13">
              <a:extLst>
                <a:ext uri="{FF2B5EF4-FFF2-40B4-BE49-F238E27FC236}">
                  <a16:creationId xmlns:a16="http://schemas.microsoft.com/office/drawing/2014/main" id="{3E3E6C5E-424F-4375-8358-C2A316A6CCE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958739" y="3481843"/>
              <a:ext cx="231775" cy="4381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>
              <a:spAutoFit/>
            </a:bodyPr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kumimoji="1" lang="en-US" altLang="zh-CN" sz="2400">
                  <a:solidFill>
                    <a:srgbClr val="000000"/>
                  </a:solidFill>
                  <a:latin typeface="Times New Roman" panose="02020603050405020304" pitchFamily="18" charset="0"/>
                </a:rPr>
                <a:t>8</a:t>
              </a:r>
            </a:p>
          </p:txBody>
        </p:sp>
        <p:sp>
          <p:nvSpPr>
            <p:cNvPr id="78" name="Oval 71">
              <a:extLst>
                <a:ext uri="{FF2B5EF4-FFF2-40B4-BE49-F238E27FC236}">
                  <a16:creationId xmlns:a16="http://schemas.microsoft.com/office/drawing/2014/main" id="{45B79479-352A-4F5E-A603-6A59837D2E2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154229" y="1695151"/>
              <a:ext cx="360302" cy="323965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lIns="68580" tIns="34290" rIns="68580" bIns="34290" anchor="ctr"/>
            <a:lstStyle/>
            <a:p>
              <a:pPr eaLnBrk="1" hangingPunct="1">
                <a:defRPr/>
              </a:pPr>
              <a:endParaRPr lang="en-US" altLang="zh-CN" sz="2400" b="0" i="1" baseline="-25000">
                <a:solidFill>
                  <a:prstClr val="black"/>
                </a:solidFill>
                <a:latin typeface="Times New Roman" pitchFamily="18" charset="0"/>
              </a:endParaRPr>
            </a:p>
          </p:txBody>
        </p:sp>
        <p:sp>
          <p:nvSpPr>
            <p:cNvPr id="205892" name="Text Box 13">
              <a:extLst>
                <a:ext uri="{FF2B5EF4-FFF2-40B4-BE49-F238E27FC236}">
                  <a16:creationId xmlns:a16="http://schemas.microsoft.com/office/drawing/2014/main" id="{E8ACFE72-D5F6-4F3E-BDF8-AADAC42D979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201854" y="1633102"/>
              <a:ext cx="231775" cy="4381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>
              <a:spAutoFit/>
            </a:bodyPr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kumimoji="1" lang="en-US" altLang="zh-CN" sz="2400">
                  <a:solidFill>
                    <a:srgbClr val="000000"/>
                  </a:solidFill>
                  <a:latin typeface="Times New Roman" panose="02020603050405020304" pitchFamily="18" charset="0"/>
                </a:rPr>
                <a:t>2</a:t>
              </a:r>
            </a:p>
          </p:txBody>
        </p:sp>
        <p:sp>
          <p:nvSpPr>
            <p:cNvPr id="80" name="Oval 71">
              <a:extLst>
                <a:ext uri="{FF2B5EF4-FFF2-40B4-BE49-F238E27FC236}">
                  <a16:creationId xmlns:a16="http://schemas.microsoft.com/office/drawing/2014/main" id="{E9DD87C0-F58B-452B-AC07-4736507AD47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901776" y="2910018"/>
              <a:ext cx="360303" cy="323965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lIns="68580" tIns="34290" rIns="68580" bIns="34290" anchor="ctr"/>
            <a:lstStyle/>
            <a:p>
              <a:pPr eaLnBrk="1" hangingPunct="1">
                <a:defRPr/>
              </a:pPr>
              <a:endParaRPr lang="en-US" altLang="zh-CN" sz="2400" b="0" i="1" baseline="-25000">
                <a:solidFill>
                  <a:prstClr val="black"/>
                </a:solidFill>
                <a:latin typeface="Times New Roman" pitchFamily="18" charset="0"/>
              </a:endParaRPr>
            </a:p>
          </p:txBody>
        </p:sp>
        <p:sp>
          <p:nvSpPr>
            <p:cNvPr id="205894" name="Text Box 13">
              <a:extLst>
                <a:ext uri="{FF2B5EF4-FFF2-40B4-BE49-F238E27FC236}">
                  <a16:creationId xmlns:a16="http://schemas.microsoft.com/office/drawing/2014/main" id="{DA5D8A23-0CDC-42C4-AF52-FE3C2C28339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949714" y="2847980"/>
              <a:ext cx="231775" cy="4381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>
              <a:spAutoFit/>
            </a:bodyPr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kumimoji="1" lang="en-US" altLang="zh-CN" sz="2400">
                  <a:solidFill>
                    <a:srgbClr val="000000"/>
                  </a:solidFill>
                  <a:latin typeface="Times New Roman" panose="02020603050405020304" pitchFamily="18" charset="0"/>
                </a:rPr>
                <a:t>7</a:t>
              </a:r>
            </a:p>
          </p:txBody>
        </p:sp>
        <p:sp>
          <p:nvSpPr>
            <p:cNvPr id="82" name="Oval 71">
              <a:extLst>
                <a:ext uri="{FF2B5EF4-FFF2-40B4-BE49-F238E27FC236}">
                  <a16:creationId xmlns:a16="http://schemas.microsoft.com/office/drawing/2014/main" id="{DD507EF6-AEC2-49AE-A28A-E774F2E1C72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690715" y="2910018"/>
              <a:ext cx="360302" cy="323965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lIns="68580" tIns="34290" rIns="68580" bIns="34290" anchor="ctr"/>
            <a:lstStyle/>
            <a:p>
              <a:pPr eaLnBrk="1" hangingPunct="1">
                <a:defRPr/>
              </a:pPr>
              <a:endParaRPr lang="en-US" altLang="zh-CN" sz="2400" b="0" i="1" baseline="-25000">
                <a:solidFill>
                  <a:prstClr val="black"/>
                </a:solidFill>
                <a:latin typeface="Times New Roman" pitchFamily="18" charset="0"/>
              </a:endParaRPr>
            </a:p>
          </p:txBody>
        </p:sp>
        <p:sp>
          <p:nvSpPr>
            <p:cNvPr id="205896" name="Text Box 13">
              <a:extLst>
                <a:ext uri="{FF2B5EF4-FFF2-40B4-BE49-F238E27FC236}">
                  <a16:creationId xmlns:a16="http://schemas.microsoft.com/office/drawing/2014/main" id="{DA9C8F1A-30A1-47EA-8F37-330342CB763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738441" y="2847980"/>
              <a:ext cx="231775" cy="4381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>
              <a:spAutoFit/>
            </a:bodyPr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kumimoji="1" lang="en-US" altLang="zh-CN" sz="2400">
                  <a:solidFill>
                    <a:srgbClr val="000000"/>
                  </a:solidFill>
                  <a:latin typeface="Times New Roman" panose="02020603050405020304" pitchFamily="18" charset="0"/>
                </a:rPr>
                <a:t>5</a:t>
              </a:r>
            </a:p>
          </p:txBody>
        </p:sp>
        <p:sp>
          <p:nvSpPr>
            <p:cNvPr id="84" name="Oval 71">
              <a:extLst>
                <a:ext uri="{FF2B5EF4-FFF2-40B4-BE49-F238E27FC236}">
                  <a16:creationId xmlns:a16="http://schemas.microsoft.com/office/drawing/2014/main" id="{BB87B44F-DE9E-459A-890D-E8E107C647C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498576" y="3881912"/>
              <a:ext cx="360303" cy="323965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lIns="68580" tIns="34290" rIns="68580" bIns="34290" anchor="ctr"/>
            <a:lstStyle/>
            <a:p>
              <a:pPr eaLnBrk="1" hangingPunct="1">
                <a:defRPr/>
              </a:pPr>
              <a:endParaRPr lang="en-US" altLang="zh-CN" sz="2400" b="0" i="1" baseline="-25000">
                <a:solidFill>
                  <a:prstClr val="black"/>
                </a:solidFill>
                <a:latin typeface="Times New Roman" pitchFamily="18" charset="0"/>
              </a:endParaRPr>
            </a:p>
          </p:txBody>
        </p:sp>
        <p:sp>
          <p:nvSpPr>
            <p:cNvPr id="205898" name="Text Box 13">
              <a:extLst>
                <a:ext uri="{FF2B5EF4-FFF2-40B4-BE49-F238E27FC236}">
                  <a16:creationId xmlns:a16="http://schemas.microsoft.com/office/drawing/2014/main" id="{DC52A14D-244E-4DCE-AA0C-A9C11D18A78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455632" y="3810172"/>
              <a:ext cx="527052" cy="43858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>
              <a:spAutoFit/>
            </a:bodyPr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kumimoji="1" lang="en-US" altLang="zh-CN" sz="2400">
                  <a:solidFill>
                    <a:srgbClr val="000000"/>
                  </a:solidFill>
                  <a:latin typeface="Times New Roman" panose="02020603050405020304" pitchFamily="18" charset="0"/>
                </a:rPr>
                <a:t>10</a:t>
              </a:r>
            </a:p>
          </p:txBody>
        </p:sp>
        <p:sp>
          <p:nvSpPr>
            <p:cNvPr id="86" name="Oval 71">
              <a:extLst>
                <a:ext uri="{FF2B5EF4-FFF2-40B4-BE49-F238E27FC236}">
                  <a16:creationId xmlns:a16="http://schemas.microsoft.com/office/drawing/2014/main" id="{0A273177-D6A1-4815-9F01-55AC71CE4EE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339894" y="3862855"/>
              <a:ext cx="360303" cy="323965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lIns="68580" tIns="34290" rIns="68580" bIns="34290" anchor="ctr"/>
            <a:lstStyle/>
            <a:p>
              <a:pPr eaLnBrk="1" hangingPunct="1">
                <a:defRPr/>
              </a:pPr>
              <a:endParaRPr lang="en-US" altLang="zh-CN" sz="2400" b="0" i="1" baseline="-25000">
                <a:solidFill>
                  <a:prstClr val="black"/>
                </a:solidFill>
                <a:latin typeface="Times New Roman" pitchFamily="18" charset="0"/>
              </a:endParaRPr>
            </a:p>
          </p:txBody>
        </p:sp>
        <p:sp>
          <p:nvSpPr>
            <p:cNvPr id="205900" name="Text Box 13">
              <a:extLst>
                <a:ext uri="{FF2B5EF4-FFF2-40B4-BE49-F238E27FC236}">
                  <a16:creationId xmlns:a16="http://schemas.microsoft.com/office/drawing/2014/main" id="{BEF344C7-9E1E-41B5-A6C6-7E30C159C14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387235" y="3800936"/>
              <a:ext cx="231775" cy="4381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>
              <a:spAutoFit/>
            </a:bodyPr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kumimoji="1" lang="en-US" altLang="zh-CN" sz="2400">
                  <a:solidFill>
                    <a:srgbClr val="000000"/>
                  </a:solidFill>
                  <a:latin typeface="Times New Roman" panose="02020603050405020304" pitchFamily="18" charset="0"/>
                </a:rPr>
                <a:t>9</a:t>
              </a:r>
            </a:p>
          </p:txBody>
        </p:sp>
        <p:sp>
          <p:nvSpPr>
            <p:cNvPr id="205901" name="Line 50">
              <a:extLst>
                <a:ext uri="{FF2B5EF4-FFF2-40B4-BE49-F238E27FC236}">
                  <a16:creationId xmlns:a16="http://schemas.microsoft.com/office/drawing/2014/main" id="{F8C8E5D0-CE34-4EF3-A36C-3289F4B5FB40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7476634" y="2643188"/>
              <a:ext cx="0" cy="26035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205902" name="Line 50">
              <a:extLst>
                <a:ext uri="{FF2B5EF4-FFF2-40B4-BE49-F238E27FC236}">
                  <a16:creationId xmlns:a16="http://schemas.microsoft.com/office/drawing/2014/main" id="{B32A8E02-E429-405D-A4A1-2F3BF3FFFB40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8096853" y="3264356"/>
              <a:ext cx="0" cy="26035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205903" name="Line 16">
              <a:extLst>
                <a:ext uri="{FF2B5EF4-FFF2-40B4-BE49-F238E27FC236}">
                  <a16:creationId xmlns:a16="http://schemas.microsoft.com/office/drawing/2014/main" id="{33B186E2-AC1B-4F9D-B310-988763BE3203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6940842" y="2586053"/>
              <a:ext cx="375164" cy="3422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lIns="68580" tIns="34290" rIns="68580" bIns="34290" anchor="ctr"/>
            <a:lstStyle/>
            <a:p>
              <a:endParaRPr lang="zh-CN" altLang="en-US"/>
            </a:p>
          </p:txBody>
        </p:sp>
        <p:sp>
          <p:nvSpPr>
            <p:cNvPr id="205904" name="Line 16">
              <a:extLst>
                <a:ext uri="{FF2B5EF4-FFF2-40B4-BE49-F238E27FC236}">
                  <a16:creationId xmlns:a16="http://schemas.microsoft.com/office/drawing/2014/main" id="{01BC3B09-8607-4BBE-B3A1-91F429BC7DCB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7696800" y="3767595"/>
              <a:ext cx="227013" cy="18573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lIns="68580" tIns="34290" rIns="68580" bIns="34290" anchor="ctr"/>
            <a:lstStyle/>
            <a:p>
              <a:endParaRPr lang="zh-CN" altLang="en-US"/>
            </a:p>
          </p:txBody>
        </p:sp>
        <p:sp>
          <p:nvSpPr>
            <p:cNvPr id="205905" name="Line 16">
              <a:extLst>
                <a:ext uri="{FF2B5EF4-FFF2-40B4-BE49-F238E27FC236}">
                  <a16:creationId xmlns:a16="http://schemas.microsoft.com/office/drawing/2014/main" id="{64492009-F1E1-4F8A-AA51-29E750EDA4B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619510" y="2571750"/>
              <a:ext cx="357190" cy="35719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lIns="68580" tIns="34290" rIns="68580" bIns="34290" anchor="ctr"/>
            <a:lstStyle/>
            <a:p>
              <a:endParaRPr lang="zh-CN" altLang="en-US"/>
            </a:p>
          </p:txBody>
        </p:sp>
        <p:sp>
          <p:nvSpPr>
            <p:cNvPr id="205906" name="Line 16">
              <a:extLst>
                <a:ext uri="{FF2B5EF4-FFF2-40B4-BE49-F238E27FC236}">
                  <a16:creationId xmlns:a16="http://schemas.microsoft.com/office/drawing/2014/main" id="{02371622-6C25-41D6-9BBB-56033C26423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281003" y="3767595"/>
              <a:ext cx="273053" cy="1428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lIns="68580" tIns="34290" rIns="68580" bIns="34290" anchor="ctr"/>
            <a:lstStyle/>
            <a:p>
              <a:endParaRPr lang="zh-CN" altLang="en-US"/>
            </a:p>
          </p:txBody>
        </p:sp>
        <p:sp>
          <p:nvSpPr>
            <p:cNvPr id="205907" name="Line 16">
              <a:extLst>
                <a:ext uri="{FF2B5EF4-FFF2-40B4-BE49-F238E27FC236}">
                  <a16:creationId xmlns:a16="http://schemas.microsoft.com/office/drawing/2014/main" id="{A706DB3F-7375-4ED4-8CEF-B962DBC93B8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069941" y="1608562"/>
              <a:ext cx="273053" cy="1428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lIns="68580" tIns="34290" rIns="68580" bIns="34290" anchor="ctr"/>
            <a:lstStyle/>
            <a:p>
              <a:endParaRPr lang="zh-CN" altLang="en-US"/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70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80706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80706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8070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 nodeType="clickPar">
                      <p:stCondLst>
                        <p:cond delay="indefinite"/>
                      </p:stCondLst>
                      <p:childTnLst>
                        <p:par>
                          <p:cTn id="2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 nodeType="clickPar">
                      <p:stCondLst>
                        <p:cond delay="indefinite"/>
                      </p:stCondLst>
                      <p:childTnLst>
                        <p:par>
                          <p:cTn id="3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6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 nodeType="clickPar">
                      <p:stCondLst>
                        <p:cond delay="indefinite"/>
                      </p:stCondLst>
                      <p:childTnLst>
                        <p:par>
                          <p:cTn id="4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 nodeType="clickPar">
                      <p:stCondLst>
                        <p:cond delay="indefinite"/>
                      </p:stCondLst>
                      <p:childTnLst>
                        <p:par>
                          <p:cTn id="4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0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 nodeType="clickPar">
                      <p:stCondLst>
                        <p:cond delay="indefinite"/>
                      </p:stCondLst>
                      <p:childTnLst>
                        <p:par>
                          <p:cTn id="6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 nodeType="clickPar">
                      <p:stCondLst>
                        <p:cond delay="indefinite"/>
                      </p:stCondLst>
                      <p:childTnLst>
                        <p:par>
                          <p:cTn id="6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 nodeType="clickPar">
                      <p:stCondLst>
                        <p:cond delay="indefinite"/>
                      </p:stCondLst>
                      <p:childTnLst>
                        <p:par>
                          <p:cTn id="7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6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 nodeType="clickPar">
                      <p:stCondLst>
                        <p:cond delay="indefinite"/>
                      </p:stCondLst>
                      <p:childTnLst>
                        <p:par>
                          <p:cTn id="8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69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0" dur="500" fill="hold"/>
                                        <p:tgtEl>
                                          <p:spTgt spid="8069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1" dur="500" fill="hold"/>
                                        <p:tgtEl>
                                          <p:spTgt spid="8069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8069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 nodeType="clickPar">
                      <p:stCondLst>
                        <p:cond delay="indefinite"/>
                      </p:stCondLst>
                      <p:childTnLst>
                        <p:par>
                          <p:cTn id="9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0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70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2" dur="500" fill="hold"/>
                                        <p:tgtEl>
                                          <p:spTgt spid="80709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3" dur="500" fill="hold"/>
                                        <p:tgtEl>
                                          <p:spTgt spid="80709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4" dur="500"/>
                                        <p:tgtEl>
                                          <p:spTgt spid="8070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07098" grpId="0" animBg="1"/>
      <p:bldP spid="2" grpId="0"/>
      <p:bldP spid="3" grpId="0"/>
      <p:bldP spid="4" grpId="0"/>
      <p:bldP spid="5" grpId="0"/>
      <p:bldP spid="6" grpId="0"/>
      <p:bldP spid="7" grpId="0"/>
      <p:bldP spid="8" grpId="0"/>
      <p:bldP spid="9" grpId="0"/>
      <p:bldP spid="10" grpId="0"/>
      <p:bldP spid="12" grpId="0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8963" name="Rectangle 3">
            <a:extLst>
              <a:ext uri="{FF2B5EF4-FFF2-40B4-BE49-F238E27FC236}">
                <a16:creationId xmlns:a16="http://schemas.microsoft.com/office/drawing/2014/main" id="{9A6886C4-F929-4C45-8B26-BBF7E758DA4A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430213" y="774700"/>
            <a:ext cx="8213725" cy="3381226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lnSpc>
                <a:spcPts val="3200"/>
              </a:lnSpc>
              <a:buClrTx/>
              <a:buFont typeface="Wingdings" panose="05000000000000000000" pitchFamily="2" charset="2"/>
              <a:buChar char="Ø"/>
            </a:pPr>
            <a:r>
              <a:rPr lang="zh-CN" altLang="en-US" sz="2500" b="1" dirty="0">
                <a:solidFill>
                  <a:schemeClr val="tx1"/>
                </a:solidFill>
                <a:latin typeface="楷体" panose="02010609060101010101" pitchFamily="49" charset="-122"/>
              </a:rPr>
              <a:t>支配结点的数据流方程</a:t>
            </a:r>
            <a:endParaRPr lang="en-US" altLang="zh-CN" sz="2500" b="1" dirty="0">
              <a:solidFill>
                <a:schemeClr val="tx1"/>
              </a:solidFill>
              <a:latin typeface="楷体" panose="02010609060101010101" pitchFamily="49" charset="-122"/>
              <a:cs typeface="Times New Roman" panose="02020603050405020304" pitchFamily="18" charset="0"/>
            </a:endParaRPr>
          </a:p>
          <a:p>
            <a:pPr lvl="1" eaLnBrk="1" hangingPunct="1">
              <a:lnSpc>
                <a:spcPts val="3200"/>
              </a:lnSpc>
              <a:buClrTx/>
              <a:buFont typeface="Wingdings" panose="05000000000000000000" pitchFamily="2" charset="2"/>
              <a:buChar char="Ø"/>
            </a:pPr>
            <a:r>
              <a:rPr lang="en-US" altLang="zh-CN" b="1" i="1" dirty="0">
                <a:solidFill>
                  <a:schemeClr val="tx1"/>
                </a:solidFill>
              </a:rPr>
              <a:t>IN</a:t>
            </a:r>
            <a:r>
              <a:rPr lang="en-US" altLang="zh-CN" b="1" dirty="0">
                <a:solidFill>
                  <a:schemeClr val="tx1"/>
                </a:solidFill>
              </a:rPr>
              <a:t>[</a:t>
            </a:r>
            <a:r>
              <a:rPr lang="en-US" altLang="zh-CN" b="1" i="1" dirty="0">
                <a:solidFill>
                  <a:schemeClr val="tx1"/>
                </a:solidFill>
              </a:rPr>
              <a:t>B</a:t>
            </a:r>
            <a:r>
              <a:rPr lang="en-US" altLang="zh-CN" b="1" dirty="0">
                <a:solidFill>
                  <a:schemeClr val="tx1"/>
                </a:solidFill>
              </a:rPr>
              <a:t>]</a:t>
            </a:r>
            <a:r>
              <a:rPr lang="zh-CN" altLang="en-US" b="1" dirty="0">
                <a:solidFill>
                  <a:schemeClr val="tx1"/>
                </a:solidFill>
              </a:rPr>
              <a:t>：在基本块</a:t>
            </a:r>
            <a:r>
              <a:rPr lang="en-US" altLang="zh-CN" b="1" i="1" dirty="0">
                <a:solidFill>
                  <a:schemeClr val="tx1"/>
                </a:solidFill>
              </a:rPr>
              <a:t>B</a:t>
            </a:r>
            <a:r>
              <a:rPr lang="zh-CN" altLang="en-US" b="1" dirty="0">
                <a:solidFill>
                  <a:schemeClr val="tx1"/>
                </a:solidFill>
              </a:rPr>
              <a:t>入口处的支配结点集合</a:t>
            </a:r>
            <a:endParaRPr lang="en-US" altLang="zh-CN" b="1" dirty="0">
              <a:solidFill>
                <a:schemeClr val="tx1"/>
              </a:solidFill>
            </a:endParaRPr>
          </a:p>
          <a:p>
            <a:pPr lvl="1" eaLnBrk="1" hangingPunct="1">
              <a:lnSpc>
                <a:spcPts val="3200"/>
              </a:lnSpc>
              <a:buFont typeface="Wingdings" panose="05000000000000000000" pitchFamily="2" charset="2"/>
              <a:buNone/>
            </a:pPr>
            <a:r>
              <a:rPr lang="en-US" altLang="zh-CN" b="1" i="1" dirty="0">
                <a:solidFill>
                  <a:schemeClr val="tx1"/>
                </a:solidFill>
              </a:rPr>
              <a:t>   </a:t>
            </a:r>
            <a:r>
              <a:rPr lang="en-US" altLang="zh-CN" b="1" i="1" dirty="0">
                <a:solidFill>
                  <a:srgbClr val="0070C0"/>
                </a:solidFill>
              </a:rPr>
              <a:t>OUT</a:t>
            </a:r>
            <a:r>
              <a:rPr lang="en-US" altLang="zh-CN" b="1" dirty="0">
                <a:solidFill>
                  <a:srgbClr val="0070C0"/>
                </a:solidFill>
              </a:rPr>
              <a:t>[</a:t>
            </a:r>
            <a:r>
              <a:rPr lang="en-US" altLang="zh-CN" b="1" i="1" dirty="0">
                <a:solidFill>
                  <a:srgbClr val="0070C0"/>
                </a:solidFill>
              </a:rPr>
              <a:t>B</a:t>
            </a:r>
            <a:r>
              <a:rPr lang="en-US" altLang="zh-CN" b="1" dirty="0">
                <a:solidFill>
                  <a:srgbClr val="0070C0"/>
                </a:solidFill>
              </a:rPr>
              <a:t>]</a:t>
            </a:r>
            <a:r>
              <a:rPr lang="zh-CN" altLang="en-US" b="1" dirty="0">
                <a:solidFill>
                  <a:srgbClr val="0070C0"/>
                </a:solidFill>
              </a:rPr>
              <a:t>：在基本块</a:t>
            </a:r>
            <a:r>
              <a:rPr lang="en-US" altLang="zh-CN" b="1" i="1" dirty="0">
                <a:solidFill>
                  <a:srgbClr val="0070C0"/>
                </a:solidFill>
              </a:rPr>
              <a:t>B</a:t>
            </a:r>
            <a:r>
              <a:rPr lang="zh-CN" altLang="en-US" b="1" dirty="0">
                <a:solidFill>
                  <a:srgbClr val="0070C0"/>
                </a:solidFill>
              </a:rPr>
              <a:t>出口处的支配结点集合</a:t>
            </a:r>
            <a:endParaRPr lang="en-US" altLang="zh-CN" b="1" dirty="0">
              <a:solidFill>
                <a:srgbClr val="0070C0"/>
              </a:solidFill>
            </a:endParaRPr>
          </a:p>
          <a:p>
            <a:pPr lvl="1" eaLnBrk="1" hangingPunct="1">
              <a:lnSpc>
                <a:spcPts val="3200"/>
              </a:lnSpc>
              <a:buClrTx/>
              <a:buFont typeface="Wingdings" panose="05000000000000000000" pitchFamily="2" charset="2"/>
              <a:buChar char="Ø"/>
            </a:pPr>
            <a:r>
              <a:rPr lang="zh-CN" altLang="en-US" b="1" dirty="0">
                <a:solidFill>
                  <a:schemeClr val="tx1"/>
                </a:solidFill>
              </a:rPr>
              <a:t>方程</a:t>
            </a:r>
            <a:endParaRPr lang="en-US" altLang="zh-CN" b="1" dirty="0">
              <a:solidFill>
                <a:schemeClr val="tx1"/>
              </a:solidFill>
            </a:endParaRPr>
          </a:p>
          <a:p>
            <a:pPr lvl="2" eaLnBrk="1" hangingPunct="1">
              <a:lnSpc>
                <a:spcPts val="3200"/>
              </a:lnSpc>
              <a:buClrTx/>
              <a:buFont typeface="Wingdings" panose="05000000000000000000" pitchFamily="2" charset="2"/>
              <a:buChar char="Ø"/>
            </a:pPr>
            <a:r>
              <a:rPr lang="en-US" altLang="zh-CN" sz="2200" b="1" i="1" dirty="0">
                <a:solidFill>
                  <a:schemeClr val="tx1"/>
                </a:solidFill>
                <a:ea typeface="宋体" panose="02010600030101010101" pitchFamily="2" charset="-122"/>
              </a:rPr>
              <a:t>OUT</a:t>
            </a:r>
            <a:r>
              <a:rPr lang="en-US" altLang="zh-CN" sz="2200" b="1" dirty="0">
                <a:solidFill>
                  <a:schemeClr val="tx1"/>
                </a:solidFill>
                <a:ea typeface="宋体" panose="02010600030101010101" pitchFamily="2" charset="-122"/>
              </a:rPr>
              <a:t>[</a:t>
            </a:r>
            <a:r>
              <a:rPr lang="en-US" altLang="zh-CN" sz="2200" b="1" i="1" dirty="0">
                <a:solidFill>
                  <a:schemeClr val="tx1"/>
                </a:solidFill>
                <a:ea typeface="宋体" panose="02010600030101010101" pitchFamily="2" charset="-122"/>
              </a:rPr>
              <a:t>ENTRY</a:t>
            </a:r>
            <a:r>
              <a:rPr lang="en-US" altLang="zh-CN" sz="2200" b="1" dirty="0">
                <a:solidFill>
                  <a:schemeClr val="tx1"/>
                </a:solidFill>
                <a:ea typeface="宋体" panose="02010600030101010101" pitchFamily="2" charset="-122"/>
              </a:rPr>
              <a:t>] ={ </a:t>
            </a:r>
            <a:r>
              <a:rPr lang="en-US" altLang="zh-CN" sz="2200" b="1" i="1" dirty="0">
                <a:solidFill>
                  <a:schemeClr val="tx1"/>
                </a:solidFill>
                <a:ea typeface="宋体" panose="02010600030101010101" pitchFamily="2" charset="-122"/>
              </a:rPr>
              <a:t>ENTRY</a:t>
            </a:r>
            <a:r>
              <a:rPr lang="en-US" altLang="zh-CN" sz="2200" b="1" dirty="0">
                <a:solidFill>
                  <a:schemeClr val="tx1"/>
                </a:solidFill>
                <a:ea typeface="宋体" panose="02010600030101010101" pitchFamily="2" charset="-122"/>
              </a:rPr>
              <a:t> }</a:t>
            </a:r>
          </a:p>
          <a:p>
            <a:pPr lvl="2" eaLnBrk="1" hangingPunct="1">
              <a:lnSpc>
                <a:spcPts val="3200"/>
              </a:lnSpc>
            </a:pPr>
            <a:r>
              <a:rPr lang="en-US" altLang="zh-CN" sz="2200" b="1" i="1" dirty="0">
                <a:solidFill>
                  <a:schemeClr val="tx1"/>
                </a:solidFill>
                <a:ea typeface="宋体" panose="02010600030101010101" pitchFamily="2" charset="-122"/>
              </a:rPr>
              <a:t>OUT</a:t>
            </a:r>
            <a:r>
              <a:rPr lang="en-US" altLang="zh-CN" sz="2200" b="1" dirty="0">
                <a:solidFill>
                  <a:schemeClr val="tx1"/>
                </a:solidFill>
                <a:ea typeface="宋体" panose="02010600030101010101" pitchFamily="2" charset="-122"/>
              </a:rPr>
              <a:t>[</a:t>
            </a:r>
            <a:r>
              <a:rPr lang="en-US" altLang="zh-CN" sz="2200" b="1" i="1" dirty="0">
                <a:solidFill>
                  <a:schemeClr val="tx1"/>
                </a:solidFill>
                <a:ea typeface="宋体" panose="02010600030101010101" pitchFamily="2" charset="-122"/>
              </a:rPr>
              <a:t>B</a:t>
            </a:r>
            <a:r>
              <a:rPr lang="en-US" altLang="zh-CN" sz="2200" b="1" dirty="0">
                <a:solidFill>
                  <a:schemeClr val="tx1"/>
                </a:solidFill>
                <a:ea typeface="宋体" panose="02010600030101010101" pitchFamily="2" charset="-122"/>
              </a:rPr>
              <a:t>] = </a:t>
            </a:r>
            <a:r>
              <a:rPr lang="en-US" altLang="zh-CN" sz="2200" b="1" i="1" dirty="0">
                <a:ea typeface="宋体" panose="02010600030101010101" pitchFamily="2" charset="-122"/>
              </a:rPr>
              <a:t>f</a:t>
            </a:r>
            <a:r>
              <a:rPr lang="en-US" altLang="zh-CN" sz="2200" b="1" dirty="0">
                <a:ea typeface="宋体" panose="02010600030101010101" pitchFamily="2" charset="-122"/>
              </a:rPr>
              <a:t>( </a:t>
            </a:r>
            <a:r>
              <a:rPr lang="en-US" altLang="zh-CN" sz="2200" b="1" i="1" dirty="0">
                <a:ea typeface="宋体" panose="02010600030101010101" pitchFamily="2" charset="-122"/>
              </a:rPr>
              <a:t>IN</a:t>
            </a:r>
            <a:r>
              <a:rPr lang="en-US" altLang="zh-CN" sz="2200" b="1" dirty="0">
                <a:ea typeface="宋体" panose="02010600030101010101" pitchFamily="2" charset="-122"/>
              </a:rPr>
              <a:t>[</a:t>
            </a:r>
            <a:r>
              <a:rPr lang="en-US" altLang="zh-CN" sz="2200" b="1" i="1" dirty="0">
                <a:ea typeface="宋体" panose="02010600030101010101" pitchFamily="2" charset="-122"/>
              </a:rPr>
              <a:t>B</a:t>
            </a:r>
            <a:r>
              <a:rPr lang="en-US" altLang="zh-CN" sz="2200" b="1" dirty="0">
                <a:ea typeface="宋体" panose="02010600030101010101" pitchFamily="2" charset="-122"/>
              </a:rPr>
              <a:t>] ) = </a:t>
            </a:r>
            <a:r>
              <a:rPr lang="en-US" altLang="zh-CN" sz="2200" b="1" i="1" dirty="0">
                <a:solidFill>
                  <a:srgbClr val="0070C0"/>
                </a:solidFill>
                <a:ea typeface="宋体" panose="02010600030101010101" pitchFamily="2" charset="-122"/>
              </a:rPr>
              <a:t>IN</a:t>
            </a:r>
            <a:r>
              <a:rPr lang="en-US" altLang="zh-CN" sz="2200" b="1" dirty="0">
                <a:solidFill>
                  <a:srgbClr val="0070C0"/>
                </a:solidFill>
                <a:ea typeface="宋体" panose="02010600030101010101" pitchFamily="2" charset="-122"/>
              </a:rPr>
              <a:t>[</a:t>
            </a:r>
            <a:r>
              <a:rPr lang="en-US" altLang="zh-CN" sz="2200" b="1" i="1" dirty="0">
                <a:solidFill>
                  <a:srgbClr val="0070C0"/>
                </a:solidFill>
                <a:ea typeface="宋体" panose="02010600030101010101" pitchFamily="2" charset="-122"/>
              </a:rPr>
              <a:t>B</a:t>
            </a:r>
            <a:r>
              <a:rPr lang="en-US" altLang="zh-CN" sz="2200" b="1" dirty="0">
                <a:solidFill>
                  <a:srgbClr val="0070C0"/>
                </a:solidFill>
                <a:ea typeface="宋体" panose="02010600030101010101" pitchFamily="2" charset="-122"/>
              </a:rPr>
              <a:t>]</a:t>
            </a:r>
            <a:r>
              <a:rPr lang="en-US" altLang="zh-CN" sz="2200" b="1" dirty="0">
                <a:solidFill>
                  <a:srgbClr val="0070C0"/>
                </a:solidFill>
              </a:rPr>
              <a:t>∪{ </a:t>
            </a:r>
            <a:r>
              <a:rPr lang="en-US" altLang="zh-CN" sz="2200" b="1" i="1" dirty="0">
                <a:solidFill>
                  <a:srgbClr val="0070C0"/>
                </a:solidFill>
                <a:ea typeface="宋体" panose="02010600030101010101" pitchFamily="2" charset="-122"/>
              </a:rPr>
              <a:t>B </a:t>
            </a:r>
            <a:r>
              <a:rPr lang="en-US" altLang="zh-CN" sz="2200" b="1" dirty="0">
                <a:solidFill>
                  <a:srgbClr val="0070C0"/>
                </a:solidFill>
                <a:ea typeface="宋体" panose="02010600030101010101" pitchFamily="2" charset="-122"/>
              </a:rPr>
              <a:t>}</a:t>
            </a:r>
            <a:r>
              <a:rPr lang="en-US" altLang="zh-CN" sz="2200" b="1" dirty="0">
                <a:solidFill>
                  <a:schemeClr val="tx1"/>
                </a:solidFill>
                <a:ea typeface="宋体" panose="02010600030101010101" pitchFamily="2" charset="-122"/>
              </a:rPr>
              <a:t>	 ( </a:t>
            </a:r>
            <a:r>
              <a:rPr lang="en-US" altLang="zh-CN" sz="2200" b="1" i="1" dirty="0">
                <a:solidFill>
                  <a:schemeClr val="tx1"/>
                </a:solidFill>
                <a:ea typeface="宋体" panose="02010600030101010101" pitchFamily="2" charset="-122"/>
              </a:rPr>
              <a:t>B</a:t>
            </a:r>
            <a:r>
              <a:rPr lang="en-US" altLang="en-US" sz="2200" b="1" dirty="0">
                <a:solidFill>
                  <a:schemeClr val="tx1"/>
                </a:solidFill>
                <a:cs typeface="楷体_GB2312" charset="0"/>
              </a:rPr>
              <a:t>≠</a:t>
            </a:r>
            <a:r>
              <a:rPr lang="en-US" altLang="zh-CN" sz="2200" b="1" i="1" dirty="0">
                <a:solidFill>
                  <a:schemeClr val="tx1"/>
                </a:solidFill>
                <a:ea typeface="宋体" panose="02010600030101010101" pitchFamily="2" charset="-122"/>
              </a:rPr>
              <a:t>ENTRY</a:t>
            </a:r>
            <a:r>
              <a:rPr lang="en-US" altLang="zh-CN" sz="2200" b="1" dirty="0">
                <a:solidFill>
                  <a:schemeClr val="tx1"/>
                </a:solidFill>
                <a:ea typeface="宋体" panose="02010600030101010101" pitchFamily="2" charset="-122"/>
              </a:rPr>
              <a:t> )</a:t>
            </a:r>
            <a:endParaRPr lang="en-US" altLang="zh-CN" sz="2200" b="1" dirty="0">
              <a:solidFill>
                <a:schemeClr val="tx1"/>
              </a:solidFill>
            </a:endParaRPr>
          </a:p>
          <a:p>
            <a:pPr lvl="2" eaLnBrk="1" hangingPunct="1">
              <a:lnSpc>
                <a:spcPts val="3200"/>
              </a:lnSpc>
              <a:buClrTx/>
              <a:buFont typeface="Wingdings" panose="05000000000000000000" pitchFamily="2" charset="2"/>
              <a:buChar char="Ø"/>
            </a:pPr>
            <a:r>
              <a:rPr lang="en-US" altLang="zh-CN" sz="2200" b="1" i="1" dirty="0">
                <a:solidFill>
                  <a:schemeClr val="tx1"/>
                </a:solidFill>
                <a:ea typeface="宋体" panose="02010600030101010101" pitchFamily="2" charset="-122"/>
              </a:rPr>
              <a:t>IN</a:t>
            </a:r>
            <a:r>
              <a:rPr lang="en-US" altLang="zh-CN" sz="2200" b="1" dirty="0">
                <a:solidFill>
                  <a:schemeClr val="tx1"/>
                </a:solidFill>
                <a:ea typeface="宋体" panose="02010600030101010101" pitchFamily="2" charset="-122"/>
              </a:rPr>
              <a:t>[</a:t>
            </a:r>
            <a:r>
              <a:rPr lang="en-US" altLang="zh-CN" sz="2200" b="1" i="1" dirty="0">
                <a:solidFill>
                  <a:schemeClr val="tx1"/>
                </a:solidFill>
                <a:ea typeface="宋体" panose="02010600030101010101" pitchFamily="2" charset="-122"/>
              </a:rPr>
              <a:t>B</a:t>
            </a:r>
            <a:r>
              <a:rPr lang="en-US" altLang="zh-CN" sz="2200" b="1" dirty="0">
                <a:solidFill>
                  <a:schemeClr val="tx1"/>
                </a:solidFill>
                <a:ea typeface="宋体" panose="02010600030101010101" pitchFamily="2" charset="-122"/>
              </a:rPr>
              <a:t>] = </a:t>
            </a:r>
            <a:r>
              <a:rPr lang="en-US" altLang="zh-CN" sz="2200" b="1" dirty="0">
                <a:solidFill>
                  <a:srgbClr val="0070C0"/>
                </a:solidFill>
                <a:ea typeface="宋体" panose="02010600030101010101" pitchFamily="2" charset="-122"/>
              </a:rPr>
              <a:t>∩</a:t>
            </a:r>
            <a:r>
              <a:rPr lang="en-US" altLang="zh-CN" sz="2200" b="1" i="1" baseline="-30000" dirty="0">
                <a:solidFill>
                  <a:schemeClr val="tx1"/>
                </a:solidFill>
              </a:rPr>
              <a:t> P</a:t>
            </a:r>
            <a:r>
              <a:rPr lang="zh-CN" altLang="en-US" sz="2200" b="1" baseline="-30000" dirty="0">
                <a:solidFill>
                  <a:schemeClr val="tx1"/>
                </a:solidFill>
              </a:rPr>
              <a:t>是</a:t>
            </a:r>
            <a:r>
              <a:rPr lang="en-US" altLang="zh-CN" sz="2200" b="1" i="1" baseline="-30000" dirty="0">
                <a:solidFill>
                  <a:schemeClr val="tx1"/>
                </a:solidFill>
              </a:rPr>
              <a:t>B</a:t>
            </a:r>
            <a:r>
              <a:rPr lang="zh-CN" altLang="en-US" sz="2200" b="1" baseline="-30000" dirty="0">
                <a:solidFill>
                  <a:schemeClr val="tx1"/>
                </a:solidFill>
              </a:rPr>
              <a:t>的一个前驱</a:t>
            </a:r>
            <a:r>
              <a:rPr lang="en-US" altLang="zh-CN" sz="2200" b="1" i="1" dirty="0">
                <a:solidFill>
                  <a:schemeClr val="tx1"/>
                </a:solidFill>
                <a:ea typeface="宋体" panose="02010600030101010101" pitchFamily="2" charset="-122"/>
              </a:rPr>
              <a:t>OUT</a:t>
            </a:r>
            <a:r>
              <a:rPr lang="en-US" altLang="zh-CN" sz="2200" b="1" dirty="0">
                <a:solidFill>
                  <a:schemeClr val="tx1"/>
                </a:solidFill>
                <a:ea typeface="宋体" panose="02010600030101010101" pitchFamily="2" charset="-122"/>
              </a:rPr>
              <a:t>[</a:t>
            </a:r>
            <a:r>
              <a:rPr lang="en-US" altLang="zh-CN" sz="2200" b="1" i="1" dirty="0">
                <a:solidFill>
                  <a:schemeClr val="tx1"/>
                </a:solidFill>
                <a:ea typeface="宋体" panose="02010600030101010101" pitchFamily="2" charset="-122"/>
              </a:rPr>
              <a:t>P</a:t>
            </a:r>
            <a:r>
              <a:rPr lang="en-US" altLang="zh-CN" sz="2200" b="1" dirty="0">
                <a:solidFill>
                  <a:schemeClr val="tx1"/>
                </a:solidFill>
                <a:ea typeface="宋体" panose="02010600030101010101" pitchFamily="2" charset="-122"/>
              </a:rPr>
              <a:t>] 	 ( </a:t>
            </a:r>
            <a:r>
              <a:rPr lang="en-US" altLang="zh-CN" sz="2200" b="1" i="1" dirty="0">
                <a:solidFill>
                  <a:schemeClr val="tx1"/>
                </a:solidFill>
                <a:ea typeface="宋体" panose="02010600030101010101" pitchFamily="2" charset="-122"/>
              </a:rPr>
              <a:t>B</a:t>
            </a:r>
            <a:r>
              <a:rPr lang="en-US" altLang="en-US" sz="2200" b="1" dirty="0">
                <a:solidFill>
                  <a:schemeClr val="tx1"/>
                </a:solidFill>
                <a:cs typeface="楷体_GB2312" charset="0"/>
              </a:rPr>
              <a:t>≠</a:t>
            </a:r>
            <a:r>
              <a:rPr lang="en-US" altLang="zh-CN" sz="2200" b="1" i="1" dirty="0">
                <a:solidFill>
                  <a:schemeClr val="tx1"/>
                </a:solidFill>
                <a:ea typeface="宋体" panose="02010600030101010101" pitchFamily="2" charset="-122"/>
              </a:rPr>
              <a:t>ENTRY</a:t>
            </a:r>
            <a:r>
              <a:rPr lang="en-US" altLang="zh-CN" sz="2200" b="1" dirty="0">
                <a:solidFill>
                  <a:schemeClr val="tx1"/>
                </a:solidFill>
                <a:ea typeface="宋体" panose="02010600030101010101" pitchFamily="2" charset="-122"/>
              </a:rPr>
              <a:t> ) 	</a:t>
            </a:r>
          </a:p>
        </p:txBody>
      </p:sp>
      <p:sp>
        <p:nvSpPr>
          <p:cNvPr id="207875" name="Rectangle 2">
            <a:extLst>
              <a:ext uri="{FF2B5EF4-FFF2-40B4-BE49-F238E27FC236}">
                <a16:creationId xmlns:a16="http://schemas.microsoft.com/office/drawing/2014/main" id="{07714B39-68D3-470D-AE17-94D71E63A6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寻找支配结点</a:t>
            </a:r>
            <a:endParaRPr lang="zh-CN" altLang="en-US" sz="3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楷体_GB2312" charset="0"/>
            </a:endParaRPr>
          </a:p>
        </p:txBody>
      </p:sp>
      <p:grpSp>
        <p:nvGrpSpPr>
          <p:cNvPr id="2" name="组合 3">
            <a:extLst>
              <a:ext uri="{FF2B5EF4-FFF2-40B4-BE49-F238E27FC236}">
                <a16:creationId xmlns:a16="http://schemas.microsoft.com/office/drawing/2014/main" id="{03CE46A1-EC9D-441A-9E92-B55D330220BE}"/>
              </a:ext>
            </a:extLst>
          </p:cNvPr>
          <p:cNvGrpSpPr>
            <a:grpSpLocks/>
          </p:cNvGrpSpPr>
          <p:nvPr/>
        </p:nvGrpSpPr>
        <p:grpSpPr bwMode="auto">
          <a:xfrm>
            <a:off x="6607572" y="1844675"/>
            <a:ext cx="2016125" cy="1085850"/>
            <a:chOff x="6660233" y="3719116"/>
            <a:chExt cx="2016223" cy="1086980"/>
          </a:xfrm>
        </p:grpSpPr>
        <p:sp>
          <p:nvSpPr>
            <p:cNvPr id="207877" name="Line 37">
              <a:extLst>
                <a:ext uri="{FF2B5EF4-FFF2-40B4-BE49-F238E27FC236}">
                  <a16:creationId xmlns:a16="http://schemas.microsoft.com/office/drawing/2014/main" id="{092C0839-0C01-4DA2-B0CC-861AF0B2C26A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7492184" y="4214813"/>
              <a:ext cx="0" cy="259163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6" name="Rectangle 30">
              <a:extLst>
                <a:ext uri="{FF2B5EF4-FFF2-40B4-BE49-F238E27FC236}">
                  <a16:creationId xmlns:a16="http://schemas.microsoft.com/office/drawing/2014/main" id="{B72F5F39-8D38-4F56-86D5-676A516ED73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660233" y="3866908"/>
              <a:ext cx="504850" cy="289226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7500" tIns="0" rIns="0" bIns="0"/>
            <a:lstStyle>
              <a:lvl1pPr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just">
                <a:lnSpc>
                  <a:spcPts val="2200"/>
                </a:lnSpc>
                <a:defRPr/>
              </a:pPr>
              <a:r>
                <a:rPr lang="en-US" altLang="zh-CN" sz="2000" i="1" dirty="0">
                  <a:latin typeface="Times New Roman" panose="02020603050405020304" pitchFamily="18" charset="0"/>
                </a:rPr>
                <a:t> P</a:t>
              </a:r>
              <a:r>
                <a:rPr lang="en-US" altLang="zh-CN" sz="2000" i="1" baseline="-25000" dirty="0">
                  <a:latin typeface="Times New Roman" panose="02020603050405020304" pitchFamily="18" charset="0"/>
                </a:rPr>
                <a:t>1</a:t>
              </a:r>
              <a:endParaRPr lang="en-US" altLang="zh-CN" sz="2000" i="1" dirty="0">
                <a:latin typeface="Times New Roman" panose="02020603050405020304" pitchFamily="18" charset="0"/>
              </a:endParaRPr>
            </a:p>
          </p:txBody>
        </p:sp>
        <p:sp>
          <p:nvSpPr>
            <p:cNvPr id="207879" name="矩形 1">
              <a:extLst>
                <a:ext uri="{FF2B5EF4-FFF2-40B4-BE49-F238E27FC236}">
                  <a16:creationId xmlns:a16="http://schemas.microsoft.com/office/drawing/2014/main" id="{FE7AA282-6BCA-4247-AC2D-F8BC3952DAD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696214" y="3719116"/>
              <a:ext cx="492443" cy="4616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r>
                <a:rPr lang="en-US" altLang="zh-CN" sz="2400"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…</a:t>
              </a:r>
              <a:endParaRPr lang="zh-CN" altLang="en-US" sz="3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" name="Rectangle 30">
              <a:extLst>
                <a:ext uri="{FF2B5EF4-FFF2-40B4-BE49-F238E27FC236}">
                  <a16:creationId xmlns:a16="http://schemas.microsoft.com/office/drawing/2014/main" id="{3BF0D3A9-D6EB-4A7B-9A0F-F8C4696482E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236523" y="3868496"/>
              <a:ext cx="504850" cy="289226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7500" tIns="0" rIns="0" bIns="0"/>
            <a:lstStyle>
              <a:lvl1pPr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just">
                <a:lnSpc>
                  <a:spcPts val="2200"/>
                </a:lnSpc>
                <a:defRPr/>
              </a:pPr>
              <a:r>
                <a:rPr lang="en-US" altLang="zh-CN" sz="2000" i="1" dirty="0">
                  <a:latin typeface="Times New Roman" panose="02020603050405020304" pitchFamily="18" charset="0"/>
                </a:rPr>
                <a:t> P</a:t>
              </a:r>
              <a:r>
                <a:rPr lang="en-US" altLang="zh-CN" sz="2000" i="1" baseline="-25000" dirty="0">
                  <a:latin typeface="Times New Roman" panose="02020603050405020304" pitchFamily="18" charset="0"/>
                </a:rPr>
                <a:t>2</a:t>
              </a:r>
              <a:endParaRPr lang="en-US" altLang="zh-CN" sz="2000" i="1" dirty="0">
                <a:latin typeface="Times New Roman" panose="02020603050405020304" pitchFamily="18" charset="0"/>
              </a:endParaRPr>
            </a:p>
          </p:txBody>
        </p:sp>
        <p:sp>
          <p:nvSpPr>
            <p:cNvPr id="9" name="Rectangle 30">
              <a:extLst>
                <a:ext uri="{FF2B5EF4-FFF2-40B4-BE49-F238E27FC236}">
                  <a16:creationId xmlns:a16="http://schemas.microsoft.com/office/drawing/2014/main" id="{BD8C094C-00ED-434A-B0B6-7233180BCAE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171606" y="3868496"/>
              <a:ext cx="504850" cy="289226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7500" tIns="0" rIns="0" bIns="0"/>
            <a:lstStyle>
              <a:lvl1pPr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just">
                <a:lnSpc>
                  <a:spcPts val="2200"/>
                </a:lnSpc>
                <a:defRPr/>
              </a:pPr>
              <a:r>
                <a:rPr lang="en-US" altLang="zh-CN" sz="2000" i="1" dirty="0">
                  <a:latin typeface="Times New Roman" panose="02020603050405020304" pitchFamily="18" charset="0"/>
                </a:rPr>
                <a:t> </a:t>
              </a:r>
              <a:r>
                <a:rPr lang="en-US" altLang="zh-CN" sz="2000" i="1" dirty="0" err="1">
                  <a:latin typeface="Times New Roman" panose="02020603050405020304" pitchFamily="18" charset="0"/>
                </a:rPr>
                <a:t>P</a:t>
              </a:r>
              <a:r>
                <a:rPr lang="en-US" altLang="zh-CN" sz="2000" i="1" baseline="-25000" dirty="0" err="1">
                  <a:latin typeface="Times New Roman" panose="02020603050405020304" pitchFamily="18" charset="0"/>
                </a:rPr>
                <a:t>n</a:t>
              </a:r>
              <a:endParaRPr lang="en-US" altLang="zh-CN" sz="2000" i="1" dirty="0">
                <a:latin typeface="Times New Roman" panose="02020603050405020304" pitchFamily="18" charset="0"/>
              </a:endParaRPr>
            </a:p>
          </p:txBody>
        </p:sp>
        <p:sp>
          <p:nvSpPr>
            <p:cNvPr id="10" name="Rectangle 30">
              <a:extLst>
                <a:ext uri="{FF2B5EF4-FFF2-40B4-BE49-F238E27FC236}">
                  <a16:creationId xmlns:a16="http://schemas.microsoft.com/office/drawing/2014/main" id="{18D7C6C0-9BFD-410F-8A79-AFFF48AF47E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252399" y="4516870"/>
              <a:ext cx="506438" cy="289226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7500" tIns="0" rIns="0" bIns="0"/>
            <a:lstStyle>
              <a:lvl1pPr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just">
                <a:lnSpc>
                  <a:spcPts val="2200"/>
                </a:lnSpc>
                <a:defRPr/>
              </a:pPr>
              <a:r>
                <a:rPr lang="en-US" altLang="zh-CN" sz="2000" i="1" dirty="0">
                  <a:latin typeface="Times New Roman" panose="02020603050405020304" pitchFamily="18" charset="0"/>
                </a:rPr>
                <a:t>  B</a:t>
              </a:r>
            </a:p>
          </p:txBody>
        </p:sp>
        <p:sp>
          <p:nvSpPr>
            <p:cNvPr id="207883" name="Line 37">
              <a:extLst>
                <a:ext uri="{FF2B5EF4-FFF2-40B4-BE49-F238E27FC236}">
                  <a16:creationId xmlns:a16="http://schemas.microsoft.com/office/drawing/2014/main" id="{3D88EB4F-E127-48E3-A74D-551AA1491DDF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7678356" y="4200014"/>
              <a:ext cx="492780" cy="244722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207884" name="Line 37">
              <a:extLst>
                <a:ext uri="{FF2B5EF4-FFF2-40B4-BE49-F238E27FC236}">
                  <a16:creationId xmlns:a16="http://schemas.microsoft.com/office/drawing/2014/main" id="{32E89DE5-27A7-4629-A3B7-EB2B4FA75B0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948263" y="4214813"/>
              <a:ext cx="357749" cy="242715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</p:grpSp>
      <p:sp>
        <p:nvSpPr>
          <p:cNvPr id="3" name="矩形 2">
            <a:extLst>
              <a:ext uri="{FF2B5EF4-FFF2-40B4-BE49-F238E27FC236}">
                <a16:creationId xmlns:a16="http://schemas.microsoft.com/office/drawing/2014/main" id="{33752FC5-3CB7-49A5-9A64-32D25C4359B0}"/>
              </a:ext>
            </a:extLst>
          </p:cNvPr>
          <p:cNvSpPr/>
          <p:nvPr/>
        </p:nvSpPr>
        <p:spPr>
          <a:xfrm>
            <a:off x="971600" y="4227934"/>
            <a:ext cx="7146802" cy="57606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根据支配结点的定义，</a:t>
            </a:r>
            <a:r>
              <a:rPr lang="en-US" altLang="zh-CN" sz="2000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</a:t>
            </a:r>
            <a:r>
              <a:rPr lang="en-US" altLang="zh-CN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[</a:t>
            </a:r>
            <a:r>
              <a:rPr lang="en-US" altLang="zh-CN" sz="2000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r>
              <a:rPr lang="en-US" altLang="zh-CN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]</a:t>
            </a:r>
            <a:r>
              <a:rPr lang="zh-CN" alt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是结点</a:t>
            </a:r>
            <a:r>
              <a:rPr lang="en-US" altLang="zh-CN" sz="2000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r>
              <a:rPr lang="zh-CN" alt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的所有支配结点的集合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896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80896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80896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80896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 nodeType="clickPar">
                      <p:stCondLst>
                        <p:cond delay="indefinite"/>
                      </p:stCondLst>
                      <p:childTnLst>
                        <p:par>
                          <p:cTn id="1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896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80896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80896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80896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896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80896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80896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80896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 nodeType="clickPar">
                      <p:stCondLst>
                        <p:cond delay="indefinite"/>
                      </p:stCondLst>
                      <p:childTnLst>
                        <p:par>
                          <p:cTn id="2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896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80896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80896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80896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 nodeType="clickPar">
                      <p:stCondLst>
                        <p:cond delay="indefinite"/>
                      </p:stCondLst>
                      <p:childTnLst>
                        <p:par>
                          <p:cTn id="3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5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896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80896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80896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80896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 nodeType="clickPar">
                      <p:stCondLst>
                        <p:cond delay="indefinite"/>
                      </p:stCondLst>
                      <p:childTnLst>
                        <p:par>
                          <p:cTn id="4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2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896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80896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500" fill="hold"/>
                                        <p:tgtEl>
                                          <p:spTgt spid="80896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80896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 nodeType="clickPar">
                      <p:stCondLst>
                        <p:cond delay="indefinite"/>
                      </p:stCondLst>
                      <p:childTnLst>
                        <p:par>
                          <p:cTn id="4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9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1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 nodeType="clickPar">
                      <p:stCondLst>
                        <p:cond delay="indefinite"/>
                      </p:stCondLst>
                      <p:childTnLst>
                        <p:par>
                          <p:cTn id="5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6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896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8" dur="500" fill="hold"/>
                                        <p:tgtEl>
                                          <p:spTgt spid="80896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500" fill="hold"/>
                                        <p:tgtEl>
                                          <p:spTgt spid="80896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80896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907" name="Rectangle 3">
            <a:extLst>
              <a:ext uri="{FF2B5EF4-FFF2-40B4-BE49-F238E27FC236}">
                <a16:creationId xmlns:a16="http://schemas.microsoft.com/office/drawing/2014/main" id="{ECBF9010-1EA7-4B4B-A705-BCA9739948C5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430213" y="785813"/>
            <a:ext cx="8285162" cy="1428750"/>
          </a:xfrm>
        </p:spPr>
        <p:txBody>
          <a:bodyPr vert="horz"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lnSpc>
                <a:spcPts val="25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2200" b="1" dirty="0">
                <a:solidFill>
                  <a:schemeClr val="tx1"/>
                </a:solidFill>
              </a:rPr>
              <a:t>输入：流图</a:t>
            </a:r>
            <a:r>
              <a:rPr lang="en-US" altLang="zh-CN" sz="2200" b="1" i="1" dirty="0">
                <a:solidFill>
                  <a:schemeClr val="tx1"/>
                </a:solidFill>
              </a:rPr>
              <a:t>G</a:t>
            </a:r>
            <a:r>
              <a:rPr lang="zh-CN" altLang="en-US" sz="2200" b="1" dirty="0">
                <a:solidFill>
                  <a:schemeClr val="tx1"/>
                </a:solidFill>
              </a:rPr>
              <a:t>，</a:t>
            </a:r>
            <a:r>
              <a:rPr lang="en-US" altLang="zh-CN" sz="2200" b="1" i="1" dirty="0">
                <a:solidFill>
                  <a:schemeClr val="tx1"/>
                </a:solidFill>
              </a:rPr>
              <a:t>G</a:t>
            </a:r>
            <a:r>
              <a:rPr lang="zh-CN" altLang="en-US" sz="2200" b="1" dirty="0">
                <a:solidFill>
                  <a:schemeClr val="tx1"/>
                </a:solidFill>
              </a:rPr>
              <a:t>的</a:t>
            </a:r>
            <a:r>
              <a:rPr lang="zh-CN" altLang="en-US" sz="2200" b="1" dirty="0">
                <a:solidFill>
                  <a:srgbClr val="0070C0"/>
                </a:solidFill>
              </a:rPr>
              <a:t>结点集是</a:t>
            </a:r>
            <a:r>
              <a:rPr lang="en-US" altLang="zh-CN" sz="2200" b="1" i="1" dirty="0">
                <a:solidFill>
                  <a:srgbClr val="FF0000"/>
                </a:solidFill>
              </a:rPr>
              <a:t>N</a:t>
            </a:r>
            <a:r>
              <a:rPr lang="zh-CN" altLang="en-US" sz="2200" b="1" dirty="0">
                <a:solidFill>
                  <a:schemeClr val="tx1"/>
                </a:solidFill>
              </a:rPr>
              <a:t>，边集是</a:t>
            </a:r>
            <a:r>
              <a:rPr lang="en-US" altLang="zh-CN" sz="2200" b="1" i="1" dirty="0">
                <a:solidFill>
                  <a:schemeClr val="tx1"/>
                </a:solidFill>
              </a:rPr>
              <a:t>E</a:t>
            </a:r>
            <a:r>
              <a:rPr lang="zh-CN" altLang="en-US" sz="2200" b="1" dirty="0">
                <a:solidFill>
                  <a:schemeClr val="tx1"/>
                </a:solidFill>
              </a:rPr>
              <a:t>，入口结点是</a:t>
            </a:r>
            <a:r>
              <a:rPr lang="en-US" altLang="zh-CN" sz="2200" b="1" i="1" dirty="0">
                <a:solidFill>
                  <a:schemeClr val="tx1"/>
                </a:solidFill>
              </a:rPr>
              <a:t>ENTRY</a:t>
            </a:r>
            <a:endParaRPr lang="en-US" altLang="zh-CN" sz="2200" b="1" dirty="0">
              <a:solidFill>
                <a:schemeClr val="tx1"/>
              </a:solidFill>
            </a:endParaRPr>
          </a:p>
          <a:p>
            <a:pPr eaLnBrk="1" hangingPunct="1">
              <a:lnSpc>
                <a:spcPts val="25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2200" b="1" dirty="0">
                <a:solidFill>
                  <a:schemeClr val="tx1"/>
                </a:solidFill>
              </a:rPr>
              <a:t>输出：对于</a:t>
            </a:r>
            <a:r>
              <a:rPr lang="en-US" altLang="zh-CN" sz="2200" b="1" i="1" dirty="0">
                <a:solidFill>
                  <a:schemeClr val="tx1"/>
                </a:solidFill>
              </a:rPr>
              <a:t>N</a:t>
            </a:r>
            <a:r>
              <a:rPr lang="zh-CN" altLang="en-US" sz="2200" b="1" dirty="0">
                <a:solidFill>
                  <a:schemeClr val="tx1"/>
                </a:solidFill>
              </a:rPr>
              <a:t>中的各个结点</a:t>
            </a:r>
            <a:r>
              <a:rPr lang="en-US" altLang="zh-CN" sz="2200" b="1" i="1" dirty="0">
                <a:solidFill>
                  <a:schemeClr val="tx1"/>
                </a:solidFill>
              </a:rPr>
              <a:t>n</a:t>
            </a:r>
            <a:r>
              <a:rPr lang="zh-CN" altLang="en-US" sz="2200" b="1" dirty="0">
                <a:solidFill>
                  <a:schemeClr val="tx1"/>
                </a:solidFill>
              </a:rPr>
              <a:t>，给出</a:t>
            </a:r>
            <a:r>
              <a:rPr lang="en-US" altLang="zh-CN" sz="2200" b="1" i="1" dirty="0">
                <a:solidFill>
                  <a:schemeClr val="tx1"/>
                </a:solidFill>
              </a:rPr>
              <a:t>D</a:t>
            </a:r>
            <a:r>
              <a:rPr lang="en-US" altLang="zh-CN" sz="2200" b="1" dirty="0">
                <a:solidFill>
                  <a:schemeClr val="tx1"/>
                </a:solidFill>
              </a:rPr>
              <a:t>(</a:t>
            </a:r>
            <a:r>
              <a:rPr lang="en-US" altLang="zh-CN" sz="2200" b="1" i="1" dirty="0">
                <a:solidFill>
                  <a:schemeClr val="tx1"/>
                </a:solidFill>
              </a:rPr>
              <a:t>n</a:t>
            </a:r>
            <a:r>
              <a:rPr lang="en-US" altLang="zh-CN" sz="2200" b="1" dirty="0">
                <a:solidFill>
                  <a:schemeClr val="tx1"/>
                </a:solidFill>
              </a:rPr>
              <a:t>)</a:t>
            </a:r>
            <a:r>
              <a:rPr lang="zh-CN" altLang="en-US" sz="2200" b="1" dirty="0">
                <a:solidFill>
                  <a:schemeClr val="tx1"/>
                </a:solidFill>
              </a:rPr>
              <a:t>，即支配 </a:t>
            </a:r>
            <a:r>
              <a:rPr lang="en-US" altLang="zh-CN" sz="2200" b="1" i="1" dirty="0">
                <a:solidFill>
                  <a:schemeClr val="tx1"/>
                </a:solidFill>
              </a:rPr>
              <a:t>n</a:t>
            </a:r>
            <a:r>
              <a:rPr lang="zh-CN" altLang="en-US" sz="2200" b="1" dirty="0">
                <a:solidFill>
                  <a:schemeClr val="tx1"/>
                </a:solidFill>
              </a:rPr>
              <a:t>的所有结点的</a:t>
            </a:r>
            <a:endParaRPr lang="en-US" altLang="zh-CN" sz="2200" b="1" dirty="0">
              <a:solidFill>
                <a:schemeClr val="tx1"/>
              </a:solidFill>
            </a:endParaRPr>
          </a:p>
          <a:p>
            <a:pPr marL="0" indent="0" eaLnBrk="1" hangingPunct="1">
              <a:lnSpc>
                <a:spcPts val="2500"/>
              </a:lnSpc>
              <a:buClrTx/>
              <a:buFont typeface="Symbol" panose="05050102010706020507" pitchFamily="18" charset="2"/>
              <a:buNone/>
              <a:defRPr/>
            </a:pPr>
            <a:r>
              <a:rPr lang="en-US" altLang="zh-CN" sz="2200" b="1" dirty="0">
                <a:solidFill>
                  <a:schemeClr val="tx1"/>
                </a:solidFill>
              </a:rPr>
              <a:t>               </a:t>
            </a:r>
            <a:r>
              <a:rPr lang="zh-CN" altLang="en-US" sz="2200" b="1" dirty="0">
                <a:solidFill>
                  <a:schemeClr val="tx1"/>
                </a:solidFill>
              </a:rPr>
              <a:t>集合，</a:t>
            </a:r>
            <a:r>
              <a:rPr lang="en-US" altLang="zh-CN" sz="2200" b="1" i="1" dirty="0">
                <a:solidFill>
                  <a:schemeClr val="tx1"/>
                </a:solidFill>
              </a:rPr>
              <a:t>D</a:t>
            </a:r>
            <a:r>
              <a:rPr lang="en-US" altLang="zh-CN" sz="2200" b="1" dirty="0">
                <a:solidFill>
                  <a:schemeClr val="tx1"/>
                </a:solidFill>
              </a:rPr>
              <a:t>(</a:t>
            </a:r>
            <a:r>
              <a:rPr lang="en-US" altLang="zh-CN" sz="2200" b="1" i="1" dirty="0">
                <a:solidFill>
                  <a:schemeClr val="tx1"/>
                </a:solidFill>
              </a:rPr>
              <a:t>n</a:t>
            </a:r>
            <a:r>
              <a:rPr lang="en-US" altLang="zh-CN" sz="2200" b="1" dirty="0"/>
              <a:t>)</a:t>
            </a:r>
            <a:r>
              <a:rPr lang="en-US" altLang="zh-CN" sz="2200" b="1" dirty="0">
                <a:solidFill>
                  <a:schemeClr val="tx1"/>
                </a:solidFill>
              </a:rPr>
              <a:t> = </a:t>
            </a:r>
            <a:r>
              <a:rPr lang="en-US" altLang="zh-CN" sz="2200" b="1" i="1" dirty="0">
                <a:solidFill>
                  <a:schemeClr val="tx1"/>
                </a:solidFill>
              </a:rPr>
              <a:t>OUT</a:t>
            </a:r>
            <a:r>
              <a:rPr lang="en-US" altLang="zh-CN" sz="2200" b="1" dirty="0">
                <a:solidFill>
                  <a:schemeClr val="tx1"/>
                </a:solidFill>
              </a:rPr>
              <a:t>[</a:t>
            </a:r>
            <a:r>
              <a:rPr lang="en-US" altLang="zh-CN" sz="2200" b="1" i="1" dirty="0"/>
              <a:t>n</a:t>
            </a:r>
            <a:r>
              <a:rPr lang="en-US" altLang="zh-CN" sz="2200" b="1" dirty="0">
                <a:solidFill>
                  <a:schemeClr val="tx1"/>
                </a:solidFill>
              </a:rPr>
              <a:t>]</a:t>
            </a:r>
          </a:p>
          <a:p>
            <a:pPr eaLnBrk="1" hangingPunct="1">
              <a:lnSpc>
                <a:spcPts val="25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2200" b="1" dirty="0">
                <a:solidFill>
                  <a:schemeClr val="tx1"/>
                </a:solidFill>
              </a:rPr>
              <a:t>方法</a:t>
            </a:r>
            <a:r>
              <a:rPr lang="en-US" altLang="zh-CN" sz="2200" b="1" dirty="0">
                <a:solidFill>
                  <a:schemeClr val="tx1"/>
                </a:solidFill>
              </a:rPr>
              <a:t>:</a:t>
            </a:r>
          </a:p>
          <a:p>
            <a:pPr lvl="1" eaLnBrk="1" hangingPunct="1">
              <a:lnSpc>
                <a:spcPts val="2500"/>
              </a:lnSpc>
              <a:buFont typeface="Wingdings" panose="05000000000000000000" pitchFamily="2" charset="2"/>
              <a:buNone/>
              <a:defRPr/>
            </a:pPr>
            <a:r>
              <a:rPr lang="en-US" altLang="zh-CN" b="1" i="1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            </a:t>
            </a:r>
            <a:endParaRPr lang="en-US" altLang="zh-CN" b="1" dirty="0">
              <a:solidFill>
                <a:schemeClr val="tx1"/>
              </a:solidFill>
              <a:ea typeface="楷体_GB2312"/>
              <a:cs typeface="Times New Roman" panose="02020603050405020304" pitchFamily="18" charset="0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AE9BD9D4-B34B-46BC-81F3-9C4A93CE81D6}"/>
              </a:ext>
            </a:extLst>
          </p:cNvPr>
          <p:cNvSpPr/>
          <p:nvPr/>
        </p:nvSpPr>
        <p:spPr>
          <a:xfrm>
            <a:off x="1792288" y="1924050"/>
            <a:ext cx="5227637" cy="300513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574675" lvl="1" indent="-271463" eaLnBrk="1" hangingPunct="1">
              <a:lnSpc>
                <a:spcPts val="2500"/>
              </a:lnSpc>
              <a:spcBef>
                <a:spcPct val="20000"/>
              </a:spcBef>
              <a:buClr>
                <a:srgbClr val="31B6FD"/>
              </a:buClr>
              <a:buSzPct val="100000"/>
              <a:defRPr/>
            </a:pPr>
            <a:r>
              <a:rPr lang="en-US" altLang="zh-CN" sz="2200" i="1" dirty="0">
                <a:solidFill>
                  <a:prstClr val="black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OUT</a:t>
            </a:r>
            <a:r>
              <a:rPr lang="en-US" altLang="zh-CN" sz="2200" dirty="0">
                <a:solidFill>
                  <a:prstClr val="black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[ </a:t>
            </a:r>
            <a:r>
              <a:rPr lang="en-US" altLang="zh-CN" sz="2200" i="1" dirty="0">
                <a:solidFill>
                  <a:prstClr val="black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ENTRY </a:t>
            </a:r>
            <a:r>
              <a:rPr lang="en-US" altLang="zh-CN" sz="2200" dirty="0">
                <a:solidFill>
                  <a:prstClr val="black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] = { </a:t>
            </a:r>
            <a:r>
              <a:rPr lang="en-US" altLang="zh-CN" sz="2200" i="1" dirty="0">
                <a:solidFill>
                  <a:prstClr val="black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ENTRY </a:t>
            </a:r>
            <a:r>
              <a:rPr lang="en-US" altLang="zh-CN" sz="2200" dirty="0">
                <a:solidFill>
                  <a:prstClr val="black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}</a:t>
            </a:r>
          </a:p>
          <a:p>
            <a:pPr marL="574675" lvl="1" indent="-271463" eaLnBrk="1" hangingPunct="1">
              <a:lnSpc>
                <a:spcPts val="2500"/>
              </a:lnSpc>
              <a:spcBef>
                <a:spcPct val="20000"/>
              </a:spcBef>
              <a:buClr>
                <a:srgbClr val="31B6FD"/>
              </a:buClr>
              <a:buSzPct val="100000"/>
              <a:defRPr/>
            </a:pPr>
            <a:r>
              <a:rPr lang="en-US" altLang="zh-CN" sz="2200" dirty="0">
                <a:solidFill>
                  <a:srgbClr val="0000FF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for</a:t>
            </a:r>
            <a:r>
              <a:rPr lang="en-US" altLang="zh-CN" sz="2200" dirty="0">
                <a:solidFill>
                  <a:prstClr val="black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(</a:t>
            </a:r>
            <a:r>
              <a:rPr lang="zh-CN" altLang="en-US" sz="22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除</a:t>
            </a:r>
            <a:r>
              <a:rPr lang="en-US" altLang="zh-CN" sz="2200" i="1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ENTRY</a:t>
            </a:r>
            <a:r>
              <a:rPr lang="zh-CN" altLang="en-US" sz="22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之外的</a:t>
            </a:r>
            <a:r>
              <a:rPr lang="zh-CN" altLang="en-US" sz="2200" dirty="0">
                <a:solidFill>
                  <a:srgbClr val="0000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每个基本块</a:t>
            </a:r>
            <a:r>
              <a:rPr lang="en-US" altLang="zh-CN" sz="2200" i="1" dirty="0">
                <a:solidFill>
                  <a:srgbClr val="0000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r>
              <a:rPr lang="en-US" altLang="zh-CN" sz="2200" i="1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22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  </a:t>
            </a:r>
            <a:r>
              <a:rPr lang="en-US" altLang="zh-CN" sz="2200" i="1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</a:t>
            </a:r>
            <a:r>
              <a:rPr lang="en-US" altLang="zh-CN" sz="22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[</a:t>
            </a:r>
            <a:r>
              <a:rPr lang="en-US" altLang="zh-CN" sz="2200" i="1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r>
              <a:rPr lang="en-US" altLang="zh-CN" sz="22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] = </a:t>
            </a:r>
            <a:r>
              <a:rPr lang="en-US" altLang="zh-CN" sz="2200" i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</a:p>
          <a:p>
            <a:pPr marL="574675" lvl="1" indent="-271463" eaLnBrk="1" hangingPunct="1">
              <a:lnSpc>
                <a:spcPts val="2500"/>
              </a:lnSpc>
              <a:spcBef>
                <a:spcPct val="20000"/>
              </a:spcBef>
              <a:buClr>
                <a:srgbClr val="31B6FD"/>
              </a:buClr>
              <a:buSzPct val="100000"/>
              <a:defRPr/>
            </a:pPr>
            <a:r>
              <a:rPr lang="en-US" altLang="zh-CN" sz="2200" dirty="0">
                <a:solidFill>
                  <a:srgbClr val="0000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while</a:t>
            </a:r>
            <a:r>
              <a:rPr lang="en-US" altLang="zh-CN" sz="22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zh-CN" altLang="en-US" sz="2200" dirty="0">
                <a:solidFill>
                  <a:srgbClr val="0000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某个</a:t>
            </a:r>
            <a:r>
              <a:rPr lang="en-US" altLang="zh-CN" sz="2200" i="1" dirty="0">
                <a:solidFill>
                  <a:srgbClr val="0000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</a:t>
            </a:r>
            <a:r>
              <a:rPr lang="zh-CN" altLang="en-US" sz="2200" dirty="0">
                <a:solidFill>
                  <a:srgbClr val="0000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值发生了改变 </a:t>
            </a:r>
            <a:r>
              <a:rPr lang="en-US" altLang="zh-CN" sz="22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marL="574675" lvl="1" indent="-271463" eaLnBrk="1" hangingPunct="1">
              <a:lnSpc>
                <a:spcPts val="2500"/>
              </a:lnSpc>
              <a:spcBef>
                <a:spcPct val="20000"/>
              </a:spcBef>
              <a:buClr>
                <a:srgbClr val="31B6FD"/>
              </a:buClr>
              <a:buSzPct val="100000"/>
              <a:defRPr/>
            </a:pPr>
            <a:r>
              <a:rPr lang="en-US" altLang="zh-CN" sz="2200" dirty="0">
                <a:solidFill>
                  <a:srgbClr val="0000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for</a:t>
            </a:r>
            <a:r>
              <a:rPr lang="en-US" altLang="zh-CN" sz="22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zh-CN" altLang="en-US" sz="22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除</a:t>
            </a:r>
            <a:r>
              <a:rPr lang="en-US" altLang="zh-CN" sz="2200" i="1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ENTRY</a:t>
            </a:r>
            <a:r>
              <a:rPr lang="zh-CN" altLang="en-US" sz="22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之外的</a:t>
            </a:r>
            <a:r>
              <a:rPr lang="zh-CN" altLang="en-US" sz="2200" dirty="0">
                <a:solidFill>
                  <a:srgbClr val="0000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每个基本块</a:t>
            </a:r>
            <a:r>
              <a:rPr lang="en-US" altLang="zh-CN" sz="2200" i="1" dirty="0">
                <a:solidFill>
                  <a:srgbClr val="0000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 </a:t>
            </a:r>
            <a:r>
              <a:rPr lang="en-US" altLang="zh-CN" sz="22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 </a:t>
            </a:r>
          </a:p>
          <a:p>
            <a:pPr marL="574675" lvl="1" indent="-271463" eaLnBrk="1" hangingPunct="1">
              <a:lnSpc>
                <a:spcPts val="2500"/>
              </a:lnSpc>
              <a:spcBef>
                <a:spcPct val="20000"/>
              </a:spcBef>
              <a:buClr>
                <a:srgbClr val="31B6FD"/>
              </a:buClr>
              <a:buSzPct val="100000"/>
              <a:defRPr/>
            </a:pPr>
            <a:r>
              <a:rPr lang="en-US" altLang="zh-CN" sz="2200" dirty="0">
                <a:solidFill>
                  <a:prstClr val="black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		{ </a:t>
            </a:r>
            <a:r>
              <a:rPr lang="en-US" altLang="zh-CN" sz="2200" i="1" dirty="0">
                <a:solidFill>
                  <a:srgbClr val="0000FF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IN</a:t>
            </a:r>
            <a:r>
              <a:rPr lang="en-US" altLang="zh-CN" sz="2200" dirty="0">
                <a:solidFill>
                  <a:srgbClr val="0000FF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[</a:t>
            </a:r>
            <a:r>
              <a:rPr lang="en-US" altLang="zh-CN" sz="2200" i="1" dirty="0">
                <a:solidFill>
                  <a:srgbClr val="0000FF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B</a:t>
            </a:r>
            <a:r>
              <a:rPr lang="en-US" altLang="zh-CN" sz="2200" dirty="0">
                <a:solidFill>
                  <a:srgbClr val="0000FF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] = </a:t>
            </a:r>
            <a:r>
              <a:rPr lang="en-US" altLang="zh-CN" sz="2200" dirty="0">
                <a:solidFill>
                  <a:srgbClr val="FF0000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∩</a:t>
            </a:r>
            <a:r>
              <a:rPr lang="en-US" altLang="zh-CN" sz="2200" i="1" baseline="-30000" dirty="0">
                <a:solidFill>
                  <a:srgbClr val="0000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zh-CN" altLang="en-US" sz="2200" baseline="-30000" dirty="0">
                <a:solidFill>
                  <a:srgbClr val="0000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是</a:t>
            </a:r>
            <a:r>
              <a:rPr lang="en-US" altLang="zh-CN" sz="2200" i="1" baseline="-30000" dirty="0">
                <a:solidFill>
                  <a:srgbClr val="0000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r>
              <a:rPr lang="zh-CN" altLang="en-US" sz="2200" baseline="-30000" dirty="0">
                <a:solidFill>
                  <a:srgbClr val="0000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的一个前驱</a:t>
            </a:r>
            <a:r>
              <a:rPr lang="en-US" altLang="zh-CN" sz="2200" i="1" dirty="0">
                <a:solidFill>
                  <a:srgbClr val="0000FF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OUT</a:t>
            </a:r>
            <a:r>
              <a:rPr lang="en-US" altLang="zh-CN" sz="2200" dirty="0">
                <a:solidFill>
                  <a:srgbClr val="0000FF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[</a:t>
            </a:r>
            <a:r>
              <a:rPr lang="en-US" altLang="zh-CN" sz="2200" i="1" dirty="0">
                <a:solidFill>
                  <a:srgbClr val="0000FF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P</a:t>
            </a:r>
            <a:r>
              <a:rPr lang="en-US" altLang="zh-CN" sz="2200" dirty="0">
                <a:solidFill>
                  <a:srgbClr val="0000FF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] </a:t>
            </a:r>
          </a:p>
          <a:p>
            <a:pPr marL="574675" lvl="1" indent="-271463" eaLnBrk="1" hangingPunct="1">
              <a:lnSpc>
                <a:spcPts val="2500"/>
              </a:lnSpc>
              <a:spcBef>
                <a:spcPct val="20000"/>
              </a:spcBef>
              <a:buClr>
                <a:srgbClr val="31B6FD"/>
              </a:buClr>
              <a:buSzPct val="100000"/>
              <a:defRPr/>
            </a:pPr>
            <a:r>
              <a:rPr lang="en-US" altLang="zh-CN" sz="2200" i="1" dirty="0">
                <a:solidFill>
                  <a:srgbClr val="0000FF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		  OUT</a:t>
            </a:r>
            <a:r>
              <a:rPr lang="en-US" altLang="zh-CN" sz="2200" dirty="0">
                <a:solidFill>
                  <a:srgbClr val="0000FF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[</a:t>
            </a:r>
            <a:r>
              <a:rPr lang="en-US" altLang="zh-CN" sz="2200" i="1" dirty="0">
                <a:solidFill>
                  <a:srgbClr val="0000FF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B</a:t>
            </a:r>
            <a:r>
              <a:rPr lang="en-US" altLang="zh-CN" sz="2200" dirty="0">
                <a:solidFill>
                  <a:srgbClr val="0000FF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] = </a:t>
            </a:r>
            <a:r>
              <a:rPr lang="en-US" altLang="zh-CN" sz="2200" i="1" dirty="0">
                <a:solidFill>
                  <a:srgbClr val="0000FF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IN</a:t>
            </a:r>
            <a:r>
              <a:rPr lang="en-US" altLang="zh-CN" sz="2200" dirty="0">
                <a:solidFill>
                  <a:srgbClr val="0000FF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[</a:t>
            </a:r>
            <a:r>
              <a:rPr lang="en-US" altLang="zh-CN" sz="2200" i="1" dirty="0">
                <a:solidFill>
                  <a:srgbClr val="0000FF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B</a:t>
            </a:r>
            <a:r>
              <a:rPr lang="en-US" altLang="zh-CN" sz="2200" dirty="0">
                <a:solidFill>
                  <a:srgbClr val="0000FF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]</a:t>
            </a:r>
            <a:r>
              <a:rPr lang="en-US" altLang="zh-CN" sz="2200" dirty="0">
                <a:solidFill>
                  <a:srgbClr val="0000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∪{ </a:t>
            </a:r>
            <a:r>
              <a:rPr lang="en-US" altLang="zh-CN" sz="2200" i="1" dirty="0">
                <a:solidFill>
                  <a:srgbClr val="0000FF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B </a:t>
            </a:r>
            <a:r>
              <a:rPr lang="en-US" altLang="zh-CN" sz="2200" dirty="0">
                <a:solidFill>
                  <a:srgbClr val="0000FF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}</a:t>
            </a:r>
          </a:p>
          <a:p>
            <a:pPr marL="574675" lvl="1" indent="-271463" eaLnBrk="1" hangingPunct="1">
              <a:lnSpc>
                <a:spcPts val="2500"/>
              </a:lnSpc>
              <a:spcBef>
                <a:spcPct val="20000"/>
              </a:spcBef>
              <a:buClr>
                <a:srgbClr val="31B6FD"/>
              </a:buClr>
              <a:buSzPct val="100000"/>
              <a:defRPr/>
            </a:pPr>
            <a:r>
              <a:rPr lang="en-US" altLang="zh-CN" sz="2200" dirty="0">
                <a:solidFill>
                  <a:prstClr val="black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		}</a:t>
            </a:r>
            <a:endParaRPr lang="zh-CN" altLang="en-US" dirty="0"/>
          </a:p>
        </p:txBody>
      </p:sp>
      <p:sp>
        <p:nvSpPr>
          <p:cNvPr id="209924" name="Rectangle 2">
            <a:extLst>
              <a:ext uri="{FF2B5EF4-FFF2-40B4-BE49-F238E27FC236}">
                <a16:creationId xmlns:a16="http://schemas.microsoft.com/office/drawing/2014/main" id="{E3E4A7A2-D34B-424F-85C5-9270E1A0D5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计算支配结点的迭代算法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1970" name="图片 10">
            <a:extLst>
              <a:ext uri="{FF2B5EF4-FFF2-40B4-BE49-F238E27FC236}">
                <a16:creationId xmlns:a16="http://schemas.microsoft.com/office/drawing/2014/main" id="{969B5AE6-30C9-414C-A544-1EF23FD00DD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46200" y="50800"/>
            <a:ext cx="3303588" cy="1584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aphicFrame>
        <p:nvGraphicFramePr>
          <p:cNvPr id="1100113" name="Group 337">
            <a:extLst>
              <a:ext uri="{FF2B5EF4-FFF2-40B4-BE49-F238E27FC236}">
                <a16:creationId xmlns:a16="http://schemas.microsoft.com/office/drawing/2014/main" id="{2CF6165C-E445-45A7-98B0-E4DEABD64E7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99049618"/>
              </p:ext>
            </p:extLst>
          </p:nvPr>
        </p:nvGraphicFramePr>
        <p:xfrm>
          <a:off x="3203575" y="1296988"/>
          <a:ext cx="5472113" cy="3752856"/>
        </p:xfrm>
        <a:graphic>
          <a:graphicData uri="http://schemas.openxmlformats.org/drawingml/2006/table">
            <a:tbl>
              <a:tblPr/>
              <a:tblGrid>
                <a:gridCol w="4937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541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0816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61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12738"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endParaRPr kumimoji="0" lang="zh-CN" altLang="en-US" sz="16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楷体_GB2312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104561" marR="104561" marT="34252" marB="34252" horzOverflow="overflow">
                    <a:lnL>
                      <a:noFill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B5CEED"/>
                    </a:solidFill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zh-CN" sz="1600" b="1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楷体_GB2312" pitchFamily="49" charset="-122"/>
                          <a:cs typeface="Times New Roman" panose="02020603050405020304" pitchFamily="18" charset="0"/>
                        </a:rPr>
                        <a:t>OUT </a:t>
                      </a:r>
                      <a:r>
                        <a:rPr kumimoji="0" lang="en-US" altLang="zh-CN" sz="1600" b="1" i="1" u="none" strike="noStrike" cap="none" normalizeH="0" baseline="3000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楷体_GB2312" pitchFamily="49" charset="-122"/>
                          <a:cs typeface="Times New Roman" panose="02020603050405020304" pitchFamily="18" charset="0"/>
                        </a:rPr>
                        <a:t>0</a:t>
                      </a:r>
                      <a:r>
                        <a:rPr kumimoji="0" lang="en-US" altLang="zh-CN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楷体_GB2312" pitchFamily="49" charset="-122"/>
                          <a:cs typeface="Times New Roman" panose="02020603050405020304" pitchFamily="18" charset="0"/>
                        </a:rPr>
                        <a:t>[</a:t>
                      </a:r>
                      <a:r>
                        <a:rPr kumimoji="0" lang="en-US" altLang="zh-CN" sz="1600" b="1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楷体_GB2312" pitchFamily="49" charset="-122"/>
                          <a:cs typeface="Times New Roman" panose="02020603050405020304" pitchFamily="18" charset="0"/>
                        </a:rPr>
                        <a:t>B</a:t>
                      </a:r>
                      <a:r>
                        <a:rPr kumimoji="0" lang="en-US" altLang="zh-CN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楷体_GB2312" pitchFamily="49" charset="-122"/>
                          <a:cs typeface="Times New Roman" panose="02020603050405020304" pitchFamily="18" charset="0"/>
                        </a:rPr>
                        <a:t>]</a:t>
                      </a:r>
                    </a:p>
                  </a:txBody>
                  <a:tcPr marL="104561" marR="104561" marT="34252" marB="34252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B5CEED"/>
                    </a:solidFill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zh-CN" sz="1600" b="1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楷体_GB2312" pitchFamily="49" charset="-122"/>
                          <a:cs typeface="Times New Roman" panose="02020603050405020304" pitchFamily="18" charset="0"/>
                        </a:rPr>
                        <a:t>IN</a:t>
                      </a:r>
                      <a:r>
                        <a:rPr kumimoji="0" lang="en-US" altLang="zh-CN" sz="1600" b="1" i="1" u="none" strike="noStrike" cap="none" normalizeH="0" baseline="3000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楷体_GB2312" pitchFamily="49" charset="-122"/>
                          <a:cs typeface="Times New Roman" panose="02020603050405020304" pitchFamily="18" charset="0"/>
                        </a:rPr>
                        <a:t>1</a:t>
                      </a:r>
                      <a:r>
                        <a:rPr kumimoji="0" lang="en-US" altLang="zh-CN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楷体_GB2312" pitchFamily="49" charset="-122"/>
                          <a:cs typeface="Times New Roman" panose="02020603050405020304" pitchFamily="18" charset="0"/>
                        </a:rPr>
                        <a:t>[</a:t>
                      </a:r>
                      <a:r>
                        <a:rPr kumimoji="0" lang="en-US" altLang="zh-CN" sz="1600" b="1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楷体_GB2312" pitchFamily="49" charset="-122"/>
                          <a:cs typeface="Times New Roman" panose="02020603050405020304" pitchFamily="18" charset="0"/>
                        </a:rPr>
                        <a:t>B</a:t>
                      </a:r>
                      <a:r>
                        <a:rPr kumimoji="0" lang="en-US" altLang="zh-CN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楷体_GB2312" pitchFamily="49" charset="-122"/>
                          <a:cs typeface="Times New Roman" panose="02020603050405020304" pitchFamily="18" charset="0"/>
                        </a:rPr>
                        <a:t>]</a:t>
                      </a:r>
                      <a:endParaRPr kumimoji="0" lang="zh-CN" altLang="en-US" sz="16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楷体_GB2312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104561" marR="104561" marT="34252" marB="34252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B5CEED"/>
                    </a:solidFill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zh-CN" sz="1600" b="1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楷体_GB2312" pitchFamily="49" charset="-122"/>
                          <a:cs typeface="Times New Roman" panose="02020603050405020304" pitchFamily="18" charset="0"/>
                        </a:rPr>
                        <a:t>OUT</a:t>
                      </a:r>
                      <a:r>
                        <a:rPr kumimoji="0" lang="en-US" altLang="zh-CN" sz="1600" b="1" i="1" u="none" strike="noStrike" cap="none" normalizeH="0" baseline="3000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楷体_GB2312" pitchFamily="49" charset="-122"/>
                          <a:cs typeface="Times New Roman" panose="02020603050405020304" pitchFamily="18" charset="0"/>
                        </a:rPr>
                        <a:t>1</a:t>
                      </a:r>
                      <a:r>
                        <a:rPr kumimoji="0" lang="en-US" altLang="zh-CN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楷体_GB2312" pitchFamily="49" charset="-122"/>
                          <a:cs typeface="Times New Roman" panose="02020603050405020304" pitchFamily="18" charset="0"/>
                        </a:rPr>
                        <a:t>[</a:t>
                      </a:r>
                      <a:r>
                        <a:rPr kumimoji="0" lang="en-US" altLang="zh-CN" sz="1600" b="1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楷体_GB2312" pitchFamily="49" charset="-122"/>
                          <a:cs typeface="Times New Roman" panose="02020603050405020304" pitchFamily="18" charset="0"/>
                        </a:rPr>
                        <a:t>B</a:t>
                      </a:r>
                      <a:r>
                        <a:rPr kumimoji="0" lang="en-US" altLang="zh-CN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楷体_GB2312" pitchFamily="49" charset="-122"/>
                          <a:cs typeface="Times New Roman" panose="02020603050405020304" pitchFamily="18" charset="0"/>
                        </a:rPr>
                        <a:t>]</a:t>
                      </a:r>
                      <a:endParaRPr kumimoji="0" lang="zh-CN" altLang="en-US" sz="16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楷体_GB2312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104561" marR="104561" marT="34252" marB="3425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B5CE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2738"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zh-CN" sz="1600" b="1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楷体_GB2312" pitchFamily="49" charset="-122"/>
                          <a:cs typeface="Times New Roman" panose="02020603050405020304" pitchFamily="18" charset="0"/>
                        </a:rPr>
                        <a:t>E</a:t>
                      </a:r>
                    </a:p>
                  </a:txBody>
                  <a:tcPr marL="104561" marR="104561" marT="34252" marB="34252" horzOverflow="overflow">
                    <a:lnL>
                      <a:noFill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zh-CN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楷体_GB2312" pitchFamily="49" charset="-122"/>
                          <a:cs typeface="Times New Roman" panose="02020603050405020304" pitchFamily="18" charset="0"/>
                        </a:rPr>
                        <a:t>{ </a:t>
                      </a:r>
                      <a:r>
                        <a:rPr kumimoji="0" lang="en-US" altLang="zh-CN" sz="1600" b="1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楷体_GB2312" pitchFamily="49" charset="-122"/>
                          <a:cs typeface="Times New Roman" panose="02020603050405020304" pitchFamily="18" charset="0"/>
                        </a:rPr>
                        <a:t>E </a:t>
                      </a:r>
                      <a:r>
                        <a:rPr kumimoji="0" lang="en-US" altLang="zh-CN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楷体_GB2312" pitchFamily="49" charset="-122"/>
                          <a:cs typeface="Times New Roman" panose="02020603050405020304" pitchFamily="18" charset="0"/>
                        </a:rPr>
                        <a:t>}</a:t>
                      </a:r>
                    </a:p>
                  </a:txBody>
                  <a:tcPr marL="104561" marR="104561" marT="34252" marB="34252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endParaRPr kumimoji="0" lang="zh-CN" altLang="en-US" sz="16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楷体_GB2312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104561" marR="104561" marT="34252" marB="34252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endParaRPr kumimoji="0" lang="zh-CN" altLang="en-US" sz="1600" b="1" i="0" u="none" strike="noStrike" cap="none" normalizeH="0" baseline="-2500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楷体_GB2312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104561" marR="104561" marT="34252" marB="3425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2738"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zh-CN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楷体_GB2312" pitchFamily="49" charset="-122"/>
                          <a:cs typeface="Times New Roman" panose="02020603050405020304" pitchFamily="18" charset="0"/>
                        </a:rPr>
                        <a:t>①</a:t>
                      </a:r>
                    </a:p>
                  </a:txBody>
                  <a:tcPr marL="104561" marR="104561" marT="34252" marB="34252" horzOverflow="overflow">
                    <a:lnL>
                      <a:noFill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zh-CN" sz="1600" b="1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楷体_GB2312" pitchFamily="49" charset="-122"/>
                          <a:cs typeface="Times New Roman" panose="02020603050405020304" pitchFamily="18" charset="0"/>
                        </a:rPr>
                        <a:t>N</a:t>
                      </a:r>
                    </a:p>
                  </a:txBody>
                  <a:tcPr marL="104561" marR="104561" marT="34252" marB="34252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endParaRPr kumimoji="0" lang="en-US" altLang="zh-CN" sz="1600" b="1" i="1" u="none" strike="noStrike" cap="none" normalizeH="0" baseline="-2500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楷体_GB2312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104561" marR="104561" marT="34252" marB="34252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endParaRPr kumimoji="0" lang="zh-CN" altLang="en-US" sz="16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楷体_GB2312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104561" marR="104561" marT="34252" marB="3425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2738"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zh-CN" altLang="en-US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楷体_GB2312" pitchFamily="49" charset="-122"/>
                          <a:cs typeface="Times New Roman" panose="02020603050405020304" pitchFamily="18" charset="0"/>
                        </a:rPr>
                        <a:t>②</a:t>
                      </a:r>
                      <a:endParaRPr kumimoji="0" lang="en-US" altLang="zh-CN" sz="16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楷体_GB2312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104561" marR="104561" marT="34252" marB="34252" horzOverflow="overflow">
                    <a:lnL>
                      <a:noFill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zh-CN" sz="1600" b="1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楷体_GB2312" pitchFamily="49" charset="-122"/>
                          <a:cs typeface="Times New Roman" panose="02020603050405020304" pitchFamily="18" charset="0"/>
                        </a:rPr>
                        <a:t>N</a:t>
                      </a:r>
                      <a:endParaRPr kumimoji="0" lang="zh-CN" altLang="en-US" sz="1600" b="1" i="1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楷体_GB2312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104561" marR="104561" marT="34252" marB="34252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endParaRPr kumimoji="0" lang="zh-CN" altLang="en-US" sz="16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楷体_GB2312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104561" marR="104561" marT="34252" marB="34252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endParaRPr kumimoji="0" lang="en-US" altLang="zh-CN" sz="16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楷体_GB2312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104561" marR="104561" marT="34252" marB="3425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2738"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zh-CN" altLang="en-US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楷体_GB2312" pitchFamily="49" charset="-122"/>
                          <a:cs typeface="Times New Roman" panose="02020603050405020304" pitchFamily="18" charset="0"/>
                        </a:rPr>
                        <a:t>③</a:t>
                      </a:r>
                      <a:endParaRPr kumimoji="0" lang="en-US" altLang="zh-CN" sz="16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楷体_GB2312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104561" marR="104561" marT="34252" marB="34252" horzOverflow="overflow">
                    <a:lnL>
                      <a:noFill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zh-CN" sz="1600" b="1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楷体_GB2312" pitchFamily="49" charset="-122"/>
                          <a:cs typeface="Times New Roman" panose="02020603050405020304" pitchFamily="18" charset="0"/>
                        </a:rPr>
                        <a:t>N</a:t>
                      </a:r>
                      <a:endParaRPr kumimoji="0" lang="zh-CN" altLang="en-US" sz="1600" b="1" i="1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楷体_GB2312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104561" marR="104561" marT="34252" marB="34252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endParaRPr kumimoji="0" lang="zh-CN" altLang="en-US" sz="16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楷体_GB2312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104561" marR="104561" marT="34252" marB="34252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endParaRPr kumimoji="0" lang="zh-CN" altLang="en-US" sz="16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楷体_GB2312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104561" marR="104561" marT="34252" marB="3425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2738"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zh-CN" altLang="en-US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楷体_GB2312" pitchFamily="49" charset="-122"/>
                          <a:cs typeface="Times New Roman" panose="02020603050405020304" pitchFamily="18" charset="0"/>
                        </a:rPr>
                        <a:t>④</a:t>
                      </a:r>
                      <a:endParaRPr kumimoji="0" lang="en-US" altLang="zh-CN" sz="16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楷体_GB2312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104561" marR="104561" marT="34252" marB="34252" horzOverflow="overflow">
                    <a:lnL>
                      <a:noFill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zh-CN" sz="1600" b="1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楷体_GB2312" pitchFamily="49" charset="-122"/>
                          <a:cs typeface="Times New Roman" panose="02020603050405020304" pitchFamily="18" charset="0"/>
                        </a:rPr>
                        <a:t>N</a:t>
                      </a:r>
                      <a:endParaRPr kumimoji="0" lang="zh-CN" altLang="en-US" sz="1600" b="1" i="1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楷体_GB2312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104561" marR="104561" marT="34252" marB="34252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endParaRPr kumimoji="0" lang="zh-CN" altLang="en-US" sz="16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楷体_GB2312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104561" marR="104561" marT="34252" marB="34252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endParaRPr kumimoji="0" lang="zh-CN" altLang="en-US" sz="16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楷体_GB2312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104561" marR="104561" marT="34252" marB="3425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2738"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zh-CN" altLang="en-US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楷体_GB2312" pitchFamily="49" charset="-122"/>
                          <a:cs typeface="Times New Roman" panose="02020603050405020304" pitchFamily="18" charset="0"/>
                        </a:rPr>
                        <a:t>⑤</a:t>
                      </a:r>
                      <a:endParaRPr kumimoji="0" lang="en-US" altLang="zh-CN" sz="16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楷体_GB2312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104561" marR="104561" marT="34252" marB="34252" horzOverflow="overflow">
                    <a:lnL>
                      <a:noFill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zh-CN" sz="1600" b="1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楷体_GB2312" pitchFamily="49" charset="-122"/>
                          <a:cs typeface="Times New Roman" panose="02020603050405020304" pitchFamily="18" charset="0"/>
                        </a:rPr>
                        <a:t>N</a:t>
                      </a:r>
                      <a:endParaRPr kumimoji="0" lang="zh-CN" altLang="en-US" sz="1600" b="1" i="1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楷体_GB2312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104561" marR="104561" marT="34252" marB="34252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endParaRPr kumimoji="0" lang="zh-CN" altLang="en-US" sz="16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楷体_GB2312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104561" marR="104561" marT="34252" marB="34252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endParaRPr kumimoji="0" lang="zh-CN" altLang="en-US" sz="16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楷体_GB2312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104561" marR="104561" marT="34252" marB="3425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12738"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zh-CN" altLang="en-US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楷体_GB2312" pitchFamily="49" charset="-122"/>
                          <a:cs typeface="Times New Roman" panose="02020603050405020304" pitchFamily="18" charset="0"/>
                        </a:rPr>
                        <a:t>⑥</a:t>
                      </a:r>
                      <a:endParaRPr kumimoji="0" lang="en-US" altLang="zh-CN" sz="16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楷体_GB2312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104561" marR="104561" marT="34252" marB="34252" horzOverflow="overflow">
                    <a:lnL>
                      <a:noFill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zh-CN" sz="1600" b="1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楷体_GB2312" pitchFamily="49" charset="-122"/>
                          <a:cs typeface="Times New Roman" panose="02020603050405020304" pitchFamily="18" charset="0"/>
                        </a:rPr>
                        <a:t>N</a:t>
                      </a:r>
                      <a:endParaRPr kumimoji="0" lang="zh-CN" altLang="en-US" sz="1600" b="1" i="1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楷体_GB2312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104561" marR="104561" marT="34252" marB="34252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endParaRPr kumimoji="0" lang="zh-CN" altLang="en-US" sz="16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楷体_GB2312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104561" marR="104561" marT="34252" marB="34252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endParaRPr kumimoji="0" lang="zh-CN" altLang="en-US" sz="16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楷体_GB2312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104561" marR="104561" marT="34252" marB="3425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12738"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zh-CN" altLang="en-US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楷体_GB2312" pitchFamily="49" charset="-122"/>
                          <a:cs typeface="Times New Roman" panose="02020603050405020304" pitchFamily="18" charset="0"/>
                        </a:rPr>
                        <a:t>⑦</a:t>
                      </a:r>
                      <a:endParaRPr kumimoji="0" lang="en-US" altLang="zh-CN" sz="16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楷体_GB2312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104561" marR="104561" marT="34252" marB="34252" horzOverflow="overflow">
                    <a:lnL>
                      <a:noFill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zh-CN" sz="1600" b="1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楷体_GB2312" pitchFamily="49" charset="-122"/>
                          <a:cs typeface="Times New Roman" panose="02020603050405020304" pitchFamily="18" charset="0"/>
                        </a:rPr>
                        <a:t>N</a:t>
                      </a:r>
                      <a:endParaRPr kumimoji="0" lang="zh-CN" altLang="en-US" sz="1600" b="1" i="1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楷体_GB2312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104561" marR="104561" marT="34252" marB="34252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endParaRPr kumimoji="0" lang="zh-CN" altLang="en-US" sz="16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楷体_GB2312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104561" marR="104561" marT="34252" marB="34252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endParaRPr kumimoji="0" lang="zh-CN" altLang="en-US" sz="16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楷体_GB2312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104561" marR="104561" marT="34252" marB="3425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12738"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zh-CN" altLang="en-US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楷体_GB2312" pitchFamily="49" charset="-122"/>
                          <a:cs typeface="Times New Roman" panose="02020603050405020304" pitchFamily="18" charset="0"/>
                        </a:rPr>
                        <a:t>⑧</a:t>
                      </a:r>
                      <a:endParaRPr kumimoji="0" lang="en-US" altLang="zh-CN" sz="16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楷体_GB2312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104561" marR="104561" marT="34252" marB="34252" horzOverflow="overflow">
                    <a:lnL>
                      <a:noFill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zh-CN" sz="1600" b="1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楷体_GB2312" pitchFamily="49" charset="-122"/>
                          <a:cs typeface="Times New Roman" panose="02020603050405020304" pitchFamily="18" charset="0"/>
                        </a:rPr>
                        <a:t>N</a:t>
                      </a:r>
                      <a:endParaRPr kumimoji="0" lang="zh-CN" altLang="en-US" sz="1600" b="1" i="1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楷体_GB2312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104561" marR="104561" marT="34252" marB="34252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endParaRPr kumimoji="0" lang="zh-CN" altLang="en-US" sz="16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楷体_GB2312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104561" marR="104561" marT="34252" marB="34252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endParaRPr kumimoji="0" lang="zh-CN" altLang="en-US" sz="16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楷体_GB2312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104561" marR="104561" marT="34252" marB="3425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12738"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zh-CN" altLang="en-US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楷体_GB2312" pitchFamily="49" charset="-122"/>
                          <a:cs typeface="Times New Roman" panose="02020603050405020304" pitchFamily="18" charset="0"/>
                        </a:rPr>
                        <a:t>⑨</a:t>
                      </a:r>
                      <a:endParaRPr kumimoji="0" lang="en-US" altLang="zh-CN" sz="16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楷体_GB2312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104561" marR="104561" marT="34252" marB="34252" horzOverflow="overflow">
                    <a:lnL>
                      <a:noFill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zh-CN" sz="1600" b="1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楷体_GB2312" pitchFamily="49" charset="-122"/>
                          <a:cs typeface="Times New Roman" panose="02020603050405020304" pitchFamily="18" charset="0"/>
                        </a:rPr>
                        <a:t>N</a:t>
                      </a:r>
                      <a:endParaRPr kumimoji="0" lang="zh-CN" altLang="en-US" sz="1600" b="1" i="1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楷体_GB2312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104561" marR="104561" marT="34252" marB="34252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endParaRPr kumimoji="0" lang="zh-CN" altLang="en-US" sz="16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楷体_GB2312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104561" marR="104561" marT="34252" marB="34252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endParaRPr kumimoji="0" lang="zh-CN" altLang="en-US" sz="16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楷体_GB2312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104561" marR="104561" marT="34252" marB="3425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12738"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zh-CN" altLang="en-US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楷体_GB2312" pitchFamily="49" charset="-122"/>
                          <a:cs typeface="Times New Roman" panose="02020603050405020304" pitchFamily="18" charset="0"/>
                        </a:rPr>
                        <a:t>⑩</a:t>
                      </a:r>
                      <a:endParaRPr kumimoji="0" lang="en-US" altLang="zh-CN" sz="16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楷体_GB2312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104561" marR="104561" marT="34252" marB="34252" horzOverflow="overflow">
                    <a:lnL>
                      <a:noFill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zh-CN" sz="1600" b="1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楷体_GB2312" pitchFamily="49" charset="-122"/>
                          <a:cs typeface="Times New Roman" panose="02020603050405020304" pitchFamily="18" charset="0"/>
                        </a:rPr>
                        <a:t>N</a:t>
                      </a:r>
                      <a:endParaRPr kumimoji="0" lang="zh-CN" altLang="en-US" sz="1600" b="1" i="1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楷体_GB2312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104561" marR="104561" marT="34252" marB="34252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endParaRPr kumimoji="0" lang="zh-CN" altLang="en-US" sz="16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楷体_GB2312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104561" marR="104561" marT="34252" marB="34252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endParaRPr kumimoji="0" lang="zh-CN" altLang="en-US" sz="16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楷体_GB2312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104561" marR="104561" marT="34252" marB="3425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212036" name="Rectangle 2">
            <a:extLst>
              <a:ext uri="{FF2B5EF4-FFF2-40B4-BE49-F238E27FC236}">
                <a16:creationId xmlns:a16="http://schemas.microsoft.com/office/drawing/2014/main" id="{3CA45D3F-BF9F-4034-9982-066CAE7D80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例</a:t>
            </a:r>
            <a:endParaRPr lang="zh-CN" altLang="en-US" sz="3000">
              <a:solidFill>
                <a:schemeClr val="tx1"/>
              </a:solidFill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9" name="Line 31">
            <a:extLst>
              <a:ext uri="{FF2B5EF4-FFF2-40B4-BE49-F238E27FC236}">
                <a16:creationId xmlns:a16="http://schemas.microsoft.com/office/drawing/2014/main" id="{5214D81A-7FD7-40EA-9C24-7767C552BE54}"/>
              </a:ext>
            </a:extLst>
          </p:cNvPr>
          <p:cNvSpPr>
            <a:spLocks noChangeShapeType="1"/>
          </p:cNvSpPr>
          <p:nvPr/>
        </p:nvSpPr>
        <p:spPr bwMode="auto">
          <a:xfrm>
            <a:off x="3203575" y="1293813"/>
            <a:ext cx="0" cy="3744912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 type="non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/>
          </a:p>
        </p:txBody>
      </p:sp>
      <p:sp>
        <p:nvSpPr>
          <p:cNvPr id="10" name="Line 31">
            <a:extLst>
              <a:ext uri="{FF2B5EF4-FFF2-40B4-BE49-F238E27FC236}">
                <a16:creationId xmlns:a16="http://schemas.microsoft.com/office/drawing/2014/main" id="{AA031C3A-DCA1-4049-BE6F-BD46F6270143}"/>
              </a:ext>
            </a:extLst>
          </p:cNvPr>
          <p:cNvSpPr>
            <a:spLocks noChangeShapeType="1"/>
          </p:cNvSpPr>
          <p:nvPr/>
        </p:nvSpPr>
        <p:spPr bwMode="auto">
          <a:xfrm>
            <a:off x="8686800" y="1295400"/>
            <a:ext cx="0" cy="3743325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 type="non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14E33BAD-6FC6-45FE-A4A5-66BDD7D8AF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62513" y="1895475"/>
            <a:ext cx="584200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en-US" altLang="zh-CN" sz="1600"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{ </a:t>
            </a:r>
            <a:r>
              <a:rPr lang="en-US" altLang="zh-CN" sz="1600" i="1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E </a:t>
            </a:r>
            <a:r>
              <a:rPr lang="en-US" altLang="zh-CN" sz="1600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}</a:t>
            </a:r>
            <a:endParaRPr lang="en-US" altLang="zh-CN" sz="1600" baseline="-25000">
              <a:solidFill>
                <a:srgbClr val="000000"/>
              </a:solidFill>
              <a:latin typeface="Times New Roman" panose="02020603050405020304" pitchFamily="18" charset="0"/>
              <a:ea typeface="楷体_GB2312" charset="0"/>
              <a:cs typeface="Times New Roman" panose="02020603050405020304" pitchFamily="18" charset="0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7B0B1745-04A4-4E5C-B689-0233A6E68A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4638" y="1895475"/>
            <a:ext cx="842962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en-US" altLang="zh-CN" sz="1600"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{ </a:t>
            </a:r>
            <a:r>
              <a:rPr lang="en-US" altLang="zh-CN" sz="1600" i="1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E</a:t>
            </a:r>
            <a:r>
              <a:rPr lang="en-US" altLang="zh-CN" sz="1600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 ① }</a:t>
            </a:r>
            <a:endParaRPr lang="zh-CN" altLang="en-US" sz="1600">
              <a:solidFill>
                <a:srgbClr val="000000"/>
              </a:solidFill>
              <a:latin typeface="Times New Roman" panose="02020603050405020304" pitchFamily="18" charset="0"/>
              <a:ea typeface="楷体_GB2312" charset="0"/>
              <a:cs typeface="Times New Roman" panose="02020603050405020304" pitchFamily="18" charset="0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818F8ACB-BE9D-4BF6-ABD2-FA6659039B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37113" y="2233613"/>
            <a:ext cx="841375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en-US" altLang="zh-CN" sz="1600" dirty="0"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{ </a:t>
            </a:r>
            <a:r>
              <a:rPr lang="en-US" altLang="zh-CN" sz="1600" i="1" dirty="0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E </a:t>
            </a:r>
            <a:r>
              <a:rPr lang="en-US" altLang="zh-CN" sz="1600" dirty="0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① }</a:t>
            </a:r>
            <a:endParaRPr lang="zh-CN" altLang="en-US" sz="1600" dirty="0">
              <a:solidFill>
                <a:srgbClr val="000000"/>
              </a:solidFill>
              <a:latin typeface="Times New Roman" panose="02020603050405020304" pitchFamily="18" charset="0"/>
              <a:ea typeface="楷体_GB2312" charset="0"/>
              <a:cs typeface="Times New Roman" panose="02020603050405020304" pitchFamily="18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0ED6D1A6-83CB-4F4D-9ABF-3AEC90A5EDC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4638" y="2233613"/>
            <a:ext cx="1100137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en-US" altLang="zh-CN" sz="1600"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{ </a:t>
            </a:r>
            <a:r>
              <a:rPr lang="en-US" altLang="zh-CN" sz="1600" i="1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E</a:t>
            </a:r>
            <a:r>
              <a:rPr lang="en-US" altLang="zh-CN" sz="1600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 ①</a:t>
            </a:r>
            <a:r>
              <a:rPr lang="zh-CN" altLang="en-US" sz="1600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 ②</a:t>
            </a:r>
            <a:r>
              <a:rPr lang="en-US" altLang="zh-CN" sz="1600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 }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7F71BCB8-C376-47FA-9E48-56D6E9CBFE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29175" y="2543175"/>
            <a:ext cx="841375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en-US" altLang="zh-CN" sz="1600"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{ </a:t>
            </a:r>
            <a:r>
              <a:rPr lang="en-US" altLang="zh-CN" sz="1600" i="1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E </a:t>
            </a:r>
            <a:r>
              <a:rPr lang="en-US" altLang="zh-CN" sz="1600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① }</a:t>
            </a:r>
            <a:endParaRPr lang="zh-CN" altLang="en-US" sz="1600">
              <a:solidFill>
                <a:srgbClr val="000000"/>
              </a:solidFill>
              <a:latin typeface="Times New Roman" panose="02020603050405020304" pitchFamily="18" charset="0"/>
              <a:ea typeface="楷体_GB2312" charset="0"/>
              <a:cs typeface="Times New Roman" panose="02020603050405020304" pitchFamily="18" charset="0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F9A32926-67AB-4726-84D6-B56D4C928A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97650" y="2535238"/>
            <a:ext cx="1100138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en-US" altLang="zh-CN" sz="1600" dirty="0"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{ </a:t>
            </a:r>
            <a:r>
              <a:rPr lang="en-US" altLang="zh-CN" sz="1600" i="1" dirty="0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E</a:t>
            </a:r>
            <a:r>
              <a:rPr lang="en-US" altLang="zh-CN" sz="1600" dirty="0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 ① </a:t>
            </a:r>
            <a:r>
              <a:rPr lang="zh-CN" altLang="en-US" sz="1600" dirty="0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③</a:t>
            </a:r>
            <a:r>
              <a:rPr lang="en-US" altLang="zh-CN" sz="1600" dirty="0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 }</a:t>
            </a:r>
            <a:endParaRPr lang="zh-CN" altLang="en-US" sz="1600" dirty="0">
              <a:solidFill>
                <a:srgbClr val="000000"/>
              </a:solidFill>
              <a:latin typeface="Times New Roman" panose="02020603050405020304" pitchFamily="18" charset="0"/>
              <a:ea typeface="楷体_GB2312" charset="0"/>
              <a:cs typeface="Times New Roman" panose="02020603050405020304" pitchFamily="18" charset="0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4E8E6F7C-D059-41FB-BEEA-5B5DA42B86B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33938" y="2827338"/>
            <a:ext cx="1100137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en-US" altLang="zh-CN" sz="1600" dirty="0"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{ </a:t>
            </a:r>
            <a:r>
              <a:rPr lang="en-US" altLang="zh-CN" sz="1600" i="1" dirty="0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E</a:t>
            </a:r>
            <a:r>
              <a:rPr lang="en-US" altLang="zh-CN" sz="1600" dirty="0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 ① </a:t>
            </a:r>
            <a:r>
              <a:rPr lang="zh-CN" altLang="en-US" sz="1600" dirty="0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③</a:t>
            </a:r>
            <a:r>
              <a:rPr lang="en-US" altLang="zh-CN" sz="1600" dirty="0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 }</a:t>
            </a:r>
            <a:endParaRPr lang="zh-CN" altLang="en-US" sz="1600" dirty="0">
              <a:solidFill>
                <a:srgbClr val="000000"/>
              </a:solidFill>
              <a:latin typeface="Times New Roman" panose="02020603050405020304" pitchFamily="18" charset="0"/>
              <a:ea typeface="楷体_GB2312" charset="0"/>
              <a:cs typeface="Times New Roman" panose="02020603050405020304" pitchFamily="18" charset="0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DEAF999-B94E-49DE-9C6F-B819AF11FE7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97650" y="2843213"/>
            <a:ext cx="1358900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en-US" altLang="zh-CN" sz="1600"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{ </a:t>
            </a:r>
            <a:r>
              <a:rPr lang="en-US" altLang="zh-CN" sz="1600" i="1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E</a:t>
            </a:r>
            <a:r>
              <a:rPr lang="en-US" altLang="zh-CN" sz="1600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 ① </a:t>
            </a:r>
            <a:r>
              <a:rPr lang="zh-CN" altLang="en-US" sz="1600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③ ④</a:t>
            </a:r>
            <a:r>
              <a:rPr lang="en-US" altLang="zh-CN" sz="1600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 }</a:t>
            </a:r>
            <a:endParaRPr lang="zh-CN" altLang="en-US" sz="1600">
              <a:solidFill>
                <a:srgbClr val="000000"/>
              </a:solidFill>
              <a:latin typeface="Times New Roman" panose="02020603050405020304" pitchFamily="18" charset="0"/>
              <a:ea typeface="楷体_GB2312" charset="0"/>
              <a:cs typeface="Times New Roman" panose="02020603050405020304" pitchFamily="18" charset="0"/>
            </a:endParaRP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F05EE51B-9198-45A0-9691-80E6F4ED560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40288" y="3148013"/>
            <a:ext cx="1358900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en-US" altLang="zh-CN" sz="1600"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{ </a:t>
            </a:r>
            <a:r>
              <a:rPr lang="en-US" altLang="zh-CN" sz="1600" i="1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E</a:t>
            </a:r>
            <a:r>
              <a:rPr lang="en-US" altLang="zh-CN" sz="1600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 ① </a:t>
            </a:r>
            <a:r>
              <a:rPr lang="zh-CN" altLang="en-US" sz="1600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③ ④</a:t>
            </a:r>
            <a:r>
              <a:rPr lang="en-US" altLang="zh-CN" sz="1600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 }</a:t>
            </a:r>
            <a:endParaRPr lang="zh-CN" altLang="en-US" sz="1600">
              <a:solidFill>
                <a:srgbClr val="000000"/>
              </a:solidFill>
              <a:latin typeface="Times New Roman" panose="02020603050405020304" pitchFamily="18" charset="0"/>
              <a:ea typeface="楷体_GB2312" charset="0"/>
              <a:cs typeface="Times New Roman" panose="02020603050405020304" pitchFamily="18" charset="0"/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E9F29C08-F927-43DB-B997-3BDDBC1171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57750" y="3459163"/>
            <a:ext cx="1358900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en-US" altLang="zh-CN" sz="1600" dirty="0"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{ </a:t>
            </a:r>
            <a:r>
              <a:rPr lang="en-US" altLang="zh-CN" sz="1600" i="1" dirty="0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E</a:t>
            </a:r>
            <a:r>
              <a:rPr lang="en-US" altLang="zh-CN" sz="1600" dirty="0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 ① </a:t>
            </a:r>
            <a:r>
              <a:rPr lang="zh-CN" altLang="en-US" sz="1600" dirty="0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③ ④</a:t>
            </a:r>
            <a:r>
              <a:rPr lang="en-US" altLang="zh-CN" sz="1600" dirty="0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 }</a:t>
            </a:r>
            <a:endParaRPr lang="zh-CN" altLang="en-US" sz="1600" dirty="0">
              <a:solidFill>
                <a:srgbClr val="000000"/>
              </a:solidFill>
              <a:latin typeface="Times New Roman" panose="02020603050405020304" pitchFamily="18" charset="0"/>
              <a:ea typeface="楷体_GB2312" charset="0"/>
              <a:cs typeface="Times New Roman" panose="02020603050405020304" pitchFamily="18" charset="0"/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02D33C57-BF06-44AD-9DE1-C9F448DB7E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56163" y="3770313"/>
            <a:ext cx="1357312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en-US" altLang="zh-CN" sz="1600" dirty="0"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{ </a:t>
            </a:r>
            <a:r>
              <a:rPr lang="en-US" altLang="zh-CN" sz="1600" i="1" dirty="0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E</a:t>
            </a:r>
            <a:r>
              <a:rPr lang="en-US" altLang="zh-CN" sz="1600" dirty="0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 ① </a:t>
            </a:r>
            <a:r>
              <a:rPr lang="zh-CN" altLang="en-US" sz="1600" dirty="0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③ ④</a:t>
            </a:r>
            <a:r>
              <a:rPr lang="en-US" altLang="zh-CN" sz="1600" dirty="0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 }</a:t>
            </a:r>
            <a:endParaRPr lang="zh-CN" altLang="en-US" sz="1600" dirty="0">
              <a:solidFill>
                <a:srgbClr val="000000"/>
              </a:solidFill>
              <a:latin typeface="Times New Roman" panose="02020603050405020304" pitchFamily="18" charset="0"/>
              <a:ea typeface="楷体_GB2312" charset="0"/>
              <a:cs typeface="Times New Roman" panose="02020603050405020304" pitchFamily="18" charset="0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99666B2A-5378-4ED5-BD2C-086C1E64F21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97650" y="3148013"/>
            <a:ext cx="1616075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en-US" altLang="zh-CN" sz="1600"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{ </a:t>
            </a:r>
            <a:r>
              <a:rPr lang="en-US" altLang="zh-CN" sz="1600" i="1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E</a:t>
            </a:r>
            <a:r>
              <a:rPr lang="en-US" altLang="zh-CN" sz="1600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 ① </a:t>
            </a:r>
            <a:r>
              <a:rPr lang="zh-CN" altLang="en-US" sz="1600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③ ④ ⑤</a:t>
            </a:r>
            <a:r>
              <a:rPr lang="en-US" altLang="zh-CN" sz="1600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 }</a:t>
            </a:r>
            <a:endParaRPr lang="zh-CN" altLang="en-US" sz="1600">
              <a:solidFill>
                <a:srgbClr val="000000"/>
              </a:solidFill>
              <a:latin typeface="Times New Roman" panose="02020603050405020304" pitchFamily="18" charset="0"/>
              <a:ea typeface="楷体_GB2312" charset="0"/>
              <a:cs typeface="Times New Roman" panose="02020603050405020304" pitchFamily="18" charset="0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A4FD774E-D352-45B2-86B8-315A1A5031A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18288" y="3468688"/>
            <a:ext cx="1616075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en-US" altLang="zh-CN" sz="1600" dirty="0"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{ </a:t>
            </a:r>
            <a:r>
              <a:rPr lang="en-US" altLang="zh-CN" sz="1600" i="1" dirty="0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E</a:t>
            </a:r>
            <a:r>
              <a:rPr lang="en-US" altLang="zh-CN" sz="1600" dirty="0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 ① </a:t>
            </a:r>
            <a:r>
              <a:rPr lang="zh-CN" altLang="en-US" sz="1600" dirty="0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③ ④ ⑥</a:t>
            </a:r>
            <a:r>
              <a:rPr lang="en-US" altLang="zh-CN" sz="1600" dirty="0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 }</a:t>
            </a:r>
            <a:endParaRPr lang="zh-CN" altLang="en-US" sz="1600" dirty="0">
              <a:solidFill>
                <a:srgbClr val="000000"/>
              </a:solidFill>
              <a:latin typeface="Times New Roman" panose="02020603050405020304" pitchFamily="18" charset="0"/>
              <a:ea typeface="楷体_GB2312" charset="0"/>
              <a:cs typeface="Times New Roman" panose="02020603050405020304" pitchFamily="18" charset="0"/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73E1491E-1204-46A3-9DF8-D9D0F55038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16700" y="3773488"/>
            <a:ext cx="1616075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en-US" altLang="zh-CN" sz="1600" dirty="0"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{ </a:t>
            </a:r>
            <a:r>
              <a:rPr lang="en-US" altLang="zh-CN" sz="1600" i="1" dirty="0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E</a:t>
            </a:r>
            <a:r>
              <a:rPr lang="en-US" altLang="zh-CN" sz="1600" dirty="0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 ① </a:t>
            </a:r>
            <a:r>
              <a:rPr lang="zh-CN" altLang="en-US" sz="1600" dirty="0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③ ④ ⑦</a:t>
            </a:r>
            <a:r>
              <a:rPr lang="en-US" altLang="zh-CN" sz="1600" dirty="0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 }</a:t>
            </a:r>
            <a:endParaRPr lang="zh-CN" altLang="en-US" sz="1600" dirty="0">
              <a:solidFill>
                <a:srgbClr val="000000"/>
              </a:solidFill>
              <a:latin typeface="Times New Roman" panose="02020603050405020304" pitchFamily="18" charset="0"/>
              <a:ea typeface="楷体_GB2312" charset="0"/>
              <a:cs typeface="Times New Roman" panose="02020603050405020304" pitchFamily="18" charset="0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4261A6E4-CD94-482C-97DB-C48B2FA635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56163" y="4092575"/>
            <a:ext cx="1616075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en-US" altLang="zh-CN" sz="1600" dirty="0"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{ </a:t>
            </a:r>
            <a:r>
              <a:rPr lang="en-US" altLang="zh-CN" sz="1600" i="1" dirty="0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E</a:t>
            </a:r>
            <a:r>
              <a:rPr lang="en-US" altLang="zh-CN" sz="1600" dirty="0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 ① </a:t>
            </a:r>
            <a:r>
              <a:rPr lang="zh-CN" altLang="en-US" sz="1600" dirty="0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③ ④ ⑦</a:t>
            </a:r>
            <a:r>
              <a:rPr lang="en-US" altLang="zh-CN" sz="1600" dirty="0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 }</a:t>
            </a:r>
            <a:endParaRPr lang="zh-CN" altLang="en-US" sz="1600" dirty="0">
              <a:solidFill>
                <a:srgbClr val="000000"/>
              </a:solidFill>
              <a:latin typeface="Times New Roman" panose="02020603050405020304" pitchFamily="18" charset="0"/>
              <a:ea typeface="楷体_GB2312" charset="0"/>
              <a:cs typeface="Times New Roman" panose="02020603050405020304" pitchFamily="18" charset="0"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EB66CE20-695E-4070-8186-8BAA60CBA6D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08763" y="4092575"/>
            <a:ext cx="1874837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en-US" altLang="zh-CN" sz="1600" dirty="0"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{ </a:t>
            </a:r>
            <a:r>
              <a:rPr lang="en-US" altLang="zh-CN" sz="1600" i="1" dirty="0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E</a:t>
            </a:r>
            <a:r>
              <a:rPr lang="en-US" altLang="zh-CN" sz="1600" dirty="0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 ① </a:t>
            </a:r>
            <a:r>
              <a:rPr lang="zh-CN" altLang="en-US" sz="1600" dirty="0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③ ④ ⑦ ⑧</a:t>
            </a:r>
            <a:r>
              <a:rPr lang="en-US" altLang="zh-CN" sz="1600" dirty="0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 }</a:t>
            </a:r>
            <a:endParaRPr lang="zh-CN" altLang="en-US" sz="1600" dirty="0">
              <a:solidFill>
                <a:srgbClr val="000000"/>
              </a:solidFill>
              <a:latin typeface="Times New Roman" panose="02020603050405020304" pitchFamily="18" charset="0"/>
              <a:ea typeface="楷体_GB2312" charset="0"/>
              <a:cs typeface="Times New Roman" panose="02020603050405020304" pitchFamily="18" charset="0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2FAAA491-DC36-4837-BEDE-BC01B3628A6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62513" y="4410075"/>
            <a:ext cx="1874837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en-US" altLang="zh-CN" sz="1600"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{ </a:t>
            </a:r>
            <a:r>
              <a:rPr lang="en-US" altLang="zh-CN" sz="1600" i="1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E</a:t>
            </a:r>
            <a:r>
              <a:rPr lang="en-US" altLang="zh-CN" sz="1600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 ① </a:t>
            </a:r>
            <a:r>
              <a:rPr lang="zh-CN" altLang="en-US" sz="1600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③ ④ ⑦ ⑧</a:t>
            </a:r>
            <a:r>
              <a:rPr lang="en-US" altLang="zh-CN" sz="1600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 }</a:t>
            </a:r>
            <a:endParaRPr lang="zh-CN" altLang="en-US" sz="1600">
              <a:solidFill>
                <a:srgbClr val="000000"/>
              </a:solidFill>
              <a:latin typeface="Times New Roman" panose="02020603050405020304" pitchFamily="18" charset="0"/>
              <a:ea typeface="楷体_GB2312" charset="0"/>
              <a:cs typeface="Times New Roman" panose="02020603050405020304" pitchFamily="18" charset="0"/>
            </a:endParaRP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B5BA57DC-AE8A-47E7-80E1-B39ACE0B59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56163" y="4702175"/>
            <a:ext cx="1873250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en-US" altLang="zh-CN" sz="1600" dirty="0"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{ </a:t>
            </a:r>
            <a:r>
              <a:rPr lang="en-US" altLang="zh-CN" sz="1600" i="1" dirty="0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E</a:t>
            </a:r>
            <a:r>
              <a:rPr lang="en-US" altLang="zh-CN" sz="1600" dirty="0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 ① </a:t>
            </a:r>
            <a:r>
              <a:rPr lang="zh-CN" altLang="en-US" sz="1600" dirty="0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③ ④ ⑦ ⑧</a:t>
            </a:r>
            <a:r>
              <a:rPr lang="en-US" altLang="zh-CN" sz="1600" dirty="0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 }</a:t>
            </a:r>
            <a:endParaRPr lang="zh-CN" altLang="en-US" sz="1600" dirty="0">
              <a:solidFill>
                <a:srgbClr val="000000"/>
              </a:solidFill>
              <a:latin typeface="Times New Roman" panose="02020603050405020304" pitchFamily="18" charset="0"/>
              <a:ea typeface="楷体_GB2312" charset="0"/>
              <a:cs typeface="Times New Roman" panose="02020603050405020304" pitchFamily="18" charset="0"/>
            </a:endParaRP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14FE40CA-748C-492E-8E84-1416EDD720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86538" y="4395788"/>
            <a:ext cx="2132012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en-US" altLang="zh-CN" sz="1600"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{ </a:t>
            </a:r>
            <a:r>
              <a:rPr lang="en-US" altLang="zh-CN" sz="1600" i="1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E</a:t>
            </a:r>
            <a:r>
              <a:rPr lang="en-US" altLang="zh-CN" sz="1600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 ① </a:t>
            </a:r>
            <a:r>
              <a:rPr lang="zh-CN" altLang="en-US" sz="1600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③ ④ ⑦ ⑧ ⑨</a:t>
            </a:r>
            <a:r>
              <a:rPr lang="en-US" altLang="zh-CN" sz="1600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 }</a:t>
            </a:r>
            <a:endParaRPr lang="zh-CN" altLang="en-US" sz="1600">
              <a:solidFill>
                <a:srgbClr val="000000"/>
              </a:solidFill>
              <a:latin typeface="Times New Roman" panose="02020603050405020304" pitchFamily="18" charset="0"/>
              <a:ea typeface="楷体_GB2312" charset="0"/>
              <a:cs typeface="Times New Roman" panose="02020603050405020304" pitchFamily="18" charset="0"/>
            </a:endParaRP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471F4E37-C8EC-498A-BC7E-756DF1DA5C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02413" y="4705350"/>
            <a:ext cx="2132012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20000"/>
              </a:spcBef>
              <a:buClr>
                <a:srgbClr val="5EAEFF"/>
              </a:buClr>
              <a:buSzPct val="60000"/>
            </a:pPr>
            <a:r>
              <a:rPr lang="en-US" altLang="zh-CN" sz="1600"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{ </a:t>
            </a:r>
            <a:r>
              <a:rPr lang="en-US" altLang="zh-CN" sz="1600" i="1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E</a:t>
            </a:r>
            <a:r>
              <a:rPr lang="en-US" altLang="zh-CN" sz="1600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 ① </a:t>
            </a:r>
            <a:r>
              <a:rPr lang="zh-CN" altLang="en-US" sz="1600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③ ④ ⑦ ⑧ ⑩</a:t>
            </a:r>
            <a:r>
              <a:rPr lang="en-US" altLang="zh-CN" sz="1600">
                <a:solidFill>
                  <a:srgbClr val="000000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 }</a:t>
            </a:r>
            <a:endParaRPr lang="zh-CN" altLang="en-US" sz="1600">
              <a:solidFill>
                <a:srgbClr val="000000"/>
              </a:solidFill>
              <a:latin typeface="Times New Roman" panose="02020603050405020304" pitchFamily="18" charset="0"/>
              <a:ea typeface="楷体_GB2312" charset="0"/>
              <a:cs typeface="Times New Roman" panose="02020603050405020304" pitchFamily="18" charset="0"/>
            </a:endParaRPr>
          </a:p>
        </p:txBody>
      </p:sp>
      <p:grpSp>
        <p:nvGrpSpPr>
          <p:cNvPr id="212059" name="组合 8">
            <a:extLst>
              <a:ext uri="{FF2B5EF4-FFF2-40B4-BE49-F238E27FC236}">
                <a16:creationId xmlns:a16="http://schemas.microsoft.com/office/drawing/2014/main" id="{E29EDB84-599D-482E-BC15-E05E38C189FA}"/>
              </a:ext>
            </a:extLst>
          </p:cNvPr>
          <p:cNvGrpSpPr>
            <a:grpSpLocks/>
          </p:cNvGrpSpPr>
          <p:nvPr/>
        </p:nvGrpSpPr>
        <p:grpSpPr bwMode="auto">
          <a:xfrm>
            <a:off x="827088" y="2233612"/>
            <a:ext cx="2024063" cy="2729190"/>
            <a:chOff x="128755" y="1428750"/>
            <a:chExt cx="2023394" cy="3250461"/>
          </a:xfrm>
        </p:grpSpPr>
        <p:sp>
          <p:nvSpPr>
            <p:cNvPr id="212060" name="Line 16">
              <a:extLst>
                <a:ext uri="{FF2B5EF4-FFF2-40B4-BE49-F238E27FC236}">
                  <a16:creationId xmlns:a16="http://schemas.microsoft.com/office/drawing/2014/main" id="{40154A3E-A461-44CB-A8DC-C81109B0E8A9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765562" y="1733509"/>
              <a:ext cx="227046" cy="185713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lIns="68580" tIns="34290" rIns="68580" bIns="34290" anchor="ctr"/>
            <a:lstStyle/>
            <a:p>
              <a:endParaRPr lang="zh-CN" altLang="en-US"/>
            </a:p>
          </p:txBody>
        </p:sp>
        <p:sp>
          <p:nvSpPr>
            <p:cNvPr id="212061" name="Freeform 32">
              <a:extLst>
                <a:ext uri="{FF2B5EF4-FFF2-40B4-BE49-F238E27FC236}">
                  <a16:creationId xmlns:a16="http://schemas.microsoft.com/office/drawing/2014/main" id="{2D5BDE04-1A4B-416F-B581-92F0D3A3D925}"/>
                </a:ext>
              </a:extLst>
            </p:cNvPr>
            <p:cNvSpPr>
              <a:spLocks/>
            </p:cNvSpPr>
            <p:nvPr/>
          </p:nvSpPr>
          <p:spPr bwMode="auto">
            <a:xfrm rot="9839600">
              <a:off x="1241210" y="2380259"/>
              <a:ext cx="225736" cy="372201"/>
            </a:xfrm>
            <a:custGeom>
              <a:avLst/>
              <a:gdLst>
                <a:gd name="T0" fmla="*/ 2147483646 w 347"/>
                <a:gd name="T1" fmla="*/ 2147483646 h 589"/>
                <a:gd name="T2" fmla="*/ 2147483646 w 347"/>
                <a:gd name="T3" fmla="*/ 2147483646 h 589"/>
                <a:gd name="T4" fmla="*/ 2147483646 w 347"/>
                <a:gd name="T5" fmla="*/ 0 h 589"/>
                <a:gd name="T6" fmla="*/ 0 60000 65536"/>
                <a:gd name="T7" fmla="*/ 0 60000 65536"/>
                <a:gd name="T8" fmla="*/ 0 60000 65536"/>
                <a:gd name="T9" fmla="*/ 0 w 347"/>
                <a:gd name="T10" fmla="*/ 0 h 589"/>
                <a:gd name="T11" fmla="*/ 347 w 347"/>
                <a:gd name="T12" fmla="*/ 589 h 589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347" h="589">
                  <a:moveTo>
                    <a:pt x="166" y="589"/>
                  </a:moveTo>
                  <a:cubicBezTo>
                    <a:pt x="83" y="456"/>
                    <a:pt x="0" y="324"/>
                    <a:pt x="30" y="226"/>
                  </a:cubicBezTo>
                  <a:cubicBezTo>
                    <a:pt x="60" y="128"/>
                    <a:pt x="203" y="64"/>
                    <a:pt x="347" y="0"/>
                  </a:cubicBezTo>
                </a:path>
              </a:pathLst>
            </a:custGeom>
            <a:noFill/>
            <a:ln w="25400">
              <a:solidFill>
                <a:schemeClr val="tx1"/>
              </a:solidFill>
              <a:round/>
              <a:headEnd type="stealth" w="lg" len="med"/>
              <a:tailEnd type="none" w="lg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31" name="Oval 71">
              <a:extLst>
                <a:ext uri="{FF2B5EF4-FFF2-40B4-BE49-F238E27FC236}">
                  <a16:creationId xmlns:a16="http://schemas.microsoft.com/office/drawing/2014/main" id="{EA0B2535-7E66-4E7D-B778-6FD9BBA8EBE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76200" y="1490663"/>
              <a:ext cx="361830" cy="3238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lIns="68580" tIns="34290" rIns="68580" bIns="34290" anchor="ctr"/>
            <a:lstStyle/>
            <a:p>
              <a:pPr eaLnBrk="1" hangingPunct="1">
                <a:defRPr/>
              </a:pPr>
              <a:endParaRPr lang="en-US" altLang="zh-CN" b="0" i="1" baseline="-25000">
                <a:solidFill>
                  <a:prstClr val="black"/>
                </a:solidFill>
                <a:latin typeface="Times New Roman" pitchFamily="18" charset="0"/>
              </a:endParaRPr>
            </a:p>
          </p:txBody>
        </p:sp>
        <p:sp>
          <p:nvSpPr>
            <p:cNvPr id="212063" name="Line 50">
              <a:extLst>
                <a:ext uri="{FF2B5EF4-FFF2-40B4-BE49-F238E27FC236}">
                  <a16:creationId xmlns:a16="http://schemas.microsoft.com/office/drawing/2014/main" id="{8DC2F5CC-2E1E-4949-92DF-6CFCF767A0AF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165675" y="1814513"/>
              <a:ext cx="0" cy="284072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212064" name="Text Box 13">
              <a:extLst>
                <a:ext uri="{FF2B5EF4-FFF2-40B4-BE49-F238E27FC236}">
                  <a16:creationId xmlns:a16="http://schemas.microsoft.com/office/drawing/2014/main" id="{32B60E28-5951-4901-9FA8-6A3FD49E2A1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24367" y="1428750"/>
              <a:ext cx="231809" cy="41238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>
              <a:spAutoFit/>
            </a:bodyPr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kumimoji="1" lang="en-US" altLang="zh-CN">
                  <a:solidFill>
                    <a:srgbClr val="000000"/>
                  </a:solidFill>
                  <a:latin typeface="Times New Roman" panose="02020603050405020304" pitchFamily="18" charset="0"/>
                </a:rPr>
                <a:t>1</a:t>
              </a:r>
            </a:p>
          </p:txBody>
        </p:sp>
        <p:sp>
          <p:nvSpPr>
            <p:cNvPr id="34" name="Oval 71">
              <a:extLst>
                <a:ext uri="{FF2B5EF4-FFF2-40B4-BE49-F238E27FC236}">
                  <a16:creationId xmlns:a16="http://schemas.microsoft.com/office/drawing/2014/main" id="{1B474F76-B2FE-4848-B3CF-CDE7A124C0F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79374" y="2114550"/>
              <a:ext cx="361830" cy="3238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lIns="68580" tIns="34290" rIns="68580" bIns="34290" anchor="ctr"/>
            <a:lstStyle/>
            <a:p>
              <a:pPr eaLnBrk="1" hangingPunct="1">
                <a:defRPr/>
              </a:pPr>
              <a:endParaRPr lang="en-US" altLang="zh-CN" b="0" i="1" baseline="-25000">
                <a:solidFill>
                  <a:prstClr val="black"/>
                </a:solidFill>
                <a:latin typeface="Times New Roman" pitchFamily="18" charset="0"/>
              </a:endParaRPr>
            </a:p>
          </p:txBody>
        </p:sp>
        <p:sp>
          <p:nvSpPr>
            <p:cNvPr id="212066" name="Text Box 13">
              <a:extLst>
                <a:ext uri="{FF2B5EF4-FFF2-40B4-BE49-F238E27FC236}">
                  <a16:creationId xmlns:a16="http://schemas.microsoft.com/office/drawing/2014/main" id="{C8B8E273-B85E-4A2C-A37B-A270C7D9A82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27541" y="2052558"/>
              <a:ext cx="231809" cy="41238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>
              <a:spAutoFit/>
            </a:bodyPr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kumimoji="1" lang="en-US" altLang="zh-CN" dirty="0">
                  <a:solidFill>
                    <a:srgbClr val="000000"/>
                  </a:solidFill>
                  <a:latin typeface="Times New Roman" panose="02020603050405020304" pitchFamily="18" charset="0"/>
                </a:rPr>
                <a:t>3</a:t>
              </a:r>
            </a:p>
          </p:txBody>
        </p:sp>
        <p:sp>
          <p:nvSpPr>
            <p:cNvPr id="36" name="Oval 71">
              <a:extLst>
                <a:ext uri="{FF2B5EF4-FFF2-40B4-BE49-F238E27FC236}">
                  <a16:creationId xmlns:a16="http://schemas.microsoft.com/office/drawing/2014/main" id="{F5D83361-D99B-426A-91AE-DFEF572D5E2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79374" y="2714625"/>
              <a:ext cx="361830" cy="3238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lIns="68580" tIns="34290" rIns="68580" bIns="34290" anchor="ctr"/>
            <a:lstStyle/>
            <a:p>
              <a:pPr eaLnBrk="1" hangingPunct="1">
                <a:defRPr/>
              </a:pPr>
              <a:endParaRPr lang="en-US" altLang="zh-CN" b="0" i="1" baseline="-25000">
                <a:solidFill>
                  <a:prstClr val="black"/>
                </a:solidFill>
                <a:latin typeface="Times New Roman" pitchFamily="18" charset="0"/>
              </a:endParaRPr>
            </a:p>
          </p:txBody>
        </p:sp>
        <p:sp>
          <p:nvSpPr>
            <p:cNvPr id="212068" name="Text Box 13">
              <a:extLst>
                <a:ext uri="{FF2B5EF4-FFF2-40B4-BE49-F238E27FC236}">
                  <a16:creationId xmlns:a16="http://schemas.microsoft.com/office/drawing/2014/main" id="{C46E7679-A50D-422E-B36D-298DCC21079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27541" y="2652551"/>
              <a:ext cx="231809" cy="41238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>
              <a:spAutoFit/>
            </a:bodyPr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kumimoji="1" lang="en-US" altLang="zh-CN">
                  <a:solidFill>
                    <a:srgbClr val="000000"/>
                  </a:solidFill>
                  <a:latin typeface="Times New Roman" panose="02020603050405020304" pitchFamily="18" charset="0"/>
                </a:rPr>
                <a:t>4</a:t>
              </a:r>
            </a:p>
          </p:txBody>
        </p:sp>
        <p:sp>
          <p:nvSpPr>
            <p:cNvPr id="38" name="Oval 71">
              <a:extLst>
                <a:ext uri="{FF2B5EF4-FFF2-40B4-BE49-F238E27FC236}">
                  <a16:creationId xmlns:a16="http://schemas.microsoft.com/office/drawing/2014/main" id="{E33E029A-FEFF-4AF7-A58C-E795D252590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79374" y="3400425"/>
              <a:ext cx="361830" cy="3238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lIns="68580" tIns="34290" rIns="68580" bIns="34290" anchor="ctr"/>
            <a:lstStyle/>
            <a:p>
              <a:pPr eaLnBrk="1" hangingPunct="1">
                <a:defRPr/>
              </a:pPr>
              <a:endParaRPr lang="en-US" altLang="zh-CN" b="0" i="1" baseline="-25000">
                <a:solidFill>
                  <a:prstClr val="black"/>
                </a:solidFill>
                <a:latin typeface="Times New Roman" pitchFamily="18" charset="0"/>
              </a:endParaRPr>
            </a:p>
          </p:txBody>
        </p:sp>
        <p:sp>
          <p:nvSpPr>
            <p:cNvPr id="212070" name="Text Box 13">
              <a:extLst>
                <a:ext uri="{FF2B5EF4-FFF2-40B4-BE49-F238E27FC236}">
                  <a16:creationId xmlns:a16="http://schemas.microsoft.com/office/drawing/2014/main" id="{32BA1360-FECA-4ABB-8D69-CB3B3C80CA4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27541" y="3338264"/>
              <a:ext cx="231809" cy="41238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>
              <a:spAutoFit/>
            </a:bodyPr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kumimoji="1" lang="en-US" altLang="zh-CN">
                  <a:solidFill>
                    <a:srgbClr val="000000"/>
                  </a:solidFill>
                  <a:latin typeface="Times New Roman" panose="02020603050405020304" pitchFamily="18" charset="0"/>
                </a:rPr>
                <a:t>7</a:t>
              </a:r>
            </a:p>
          </p:txBody>
        </p:sp>
        <p:sp>
          <p:nvSpPr>
            <p:cNvPr id="40" name="Oval 71">
              <a:extLst>
                <a:ext uri="{FF2B5EF4-FFF2-40B4-BE49-F238E27FC236}">
                  <a16:creationId xmlns:a16="http://schemas.microsoft.com/office/drawing/2014/main" id="{89D07FD3-E760-4E5D-901D-F789C805DAF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79374" y="4010025"/>
              <a:ext cx="361830" cy="3238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lIns="68580" tIns="34290" rIns="68580" bIns="34290" anchor="ctr"/>
            <a:lstStyle/>
            <a:p>
              <a:pPr eaLnBrk="1" hangingPunct="1">
                <a:defRPr/>
              </a:pPr>
              <a:endParaRPr lang="en-US" altLang="zh-CN" b="0" i="1" baseline="-25000">
                <a:solidFill>
                  <a:prstClr val="black"/>
                </a:solidFill>
                <a:latin typeface="Times New Roman" pitchFamily="18" charset="0"/>
              </a:endParaRPr>
            </a:p>
          </p:txBody>
        </p:sp>
        <p:sp>
          <p:nvSpPr>
            <p:cNvPr id="212072" name="Text Box 13">
              <a:extLst>
                <a:ext uri="{FF2B5EF4-FFF2-40B4-BE49-F238E27FC236}">
                  <a16:creationId xmlns:a16="http://schemas.microsoft.com/office/drawing/2014/main" id="{0D454225-6434-417C-B3C6-E433A3ED926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27541" y="3947780"/>
              <a:ext cx="231809" cy="41238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>
              <a:spAutoFit/>
            </a:bodyPr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kumimoji="1" lang="en-US" altLang="zh-CN">
                  <a:solidFill>
                    <a:srgbClr val="000000"/>
                  </a:solidFill>
                  <a:latin typeface="Times New Roman" panose="02020603050405020304" pitchFamily="18" charset="0"/>
                </a:rPr>
                <a:t>8</a:t>
              </a:r>
            </a:p>
          </p:txBody>
        </p:sp>
        <p:sp>
          <p:nvSpPr>
            <p:cNvPr id="42" name="Oval 71">
              <a:extLst>
                <a:ext uri="{FF2B5EF4-FFF2-40B4-BE49-F238E27FC236}">
                  <a16:creationId xmlns:a16="http://schemas.microsoft.com/office/drawing/2014/main" id="{18096011-0C3E-4851-87B6-9CA6CD84135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4889" y="1828800"/>
              <a:ext cx="360243" cy="3238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lIns="68580" tIns="34290" rIns="68580" bIns="34290" anchor="ctr"/>
            <a:lstStyle/>
            <a:p>
              <a:pPr eaLnBrk="1" hangingPunct="1">
                <a:defRPr/>
              </a:pPr>
              <a:endParaRPr lang="en-US" altLang="zh-CN" b="0" i="1" baseline="-25000">
                <a:solidFill>
                  <a:prstClr val="black"/>
                </a:solidFill>
                <a:latin typeface="Times New Roman" pitchFamily="18" charset="0"/>
              </a:endParaRPr>
            </a:p>
          </p:txBody>
        </p:sp>
        <p:sp>
          <p:nvSpPr>
            <p:cNvPr id="212074" name="Text Box 13">
              <a:extLst>
                <a:ext uri="{FF2B5EF4-FFF2-40B4-BE49-F238E27FC236}">
                  <a16:creationId xmlns:a16="http://schemas.microsoft.com/office/drawing/2014/main" id="{FC36CBEF-598B-446B-A70D-9E144F6A132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2779" y="1766846"/>
              <a:ext cx="231809" cy="41238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>
              <a:spAutoFit/>
            </a:bodyPr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kumimoji="1" lang="en-US" altLang="zh-CN">
                  <a:solidFill>
                    <a:srgbClr val="000000"/>
                  </a:solidFill>
                  <a:latin typeface="Times New Roman" panose="02020603050405020304" pitchFamily="18" charset="0"/>
                </a:rPr>
                <a:t>2</a:t>
              </a:r>
            </a:p>
          </p:txBody>
        </p:sp>
        <p:sp>
          <p:nvSpPr>
            <p:cNvPr id="44" name="Oval 71">
              <a:extLst>
                <a:ext uri="{FF2B5EF4-FFF2-40B4-BE49-F238E27FC236}">
                  <a16:creationId xmlns:a16="http://schemas.microsoft.com/office/drawing/2014/main" id="{6D73B453-9935-4CD7-A2D8-BE97816006C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49097" y="3052763"/>
              <a:ext cx="360244" cy="3238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lIns="68580" tIns="34290" rIns="68580" bIns="34290" anchor="ctr"/>
            <a:lstStyle/>
            <a:p>
              <a:pPr eaLnBrk="1" hangingPunct="1">
                <a:defRPr/>
              </a:pPr>
              <a:endParaRPr lang="en-US" altLang="zh-CN" b="0" i="1" baseline="-25000">
                <a:solidFill>
                  <a:prstClr val="black"/>
                </a:solidFill>
                <a:latin typeface="Times New Roman" pitchFamily="18" charset="0"/>
              </a:endParaRPr>
            </a:p>
          </p:txBody>
        </p:sp>
        <p:sp>
          <p:nvSpPr>
            <p:cNvPr id="212076" name="Text Box 13">
              <a:extLst>
                <a:ext uri="{FF2B5EF4-FFF2-40B4-BE49-F238E27FC236}">
                  <a16:creationId xmlns:a16="http://schemas.microsoft.com/office/drawing/2014/main" id="{04664129-EA3E-4C13-A174-72BFC9A83E8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595955" y="2990644"/>
              <a:ext cx="231809" cy="41238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>
              <a:spAutoFit/>
            </a:bodyPr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kumimoji="1" lang="en-US" altLang="zh-CN">
                  <a:solidFill>
                    <a:srgbClr val="000000"/>
                  </a:solidFill>
                  <a:latin typeface="Times New Roman" panose="02020603050405020304" pitchFamily="18" charset="0"/>
                </a:rPr>
                <a:t>6</a:t>
              </a:r>
            </a:p>
          </p:txBody>
        </p:sp>
        <p:sp>
          <p:nvSpPr>
            <p:cNvPr id="46" name="Oval 71">
              <a:extLst>
                <a:ext uri="{FF2B5EF4-FFF2-40B4-BE49-F238E27FC236}">
                  <a16:creationId xmlns:a16="http://schemas.microsoft.com/office/drawing/2014/main" id="{C79BCF3C-F298-4BFD-8D53-A275AD03A94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8063" y="3052763"/>
              <a:ext cx="360243" cy="3238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lIns="68580" tIns="34290" rIns="68580" bIns="34290" anchor="ctr"/>
            <a:lstStyle/>
            <a:p>
              <a:pPr eaLnBrk="1" hangingPunct="1">
                <a:defRPr/>
              </a:pPr>
              <a:endParaRPr lang="en-US" altLang="zh-CN" b="0" i="1" baseline="-25000">
                <a:solidFill>
                  <a:prstClr val="black"/>
                </a:solidFill>
                <a:latin typeface="Times New Roman" pitchFamily="18" charset="0"/>
              </a:endParaRPr>
            </a:p>
          </p:txBody>
        </p:sp>
        <p:sp>
          <p:nvSpPr>
            <p:cNvPr id="212078" name="Text Box 13">
              <a:extLst>
                <a:ext uri="{FF2B5EF4-FFF2-40B4-BE49-F238E27FC236}">
                  <a16:creationId xmlns:a16="http://schemas.microsoft.com/office/drawing/2014/main" id="{164F05DF-4E0F-421D-97C1-2E87F6AF525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5953" y="2990644"/>
              <a:ext cx="231809" cy="41238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>
              <a:spAutoFit/>
            </a:bodyPr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kumimoji="1" lang="en-US" altLang="zh-CN">
                  <a:solidFill>
                    <a:srgbClr val="000000"/>
                  </a:solidFill>
                  <a:latin typeface="Times New Roman" panose="02020603050405020304" pitchFamily="18" charset="0"/>
                </a:rPr>
                <a:t>5</a:t>
              </a:r>
            </a:p>
          </p:txBody>
        </p:sp>
        <p:sp>
          <p:nvSpPr>
            <p:cNvPr id="48" name="Oval 71">
              <a:extLst>
                <a:ext uri="{FF2B5EF4-FFF2-40B4-BE49-F238E27FC236}">
                  <a16:creationId xmlns:a16="http://schemas.microsoft.com/office/drawing/2014/main" id="{EDC63208-4FB2-4A65-9824-462DF0E0997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49097" y="4329113"/>
              <a:ext cx="360244" cy="3238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lIns="68580" tIns="34290" rIns="68580" bIns="34290" anchor="ctr"/>
            <a:lstStyle/>
            <a:p>
              <a:pPr eaLnBrk="1" hangingPunct="1">
                <a:defRPr/>
              </a:pPr>
              <a:endParaRPr lang="en-US" altLang="zh-CN" b="0" i="1" baseline="-25000">
                <a:solidFill>
                  <a:prstClr val="black"/>
                </a:solidFill>
                <a:latin typeface="Times New Roman" pitchFamily="18" charset="0"/>
              </a:endParaRPr>
            </a:p>
          </p:txBody>
        </p:sp>
        <p:sp>
          <p:nvSpPr>
            <p:cNvPr id="212080" name="Text Box 13">
              <a:extLst>
                <a:ext uri="{FF2B5EF4-FFF2-40B4-BE49-F238E27FC236}">
                  <a16:creationId xmlns:a16="http://schemas.microsoft.com/office/drawing/2014/main" id="{F6CF28C3-86E9-4856-B957-F1DA6B3696C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524507" y="4266829"/>
              <a:ext cx="527130" cy="41238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>
              <a:spAutoFit/>
            </a:bodyPr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kumimoji="1" lang="en-US" altLang="zh-CN" dirty="0">
                  <a:solidFill>
                    <a:srgbClr val="000000"/>
                  </a:solidFill>
                  <a:latin typeface="Times New Roman" panose="02020603050405020304" pitchFamily="18" charset="0"/>
                </a:rPr>
                <a:t>10</a:t>
              </a:r>
            </a:p>
          </p:txBody>
        </p:sp>
        <p:sp>
          <p:nvSpPr>
            <p:cNvPr id="50" name="Oval 71">
              <a:extLst>
                <a:ext uri="{FF2B5EF4-FFF2-40B4-BE49-F238E27FC236}">
                  <a16:creationId xmlns:a16="http://schemas.microsoft.com/office/drawing/2014/main" id="{975C4884-BD46-408E-A4F7-DD69ED71961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8063" y="4329113"/>
              <a:ext cx="360243" cy="3238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lIns="68580" tIns="34290" rIns="68580" bIns="34290" anchor="ctr"/>
            <a:lstStyle/>
            <a:p>
              <a:pPr eaLnBrk="1" hangingPunct="1">
                <a:defRPr/>
              </a:pPr>
              <a:endParaRPr lang="en-US" altLang="zh-CN" b="0" i="1" baseline="-25000">
                <a:solidFill>
                  <a:prstClr val="black"/>
                </a:solidFill>
                <a:latin typeface="Times New Roman" pitchFamily="18" charset="0"/>
              </a:endParaRPr>
            </a:p>
          </p:txBody>
        </p:sp>
        <p:sp>
          <p:nvSpPr>
            <p:cNvPr id="212082" name="Text Box 13">
              <a:extLst>
                <a:ext uri="{FF2B5EF4-FFF2-40B4-BE49-F238E27FC236}">
                  <a16:creationId xmlns:a16="http://schemas.microsoft.com/office/drawing/2014/main" id="{8C017320-4BC6-4624-96CE-B1D1EB3EF4A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5953" y="4266829"/>
              <a:ext cx="231809" cy="41238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>
              <a:spAutoFit/>
            </a:bodyPr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kumimoji="1" lang="en-US" altLang="zh-CN">
                  <a:solidFill>
                    <a:srgbClr val="000000"/>
                  </a:solidFill>
                  <a:latin typeface="Times New Roman" panose="02020603050405020304" pitchFamily="18" charset="0"/>
                </a:rPr>
                <a:t>9</a:t>
              </a:r>
            </a:p>
          </p:txBody>
        </p:sp>
        <p:sp>
          <p:nvSpPr>
            <p:cNvPr id="212083" name="Line 50">
              <a:extLst>
                <a:ext uri="{FF2B5EF4-FFF2-40B4-BE49-F238E27FC236}">
                  <a16:creationId xmlns:a16="http://schemas.microsoft.com/office/drawing/2014/main" id="{CB7FE6CC-FD53-445F-BB69-FF5ACD33921F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160911" y="2444618"/>
              <a:ext cx="0" cy="260314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212084" name="Line 50">
              <a:extLst>
                <a:ext uri="{FF2B5EF4-FFF2-40B4-BE49-F238E27FC236}">
                  <a16:creationId xmlns:a16="http://schemas.microsoft.com/office/drawing/2014/main" id="{D736C3BC-988B-4315-9A09-86E0BD86EE3B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165675" y="3730323"/>
              <a:ext cx="0" cy="260314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212085" name="Line 16">
              <a:extLst>
                <a:ext uri="{FF2B5EF4-FFF2-40B4-BE49-F238E27FC236}">
                  <a16:creationId xmlns:a16="http://schemas.microsoft.com/office/drawing/2014/main" id="{3851F720-AA6A-44E8-8A9F-A3B55974502C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752861" y="2939138"/>
              <a:ext cx="237620" cy="194363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lIns="68580" tIns="34290" rIns="68580" bIns="34290" anchor="ctr"/>
            <a:lstStyle/>
            <a:p>
              <a:endParaRPr lang="zh-CN" altLang="en-US"/>
            </a:p>
          </p:txBody>
        </p:sp>
        <p:sp>
          <p:nvSpPr>
            <p:cNvPr id="212086" name="Line 16">
              <a:extLst>
                <a:ext uri="{FF2B5EF4-FFF2-40B4-BE49-F238E27FC236}">
                  <a16:creationId xmlns:a16="http://schemas.microsoft.com/office/drawing/2014/main" id="{7EBAF54C-9C12-4996-ABCC-FF47E678F408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765563" y="4233493"/>
              <a:ext cx="227046" cy="185713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lIns="68580" tIns="34290" rIns="68580" bIns="34290" anchor="ctr"/>
            <a:lstStyle/>
            <a:p>
              <a:endParaRPr lang="zh-CN" altLang="en-US"/>
            </a:p>
          </p:txBody>
        </p:sp>
        <p:sp>
          <p:nvSpPr>
            <p:cNvPr id="212087" name="Line 16">
              <a:extLst>
                <a:ext uri="{FF2B5EF4-FFF2-40B4-BE49-F238E27FC236}">
                  <a16:creationId xmlns:a16="http://schemas.microsoft.com/office/drawing/2014/main" id="{A98FD935-B977-4BDC-A278-D6E237DFDF81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325334" y="3297855"/>
              <a:ext cx="247510" cy="202453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lIns="68580" tIns="34290" rIns="68580" bIns="34290" anchor="ctr"/>
            <a:lstStyle/>
            <a:p>
              <a:endParaRPr lang="zh-CN" altLang="en-US"/>
            </a:p>
          </p:txBody>
        </p:sp>
        <p:sp>
          <p:nvSpPr>
            <p:cNvPr id="212088" name="Line 16">
              <a:extLst>
                <a:ext uri="{FF2B5EF4-FFF2-40B4-BE49-F238E27FC236}">
                  <a16:creationId xmlns:a16="http://schemas.microsoft.com/office/drawing/2014/main" id="{FE8E1046-BC48-4848-B6C6-011052E6A92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06815" y="2114461"/>
              <a:ext cx="273093" cy="142856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lIns="68580" tIns="34290" rIns="68580" bIns="34290" anchor="ctr"/>
            <a:lstStyle/>
            <a:p>
              <a:endParaRPr lang="zh-CN" altLang="en-US"/>
            </a:p>
          </p:txBody>
        </p:sp>
        <p:sp>
          <p:nvSpPr>
            <p:cNvPr id="212089" name="Line 16">
              <a:extLst>
                <a:ext uri="{FF2B5EF4-FFF2-40B4-BE49-F238E27FC236}">
                  <a16:creationId xmlns:a16="http://schemas.microsoft.com/office/drawing/2014/main" id="{633FD507-6BA7-466D-80D6-69338A9D97A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42277" y="3314616"/>
              <a:ext cx="299554" cy="137928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lIns="68580" tIns="34290" rIns="68580" bIns="34290" anchor="ctr"/>
            <a:lstStyle/>
            <a:p>
              <a:endParaRPr lang="zh-CN" altLang="en-US"/>
            </a:p>
          </p:txBody>
        </p:sp>
        <p:sp>
          <p:nvSpPr>
            <p:cNvPr id="212090" name="Line 16">
              <a:extLst>
                <a:ext uri="{FF2B5EF4-FFF2-40B4-BE49-F238E27FC236}">
                  <a16:creationId xmlns:a16="http://schemas.microsoft.com/office/drawing/2014/main" id="{67443C32-0BA7-49AC-B494-840BE3DAD3E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321898" y="2933164"/>
              <a:ext cx="301047" cy="157479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lIns="68580" tIns="34290" rIns="68580" bIns="34290" anchor="ctr"/>
            <a:lstStyle/>
            <a:p>
              <a:endParaRPr lang="zh-CN" altLang="en-US"/>
            </a:p>
          </p:txBody>
        </p:sp>
        <p:sp>
          <p:nvSpPr>
            <p:cNvPr id="212091" name="Line 16">
              <a:extLst>
                <a:ext uri="{FF2B5EF4-FFF2-40B4-BE49-F238E27FC236}">
                  <a16:creationId xmlns:a16="http://schemas.microsoft.com/office/drawing/2014/main" id="{27CE2BCB-4ABD-477C-A622-49C9211E150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349852" y="4233493"/>
              <a:ext cx="273093" cy="142856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lIns="68580" tIns="34290" rIns="68580" bIns="34290" anchor="ctr"/>
            <a:lstStyle/>
            <a:p>
              <a:endParaRPr lang="zh-CN" altLang="en-US"/>
            </a:p>
          </p:txBody>
        </p:sp>
        <p:sp>
          <p:nvSpPr>
            <p:cNvPr id="212092" name="Freeform 32">
              <a:extLst>
                <a:ext uri="{FF2B5EF4-FFF2-40B4-BE49-F238E27FC236}">
                  <a16:creationId xmlns:a16="http://schemas.microsoft.com/office/drawing/2014/main" id="{04BF9BC4-5B8E-43E2-BF54-4266EA38E328}"/>
                </a:ext>
              </a:extLst>
            </p:cNvPr>
            <p:cNvSpPr>
              <a:spLocks/>
            </p:cNvSpPr>
            <p:nvPr/>
          </p:nvSpPr>
          <p:spPr bwMode="auto">
            <a:xfrm rot="7422157">
              <a:off x="1404863" y="3513477"/>
              <a:ext cx="467623" cy="835273"/>
            </a:xfrm>
            <a:custGeom>
              <a:avLst/>
              <a:gdLst>
                <a:gd name="T0" fmla="*/ 2147483646 w 347"/>
                <a:gd name="T1" fmla="*/ 2147483646 h 589"/>
                <a:gd name="T2" fmla="*/ 2147483646 w 347"/>
                <a:gd name="T3" fmla="*/ 2147483646 h 589"/>
                <a:gd name="T4" fmla="*/ 2147483646 w 347"/>
                <a:gd name="T5" fmla="*/ 0 h 589"/>
                <a:gd name="T6" fmla="*/ 0 60000 65536"/>
                <a:gd name="T7" fmla="*/ 0 60000 65536"/>
                <a:gd name="T8" fmla="*/ 0 60000 65536"/>
                <a:gd name="T9" fmla="*/ 0 w 347"/>
                <a:gd name="T10" fmla="*/ 0 h 589"/>
                <a:gd name="T11" fmla="*/ 347 w 347"/>
                <a:gd name="T12" fmla="*/ 589 h 589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347" h="589">
                  <a:moveTo>
                    <a:pt x="166" y="589"/>
                  </a:moveTo>
                  <a:cubicBezTo>
                    <a:pt x="83" y="456"/>
                    <a:pt x="0" y="324"/>
                    <a:pt x="30" y="226"/>
                  </a:cubicBezTo>
                  <a:cubicBezTo>
                    <a:pt x="60" y="128"/>
                    <a:pt x="203" y="64"/>
                    <a:pt x="347" y="0"/>
                  </a:cubicBezTo>
                </a:path>
              </a:pathLst>
            </a:custGeom>
            <a:noFill/>
            <a:ln w="25400">
              <a:solidFill>
                <a:schemeClr val="tx1"/>
              </a:solidFill>
              <a:round/>
              <a:headEnd type="stealth" w="lg" len="med"/>
              <a:tailEnd type="none" w="lg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62" name="任意多边形 61">
              <a:extLst>
                <a:ext uri="{FF2B5EF4-FFF2-40B4-BE49-F238E27FC236}">
                  <a16:creationId xmlns:a16="http://schemas.microsoft.com/office/drawing/2014/main" id="{1233DFC3-64C4-4632-B880-17EF3AE30C61}"/>
                </a:ext>
              </a:extLst>
            </p:cNvPr>
            <p:cNvSpPr/>
            <p:nvPr/>
          </p:nvSpPr>
          <p:spPr bwMode="auto">
            <a:xfrm>
              <a:off x="1338030" y="2847975"/>
              <a:ext cx="714139" cy="794797"/>
            </a:xfrm>
            <a:custGeom>
              <a:avLst/>
              <a:gdLst>
                <a:gd name="connsiteX0" fmla="*/ 0 w 823912"/>
                <a:gd name="connsiteY0" fmla="*/ 1914525 h 1914525"/>
                <a:gd name="connsiteX1" fmla="*/ 609600 w 823912"/>
                <a:gd name="connsiteY1" fmla="*/ 1333500 h 1914525"/>
                <a:gd name="connsiteX2" fmla="*/ 790575 w 823912"/>
                <a:gd name="connsiteY2" fmla="*/ 781050 h 1914525"/>
                <a:gd name="connsiteX3" fmla="*/ 409575 w 823912"/>
                <a:gd name="connsiteY3" fmla="*/ 171450 h 1914525"/>
                <a:gd name="connsiteX4" fmla="*/ 9525 w 823912"/>
                <a:gd name="connsiteY4" fmla="*/ 0 h 1914525"/>
                <a:gd name="connsiteX5" fmla="*/ 9525 w 823912"/>
                <a:gd name="connsiteY5" fmla="*/ 0 h 1914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823912" h="1914525">
                  <a:moveTo>
                    <a:pt x="0" y="1914525"/>
                  </a:moveTo>
                  <a:cubicBezTo>
                    <a:pt x="238919" y="1718468"/>
                    <a:pt x="477838" y="1522412"/>
                    <a:pt x="609600" y="1333500"/>
                  </a:cubicBezTo>
                  <a:cubicBezTo>
                    <a:pt x="741362" y="1144588"/>
                    <a:pt x="823912" y="974725"/>
                    <a:pt x="790575" y="781050"/>
                  </a:cubicBezTo>
                  <a:cubicBezTo>
                    <a:pt x="757238" y="587375"/>
                    <a:pt x="539750" y="301625"/>
                    <a:pt x="409575" y="171450"/>
                  </a:cubicBezTo>
                  <a:cubicBezTo>
                    <a:pt x="279400" y="41275"/>
                    <a:pt x="9525" y="0"/>
                    <a:pt x="9525" y="0"/>
                  </a:cubicBezTo>
                  <a:lnTo>
                    <a:pt x="9525" y="0"/>
                  </a:lnTo>
                </a:path>
              </a:pathLst>
            </a:custGeom>
            <a:ln w="25400">
              <a:solidFill>
                <a:schemeClr val="tx1"/>
              </a:solidFill>
              <a:headEnd type="none"/>
              <a:tailEnd type="stealth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/>
            </a:p>
          </p:txBody>
        </p:sp>
        <p:sp>
          <p:nvSpPr>
            <p:cNvPr id="63" name="任意多边形 62">
              <a:extLst>
                <a:ext uri="{FF2B5EF4-FFF2-40B4-BE49-F238E27FC236}">
                  <a16:creationId xmlns:a16="http://schemas.microsoft.com/office/drawing/2014/main" id="{FC7DE3E1-45A2-4421-91F0-637DD7BE0FD0}"/>
                </a:ext>
              </a:extLst>
            </p:cNvPr>
            <p:cNvSpPr/>
            <p:nvPr/>
          </p:nvSpPr>
          <p:spPr>
            <a:xfrm>
              <a:off x="128755" y="1495423"/>
              <a:ext cx="868635" cy="2896069"/>
            </a:xfrm>
            <a:custGeom>
              <a:avLst/>
              <a:gdLst>
                <a:gd name="connsiteX0" fmla="*/ 313854 w 843941"/>
                <a:gd name="connsiteY0" fmla="*/ 2829944 h 2829944"/>
                <a:gd name="connsiteX1" fmla="*/ 22306 w 843941"/>
                <a:gd name="connsiteY1" fmla="*/ 351788 h 2829944"/>
                <a:gd name="connsiteX2" fmla="*/ 843941 w 843941"/>
                <a:gd name="connsiteY2" fmla="*/ 73492 h 28299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43941" h="2829944">
                  <a:moveTo>
                    <a:pt x="313854" y="2829944"/>
                  </a:moveTo>
                  <a:cubicBezTo>
                    <a:pt x="123906" y="1820570"/>
                    <a:pt x="-66042" y="811197"/>
                    <a:pt x="22306" y="351788"/>
                  </a:cubicBezTo>
                  <a:cubicBezTo>
                    <a:pt x="110654" y="-107621"/>
                    <a:pt x="477297" y="-17065"/>
                    <a:pt x="843941" y="73492"/>
                  </a:cubicBezTo>
                </a:path>
              </a:pathLst>
            </a:custGeom>
            <a:noFill/>
            <a:ln w="25400">
              <a:solidFill>
                <a:schemeClr val="tx1"/>
              </a:solidFill>
              <a:tailEnd type="stealth" w="lg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/>
            </a:p>
          </p:txBody>
        </p:sp>
        <p:sp>
          <p:nvSpPr>
            <p:cNvPr id="64" name="任意多边形 63">
              <a:extLst>
                <a:ext uri="{FF2B5EF4-FFF2-40B4-BE49-F238E27FC236}">
                  <a16:creationId xmlns:a16="http://schemas.microsoft.com/office/drawing/2014/main" id="{216AA120-455E-47F3-AC10-D009C07C2E5E}"/>
                </a:ext>
              </a:extLst>
            </p:cNvPr>
            <p:cNvSpPr/>
            <p:nvPr/>
          </p:nvSpPr>
          <p:spPr>
            <a:xfrm>
              <a:off x="1336407" y="2232024"/>
              <a:ext cx="815742" cy="1886929"/>
            </a:xfrm>
            <a:custGeom>
              <a:avLst/>
              <a:gdLst>
                <a:gd name="connsiteX0" fmla="*/ 13252 w 808391"/>
                <a:gd name="connsiteY0" fmla="*/ 1868556 h 1868556"/>
                <a:gd name="connsiteX1" fmla="*/ 808382 w 808391"/>
                <a:gd name="connsiteY1" fmla="*/ 1086678 h 1868556"/>
                <a:gd name="connsiteX2" fmla="*/ 0 w 808391"/>
                <a:gd name="connsiteY2" fmla="*/ 0 h 1868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08391" h="1868556">
                  <a:moveTo>
                    <a:pt x="13252" y="1868556"/>
                  </a:moveTo>
                  <a:cubicBezTo>
                    <a:pt x="411921" y="1633330"/>
                    <a:pt x="810591" y="1398104"/>
                    <a:pt x="808382" y="1086678"/>
                  </a:cubicBezTo>
                  <a:cubicBezTo>
                    <a:pt x="806173" y="775252"/>
                    <a:pt x="403086" y="387626"/>
                    <a:pt x="0" y="0"/>
                  </a:cubicBezTo>
                </a:path>
              </a:pathLst>
            </a:custGeom>
            <a:noFill/>
            <a:ln w="25400">
              <a:solidFill>
                <a:schemeClr val="tx1"/>
              </a:solidFill>
              <a:tailEnd type="stealth" w="lg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/>
            </a:p>
          </p:txBody>
        </p:sp>
      </p:grpSp>
      <p:sp>
        <p:nvSpPr>
          <p:cNvPr id="65" name="Rectangle 23">
            <a:extLst>
              <a:ext uri="{FF2B5EF4-FFF2-40B4-BE49-F238E27FC236}">
                <a16:creationId xmlns:a16="http://schemas.microsoft.com/office/drawing/2014/main" id="{FE3243E1-E73D-4A2D-BC39-C9C72EBEBA7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61295" y="1749490"/>
            <a:ext cx="785812" cy="28575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lIns="68580" tIns="27000" rIns="68580" bIns="0" anchor="ctr"/>
          <a:lstStyle>
            <a:lvl1pPr>
              <a:defRPr b="1">
                <a:solidFill>
                  <a:schemeClr val="tx1"/>
                </a:solidFill>
                <a:latin typeface="Tahoma" charset="0"/>
                <a:ea typeface="宋体" charset="0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charset="0"/>
                <a:ea typeface="宋体" charset="0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charset="0"/>
                <a:ea typeface="宋体" charset="0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charset="0"/>
                <a:ea typeface="宋体" charset="0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charset="0"/>
                <a:ea typeface="宋体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charset="0"/>
                <a:ea typeface="宋体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charset="0"/>
                <a:ea typeface="宋体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charset="0"/>
                <a:ea typeface="宋体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charset="0"/>
                <a:ea typeface="宋体" charset="0"/>
              </a:defRPr>
            </a:lvl9pPr>
          </a:lstStyle>
          <a:p>
            <a:pPr algn="ctr">
              <a:lnSpc>
                <a:spcPct val="70000"/>
              </a:lnSpc>
              <a:defRPr/>
            </a:pPr>
            <a:r>
              <a:rPr lang="en-US" altLang="zh-CN" sz="1500" i="1" dirty="0">
                <a:solidFill>
                  <a:prstClr val="black"/>
                </a:solidFill>
                <a:latin typeface="Times New Roman" charset="0"/>
              </a:rPr>
              <a:t>ENTRY</a:t>
            </a:r>
            <a:endParaRPr lang="en-US" altLang="zh-CN" sz="1500" dirty="0">
              <a:solidFill>
                <a:prstClr val="black"/>
              </a:solidFill>
              <a:latin typeface="Times New Roman" charset="0"/>
            </a:endParaRPr>
          </a:p>
        </p:txBody>
      </p:sp>
      <p:sp>
        <p:nvSpPr>
          <p:cNvPr id="66" name="Line 28">
            <a:extLst>
              <a:ext uri="{FF2B5EF4-FFF2-40B4-BE49-F238E27FC236}">
                <a16:creationId xmlns:a16="http://schemas.microsoft.com/office/drawing/2014/main" id="{97463207-D995-4F88-A448-37FC6E6C71DF}"/>
              </a:ext>
            </a:extLst>
          </p:cNvPr>
          <p:cNvSpPr>
            <a:spLocks noChangeShapeType="1"/>
          </p:cNvSpPr>
          <p:nvPr/>
        </p:nvSpPr>
        <p:spPr bwMode="auto">
          <a:xfrm>
            <a:off x="1857427" y="2050204"/>
            <a:ext cx="0" cy="239621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0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1001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1001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100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 nodeType="clickPar">
                      <p:stCondLst>
                        <p:cond delay="indefinite"/>
                      </p:stCondLst>
                      <p:childTnLst>
                        <p:par>
                          <p:cTn id="2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 nodeType="clickPar">
                      <p:stCondLst>
                        <p:cond delay="indefinite"/>
                      </p:stCondLst>
                      <p:childTnLst>
                        <p:par>
                          <p:cTn id="3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6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 nodeType="clickPar">
                      <p:stCondLst>
                        <p:cond delay="indefinite"/>
                      </p:stCondLst>
                      <p:childTnLst>
                        <p:par>
                          <p:cTn id="4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 nodeType="clickPar">
                      <p:stCondLst>
                        <p:cond delay="indefinite"/>
                      </p:stCondLst>
                      <p:childTnLst>
                        <p:par>
                          <p:cTn id="4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0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 nodeType="clickPar">
                      <p:stCondLst>
                        <p:cond delay="indefinite"/>
                      </p:stCondLst>
                      <p:childTnLst>
                        <p:par>
                          <p:cTn id="5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 nodeType="clickPar">
                      <p:stCondLst>
                        <p:cond delay="indefinite"/>
                      </p:stCondLst>
                      <p:childTnLst>
                        <p:par>
                          <p:cTn id="6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 nodeType="clickPar">
                      <p:stCondLst>
                        <p:cond delay="indefinite"/>
                      </p:stCondLst>
                      <p:childTnLst>
                        <p:par>
                          <p:cTn id="7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 nodeType="clickPar">
                      <p:stCondLst>
                        <p:cond delay="indefinite"/>
                      </p:stCondLst>
                      <p:childTnLst>
                        <p:par>
                          <p:cTn id="7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0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 nodeType="clickPar">
                      <p:stCondLst>
                        <p:cond delay="indefinite"/>
                      </p:stCondLst>
                      <p:childTnLst>
                        <p:par>
                          <p:cTn id="8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 nodeType="clickPar">
                      <p:stCondLst>
                        <p:cond delay="indefinite"/>
                      </p:stCondLst>
                      <p:childTnLst>
                        <p:par>
                          <p:cTn id="9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4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5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 nodeType="clickPar">
                      <p:stCondLst>
                        <p:cond delay="indefinite"/>
                      </p:stCondLst>
                      <p:childTnLst>
                        <p:par>
                          <p:cTn id="9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1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2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4" fill="hold" nodeType="clickPar">
                      <p:stCondLst>
                        <p:cond delay="indefinite"/>
                      </p:stCondLst>
                      <p:childTnLst>
                        <p:par>
                          <p:cTn id="10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6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 nodeType="clickPar">
                      <p:stCondLst>
                        <p:cond delay="indefinite"/>
                      </p:stCondLst>
                      <p:childTnLst>
                        <p:par>
                          <p:cTn id="1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5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6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8" fill="hold" nodeType="clickPar">
                      <p:stCondLst>
                        <p:cond delay="indefinite"/>
                      </p:stCondLst>
                      <p:childTnLst>
                        <p:par>
                          <p:cTn id="11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20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2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3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5" fill="hold" nodeType="clickPar">
                      <p:stCondLst>
                        <p:cond delay="indefinite"/>
                      </p:stCondLst>
                      <p:childTnLst>
                        <p:par>
                          <p:cTn id="1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2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9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0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2" fill="hold" nodeType="clickPar">
                      <p:stCondLst>
                        <p:cond delay="indefinite"/>
                      </p:stCondLst>
                      <p:childTnLst>
                        <p:par>
                          <p:cTn id="13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6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7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8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9" fill="hold" nodeType="clickPar">
                      <p:stCondLst>
                        <p:cond delay="indefinite"/>
                      </p:stCondLst>
                      <p:childTnLst>
                        <p:par>
                          <p:cTn id="1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4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3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4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6" fill="hold" nodeType="clickPar">
                      <p:stCondLst>
                        <p:cond delay="indefinite"/>
                      </p:stCondLst>
                      <p:childTnLst>
                        <p:par>
                          <p:cTn id="14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4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0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1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3" fill="hold" nodeType="clickPar">
                      <p:stCondLst>
                        <p:cond delay="indefinite"/>
                      </p:stCondLst>
                      <p:childTnLst>
                        <p:par>
                          <p:cTn id="15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7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8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  <p:bldP spid="5" grpId="0"/>
      <p:bldP spid="12" grpId="0"/>
      <p:bldP spid="6" grpId="0"/>
      <p:bldP spid="14" grpId="0"/>
      <p:bldP spid="7" grpId="0"/>
      <p:bldP spid="16" grpId="0"/>
      <p:bldP spid="17" grpId="0"/>
      <p:bldP spid="18" grpId="0"/>
      <p:bldP spid="8" grpId="0"/>
      <p:bldP spid="15" grpId="0"/>
      <p:bldP spid="19" grpId="0"/>
      <p:bldP spid="24" grpId="0"/>
      <p:bldP spid="20" grpId="0"/>
      <p:bldP spid="26" grpId="0"/>
      <p:bldP spid="27" grpId="0"/>
      <p:bldP spid="21" grpId="0"/>
      <p:bldP spid="22" grpId="0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1411" name="Rectangle 3">
            <a:extLst>
              <a:ext uri="{FF2B5EF4-FFF2-40B4-BE49-F238E27FC236}">
                <a16:creationId xmlns:a16="http://schemas.microsoft.com/office/drawing/2014/main" id="{0F528F06-5B39-4698-B680-A2C97A9F5320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428625" y="774700"/>
            <a:ext cx="7929563" cy="7969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buClrTx/>
              <a:buFont typeface="Wingdings" panose="05000000000000000000" pitchFamily="2" charset="2"/>
              <a:buChar char="Ø"/>
            </a:pPr>
            <a:r>
              <a:rPr lang="zh-CN" altLang="en-US" sz="2200" b="1" dirty="0">
                <a:solidFill>
                  <a:schemeClr val="tx1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如果存在从结点</a:t>
            </a:r>
            <a:r>
              <a:rPr lang="en-US" altLang="zh-CN" sz="2200" b="1" i="1" dirty="0">
                <a:solidFill>
                  <a:schemeClr val="tx1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n</a:t>
            </a:r>
            <a:r>
              <a:rPr lang="zh-CN" altLang="en-US" sz="2200" b="1" dirty="0">
                <a:solidFill>
                  <a:schemeClr val="tx1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到</a:t>
            </a:r>
            <a:r>
              <a:rPr lang="en-US" altLang="zh-CN" sz="2200" b="1" i="1" dirty="0">
                <a:solidFill>
                  <a:schemeClr val="tx1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d</a:t>
            </a:r>
            <a:r>
              <a:rPr lang="zh-CN" altLang="en-US" sz="2200" b="1" dirty="0">
                <a:solidFill>
                  <a:schemeClr val="tx1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的有向边</a:t>
            </a:r>
            <a:r>
              <a:rPr lang="en-US" altLang="zh-CN" sz="2200" b="1" i="1" dirty="0" err="1">
                <a:solidFill>
                  <a:schemeClr val="tx1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n→d</a:t>
            </a:r>
            <a:r>
              <a:rPr lang="zh-CN" altLang="en-US" sz="2200" b="1" dirty="0">
                <a:solidFill>
                  <a:schemeClr val="tx1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，且</a:t>
            </a:r>
            <a:r>
              <a:rPr lang="en-US" altLang="zh-CN" sz="2200" b="1" i="1" dirty="0">
                <a:solidFill>
                  <a:schemeClr val="tx1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d</a:t>
            </a:r>
            <a:r>
              <a:rPr lang="en-US" altLang="zh-CN" sz="2200" b="1" dirty="0">
                <a:solidFill>
                  <a:schemeClr val="tx1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 </a:t>
            </a:r>
            <a:r>
              <a:rPr lang="en-US" altLang="zh-CN" sz="2200" b="1" dirty="0" err="1">
                <a:solidFill>
                  <a:schemeClr val="tx1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dom</a:t>
            </a:r>
            <a:r>
              <a:rPr lang="en-US" altLang="zh-CN" sz="2200" b="1" dirty="0">
                <a:solidFill>
                  <a:schemeClr val="tx1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 </a:t>
            </a:r>
            <a:r>
              <a:rPr lang="en-US" altLang="zh-CN" sz="2200" b="1" i="1" dirty="0">
                <a:solidFill>
                  <a:schemeClr val="tx1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n</a:t>
            </a:r>
            <a:r>
              <a:rPr lang="zh-CN" altLang="en-US" sz="2200" b="1" dirty="0">
                <a:solidFill>
                  <a:schemeClr val="tx1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，那么这条边称为</a:t>
            </a:r>
            <a:r>
              <a:rPr lang="zh-CN" altLang="en-US" sz="2200" b="1" dirty="0">
                <a:solidFill>
                  <a:srgbClr val="FF000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回边</a:t>
            </a:r>
            <a:endParaRPr lang="en-US" altLang="zh-CN" sz="2200" b="1" dirty="0">
              <a:solidFill>
                <a:srgbClr val="FF0000"/>
              </a:solidFill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lvl="1" eaLnBrk="1" hangingPunct="1">
              <a:buClrTx/>
              <a:buFont typeface="Wingdings" panose="05000000000000000000" pitchFamily="2" charset="2"/>
              <a:buChar char="Ø"/>
            </a:pPr>
            <a:r>
              <a:rPr lang="zh-CN" altLang="en-US" sz="2000" b="1" dirty="0">
                <a:solidFill>
                  <a:schemeClr val="tx1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例</a:t>
            </a:r>
            <a:endParaRPr lang="en-US" altLang="zh-CN" sz="2000" b="1" dirty="0">
              <a:solidFill>
                <a:schemeClr val="tx1"/>
              </a:solidFill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/>
            <a:endParaRPr lang="zh-CN" altLang="en-US" sz="1800" dirty="0">
              <a:ea typeface="楷体_GB2312" charset="0"/>
              <a:cs typeface="Times New Roman" panose="02020603050405020304" pitchFamily="18" charset="0"/>
            </a:endParaRPr>
          </a:p>
          <a:p>
            <a:pPr eaLnBrk="1" hangingPunct="1"/>
            <a:endParaRPr lang="zh-CN" altLang="en-US" sz="1800" dirty="0"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14019" name="Rectangle 2">
            <a:extLst>
              <a:ext uri="{FF2B5EF4-FFF2-40B4-BE49-F238E27FC236}">
                <a16:creationId xmlns:a16="http://schemas.microsoft.com/office/drawing/2014/main" id="{CC910E19-F503-4B30-B27F-2DAF157105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回边</a:t>
            </a:r>
            <a:r>
              <a:rPr lang="en-US" altLang="zh-CN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 </a:t>
            </a:r>
            <a:r>
              <a:rPr lang="en-US" altLang="zh-CN" sz="2500">
                <a:solidFill>
                  <a:schemeClr val="tx1"/>
                </a:solidFill>
                <a:ea typeface="楷体_GB2312" charset="0"/>
                <a:cs typeface="Times New Roman" panose="02020603050405020304" pitchFamily="18" charset="0"/>
              </a:rPr>
              <a:t>(</a:t>
            </a:r>
            <a:r>
              <a:rPr lang="en-US" altLang="zh-CN" sz="2500" i="1">
                <a:solidFill>
                  <a:schemeClr val="tx1"/>
                </a:solidFill>
                <a:ea typeface="楷体_GB2312" charset="0"/>
                <a:cs typeface="Times New Roman" panose="02020603050405020304" pitchFamily="18" charset="0"/>
              </a:rPr>
              <a:t>Back Edges</a:t>
            </a:r>
            <a:r>
              <a:rPr lang="en-US" altLang="zh-CN" sz="2500">
                <a:solidFill>
                  <a:schemeClr val="tx1"/>
                </a:solidFill>
                <a:ea typeface="楷体_GB2312" charset="0"/>
                <a:cs typeface="Times New Roman" panose="02020603050405020304" pitchFamily="18" charset="0"/>
              </a:rPr>
              <a:t>)</a:t>
            </a:r>
            <a:endParaRPr lang="zh-CN" altLang="en-US" sz="2500">
              <a:solidFill>
                <a:schemeClr val="tx1"/>
              </a:solidFill>
              <a:ea typeface="楷体_GB2312" charset="0"/>
              <a:cs typeface="Times New Roman" panose="02020603050405020304" pitchFamily="18" charset="0"/>
            </a:endParaRPr>
          </a:p>
        </p:txBody>
      </p:sp>
      <p:sp>
        <p:nvSpPr>
          <p:cNvPr id="1041414" name="Rectangle 6">
            <a:extLst>
              <a:ext uri="{FF2B5EF4-FFF2-40B4-BE49-F238E27FC236}">
                <a16:creationId xmlns:a16="http://schemas.microsoft.com/office/drawing/2014/main" id="{AFCE27F9-6E4B-4261-90D1-24FE6B4711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3913" y="2214563"/>
            <a:ext cx="998537" cy="2378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30000"/>
              </a:spcBef>
            </a:pPr>
            <a:r>
              <a:rPr lang="zh-CN" altLang="en-US" sz="2000"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回边：</a:t>
            </a:r>
          </a:p>
          <a:p>
            <a:pPr eaLnBrk="1" hangingPunct="1">
              <a:spcBef>
                <a:spcPct val="30000"/>
              </a:spcBef>
            </a:pPr>
            <a:r>
              <a:rPr lang="en-US" altLang="zh-CN" sz="2000">
                <a:latin typeface="楷体_GB2312" charset="0"/>
                <a:ea typeface="楷体_GB2312" charset="0"/>
                <a:cs typeface="Times New Roman" panose="02020603050405020304" pitchFamily="18" charset="0"/>
              </a:rPr>
              <a:t>4-&gt;3</a:t>
            </a:r>
            <a:endParaRPr lang="zh-CN" altLang="en-US" sz="2000">
              <a:latin typeface="楷体_GB2312" charset="0"/>
              <a:ea typeface="楷体_GB2312" charset="0"/>
              <a:cs typeface="Times New Roman" panose="02020603050405020304" pitchFamily="18" charset="0"/>
            </a:endParaRPr>
          </a:p>
          <a:p>
            <a:pPr eaLnBrk="1" hangingPunct="1">
              <a:spcBef>
                <a:spcPct val="30000"/>
              </a:spcBef>
            </a:pPr>
            <a:r>
              <a:rPr lang="en-US" altLang="zh-CN" sz="2000">
                <a:latin typeface="楷体_GB2312" charset="0"/>
                <a:ea typeface="楷体_GB2312" charset="0"/>
                <a:cs typeface="Times New Roman" panose="02020603050405020304" pitchFamily="18" charset="0"/>
              </a:rPr>
              <a:t>7-&gt;4</a:t>
            </a:r>
            <a:endParaRPr lang="zh-CN" altLang="en-US" sz="2000">
              <a:latin typeface="楷体_GB2312" charset="0"/>
              <a:ea typeface="楷体_GB2312" charset="0"/>
              <a:cs typeface="Times New Roman" panose="02020603050405020304" pitchFamily="18" charset="0"/>
            </a:endParaRPr>
          </a:p>
          <a:p>
            <a:pPr eaLnBrk="1" hangingPunct="1">
              <a:spcBef>
                <a:spcPct val="30000"/>
              </a:spcBef>
            </a:pPr>
            <a:r>
              <a:rPr lang="en-US" altLang="zh-CN" sz="2000">
                <a:latin typeface="楷体_GB2312" charset="0"/>
                <a:ea typeface="楷体_GB2312" charset="0"/>
                <a:cs typeface="Times New Roman" panose="02020603050405020304" pitchFamily="18" charset="0"/>
              </a:rPr>
              <a:t>8-&gt;3</a:t>
            </a:r>
            <a:endParaRPr lang="zh-CN" altLang="en-US" sz="2000">
              <a:latin typeface="楷体_GB2312" charset="0"/>
              <a:ea typeface="楷体_GB2312" charset="0"/>
              <a:cs typeface="Times New Roman" panose="02020603050405020304" pitchFamily="18" charset="0"/>
            </a:endParaRPr>
          </a:p>
          <a:p>
            <a:pPr eaLnBrk="1" hangingPunct="1">
              <a:spcBef>
                <a:spcPct val="30000"/>
              </a:spcBef>
            </a:pPr>
            <a:r>
              <a:rPr lang="en-US" altLang="zh-CN" sz="2000">
                <a:latin typeface="楷体_GB2312" charset="0"/>
                <a:ea typeface="楷体_GB2312" charset="0"/>
                <a:cs typeface="Times New Roman" panose="02020603050405020304" pitchFamily="18" charset="0"/>
              </a:rPr>
              <a:t>9-&gt;1</a:t>
            </a:r>
            <a:endParaRPr lang="zh-CN" altLang="en-US" sz="2000">
              <a:latin typeface="楷体_GB2312" charset="0"/>
              <a:ea typeface="楷体_GB2312" charset="0"/>
              <a:cs typeface="Times New Roman" panose="02020603050405020304" pitchFamily="18" charset="0"/>
            </a:endParaRPr>
          </a:p>
          <a:p>
            <a:pPr eaLnBrk="1" hangingPunct="1">
              <a:spcBef>
                <a:spcPct val="30000"/>
              </a:spcBef>
            </a:pPr>
            <a:r>
              <a:rPr lang="en-US" altLang="zh-CN" sz="2000">
                <a:latin typeface="楷体_GB2312" charset="0"/>
                <a:ea typeface="楷体_GB2312" charset="0"/>
                <a:cs typeface="Times New Roman" panose="02020603050405020304" pitchFamily="18" charset="0"/>
              </a:rPr>
              <a:t>10-&gt;7</a:t>
            </a:r>
            <a:endParaRPr lang="zh-CN" altLang="en-US" sz="2000">
              <a:latin typeface="楷体_GB2312" charset="0"/>
              <a:ea typeface="楷体_GB2312" charset="0"/>
              <a:cs typeface="Times New Roman" panose="02020603050405020304" pitchFamily="18" charset="0"/>
            </a:endParaRPr>
          </a:p>
        </p:txBody>
      </p:sp>
      <p:sp>
        <p:nvSpPr>
          <p:cNvPr id="1041506" name="AutoShape 98">
            <a:extLst>
              <a:ext uri="{FF2B5EF4-FFF2-40B4-BE49-F238E27FC236}">
                <a16:creationId xmlns:a16="http://schemas.microsoft.com/office/drawing/2014/main" id="{5F302099-0411-4BDE-A24C-8C30F372281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73413" y="1533525"/>
            <a:ext cx="323850" cy="323850"/>
          </a:xfrm>
          <a:prstGeom prst="downArrow">
            <a:avLst>
              <a:gd name="adj1" fmla="val 50000"/>
              <a:gd name="adj2" fmla="val 25000"/>
            </a:avLst>
          </a:prstGeom>
          <a:solidFill>
            <a:schemeClr val="accent5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lIns="68580" tIns="34290" rIns="68580" bIns="34290" anchor="ctr"/>
          <a:lstStyle>
            <a:lvl1pPr eaLnBrk="0" hangingPunct="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defRPr/>
            </a:pPr>
            <a:r>
              <a:rPr lang="en-US" altLang="zh-CN" i="1">
                <a:latin typeface="Times New Roman" panose="02020603050405020304" pitchFamily="18" charset="0"/>
                <a:ea typeface="楷体_GB2312" pitchFamily="49" charset="-122"/>
              </a:rPr>
              <a:t>n</a:t>
            </a:r>
          </a:p>
        </p:txBody>
      </p:sp>
      <p:sp>
        <p:nvSpPr>
          <p:cNvPr id="1041507" name="AutoShape 99">
            <a:extLst>
              <a:ext uri="{FF2B5EF4-FFF2-40B4-BE49-F238E27FC236}">
                <a16:creationId xmlns:a16="http://schemas.microsoft.com/office/drawing/2014/main" id="{DBD5FCA6-CC16-44CE-8CAA-EBA2377132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02350" y="1533525"/>
            <a:ext cx="323850" cy="323850"/>
          </a:xfrm>
          <a:prstGeom prst="downArrow">
            <a:avLst>
              <a:gd name="adj1" fmla="val 50000"/>
              <a:gd name="adj2" fmla="val 25000"/>
            </a:avLst>
          </a:prstGeom>
          <a:solidFill>
            <a:schemeClr val="accent5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lIns="68580" tIns="34290" rIns="68580" bIns="34290" anchor="ctr"/>
          <a:lstStyle>
            <a:lvl1pPr eaLnBrk="0" hangingPunct="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defRPr/>
            </a:pPr>
            <a:r>
              <a:rPr lang="en-US" altLang="zh-CN" i="1">
                <a:latin typeface="Times New Roman" panose="02020603050405020304" pitchFamily="18" charset="0"/>
                <a:ea typeface="楷体_GB2312" pitchFamily="49" charset="-122"/>
              </a:rPr>
              <a:t>d</a:t>
            </a:r>
          </a:p>
        </p:txBody>
      </p:sp>
      <p:graphicFrame>
        <p:nvGraphicFramePr>
          <p:cNvPr id="9" name="Group 337">
            <a:extLst>
              <a:ext uri="{FF2B5EF4-FFF2-40B4-BE49-F238E27FC236}">
                <a16:creationId xmlns:a16="http://schemas.microsoft.com/office/drawing/2014/main" id="{87C0E2C8-992A-4EDD-812F-5D0FE7133D10}"/>
              </a:ext>
            </a:extLst>
          </p:cNvPr>
          <p:cNvGraphicFramePr>
            <a:graphicFrameLocks noGrp="1"/>
          </p:cNvGraphicFramePr>
          <p:nvPr/>
        </p:nvGraphicFramePr>
        <p:xfrm>
          <a:off x="3190875" y="1928813"/>
          <a:ext cx="3768725" cy="3017832"/>
        </p:xfrm>
        <a:graphic>
          <a:graphicData uri="http://schemas.openxmlformats.org/drawingml/2006/table">
            <a:tbl>
              <a:tblPr/>
              <a:tblGrid>
                <a:gridCol w="3603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51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1443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287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1486"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zh-CN" sz="1200" b="1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楷体_GB2312" pitchFamily="49" charset="-122"/>
                          <a:cs typeface="Times New Roman" panose="02020603050405020304" pitchFamily="18" charset="0"/>
                        </a:rPr>
                        <a:t>B</a:t>
                      </a:r>
                      <a:endParaRPr kumimoji="0" lang="zh-CN" altLang="en-US" sz="1200" b="1" i="1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楷体_GB2312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68588" marR="68588" marT="34300" marB="34300" horzOverflow="overflow">
                    <a:lnL>
                      <a:noFill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B5CEED"/>
                    </a:solidFill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zh-CN" sz="1200" b="1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楷体_GB2312" pitchFamily="49" charset="-122"/>
                          <a:cs typeface="Times New Roman" panose="02020603050405020304" pitchFamily="18" charset="0"/>
                        </a:rPr>
                        <a:t>OUT </a:t>
                      </a:r>
                      <a:r>
                        <a:rPr kumimoji="0" lang="en-US" altLang="zh-CN" sz="1200" b="1" i="1" u="none" strike="noStrike" cap="none" normalizeH="0" baseline="3000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楷体_GB2312" pitchFamily="49" charset="-122"/>
                          <a:cs typeface="Times New Roman" panose="02020603050405020304" pitchFamily="18" charset="0"/>
                        </a:rPr>
                        <a:t>0</a:t>
                      </a:r>
                      <a:r>
                        <a:rPr kumimoji="0" lang="en-US" altLang="zh-CN" sz="1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楷体_GB2312" pitchFamily="49" charset="-122"/>
                          <a:cs typeface="Times New Roman" panose="02020603050405020304" pitchFamily="18" charset="0"/>
                        </a:rPr>
                        <a:t>[</a:t>
                      </a:r>
                      <a:r>
                        <a:rPr kumimoji="0" lang="en-US" altLang="zh-CN" sz="1200" b="1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楷体_GB2312" pitchFamily="49" charset="-122"/>
                          <a:cs typeface="Times New Roman" panose="02020603050405020304" pitchFamily="18" charset="0"/>
                        </a:rPr>
                        <a:t>B</a:t>
                      </a:r>
                      <a:r>
                        <a:rPr kumimoji="0" lang="en-US" altLang="zh-CN" sz="1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楷体_GB2312" pitchFamily="49" charset="-122"/>
                          <a:cs typeface="Times New Roman" panose="02020603050405020304" pitchFamily="18" charset="0"/>
                        </a:rPr>
                        <a:t>]</a:t>
                      </a:r>
                    </a:p>
                  </a:txBody>
                  <a:tcPr marL="68588" marR="68588" marT="34300" marB="3430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B5CEED"/>
                    </a:solidFill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zh-CN" sz="1200" b="1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楷体_GB2312" pitchFamily="49" charset="-122"/>
                          <a:cs typeface="Times New Roman" panose="02020603050405020304" pitchFamily="18" charset="0"/>
                        </a:rPr>
                        <a:t>IN</a:t>
                      </a:r>
                      <a:r>
                        <a:rPr kumimoji="0" lang="en-US" altLang="zh-CN" sz="1200" b="1" i="1" u="none" strike="noStrike" cap="none" normalizeH="0" baseline="3000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楷体_GB2312" pitchFamily="49" charset="-122"/>
                          <a:cs typeface="Times New Roman" panose="02020603050405020304" pitchFamily="18" charset="0"/>
                        </a:rPr>
                        <a:t>1</a:t>
                      </a:r>
                      <a:r>
                        <a:rPr kumimoji="0" lang="en-US" altLang="zh-CN" sz="1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楷体_GB2312" pitchFamily="49" charset="-122"/>
                          <a:cs typeface="Times New Roman" panose="02020603050405020304" pitchFamily="18" charset="0"/>
                        </a:rPr>
                        <a:t>[</a:t>
                      </a:r>
                      <a:r>
                        <a:rPr kumimoji="0" lang="en-US" altLang="zh-CN" sz="1200" b="1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楷体_GB2312" pitchFamily="49" charset="-122"/>
                          <a:cs typeface="Times New Roman" panose="02020603050405020304" pitchFamily="18" charset="0"/>
                        </a:rPr>
                        <a:t>B</a:t>
                      </a:r>
                      <a:r>
                        <a:rPr kumimoji="0" lang="en-US" altLang="zh-CN" sz="1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楷体_GB2312" pitchFamily="49" charset="-122"/>
                          <a:cs typeface="Times New Roman" panose="02020603050405020304" pitchFamily="18" charset="0"/>
                        </a:rPr>
                        <a:t>]</a:t>
                      </a:r>
                      <a:endParaRPr kumimoji="0" lang="zh-CN" altLang="en-US" sz="12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楷体_GB2312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68588" marR="68588" marT="34300" marB="3430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B5CEED"/>
                    </a:solidFill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zh-CN" sz="1200" b="1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楷体_GB2312" pitchFamily="49" charset="-122"/>
                          <a:cs typeface="Times New Roman" panose="02020603050405020304" pitchFamily="18" charset="0"/>
                        </a:rPr>
                        <a:t>OUT</a:t>
                      </a:r>
                      <a:r>
                        <a:rPr kumimoji="0" lang="en-US" altLang="zh-CN" sz="1200" b="1" i="1" u="none" strike="noStrike" cap="none" normalizeH="0" baseline="3000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楷体_GB2312" pitchFamily="49" charset="-122"/>
                          <a:cs typeface="Times New Roman" panose="02020603050405020304" pitchFamily="18" charset="0"/>
                        </a:rPr>
                        <a:t>1</a:t>
                      </a:r>
                      <a:r>
                        <a:rPr kumimoji="0" lang="en-US" altLang="zh-CN" sz="1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楷体_GB2312" pitchFamily="49" charset="-122"/>
                          <a:cs typeface="Times New Roman" panose="02020603050405020304" pitchFamily="18" charset="0"/>
                        </a:rPr>
                        <a:t>[</a:t>
                      </a:r>
                      <a:r>
                        <a:rPr kumimoji="0" lang="en-US" altLang="zh-CN" sz="1200" b="1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楷体_GB2312" pitchFamily="49" charset="-122"/>
                          <a:cs typeface="Times New Roman" panose="02020603050405020304" pitchFamily="18" charset="0"/>
                        </a:rPr>
                        <a:t>B</a:t>
                      </a:r>
                      <a:r>
                        <a:rPr kumimoji="0" lang="en-US" altLang="zh-CN" sz="1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楷体_GB2312" pitchFamily="49" charset="-122"/>
                          <a:cs typeface="Times New Roman" panose="02020603050405020304" pitchFamily="18" charset="0"/>
                        </a:rPr>
                        <a:t>]</a:t>
                      </a:r>
                      <a:endParaRPr kumimoji="0" lang="zh-CN" altLang="en-US" sz="12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楷体_GB2312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68588" marR="68588" marT="34300" marB="343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B5CE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1486"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zh-CN" sz="1200" b="1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楷体_GB2312" pitchFamily="49" charset="-122"/>
                          <a:cs typeface="Times New Roman" panose="02020603050405020304" pitchFamily="18" charset="0"/>
                        </a:rPr>
                        <a:t>E</a:t>
                      </a:r>
                    </a:p>
                  </a:txBody>
                  <a:tcPr marL="68588" marR="68588" marT="34300" marB="34300" horzOverflow="overflow">
                    <a:lnL>
                      <a:noFill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zh-CN" sz="1200" b="1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楷体_GB2312" pitchFamily="49" charset="-122"/>
                          <a:cs typeface="Times New Roman" panose="02020603050405020304" pitchFamily="18" charset="0"/>
                        </a:rPr>
                        <a:t>E</a:t>
                      </a:r>
                    </a:p>
                  </a:txBody>
                  <a:tcPr marL="68588" marR="68588" marT="34300" marB="3430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endParaRPr kumimoji="0" lang="zh-CN" altLang="en-US" sz="12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楷体_GB2312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68588" marR="68588" marT="34300" marB="3430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endParaRPr kumimoji="0" lang="zh-CN" altLang="en-US" sz="1200" b="1" i="0" u="none" strike="noStrike" cap="none" normalizeH="0" baseline="-2500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楷体_GB2312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68588" marR="68588" marT="34300" marB="343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1486"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zh-CN" sz="1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楷体_GB2312" pitchFamily="49" charset="-122"/>
                          <a:cs typeface="Times New Roman" panose="02020603050405020304" pitchFamily="18" charset="0"/>
                        </a:rPr>
                        <a:t>①</a:t>
                      </a:r>
                    </a:p>
                  </a:txBody>
                  <a:tcPr marL="68588" marR="68588" marT="34300" marB="34300" horzOverflow="overflow">
                    <a:lnL>
                      <a:noFill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zh-CN" sz="1200" b="1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楷体_GB2312" pitchFamily="49" charset="-122"/>
                          <a:cs typeface="Times New Roman" panose="02020603050405020304" pitchFamily="18" charset="0"/>
                        </a:rPr>
                        <a:t>N</a:t>
                      </a:r>
                    </a:p>
                  </a:txBody>
                  <a:tcPr marL="68588" marR="68588" marT="34300" marB="3430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zh-CN" sz="1200" b="1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楷体_GB2312" pitchFamily="49" charset="-122"/>
                          <a:cs typeface="Times New Roman" panose="02020603050405020304" pitchFamily="18" charset="0"/>
                        </a:rPr>
                        <a:t>E</a:t>
                      </a:r>
                      <a:endParaRPr kumimoji="0" lang="en-US" altLang="zh-CN" sz="1200" b="1" i="1" u="none" strike="noStrike" cap="none" normalizeH="0" baseline="-2500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楷体_GB2312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68588" marR="68588" marT="34300" marB="3430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zh-CN" sz="1200" b="1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楷体_GB2312" pitchFamily="49" charset="-122"/>
                          <a:cs typeface="Times New Roman" panose="02020603050405020304" pitchFamily="18" charset="0"/>
                        </a:rPr>
                        <a:t>E</a:t>
                      </a:r>
                      <a:r>
                        <a:rPr kumimoji="0" lang="en-US" altLang="zh-CN" sz="1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楷体_GB2312" pitchFamily="49" charset="-122"/>
                          <a:cs typeface="Times New Roman" panose="02020603050405020304" pitchFamily="18" charset="0"/>
                        </a:rPr>
                        <a:t> ①</a:t>
                      </a:r>
                      <a:endParaRPr kumimoji="0" lang="zh-CN" altLang="en-US" sz="12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楷体_GB2312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68588" marR="68588" marT="34300" marB="343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1486"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zh-CN" altLang="en-US" sz="1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楷体_GB2312" pitchFamily="49" charset="-122"/>
                          <a:cs typeface="Times New Roman" panose="02020603050405020304" pitchFamily="18" charset="0"/>
                        </a:rPr>
                        <a:t>②</a:t>
                      </a:r>
                      <a:endParaRPr kumimoji="0" lang="en-US" altLang="zh-CN" sz="12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楷体_GB2312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68588" marR="68588" marT="34300" marB="34300" horzOverflow="overflow">
                    <a:lnL>
                      <a:noFill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zh-CN" sz="1200" b="1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楷体_GB2312" pitchFamily="49" charset="-122"/>
                          <a:cs typeface="Times New Roman" panose="02020603050405020304" pitchFamily="18" charset="0"/>
                        </a:rPr>
                        <a:t>N</a:t>
                      </a:r>
                      <a:endParaRPr kumimoji="0" lang="zh-CN" altLang="en-US" sz="1200" b="1" i="1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楷体_GB2312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68588" marR="68588" marT="34300" marB="3430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zh-CN" sz="1200" b="1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楷体_GB2312" pitchFamily="49" charset="-122"/>
                          <a:cs typeface="Times New Roman" panose="02020603050405020304" pitchFamily="18" charset="0"/>
                        </a:rPr>
                        <a:t>E </a:t>
                      </a:r>
                      <a:r>
                        <a:rPr kumimoji="0" lang="en-US" altLang="zh-CN" sz="1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楷体_GB2312" pitchFamily="49" charset="-122"/>
                          <a:cs typeface="Times New Roman" panose="02020603050405020304" pitchFamily="18" charset="0"/>
                        </a:rPr>
                        <a:t>①</a:t>
                      </a:r>
                      <a:endParaRPr kumimoji="0" lang="zh-CN" altLang="en-US" sz="12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楷体_GB2312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68588" marR="68588" marT="34300" marB="3430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zh-CN" sz="1200" b="1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楷体_GB2312" pitchFamily="49" charset="-122"/>
                          <a:cs typeface="Times New Roman" panose="02020603050405020304" pitchFamily="18" charset="0"/>
                        </a:rPr>
                        <a:t>E</a:t>
                      </a:r>
                      <a:r>
                        <a:rPr kumimoji="0" lang="en-US" altLang="zh-CN" sz="1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楷体_GB2312" pitchFamily="49" charset="-122"/>
                          <a:cs typeface="Times New Roman" panose="02020603050405020304" pitchFamily="18" charset="0"/>
                        </a:rPr>
                        <a:t> ①</a:t>
                      </a:r>
                      <a:r>
                        <a:rPr kumimoji="0" lang="zh-CN" altLang="en-US" sz="1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楷体_GB2312" pitchFamily="49" charset="-122"/>
                          <a:cs typeface="Times New Roman" panose="02020603050405020304" pitchFamily="18" charset="0"/>
                        </a:rPr>
                        <a:t> ②</a:t>
                      </a:r>
                      <a:endParaRPr kumimoji="0" lang="en-US" altLang="zh-CN" sz="12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楷体_GB2312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68588" marR="68588" marT="34300" marB="343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1486"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zh-CN" altLang="en-US" sz="1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楷体_GB2312" pitchFamily="49" charset="-122"/>
                          <a:cs typeface="Times New Roman" panose="02020603050405020304" pitchFamily="18" charset="0"/>
                        </a:rPr>
                        <a:t>③</a:t>
                      </a:r>
                      <a:endParaRPr kumimoji="0" lang="en-US" altLang="zh-CN" sz="12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楷体_GB2312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68588" marR="68588" marT="34300" marB="34300" horzOverflow="overflow">
                    <a:lnL>
                      <a:noFill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zh-CN" sz="1200" b="1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楷体_GB2312" pitchFamily="49" charset="-122"/>
                          <a:cs typeface="Times New Roman" panose="02020603050405020304" pitchFamily="18" charset="0"/>
                        </a:rPr>
                        <a:t>N</a:t>
                      </a:r>
                      <a:endParaRPr kumimoji="0" lang="zh-CN" altLang="en-US" sz="1200" b="1" i="1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楷体_GB2312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68588" marR="68588" marT="34300" marB="3430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zh-CN" sz="1200" b="1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楷体_GB2312" pitchFamily="49" charset="-122"/>
                          <a:cs typeface="Times New Roman" panose="02020603050405020304" pitchFamily="18" charset="0"/>
                        </a:rPr>
                        <a:t>E</a:t>
                      </a:r>
                      <a:r>
                        <a:rPr kumimoji="0" lang="en-US" altLang="zh-CN" sz="1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楷体_GB2312" pitchFamily="49" charset="-122"/>
                          <a:cs typeface="Times New Roman" panose="02020603050405020304" pitchFamily="18" charset="0"/>
                        </a:rPr>
                        <a:t> ①</a:t>
                      </a:r>
                      <a:endParaRPr kumimoji="0" lang="zh-CN" altLang="en-US" sz="12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楷体_GB2312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68588" marR="68588" marT="34300" marB="3430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zh-CN" sz="1200" b="1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楷体_GB2312" pitchFamily="49" charset="-122"/>
                          <a:cs typeface="Times New Roman" panose="02020603050405020304" pitchFamily="18" charset="0"/>
                        </a:rPr>
                        <a:t>E</a:t>
                      </a:r>
                      <a:r>
                        <a:rPr kumimoji="0" lang="en-US" altLang="zh-CN" sz="1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楷体_GB2312" pitchFamily="49" charset="-122"/>
                          <a:cs typeface="Times New Roman" panose="02020603050405020304" pitchFamily="18" charset="0"/>
                        </a:rPr>
                        <a:t> ① </a:t>
                      </a:r>
                      <a:r>
                        <a:rPr kumimoji="0" lang="zh-CN" altLang="en-US" sz="1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楷体_GB2312" pitchFamily="49" charset="-122"/>
                          <a:cs typeface="Times New Roman" panose="02020603050405020304" pitchFamily="18" charset="0"/>
                        </a:rPr>
                        <a:t>③</a:t>
                      </a:r>
                    </a:p>
                  </a:txBody>
                  <a:tcPr marL="68588" marR="68588" marT="34300" marB="343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1486"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zh-CN" altLang="en-US" sz="1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楷体_GB2312" pitchFamily="49" charset="-122"/>
                          <a:cs typeface="Times New Roman" panose="02020603050405020304" pitchFamily="18" charset="0"/>
                        </a:rPr>
                        <a:t>④</a:t>
                      </a:r>
                      <a:endParaRPr kumimoji="0" lang="en-US" altLang="zh-CN" sz="12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楷体_GB2312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68588" marR="68588" marT="34300" marB="34300" horzOverflow="overflow">
                    <a:lnL>
                      <a:noFill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zh-CN" sz="1200" b="1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楷体_GB2312" pitchFamily="49" charset="-122"/>
                          <a:cs typeface="Times New Roman" panose="02020603050405020304" pitchFamily="18" charset="0"/>
                        </a:rPr>
                        <a:t>N</a:t>
                      </a:r>
                      <a:endParaRPr kumimoji="0" lang="zh-CN" altLang="en-US" sz="1200" b="1" i="1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楷体_GB2312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68588" marR="68588" marT="34300" marB="3430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zh-CN" sz="1200" b="1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楷体_GB2312" pitchFamily="49" charset="-122"/>
                          <a:cs typeface="Times New Roman" panose="02020603050405020304" pitchFamily="18" charset="0"/>
                        </a:rPr>
                        <a:t>E</a:t>
                      </a:r>
                      <a:r>
                        <a:rPr kumimoji="0" lang="en-US" altLang="zh-CN" sz="1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楷体_GB2312" pitchFamily="49" charset="-122"/>
                          <a:cs typeface="Times New Roman" panose="02020603050405020304" pitchFamily="18" charset="0"/>
                        </a:rPr>
                        <a:t> ① </a:t>
                      </a:r>
                      <a:r>
                        <a:rPr kumimoji="0" lang="zh-CN" altLang="en-US" sz="1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楷体_GB2312" pitchFamily="49" charset="-122"/>
                          <a:cs typeface="Times New Roman" panose="02020603050405020304" pitchFamily="18" charset="0"/>
                        </a:rPr>
                        <a:t>③</a:t>
                      </a:r>
                    </a:p>
                  </a:txBody>
                  <a:tcPr marL="68588" marR="68588" marT="34300" marB="3430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zh-CN" sz="1200" b="1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楷体_GB2312" pitchFamily="49" charset="-122"/>
                          <a:cs typeface="Times New Roman" panose="02020603050405020304" pitchFamily="18" charset="0"/>
                        </a:rPr>
                        <a:t>E</a:t>
                      </a:r>
                      <a:r>
                        <a:rPr kumimoji="0" lang="en-US" altLang="zh-CN" sz="1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楷体_GB2312" pitchFamily="49" charset="-122"/>
                          <a:cs typeface="Times New Roman" panose="02020603050405020304" pitchFamily="18" charset="0"/>
                        </a:rPr>
                        <a:t> ① </a:t>
                      </a:r>
                      <a:r>
                        <a:rPr kumimoji="0" lang="zh-CN" altLang="en-US" sz="1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楷体_GB2312" pitchFamily="49" charset="-122"/>
                          <a:cs typeface="Times New Roman" panose="02020603050405020304" pitchFamily="18" charset="0"/>
                        </a:rPr>
                        <a:t>③ ④</a:t>
                      </a:r>
                    </a:p>
                  </a:txBody>
                  <a:tcPr marL="68588" marR="68588" marT="34300" marB="343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1486"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zh-CN" altLang="en-US" sz="1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楷体_GB2312" pitchFamily="49" charset="-122"/>
                          <a:cs typeface="Times New Roman" panose="02020603050405020304" pitchFamily="18" charset="0"/>
                        </a:rPr>
                        <a:t>⑤</a:t>
                      </a:r>
                      <a:endParaRPr kumimoji="0" lang="en-US" altLang="zh-CN" sz="12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楷体_GB2312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68588" marR="68588" marT="34300" marB="34300" horzOverflow="overflow">
                    <a:lnL>
                      <a:noFill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zh-CN" sz="1200" b="1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楷体_GB2312" pitchFamily="49" charset="-122"/>
                          <a:cs typeface="Times New Roman" panose="02020603050405020304" pitchFamily="18" charset="0"/>
                        </a:rPr>
                        <a:t>N</a:t>
                      </a:r>
                      <a:endParaRPr kumimoji="0" lang="zh-CN" altLang="en-US" sz="1200" b="1" i="1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楷体_GB2312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68588" marR="68588" marT="34300" marB="3430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zh-CN" sz="1200" b="1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楷体_GB2312" pitchFamily="49" charset="-122"/>
                          <a:cs typeface="Times New Roman" panose="02020603050405020304" pitchFamily="18" charset="0"/>
                        </a:rPr>
                        <a:t>E</a:t>
                      </a:r>
                      <a:r>
                        <a:rPr kumimoji="0" lang="en-US" altLang="zh-CN" sz="1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楷体_GB2312" pitchFamily="49" charset="-122"/>
                          <a:cs typeface="Times New Roman" panose="02020603050405020304" pitchFamily="18" charset="0"/>
                        </a:rPr>
                        <a:t> ① </a:t>
                      </a:r>
                      <a:r>
                        <a:rPr kumimoji="0" lang="zh-CN" altLang="en-US" sz="1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楷体_GB2312" pitchFamily="49" charset="-122"/>
                          <a:cs typeface="Times New Roman" panose="02020603050405020304" pitchFamily="18" charset="0"/>
                        </a:rPr>
                        <a:t>③ ④</a:t>
                      </a:r>
                    </a:p>
                  </a:txBody>
                  <a:tcPr marL="68588" marR="68588" marT="34300" marB="3430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zh-CN" sz="1200" b="1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楷体_GB2312" pitchFamily="49" charset="-122"/>
                          <a:cs typeface="Times New Roman" panose="02020603050405020304" pitchFamily="18" charset="0"/>
                        </a:rPr>
                        <a:t>E</a:t>
                      </a:r>
                      <a:r>
                        <a:rPr kumimoji="0" lang="en-US" altLang="zh-CN" sz="1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楷体_GB2312" pitchFamily="49" charset="-122"/>
                          <a:cs typeface="Times New Roman" panose="02020603050405020304" pitchFamily="18" charset="0"/>
                        </a:rPr>
                        <a:t> ① </a:t>
                      </a:r>
                      <a:r>
                        <a:rPr kumimoji="0" lang="zh-CN" altLang="en-US" sz="1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楷体_GB2312" pitchFamily="49" charset="-122"/>
                          <a:cs typeface="Times New Roman" panose="02020603050405020304" pitchFamily="18" charset="0"/>
                        </a:rPr>
                        <a:t>③ ④ ⑤</a:t>
                      </a:r>
                    </a:p>
                  </a:txBody>
                  <a:tcPr marL="68588" marR="68588" marT="34300" marB="343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1486"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zh-CN" altLang="en-US" sz="1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楷体_GB2312" pitchFamily="49" charset="-122"/>
                          <a:cs typeface="Times New Roman" panose="02020603050405020304" pitchFamily="18" charset="0"/>
                        </a:rPr>
                        <a:t>⑥</a:t>
                      </a:r>
                      <a:endParaRPr kumimoji="0" lang="en-US" altLang="zh-CN" sz="12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楷体_GB2312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68588" marR="68588" marT="34300" marB="34300" horzOverflow="overflow">
                    <a:lnL>
                      <a:noFill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zh-CN" sz="1200" b="1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楷体_GB2312" pitchFamily="49" charset="-122"/>
                          <a:cs typeface="Times New Roman" panose="02020603050405020304" pitchFamily="18" charset="0"/>
                        </a:rPr>
                        <a:t>N</a:t>
                      </a:r>
                      <a:endParaRPr kumimoji="0" lang="zh-CN" altLang="en-US" sz="1200" b="1" i="1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楷体_GB2312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68588" marR="68588" marT="34300" marB="3430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zh-CN" sz="1200" b="1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楷体_GB2312" pitchFamily="49" charset="-122"/>
                          <a:cs typeface="Times New Roman" panose="02020603050405020304" pitchFamily="18" charset="0"/>
                        </a:rPr>
                        <a:t>E</a:t>
                      </a:r>
                      <a:r>
                        <a:rPr kumimoji="0" lang="en-US" altLang="zh-CN" sz="1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楷体_GB2312" pitchFamily="49" charset="-122"/>
                          <a:cs typeface="Times New Roman" panose="02020603050405020304" pitchFamily="18" charset="0"/>
                        </a:rPr>
                        <a:t> ① </a:t>
                      </a:r>
                      <a:r>
                        <a:rPr kumimoji="0" lang="zh-CN" altLang="en-US" sz="1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楷体_GB2312" pitchFamily="49" charset="-122"/>
                          <a:cs typeface="Times New Roman" panose="02020603050405020304" pitchFamily="18" charset="0"/>
                        </a:rPr>
                        <a:t>③ ④</a:t>
                      </a:r>
                    </a:p>
                  </a:txBody>
                  <a:tcPr marL="68588" marR="68588" marT="34300" marB="3430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zh-CN" sz="1200" b="1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楷体_GB2312" pitchFamily="49" charset="-122"/>
                          <a:cs typeface="Times New Roman" panose="02020603050405020304" pitchFamily="18" charset="0"/>
                        </a:rPr>
                        <a:t>E</a:t>
                      </a:r>
                      <a:r>
                        <a:rPr kumimoji="0" lang="en-US" altLang="zh-CN" sz="1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楷体_GB2312" pitchFamily="49" charset="-122"/>
                          <a:cs typeface="Times New Roman" panose="02020603050405020304" pitchFamily="18" charset="0"/>
                        </a:rPr>
                        <a:t> ① </a:t>
                      </a:r>
                      <a:r>
                        <a:rPr kumimoji="0" lang="zh-CN" altLang="en-US" sz="1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楷体_GB2312" pitchFamily="49" charset="-122"/>
                          <a:cs typeface="Times New Roman" panose="02020603050405020304" pitchFamily="18" charset="0"/>
                        </a:rPr>
                        <a:t>③ ④ ⑥</a:t>
                      </a:r>
                    </a:p>
                  </a:txBody>
                  <a:tcPr marL="68588" marR="68588" marT="34300" marB="343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1486"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zh-CN" altLang="en-US" sz="1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楷体_GB2312" pitchFamily="49" charset="-122"/>
                          <a:cs typeface="Times New Roman" panose="02020603050405020304" pitchFamily="18" charset="0"/>
                        </a:rPr>
                        <a:t>⑦</a:t>
                      </a:r>
                      <a:endParaRPr kumimoji="0" lang="en-US" altLang="zh-CN" sz="12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楷体_GB2312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68588" marR="68588" marT="34300" marB="34300" horzOverflow="overflow">
                    <a:lnL>
                      <a:noFill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zh-CN" sz="1200" b="1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楷体_GB2312" pitchFamily="49" charset="-122"/>
                          <a:cs typeface="Times New Roman" panose="02020603050405020304" pitchFamily="18" charset="0"/>
                        </a:rPr>
                        <a:t>N</a:t>
                      </a:r>
                      <a:endParaRPr kumimoji="0" lang="zh-CN" altLang="en-US" sz="1200" b="1" i="1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楷体_GB2312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68588" marR="68588" marT="34300" marB="3430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zh-CN" sz="1200" b="1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楷体_GB2312" pitchFamily="49" charset="-122"/>
                          <a:cs typeface="Times New Roman" panose="02020603050405020304" pitchFamily="18" charset="0"/>
                        </a:rPr>
                        <a:t>E</a:t>
                      </a:r>
                      <a:r>
                        <a:rPr kumimoji="0" lang="en-US" altLang="zh-CN" sz="1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楷体_GB2312" pitchFamily="49" charset="-122"/>
                          <a:cs typeface="Times New Roman" panose="02020603050405020304" pitchFamily="18" charset="0"/>
                        </a:rPr>
                        <a:t> ① </a:t>
                      </a:r>
                      <a:r>
                        <a:rPr kumimoji="0" lang="zh-CN" altLang="en-US" sz="1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楷体_GB2312" pitchFamily="49" charset="-122"/>
                          <a:cs typeface="Times New Roman" panose="02020603050405020304" pitchFamily="18" charset="0"/>
                        </a:rPr>
                        <a:t>③ ④ </a:t>
                      </a:r>
                    </a:p>
                  </a:txBody>
                  <a:tcPr marL="68588" marR="68588" marT="34300" marB="3430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zh-CN" sz="1200" b="1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楷体_GB2312" pitchFamily="49" charset="-122"/>
                          <a:cs typeface="Times New Roman" panose="02020603050405020304" pitchFamily="18" charset="0"/>
                        </a:rPr>
                        <a:t>E</a:t>
                      </a:r>
                      <a:r>
                        <a:rPr kumimoji="0" lang="en-US" altLang="zh-CN" sz="1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楷体_GB2312" pitchFamily="49" charset="-122"/>
                          <a:cs typeface="Times New Roman" panose="02020603050405020304" pitchFamily="18" charset="0"/>
                        </a:rPr>
                        <a:t> ① </a:t>
                      </a:r>
                      <a:r>
                        <a:rPr kumimoji="0" lang="zh-CN" altLang="en-US" sz="1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楷体_GB2312" pitchFamily="49" charset="-122"/>
                          <a:cs typeface="Times New Roman" panose="02020603050405020304" pitchFamily="18" charset="0"/>
                        </a:rPr>
                        <a:t>③ ④ ⑦</a:t>
                      </a:r>
                    </a:p>
                  </a:txBody>
                  <a:tcPr marL="68588" marR="68588" marT="34300" marB="343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1486"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zh-CN" altLang="en-US" sz="1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楷体_GB2312" pitchFamily="49" charset="-122"/>
                          <a:cs typeface="Times New Roman" panose="02020603050405020304" pitchFamily="18" charset="0"/>
                        </a:rPr>
                        <a:t>⑧</a:t>
                      </a:r>
                      <a:endParaRPr kumimoji="0" lang="en-US" altLang="zh-CN" sz="12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楷体_GB2312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68588" marR="68588" marT="34300" marB="34300" horzOverflow="overflow">
                    <a:lnL>
                      <a:noFill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zh-CN" sz="1200" b="1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楷体_GB2312" pitchFamily="49" charset="-122"/>
                          <a:cs typeface="Times New Roman" panose="02020603050405020304" pitchFamily="18" charset="0"/>
                        </a:rPr>
                        <a:t>N</a:t>
                      </a:r>
                      <a:endParaRPr kumimoji="0" lang="zh-CN" altLang="en-US" sz="1200" b="1" i="1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楷体_GB2312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68588" marR="68588" marT="34300" marB="3430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zh-CN" sz="1200" b="1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楷体_GB2312" pitchFamily="49" charset="-122"/>
                          <a:cs typeface="Times New Roman" panose="02020603050405020304" pitchFamily="18" charset="0"/>
                        </a:rPr>
                        <a:t>E</a:t>
                      </a:r>
                      <a:r>
                        <a:rPr kumimoji="0" lang="en-US" altLang="zh-CN" sz="1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楷体_GB2312" pitchFamily="49" charset="-122"/>
                          <a:cs typeface="Times New Roman" panose="02020603050405020304" pitchFamily="18" charset="0"/>
                        </a:rPr>
                        <a:t> ① </a:t>
                      </a:r>
                      <a:r>
                        <a:rPr kumimoji="0" lang="zh-CN" altLang="en-US" sz="1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楷体_GB2312" pitchFamily="49" charset="-122"/>
                          <a:cs typeface="Times New Roman" panose="02020603050405020304" pitchFamily="18" charset="0"/>
                        </a:rPr>
                        <a:t>③ ④ ⑦</a:t>
                      </a:r>
                    </a:p>
                  </a:txBody>
                  <a:tcPr marL="68588" marR="68588" marT="34300" marB="3430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zh-CN" sz="1200" b="1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楷体_GB2312" pitchFamily="49" charset="-122"/>
                          <a:cs typeface="Times New Roman" panose="02020603050405020304" pitchFamily="18" charset="0"/>
                        </a:rPr>
                        <a:t>E</a:t>
                      </a:r>
                      <a:r>
                        <a:rPr kumimoji="0" lang="en-US" altLang="zh-CN" sz="1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楷体_GB2312" pitchFamily="49" charset="-122"/>
                          <a:cs typeface="Times New Roman" panose="02020603050405020304" pitchFamily="18" charset="0"/>
                        </a:rPr>
                        <a:t> ① </a:t>
                      </a:r>
                      <a:r>
                        <a:rPr kumimoji="0" lang="zh-CN" altLang="en-US" sz="1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楷体_GB2312" pitchFamily="49" charset="-122"/>
                          <a:cs typeface="Times New Roman" panose="02020603050405020304" pitchFamily="18" charset="0"/>
                        </a:rPr>
                        <a:t>③ ④ ⑦ ⑧</a:t>
                      </a:r>
                    </a:p>
                  </a:txBody>
                  <a:tcPr marL="68588" marR="68588" marT="34300" marB="343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1486"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zh-CN" altLang="en-US" sz="1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楷体_GB2312" pitchFamily="49" charset="-122"/>
                          <a:cs typeface="Times New Roman" panose="02020603050405020304" pitchFamily="18" charset="0"/>
                        </a:rPr>
                        <a:t>⑨</a:t>
                      </a:r>
                      <a:endParaRPr kumimoji="0" lang="en-US" altLang="zh-CN" sz="12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楷体_GB2312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68588" marR="68588" marT="34300" marB="34300" horzOverflow="overflow">
                    <a:lnL>
                      <a:noFill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zh-CN" sz="1200" b="1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楷体_GB2312" pitchFamily="49" charset="-122"/>
                          <a:cs typeface="Times New Roman" panose="02020603050405020304" pitchFamily="18" charset="0"/>
                        </a:rPr>
                        <a:t>N</a:t>
                      </a:r>
                      <a:endParaRPr kumimoji="0" lang="zh-CN" altLang="en-US" sz="1200" b="1" i="1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楷体_GB2312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68588" marR="68588" marT="34300" marB="3430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zh-CN" sz="1200" b="1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楷体_GB2312" pitchFamily="49" charset="-122"/>
                          <a:cs typeface="Times New Roman" panose="02020603050405020304" pitchFamily="18" charset="0"/>
                        </a:rPr>
                        <a:t>E</a:t>
                      </a:r>
                      <a:r>
                        <a:rPr kumimoji="0" lang="en-US" altLang="zh-CN" sz="1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楷体_GB2312" pitchFamily="49" charset="-122"/>
                          <a:cs typeface="Times New Roman" panose="02020603050405020304" pitchFamily="18" charset="0"/>
                        </a:rPr>
                        <a:t> ① </a:t>
                      </a:r>
                      <a:r>
                        <a:rPr kumimoji="0" lang="zh-CN" altLang="en-US" sz="1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楷体_GB2312" pitchFamily="49" charset="-122"/>
                          <a:cs typeface="Times New Roman" panose="02020603050405020304" pitchFamily="18" charset="0"/>
                        </a:rPr>
                        <a:t>③ ④ ⑦ ⑧</a:t>
                      </a:r>
                    </a:p>
                  </a:txBody>
                  <a:tcPr marL="68588" marR="68588" marT="34300" marB="3430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zh-CN" sz="1200" b="1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楷体_GB2312" pitchFamily="49" charset="-122"/>
                          <a:cs typeface="Times New Roman" panose="02020603050405020304" pitchFamily="18" charset="0"/>
                        </a:rPr>
                        <a:t>E</a:t>
                      </a:r>
                      <a:r>
                        <a:rPr kumimoji="0" lang="en-US" altLang="zh-CN" sz="1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楷体_GB2312" pitchFamily="49" charset="-122"/>
                          <a:cs typeface="Times New Roman" panose="02020603050405020304" pitchFamily="18" charset="0"/>
                        </a:rPr>
                        <a:t> ① </a:t>
                      </a:r>
                      <a:r>
                        <a:rPr kumimoji="0" lang="zh-CN" altLang="en-US" sz="1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楷体_GB2312" pitchFamily="49" charset="-122"/>
                          <a:cs typeface="Times New Roman" panose="02020603050405020304" pitchFamily="18" charset="0"/>
                        </a:rPr>
                        <a:t>③ ④ ⑦ ⑧ ⑨</a:t>
                      </a:r>
                    </a:p>
                  </a:txBody>
                  <a:tcPr marL="68588" marR="68588" marT="34300" marB="343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1486"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zh-CN" altLang="en-US" sz="1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楷体_GB2312" pitchFamily="49" charset="-122"/>
                          <a:cs typeface="Times New Roman" panose="02020603050405020304" pitchFamily="18" charset="0"/>
                        </a:rPr>
                        <a:t>⑩</a:t>
                      </a:r>
                      <a:endParaRPr kumimoji="0" lang="en-US" altLang="zh-CN" sz="12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楷体_GB2312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68588" marR="68588" marT="34300" marB="34300" horzOverflow="overflow">
                    <a:lnL>
                      <a:noFill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zh-CN" sz="1200" b="1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楷体_GB2312" pitchFamily="49" charset="-122"/>
                          <a:cs typeface="Times New Roman" panose="02020603050405020304" pitchFamily="18" charset="0"/>
                        </a:rPr>
                        <a:t>N</a:t>
                      </a:r>
                      <a:endParaRPr kumimoji="0" lang="zh-CN" altLang="en-US" sz="1200" b="1" i="1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楷体_GB2312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68588" marR="68588" marT="34300" marB="3430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zh-CN" sz="1200" b="1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楷体_GB2312" pitchFamily="49" charset="-122"/>
                          <a:cs typeface="Times New Roman" panose="02020603050405020304" pitchFamily="18" charset="0"/>
                        </a:rPr>
                        <a:t>E</a:t>
                      </a:r>
                      <a:r>
                        <a:rPr kumimoji="0" lang="en-US" altLang="zh-CN" sz="1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楷体_GB2312" pitchFamily="49" charset="-122"/>
                          <a:cs typeface="Times New Roman" panose="02020603050405020304" pitchFamily="18" charset="0"/>
                        </a:rPr>
                        <a:t> ① </a:t>
                      </a:r>
                      <a:r>
                        <a:rPr kumimoji="0" lang="zh-CN" altLang="en-US" sz="1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楷体_GB2312" pitchFamily="49" charset="-122"/>
                          <a:cs typeface="Times New Roman" panose="02020603050405020304" pitchFamily="18" charset="0"/>
                        </a:rPr>
                        <a:t>③ ④ ⑦ ⑧</a:t>
                      </a:r>
                    </a:p>
                  </a:txBody>
                  <a:tcPr marL="68588" marR="68588" marT="34300" marB="3430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20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100000"/>
                        <a:buFont typeface="Symbol" panose="05050102010706020507" pitchFamily="18" charset="2"/>
                        <a:defRPr sz="1400">
                          <a:solidFill>
                            <a:schemeClr val="tx2"/>
                          </a:solidFill>
                          <a:latin typeface="Candara" panose="020E0502030303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zh-CN" sz="1200" b="1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楷体_GB2312" pitchFamily="49" charset="-122"/>
                          <a:cs typeface="Times New Roman" panose="02020603050405020304" pitchFamily="18" charset="0"/>
                        </a:rPr>
                        <a:t>E</a:t>
                      </a:r>
                      <a:r>
                        <a:rPr kumimoji="0" lang="en-US" altLang="zh-CN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楷体_GB2312" pitchFamily="49" charset="-122"/>
                          <a:cs typeface="Times New Roman" panose="02020603050405020304" pitchFamily="18" charset="0"/>
                        </a:rPr>
                        <a:t> ① </a:t>
                      </a:r>
                      <a:r>
                        <a:rPr kumimoji="0" lang="zh-CN" altLang="en-US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楷体_GB2312" pitchFamily="49" charset="-122"/>
                          <a:cs typeface="Times New Roman" panose="02020603050405020304" pitchFamily="18" charset="0"/>
                        </a:rPr>
                        <a:t>③ ④ ⑦ ⑧ ⑩</a:t>
                      </a:r>
                    </a:p>
                  </a:txBody>
                  <a:tcPr marL="68588" marR="68588" marT="34300" marB="343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11" name="Line 31">
            <a:extLst>
              <a:ext uri="{FF2B5EF4-FFF2-40B4-BE49-F238E27FC236}">
                <a16:creationId xmlns:a16="http://schemas.microsoft.com/office/drawing/2014/main" id="{AFD18B47-5D6C-407F-B1B9-A54B6C1166F6}"/>
              </a:ext>
            </a:extLst>
          </p:cNvPr>
          <p:cNvSpPr>
            <a:spLocks noChangeShapeType="1"/>
          </p:cNvSpPr>
          <p:nvPr/>
        </p:nvSpPr>
        <p:spPr bwMode="auto">
          <a:xfrm>
            <a:off x="3190875" y="1935163"/>
            <a:ext cx="0" cy="3024187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non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/>
          </a:p>
        </p:txBody>
      </p:sp>
      <p:sp>
        <p:nvSpPr>
          <p:cNvPr id="12" name="Line 31">
            <a:extLst>
              <a:ext uri="{FF2B5EF4-FFF2-40B4-BE49-F238E27FC236}">
                <a16:creationId xmlns:a16="http://schemas.microsoft.com/office/drawing/2014/main" id="{E3598188-850A-4518-BEE1-4FD52BAB22CC}"/>
              </a:ext>
            </a:extLst>
          </p:cNvPr>
          <p:cNvSpPr>
            <a:spLocks noChangeShapeType="1"/>
          </p:cNvSpPr>
          <p:nvPr/>
        </p:nvSpPr>
        <p:spPr bwMode="auto">
          <a:xfrm>
            <a:off x="6959600" y="1935163"/>
            <a:ext cx="0" cy="3024187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non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/>
          </a:p>
        </p:txBody>
      </p:sp>
      <p:grpSp>
        <p:nvGrpSpPr>
          <p:cNvPr id="3" name="组合 8">
            <a:extLst>
              <a:ext uri="{FF2B5EF4-FFF2-40B4-BE49-F238E27FC236}">
                <a16:creationId xmlns:a16="http://schemas.microsoft.com/office/drawing/2014/main" id="{816414A3-6AE7-44AA-9461-6EEF358CA185}"/>
              </a:ext>
            </a:extLst>
          </p:cNvPr>
          <p:cNvGrpSpPr>
            <a:grpSpLocks/>
          </p:cNvGrpSpPr>
          <p:nvPr/>
        </p:nvGrpSpPr>
        <p:grpSpPr bwMode="auto">
          <a:xfrm>
            <a:off x="1093788" y="1765300"/>
            <a:ext cx="2024062" cy="3276600"/>
            <a:chOff x="128755" y="1428750"/>
            <a:chExt cx="2023393" cy="3276600"/>
          </a:xfrm>
        </p:grpSpPr>
        <p:sp>
          <p:nvSpPr>
            <p:cNvPr id="214096" name="Line 16">
              <a:extLst>
                <a:ext uri="{FF2B5EF4-FFF2-40B4-BE49-F238E27FC236}">
                  <a16:creationId xmlns:a16="http://schemas.microsoft.com/office/drawing/2014/main" id="{CCE0654E-E6C1-4461-B92D-0BDAB072C199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765562" y="1733509"/>
              <a:ext cx="227046" cy="185713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lIns="68580" tIns="34290" rIns="68580" bIns="34290" anchor="ctr"/>
            <a:lstStyle/>
            <a:p>
              <a:endParaRPr lang="zh-CN" altLang="en-US"/>
            </a:p>
          </p:txBody>
        </p:sp>
        <p:sp>
          <p:nvSpPr>
            <p:cNvPr id="214097" name="Freeform 32">
              <a:extLst>
                <a:ext uri="{FF2B5EF4-FFF2-40B4-BE49-F238E27FC236}">
                  <a16:creationId xmlns:a16="http://schemas.microsoft.com/office/drawing/2014/main" id="{51FA884B-5530-49D4-9837-121C21DB3737}"/>
                </a:ext>
              </a:extLst>
            </p:cNvPr>
            <p:cNvSpPr>
              <a:spLocks/>
            </p:cNvSpPr>
            <p:nvPr/>
          </p:nvSpPr>
          <p:spPr bwMode="auto">
            <a:xfrm rot="9839600">
              <a:off x="1241210" y="2380259"/>
              <a:ext cx="225736" cy="372201"/>
            </a:xfrm>
            <a:custGeom>
              <a:avLst/>
              <a:gdLst>
                <a:gd name="T0" fmla="*/ 2147483646 w 347"/>
                <a:gd name="T1" fmla="*/ 2147483646 h 589"/>
                <a:gd name="T2" fmla="*/ 2147483646 w 347"/>
                <a:gd name="T3" fmla="*/ 2147483646 h 589"/>
                <a:gd name="T4" fmla="*/ 2147483646 w 347"/>
                <a:gd name="T5" fmla="*/ 0 h 589"/>
                <a:gd name="T6" fmla="*/ 0 60000 65536"/>
                <a:gd name="T7" fmla="*/ 0 60000 65536"/>
                <a:gd name="T8" fmla="*/ 0 60000 65536"/>
                <a:gd name="T9" fmla="*/ 0 w 347"/>
                <a:gd name="T10" fmla="*/ 0 h 589"/>
                <a:gd name="T11" fmla="*/ 347 w 347"/>
                <a:gd name="T12" fmla="*/ 589 h 589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347" h="589">
                  <a:moveTo>
                    <a:pt x="166" y="589"/>
                  </a:moveTo>
                  <a:cubicBezTo>
                    <a:pt x="83" y="456"/>
                    <a:pt x="0" y="324"/>
                    <a:pt x="30" y="226"/>
                  </a:cubicBezTo>
                  <a:cubicBezTo>
                    <a:pt x="60" y="128"/>
                    <a:pt x="203" y="64"/>
                    <a:pt x="347" y="0"/>
                  </a:cubicBezTo>
                </a:path>
              </a:pathLst>
            </a:custGeom>
            <a:noFill/>
            <a:ln w="25400">
              <a:solidFill>
                <a:schemeClr val="tx1"/>
              </a:solidFill>
              <a:round/>
              <a:headEnd type="stealth" w="lg" len="med"/>
              <a:tailEnd type="none" w="lg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16" name="Oval 71">
              <a:extLst>
                <a:ext uri="{FF2B5EF4-FFF2-40B4-BE49-F238E27FC236}">
                  <a16:creationId xmlns:a16="http://schemas.microsoft.com/office/drawing/2014/main" id="{BE07369A-6ACB-45EB-B8DE-48B6E1ED067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76200" y="1490663"/>
              <a:ext cx="361830" cy="3238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lIns="68580" tIns="34290" rIns="68580" bIns="34290" anchor="ctr"/>
            <a:lstStyle/>
            <a:p>
              <a:pPr eaLnBrk="1" hangingPunct="1">
                <a:defRPr/>
              </a:pPr>
              <a:endParaRPr lang="en-US" altLang="zh-CN" sz="2400" b="0" i="1" baseline="-25000">
                <a:solidFill>
                  <a:prstClr val="black"/>
                </a:solidFill>
                <a:latin typeface="Times New Roman" pitchFamily="18" charset="0"/>
              </a:endParaRPr>
            </a:p>
          </p:txBody>
        </p:sp>
        <p:sp>
          <p:nvSpPr>
            <p:cNvPr id="214099" name="Line 50">
              <a:extLst>
                <a:ext uri="{FF2B5EF4-FFF2-40B4-BE49-F238E27FC236}">
                  <a16:creationId xmlns:a16="http://schemas.microsoft.com/office/drawing/2014/main" id="{DFE6ACEA-2784-4957-8C3A-B5494732C584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165675" y="1838271"/>
              <a:ext cx="0" cy="260314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214100" name="Text Box 13">
              <a:extLst>
                <a:ext uri="{FF2B5EF4-FFF2-40B4-BE49-F238E27FC236}">
                  <a16:creationId xmlns:a16="http://schemas.microsoft.com/office/drawing/2014/main" id="{7B373DE5-167E-48AD-89E8-FE9E11155AB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24367" y="1428750"/>
              <a:ext cx="231809" cy="43808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>
              <a:spAutoFit/>
            </a:bodyPr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kumimoji="1" lang="en-US" altLang="zh-CN" sz="2400">
                  <a:solidFill>
                    <a:srgbClr val="000000"/>
                  </a:solidFill>
                  <a:latin typeface="Times New Roman" panose="02020603050405020304" pitchFamily="18" charset="0"/>
                </a:rPr>
                <a:t>1</a:t>
              </a:r>
            </a:p>
          </p:txBody>
        </p:sp>
        <p:sp>
          <p:nvSpPr>
            <p:cNvPr id="19" name="Oval 71">
              <a:extLst>
                <a:ext uri="{FF2B5EF4-FFF2-40B4-BE49-F238E27FC236}">
                  <a16:creationId xmlns:a16="http://schemas.microsoft.com/office/drawing/2014/main" id="{503730AF-30AC-438F-B28F-EE0D2610A27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79374" y="2114550"/>
              <a:ext cx="361830" cy="3238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lIns="68580" tIns="34290" rIns="68580" bIns="34290" anchor="ctr"/>
            <a:lstStyle/>
            <a:p>
              <a:pPr eaLnBrk="1" hangingPunct="1">
                <a:defRPr/>
              </a:pPr>
              <a:endParaRPr lang="en-US" altLang="zh-CN" sz="2400" b="0" i="1" baseline="-25000">
                <a:solidFill>
                  <a:prstClr val="black"/>
                </a:solidFill>
                <a:latin typeface="Times New Roman" pitchFamily="18" charset="0"/>
              </a:endParaRPr>
            </a:p>
          </p:txBody>
        </p:sp>
        <p:sp>
          <p:nvSpPr>
            <p:cNvPr id="214102" name="Text Box 13">
              <a:extLst>
                <a:ext uri="{FF2B5EF4-FFF2-40B4-BE49-F238E27FC236}">
                  <a16:creationId xmlns:a16="http://schemas.microsoft.com/office/drawing/2014/main" id="{AF9A6697-5DDC-4535-9896-D20AE5FA91E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27541" y="2052558"/>
              <a:ext cx="231809" cy="43808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>
              <a:spAutoFit/>
            </a:bodyPr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kumimoji="1" lang="en-US" altLang="zh-CN" sz="2400">
                  <a:solidFill>
                    <a:srgbClr val="000000"/>
                  </a:solidFill>
                  <a:latin typeface="Times New Roman" panose="02020603050405020304" pitchFamily="18" charset="0"/>
                </a:rPr>
                <a:t>3</a:t>
              </a:r>
            </a:p>
          </p:txBody>
        </p:sp>
        <p:sp>
          <p:nvSpPr>
            <p:cNvPr id="21" name="Oval 71">
              <a:extLst>
                <a:ext uri="{FF2B5EF4-FFF2-40B4-BE49-F238E27FC236}">
                  <a16:creationId xmlns:a16="http://schemas.microsoft.com/office/drawing/2014/main" id="{119BD0C1-3CD0-4FA7-9A1F-5B4A241A66C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79374" y="2714625"/>
              <a:ext cx="361830" cy="3238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lIns="68580" tIns="34290" rIns="68580" bIns="34290" anchor="ctr"/>
            <a:lstStyle/>
            <a:p>
              <a:pPr eaLnBrk="1" hangingPunct="1">
                <a:defRPr/>
              </a:pPr>
              <a:endParaRPr lang="en-US" altLang="zh-CN" sz="2400" b="0" i="1" baseline="-25000">
                <a:solidFill>
                  <a:prstClr val="black"/>
                </a:solidFill>
                <a:latin typeface="Times New Roman" pitchFamily="18" charset="0"/>
              </a:endParaRPr>
            </a:p>
          </p:txBody>
        </p:sp>
        <p:sp>
          <p:nvSpPr>
            <p:cNvPr id="214104" name="Text Box 13">
              <a:extLst>
                <a:ext uri="{FF2B5EF4-FFF2-40B4-BE49-F238E27FC236}">
                  <a16:creationId xmlns:a16="http://schemas.microsoft.com/office/drawing/2014/main" id="{30DD3644-AEFD-46B6-BE61-AC542CEF631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27541" y="2652551"/>
              <a:ext cx="231809" cy="43808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>
              <a:spAutoFit/>
            </a:bodyPr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kumimoji="1" lang="en-US" altLang="zh-CN" sz="2400">
                  <a:solidFill>
                    <a:srgbClr val="000000"/>
                  </a:solidFill>
                  <a:latin typeface="Times New Roman" panose="02020603050405020304" pitchFamily="18" charset="0"/>
                </a:rPr>
                <a:t>4</a:t>
              </a:r>
            </a:p>
          </p:txBody>
        </p:sp>
        <p:sp>
          <p:nvSpPr>
            <p:cNvPr id="23" name="Oval 71">
              <a:extLst>
                <a:ext uri="{FF2B5EF4-FFF2-40B4-BE49-F238E27FC236}">
                  <a16:creationId xmlns:a16="http://schemas.microsoft.com/office/drawing/2014/main" id="{79432C4C-EAE6-4149-BE02-A16EE36FC55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79374" y="3400425"/>
              <a:ext cx="361830" cy="3238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lIns="68580" tIns="34290" rIns="68580" bIns="34290" anchor="ctr"/>
            <a:lstStyle/>
            <a:p>
              <a:pPr eaLnBrk="1" hangingPunct="1">
                <a:defRPr/>
              </a:pPr>
              <a:endParaRPr lang="en-US" altLang="zh-CN" sz="2400" b="0" i="1" baseline="-25000">
                <a:solidFill>
                  <a:prstClr val="black"/>
                </a:solidFill>
                <a:latin typeface="Times New Roman" pitchFamily="18" charset="0"/>
              </a:endParaRPr>
            </a:p>
          </p:txBody>
        </p:sp>
        <p:sp>
          <p:nvSpPr>
            <p:cNvPr id="214106" name="Text Box 13">
              <a:extLst>
                <a:ext uri="{FF2B5EF4-FFF2-40B4-BE49-F238E27FC236}">
                  <a16:creationId xmlns:a16="http://schemas.microsoft.com/office/drawing/2014/main" id="{BB707001-6892-4E3A-8E21-6CEF9510537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27541" y="3338264"/>
              <a:ext cx="231809" cy="43808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>
              <a:spAutoFit/>
            </a:bodyPr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kumimoji="1" lang="en-US" altLang="zh-CN" sz="2400">
                  <a:solidFill>
                    <a:srgbClr val="000000"/>
                  </a:solidFill>
                  <a:latin typeface="Times New Roman" panose="02020603050405020304" pitchFamily="18" charset="0"/>
                </a:rPr>
                <a:t>7</a:t>
              </a:r>
            </a:p>
          </p:txBody>
        </p:sp>
        <p:sp>
          <p:nvSpPr>
            <p:cNvPr id="25" name="Oval 71">
              <a:extLst>
                <a:ext uri="{FF2B5EF4-FFF2-40B4-BE49-F238E27FC236}">
                  <a16:creationId xmlns:a16="http://schemas.microsoft.com/office/drawing/2014/main" id="{E8B2F5CA-B4B6-4BEB-B88A-18CF4CB686D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79374" y="4010025"/>
              <a:ext cx="361830" cy="3238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lIns="68580" tIns="34290" rIns="68580" bIns="34290" anchor="ctr"/>
            <a:lstStyle/>
            <a:p>
              <a:pPr eaLnBrk="1" hangingPunct="1">
                <a:defRPr/>
              </a:pPr>
              <a:endParaRPr lang="en-US" altLang="zh-CN" sz="2400" b="0" i="1" baseline="-25000">
                <a:solidFill>
                  <a:prstClr val="black"/>
                </a:solidFill>
                <a:latin typeface="Times New Roman" pitchFamily="18" charset="0"/>
              </a:endParaRPr>
            </a:p>
          </p:txBody>
        </p:sp>
        <p:sp>
          <p:nvSpPr>
            <p:cNvPr id="214108" name="Text Box 13">
              <a:extLst>
                <a:ext uri="{FF2B5EF4-FFF2-40B4-BE49-F238E27FC236}">
                  <a16:creationId xmlns:a16="http://schemas.microsoft.com/office/drawing/2014/main" id="{6B67BA8E-33D9-4830-8FD3-C802D204DD3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27541" y="3947780"/>
              <a:ext cx="231809" cy="43808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>
              <a:spAutoFit/>
            </a:bodyPr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kumimoji="1" lang="en-US" altLang="zh-CN" sz="2400">
                  <a:solidFill>
                    <a:srgbClr val="000000"/>
                  </a:solidFill>
                  <a:latin typeface="Times New Roman" panose="02020603050405020304" pitchFamily="18" charset="0"/>
                </a:rPr>
                <a:t>8</a:t>
              </a:r>
            </a:p>
          </p:txBody>
        </p:sp>
        <p:sp>
          <p:nvSpPr>
            <p:cNvPr id="27" name="Oval 71">
              <a:extLst>
                <a:ext uri="{FF2B5EF4-FFF2-40B4-BE49-F238E27FC236}">
                  <a16:creationId xmlns:a16="http://schemas.microsoft.com/office/drawing/2014/main" id="{190519FC-B3FF-45B3-8EA4-90746357EE0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4889" y="1828800"/>
              <a:ext cx="360243" cy="3238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lIns="68580" tIns="34290" rIns="68580" bIns="34290" anchor="ctr"/>
            <a:lstStyle/>
            <a:p>
              <a:pPr eaLnBrk="1" hangingPunct="1">
                <a:defRPr/>
              </a:pPr>
              <a:endParaRPr lang="en-US" altLang="zh-CN" sz="2400" b="0" i="1" baseline="-25000">
                <a:solidFill>
                  <a:prstClr val="black"/>
                </a:solidFill>
                <a:latin typeface="Times New Roman" pitchFamily="18" charset="0"/>
              </a:endParaRPr>
            </a:p>
          </p:txBody>
        </p:sp>
        <p:sp>
          <p:nvSpPr>
            <p:cNvPr id="214110" name="Text Box 13">
              <a:extLst>
                <a:ext uri="{FF2B5EF4-FFF2-40B4-BE49-F238E27FC236}">
                  <a16:creationId xmlns:a16="http://schemas.microsoft.com/office/drawing/2014/main" id="{4DDB7FEA-A4B4-4254-8AE4-FB82081F87C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2779" y="1766846"/>
              <a:ext cx="231809" cy="43808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>
              <a:spAutoFit/>
            </a:bodyPr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kumimoji="1" lang="en-US" altLang="zh-CN" sz="2400">
                  <a:solidFill>
                    <a:srgbClr val="000000"/>
                  </a:solidFill>
                  <a:latin typeface="Times New Roman" panose="02020603050405020304" pitchFamily="18" charset="0"/>
                </a:rPr>
                <a:t>2</a:t>
              </a:r>
            </a:p>
          </p:txBody>
        </p:sp>
        <p:sp>
          <p:nvSpPr>
            <p:cNvPr id="29" name="Oval 71">
              <a:extLst>
                <a:ext uri="{FF2B5EF4-FFF2-40B4-BE49-F238E27FC236}">
                  <a16:creationId xmlns:a16="http://schemas.microsoft.com/office/drawing/2014/main" id="{F638731B-D8C5-41BA-B0BB-61122857508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49097" y="3052763"/>
              <a:ext cx="360244" cy="3238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lIns="68580" tIns="34290" rIns="68580" bIns="34290" anchor="ctr"/>
            <a:lstStyle/>
            <a:p>
              <a:pPr eaLnBrk="1" hangingPunct="1">
                <a:defRPr/>
              </a:pPr>
              <a:endParaRPr lang="en-US" altLang="zh-CN" sz="2400" b="0" i="1" baseline="-25000">
                <a:solidFill>
                  <a:prstClr val="black"/>
                </a:solidFill>
                <a:latin typeface="Times New Roman" pitchFamily="18" charset="0"/>
              </a:endParaRPr>
            </a:p>
          </p:txBody>
        </p:sp>
        <p:sp>
          <p:nvSpPr>
            <p:cNvPr id="214112" name="Text Box 13">
              <a:extLst>
                <a:ext uri="{FF2B5EF4-FFF2-40B4-BE49-F238E27FC236}">
                  <a16:creationId xmlns:a16="http://schemas.microsoft.com/office/drawing/2014/main" id="{64B29000-01AB-4196-A9FA-29D213917DC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595955" y="2990644"/>
              <a:ext cx="231809" cy="43808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>
              <a:spAutoFit/>
            </a:bodyPr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kumimoji="1" lang="en-US" altLang="zh-CN" sz="2400">
                  <a:solidFill>
                    <a:srgbClr val="000000"/>
                  </a:solidFill>
                  <a:latin typeface="Times New Roman" panose="02020603050405020304" pitchFamily="18" charset="0"/>
                </a:rPr>
                <a:t>6</a:t>
              </a:r>
            </a:p>
          </p:txBody>
        </p:sp>
        <p:sp>
          <p:nvSpPr>
            <p:cNvPr id="31" name="Oval 71">
              <a:extLst>
                <a:ext uri="{FF2B5EF4-FFF2-40B4-BE49-F238E27FC236}">
                  <a16:creationId xmlns:a16="http://schemas.microsoft.com/office/drawing/2014/main" id="{1BEF0F1F-773C-4168-9007-4CBC991B6C0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8063" y="3052763"/>
              <a:ext cx="360243" cy="3238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lIns="68580" tIns="34290" rIns="68580" bIns="34290" anchor="ctr"/>
            <a:lstStyle/>
            <a:p>
              <a:pPr eaLnBrk="1" hangingPunct="1">
                <a:defRPr/>
              </a:pPr>
              <a:endParaRPr lang="en-US" altLang="zh-CN" sz="2400" b="0" i="1" baseline="-25000">
                <a:solidFill>
                  <a:prstClr val="black"/>
                </a:solidFill>
                <a:latin typeface="Times New Roman" pitchFamily="18" charset="0"/>
              </a:endParaRPr>
            </a:p>
          </p:txBody>
        </p:sp>
        <p:sp>
          <p:nvSpPr>
            <p:cNvPr id="214114" name="Text Box 13">
              <a:extLst>
                <a:ext uri="{FF2B5EF4-FFF2-40B4-BE49-F238E27FC236}">
                  <a16:creationId xmlns:a16="http://schemas.microsoft.com/office/drawing/2014/main" id="{E5202B6D-CD71-4264-B22F-069209B38AC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5953" y="2990644"/>
              <a:ext cx="231809" cy="43808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>
              <a:spAutoFit/>
            </a:bodyPr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kumimoji="1" lang="en-US" altLang="zh-CN" sz="2400">
                  <a:solidFill>
                    <a:srgbClr val="000000"/>
                  </a:solidFill>
                  <a:latin typeface="Times New Roman" panose="02020603050405020304" pitchFamily="18" charset="0"/>
                </a:rPr>
                <a:t>5</a:t>
              </a:r>
            </a:p>
          </p:txBody>
        </p:sp>
        <p:sp>
          <p:nvSpPr>
            <p:cNvPr id="33" name="Oval 71">
              <a:extLst>
                <a:ext uri="{FF2B5EF4-FFF2-40B4-BE49-F238E27FC236}">
                  <a16:creationId xmlns:a16="http://schemas.microsoft.com/office/drawing/2014/main" id="{DF7DD24D-30F1-440F-8A3C-55FDC48A816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49097" y="4329113"/>
              <a:ext cx="360244" cy="3238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lIns="68580" tIns="34290" rIns="68580" bIns="34290" anchor="ctr"/>
            <a:lstStyle/>
            <a:p>
              <a:pPr eaLnBrk="1" hangingPunct="1">
                <a:defRPr/>
              </a:pPr>
              <a:endParaRPr lang="en-US" altLang="zh-CN" sz="2400" b="0" i="1" baseline="-25000">
                <a:solidFill>
                  <a:prstClr val="black"/>
                </a:solidFill>
                <a:latin typeface="Times New Roman" pitchFamily="18" charset="0"/>
              </a:endParaRPr>
            </a:p>
          </p:txBody>
        </p:sp>
        <p:sp>
          <p:nvSpPr>
            <p:cNvPr id="214116" name="Text Box 13">
              <a:extLst>
                <a:ext uri="{FF2B5EF4-FFF2-40B4-BE49-F238E27FC236}">
                  <a16:creationId xmlns:a16="http://schemas.microsoft.com/office/drawing/2014/main" id="{6D7357E6-6F36-4F28-8B13-B67FD14E6EF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524507" y="4266829"/>
              <a:ext cx="527130" cy="43852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>
              <a:spAutoFit/>
            </a:bodyPr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kumimoji="1" lang="en-US" altLang="zh-CN" sz="2400">
                  <a:solidFill>
                    <a:srgbClr val="000000"/>
                  </a:solidFill>
                  <a:latin typeface="Times New Roman" panose="02020603050405020304" pitchFamily="18" charset="0"/>
                </a:rPr>
                <a:t>10</a:t>
              </a:r>
            </a:p>
          </p:txBody>
        </p:sp>
        <p:sp>
          <p:nvSpPr>
            <p:cNvPr id="35" name="Oval 71">
              <a:extLst>
                <a:ext uri="{FF2B5EF4-FFF2-40B4-BE49-F238E27FC236}">
                  <a16:creationId xmlns:a16="http://schemas.microsoft.com/office/drawing/2014/main" id="{A6ADA1D8-E0EB-49E6-8484-195A6494AEF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8063" y="4329113"/>
              <a:ext cx="360243" cy="3238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lIns="68580" tIns="34290" rIns="68580" bIns="34290" anchor="ctr"/>
            <a:lstStyle/>
            <a:p>
              <a:pPr eaLnBrk="1" hangingPunct="1">
                <a:defRPr/>
              </a:pPr>
              <a:endParaRPr lang="en-US" altLang="zh-CN" sz="2400" b="0" i="1" baseline="-25000">
                <a:solidFill>
                  <a:prstClr val="black"/>
                </a:solidFill>
                <a:latin typeface="Times New Roman" pitchFamily="18" charset="0"/>
              </a:endParaRPr>
            </a:p>
          </p:txBody>
        </p:sp>
        <p:sp>
          <p:nvSpPr>
            <p:cNvPr id="214118" name="Text Box 13">
              <a:extLst>
                <a:ext uri="{FF2B5EF4-FFF2-40B4-BE49-F238E27FC236}">
                  <a16:creationId xmlns:a16="http://schemas.microsoft.com/office/drawing/2014/main" id="{E223896B-E14A-468D-8A8F-A9424A1C366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5953" y="4266829"/>
              <a:ext cx="231809" cy="43808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>
              <a:spAutoFit/>
            </a:bodyPr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kumimoji="1" lang="en-US" altLang="zh-CN" sz="2400">
                  <a:solidFill>
                    <a:srgbClr val="000000"/>
                  </a:solidFill>
                  <a:latin typeface="Times New Roman" panose="02020603050405020304" pitchFamily="18" charset="0"/>
                </a:rPr>
                <a:t>9</a:t>
              </a:r>
            </a:p>
          </p:txBody>
        </p:sp>
        <p:sp>
          <p:nvSpPr>
            <p:cNvPr id="214119" name="Line 50">
              <a:extLst>
                <a:ext uri="{FF2B5EF4-FFF2-40B4-BE49-F238E27FC236}">
                  <a16:creationId xmlns:a16="http://schemas.microsoft.com/office/drawing/2014/main" id="{0CE9633F-B52C-4CE6-B75D-3978F62B4D44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160911" y="2444618"/>
              <a:ext cx="0" cy="260314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214120" name="Line 50">
              <a:extLst>
                <a:ext uri="{FF2B5EF4-FFF2-40B4-BE49-F238E27FC236}">
                  <a16:creationId xmlns:a16="http://schemas.microsoft.com/office/drawing/2014/main" id="{C74DF78D-EEEE-44AB-B40E-9CA95CD7E60A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165675" y="3730323"/>
              <a:ext cx="0" cy="260314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214121" name="Line 16">
              <a:extLst>
                <a:ext uri="{FF2B5EF4-FFF2-40B4-BE49-F238E27FC236}">
                  <a16:creationId xmlns:a16="http://schemas.microsoft.com/office/drawing/2014/main" id="{FB738B45-6E1E-4628-AF9F-55915A1EA371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752862" y="2947787"/>
              <a:ext cx="227046" cy="185713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lIns="68580" tIns="34290" rIns="68580" bIns="34290" anchor="ctr"/>
            <a:lstStyle/>
            <a:p>
              <a:endParaRPr lang="zh-CN" altLang="en-US"/>
            </a:p>
          </p:txBody>
        </p:sp>
        <p:sp>
          <p:nvSpPr>
            <p:cNvPr id="214122" name="Line 16">
              <a:extLst>
                <a:ext uri="{FF2B5EF4-FFF2-40B4-BE49-F238E27FC236}">
                  <a16:creationId xmlns:a16="http://schemas.microsoft.com/office/drawing/2014/main" id="{11989D4F-A6DA-4962-ADD7-3B2D664DEB28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765563" y="4233493"/>
              <a:ext cx="227046" cy="185713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lIns="68580" tIns="34290" rIns="68580" bIns="34290" anchor="ctr"/>
            <a:lstStyle/>
            <a:p>
              <a:endParaRPr lang="zh-CN" altLang="en-US"/>
            </a:p>
          </p:txBody>
        </p:sp>
        <p:sp>
          <p:nvSpPr>
            <p:cNvPr id="214123" name="Line 16">
              <a:extLst>
                <a:ext uri="{FF2B5EF4-FFF2-40B4-BE49-F238E27FC236}">
                  <a16:creationId xmlns:a16="http://schemas.microsoft.com/office/drawing/2014/main" id="{87878E29-26BA-4A67-862A-C5E218A53B81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337151" y="3304927"/>
              <a:ext cx="227046" cy="185713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lIns="68580" tIns="34290" rIns="68580" bIns="34290" anchor="ctr"/>
            <a:lstStyle/>
            <a:p>
              <a:endParaRPr lang="zh-CN" altLang="en-US"/>
            </a:p>
          </p:txBody>
        </p:sp>
        <p:sp>
          <p:nvSpPr>
            <p:cNvPr id="214124" name="Line 16">
              <a:extLst>
                <a:ext uri="{FF2B5EF4-FFF2-40B4-BE49-F238E27FC236}">
                  <a16:creationId xmlns:a16="http://schemas.microsoft.com/office/drawing/2014/main" id="{70C88911-A7BF-4120-80E0-239E868611E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06815" y="2114461"/>
              <a:ext cx="273093" cy="142856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lIns="68580" tIns="34290" rIns="68580" bIns="34290" anchor="ctr"/>
            <a:lstStyle/>
            <a:p>
              <a:endParaRPr lang="zh-CN" altLang="en-US"/>
            </a:p>
          </p:txBody>
        </p:sp>
        <p:sp>
          <p:nvSpPr>
            <p:cNvPr id="214125" name="Line 16">
              <a:extLst>
                <a:ext uri="{FF2B5EF4-FFF2-40B4-BE49-F238E27FC236}">
                  <a16:creationId xmlns:a16="http://schemas.microsoft.com/office/drawing/2014/main" id="{6D31B059-D177-4B4B-A5BD-B6C62EF6E50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68738" y="3309690"/>
              <a:ext cx="273093" cy="142856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lIns="68580" tIns="34290" rIns="68580" bIns="34290" anchor="ctr"/>
            <a:lstStyle/>
            <a:p>
              <a:endParaRPr lang="zh-CN" altLang="en-US"/>
            </a:p>
          </p:txBody>
        </p:sp>
        <p:sp>
          <p:nvSpPr>
            <p:cNvPr id="214126" name="Line 16">
              <a:extLst>
                <a:ext uri="{FF2B5EF4-FFF2-40B4-BE49-F238E27FC236}">
                  <a16:creationId xmlns:a16="http://schemas.microsoft.com/office/drawing/2014/main" id="{4D206E6F-BE9E-49F2-BDF5-93CAAA0AF2C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349852" y="2947787"/>
              <a:ext cx="273093" cy="142856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lIns="68580" tIns="34290" rIns="68580" bIns="34290" anchor="ctr"/>
            <a:lstStyle/>
            <a:p>
              <a:endParaRPr lang="zh-CN" altLang="en-US"/>
            </a:p>
          </p:txBody>
        </p:sp>
        <p:sp>
          <p:nvSpPr>
            <p:cNvPr id="214127" name="Line 16">
              <a:extLst>
                <a:ext uri="{FF2B5EF4-FFF2-40B4-BE49-F238E27FC236}">
                  <a16:creationId xmlns:a16="http://schemas.microsoft.com/office/drawing/2014/main" id="{0B5D9D86-18B8-4025-8FEF-611D5794DEC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349852" y="4233493"/>
              <a:ext cx="273093" cy="142856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lIns="68580" tIns="34290" rIns="68580" bIns="34290" anchor="ctr"/>
            <a:lstStyle/>
            <a:p>
              <a:endParaRPr lang="zh-CN" altLang="en-US"/>
            </a:p>
          </p:txBody>
        </p:sp>
        <p:sp>
          <p:nvSpPr>
            <p:cNvPr id="214128" name="Freeform 32">
              <a:extLst>
                <a:ext uri="{FF2B5EF4-FFF2-40B4-BE49-F238E27FC236}">
                  <a16:creationId xmlns:a16="http://schemas.microsoft.com/office/drawing/2014/main" id="{A5404755-BC3C-4D57-9A83-E995765D001E}"/>
                </a:ext>
              </a:extLst>
            </p:cNvPr>
            <p:cNvSpPr>
              <a:spLocks/>
            </p:cNvSpPr>
            <p:nvPr/>
          </p:nvSpPr>
          <p:spPr bwMode="auto">
            <a:xfrm rot="7422157">
              <a:off x="1404863" y="3513477"/>
              <a:ext cx="467623" cy="835273"/>
            </a:xfrm>
            <a:custGeom>
              <a:avLst/>
              <a:gdLst>
                <a:gd name="T0" fmla="*/ 2147483646 w 347"/>
                <a:gd name="T1" fmla="*/ 2147483646 h 589"/>
                <a:gd name="T2" fmla="*/ 2147483646 w 347"/>
                <a:gd name="T3" fmla="*/ 2147483646 h 589"/>
                <a:gd name="T4" fmla="*/ 2147483646 w 347"/>
                <a:gd name="T5" fmla="*/ 0 h 589"/>
                <a:gd name="T6" fmla="*/ 0 60000 65536"/>
                <a:gd name="T7" fmla="*/ 0 60000 65536"/>
                <a:gd name="T8" fmla="*/ 0 60000 65536"/>
                <a:gd name="T9" fmla="*/ 0 w 347"/>
                <a:gd name="T10" fmla="*/ 0 h 589"/>
                <a:gd name="T11" fmla="*/ 347 w 347"/>
                <a:gd name="T12" fmla="*/ 589 h 589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347" h="589">
                  <a:moveTo>
                    <a:pt x="166" y="589"/>
                  </a:moveTo>
                  <a:cubicBezTo>
                    <a:pt x="83" y="456"/>
                    <a:pt x="0" y="324"/>
                    <a:pt x="30" y="226"/>
                  </a:cubicBezTo>
                  <a:cubicBezTo>
                    <a:pt x="60" y="128"/>
                    <a:pt x="203" y="64"/>
                    <a:pt x="347" y="0"/>
                  </a:cubicBezTo>
                </a:path>
              </a:pathLst>
            </a:custGeom>
            <a:noFill/>
            <a:ln w="25400">
              <a:solidFill>
                <a:schemeClr val="tx1"/>
              </a:solidFill>
              <a:round/>
              <a:headEnd type="stealth" w="lg" len="med"/>
              <a:tailEnd type="none" w="lg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47" name="任意多边形 46">
              <a:extLst>
                <a:ext uri="{FF2B5EF4-FFF2-40B4-BE49-F238E27FC236}">
                  <a16:creationId xmlns:a16="http://schemas.microsoft.com/office/drawing/2014/main" id="{2A9B1469-69E4-42D2-B53F-E74F24C8751E}"/>
                </a:ext>
              </a:extLst>
            </p:cNvPr>
            <p:cNvSpPr/>
            <p:nvPr/>
          </p:nvSpPr>
          <p:spPr bwMode="auto">
            <a:xfrm>
              <a:off x="1338030" y="2847975"/>
              <a:ext cx="714139" cy="785813"/>
            </a:xfrm>
            <a:custGeom>
              <a:avLst/>
              <a:gdLst>
                <a:gd name="connsiteX0" fmla="*/ 0 w 823912"/>
                <a:gd name="connsiteY0" fmla="*/ 1914525 h 1914525"/>
                <a:gd name="connsiteX1" fmla="*/ 609600 w 823912"/>
                <a:gd name="connsiteY1" fmla="*/ 1333500 h 1914525"/>
                <a:gd name="connsiteX2" fmla="*/ 790575 w 823912"/>
                <a:gd name="connsiteY2" fmla="*/ 781050 h 1914525"/>
                <a:gd name="connsiteX3" fmla="*/ 409575 w 823912"/>
                <a:gd name="connsiteY3" fmla="*/ 171450 h 1914525"/>
                <a:gd name="connsiteX4" fmla="*/ 9525 w 823912"/>
                <a:gd name="connsiteY4" fmla="*/ 0 h 1914525"/>
                <a:gd name="connsiteX5" fmla="*/ 9525 w 823912"/>
                <a:gd name="connsiteY5" fmla="*/ 0 h 1914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823912" h="1914525">
                  <a:moveTo>
                    <a:pt x="0" y="1914525"/>
                  </a:moveTo>
                  <a:cubicBezTo>
                    <a:pt x="238919" y="1718468"/>
                    <a:pt x="477838" y="1522412"/>
                    <a:pt x="609600" y="1333500"/>
                  </a:cubicBezTo>
                  <a:cubicBezTo>
                    <a:pt x="741362" y="1144588"/>
                    <a:pt x="823912" y="974725"/>
                    <a:pt x="790575" y="781050"/>
                  </a:cubicBezTo>
                  <a:cubicBezTo>
                    <a:pt x="757238" y="587375"/>
                    <a:pt x="539750" y="301625"/>
                    <a:pt x="409575" y="171450"/>
                  </a:cubicBezTo>
                  <a:cubicBezTo>
                    <a:pt x="279400" y="41275"/>
                    <a:pt x="9525" y="0"/>
                    <a:pt x="9525" y="0"/>
                  </a:cubicBezTo>
                  <a:lnTo>
                    <a:pt x="9525" y="0"/>
                  </a:lnTo>
                </a:path>
              </a:pathLst>
            </a:custGeom>
            <a:ln w="25400">
              <a:solidFill>
                <a:schemeClr val="tx1"/>
              </a:solidFill>
              <a:headEnd type="none"/>
              <a:tailEnd type="stealth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/>
            </a:p>
          </p:txBody>
        </p:sp>
        <p:sp>
          <p:nvSpPr>
            <p:cNvPr id="48" name="任意多边形 47">
              <a:extLst>
                <a:ext uri="{FF2B5EF4-FFF2-40B4-BE49-F238E27FC236}">
                  <a16:creationId xmlns:a16="http://schemas.microsoft.com/office/drawing/2014/main" id="{D53F97B7-1DCA-42F7-B559-4E54D245F6BF}"/>
                </a:ext>
              </a:extLst>
            </p:cNvPr>
            <p:cNvSpPr/>
            <p:nvPr/>
          </p:nvSpPr>
          <p:spPr>
            <a:xfrm>
              <a:off x="128755" y="1495425"/>
              <a:ext cx="844271" cy="2890444"/>
            </a:xfrm>
            <a:custGeom>
              <a:avLst/>
              <a:gdLst>
                <a:gd name="connsiteX0" fmla="*/ 313854 w 843941"/>
                <a:gd name="connsiteY0" fmla="*/ 2829944 h 2829944"/>
                <a:gd name="connsiteX1" fmla="*/ 22306 w 843941"/>
                <a:gd name="connsiteY1" fmla="*/ 351788 h 2829944"/>
                <a:gd name="connsiteX2" fmla="*/ 843941 w 843941"/>
                <a:gd name="connsiteY2" fmla="*/ 73492 h 28299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43941" h="2829944">
                  <a:moveTo>
                    <a:pt x="313854" y="2829944"/>
                  </a:moveTo>
                  <a:cubicBezTo>
                    <a:pt x="123906" y="1820570"/>
                    <a:pt x="-66042" y="811197"/>
                    <a:pt x="22306" y="351788"/>
                  </a:cubicBezTo>
                  <a:cubicBezTo>
                    <a:pt x="110654" y="-107621"/>
                    <a:pt x="477297" y="-17065"/>
                    <a:pt x="843941" y="73492"/>
                  </a:cubicBezTo>
                </a:path>
              </a:pathLst>
            </a:custGeom>
            <a:noFill/>
            <a:ln w="25400">
              <a:solidFill>
                <a:schemeClr val="tx1"/>
              </a:solidFill>
              <a:tailEnd type="stealth" w="lg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/>
            </a:p>
          </p:txBody>
        </p:sp>
        <p:sp>
          <p:nvSpPr>
            <p:cNvPr id="49" name="任意多边形 48">
              <a:extLst>
                <a:ext uri="{FF2B5EF4-FFF2-40B4-BE49-F238E27FC236}">
                  <a16:creationId xmlns:a16="http://schemas.microsoft.com/office/drawing/2014/main" id="{255B435A-9E00-49BB-BBC8-7963C6F7CDAD}"/>
                </a:ext>
              </a:extLst>
            </p:cNvPr>
            <p:cNvSpPr/>
            <p:nvPr/>
          </p:nvSpPr>
          <p:spPr>
            <a:xfrm>
              <a:off x="1344378" y="2232025"/>
              <a:ext cx="807770" cy="1868488"/>
            </a:xfrm>
            <a:custGeom>
              <a:avLst/>
              <a:gdLst>
                <a:gd name="connsiteX0" fmla="*/ 13252 w 808391"/>
                <a:gd name="connsiteY0" fmla="*/ 1868556 h 1868556"/>
                <a:gd name="connsiteX1" fmla="*/ 808382 w 808391"/>
                <a:gd name="connsiteY1" fmla="*/ 1086678 h 1868556"/>
                <a:gd name="connsiteX2" fmla="*/ 0 w 808391"/>
                <a:gd name="connsiteY2" fmla="*/ 0 h 1868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08391" h="1868556">
                  <a:moveTo>
                    <a:pt x="13252" y="1868556"/>
                  </a:moveTo>
                  <a:cubicBezTo>
                    <a:pt x="411921" y="1633330"/>
                    <a:pt x="810591" y="1398104"/>
                    <a:pt x="808382" y="1086678"/>
                  </a:cubicBezTo>
                  <a:cubicBezTo>
                    <a:pt x="806173" y="775252"/>
                    <a:pt x="403086" y="387626"/>
                    <a:pt x="0" y="0"/>
                  </a:cubicBezTo>
                </a:path>
              </a:pathLst>
            </a:custGeom>
            <a:noFill/>
            <a:ln w="25400">
              <a:solidFill>
                <a:schemeClr val="tx1"/>
              </a:solidFill>
              <a:tailEnd type="stealth" w="lg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/>
            </a:p>
          </p:txBody>
        </p:sp>
      </p:grpSp>
      <p:sp>
        <p:nvSpPr>
          <p:cNvPr id="2" name="任意多边形 1">
            <a:extLst>
              <a:ext uri="{FF2B5EF4-FFF2-40B4-BE49-F238E27FC236}">
                <a16:creationId xmlns:a16="http://schemas.microsoft.com/office/drawing/2014/main" id="{53818BE3-D26A-4B13-B02B-01F8AF49AB18}"/>
              </a:ext>
            </a:extLst>
          </p:cNvPr>
          <p:cNvSpPr/>
          <p:nvPr/>
        </p:nvSpPr>
        <p:spPr>
          <a:xfrm>
            <a:off x="3467100" y="3098800"/>
            <a:ext cx="2527300" cy="228600"/>
          </a:xfrm>
          <a:custGeom>
            <a:avLst/>
            <a:gdLst>
              <a:gd name="connsiteX0" fmla="*/ 0 w 2578100"/>
              <a:gd name="connsiteY0" fmla="*/ 152594 h 152594"/>
              <a:gd name="connsiteX1" fmla="*/ 1371600 w 2578100"/>
              <a:gd name="connsiteY1" fmla="*/ 194 h 152594"/>
              <a:gd name="connsiteX2" fmla="*/ 2578100 w 2578100"/>
              <a:gd name="connsiteY2" fmla="*/ 127194 h 1525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578100" h="152594">
                <a:moveTo>
                  <a:pt x="0" y="152594"/>
                </a:moveTo>
                <a:cubicBezTo>
                  <a:pt x="470958" y="78510"/>
                  <a:pt x="941917" y="4427"/>
                  <a:pt x="1371600" y="194"/>
                </a:cubicBezTo>
                <a:cubicBezTo>
                  <a:pt x="1801283" y="-4039"/>
                  <a:pt x="2189691" y="61577"/>
                  <a:pt x="2578100" y="127194"/>
                </a:cubicBezTo>
              </a:path>
            </a:pathLst>
          </a:custGeom>
          <a:noFill/>
          <a:ln w="25400">
            <a:solidFill>
              <a:srgbClr val="FF0000"/>
            </a:solidFill>
            <a:tailEnd type="stealth" w="lg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zh-CN" altLang="en-US"/>
          </a:p>
        </p:txBody>
      </p:sp>
      <p:sp>
        <p:nvSpPr>
          <p:cNvPr id="50" name="任意多边形 49">
            <a:extLst>
              <a:ext uri="{FF2B5EF4-FFF2-40B4-BE49-F238E27FC236}">
                <a16:creationId xmlns:a16="http://schemas.microsoft.com/office/drawing/2014/main" id="{E5F04904-F6F3-4EE3-BF5B-64105EDA9FC2}"/>
              </a:ext>
            </a:extLst>
          </p:cNvPr>
          <p:cNvSpPr/>
          <p:nvPr/>
        </p:nvSpPr>
        <p:spPr>
          <a:xfrm>
            <a:off x="3467100" y="3897313"/>
            <a:ext cx="2760663" cy="163512"/>
          </a:xfrm>
          <a:custGeom>
            <a:avLst/>
            <a:gdLst>
              <a:gd name="connsiteX0" fmla="*/ 0 w 2578100"/>
              <a:gd name="connsiteY0" fmla="*/ 152594 h 152594"/>
              <a:gd name="connsiteX1" fmla="*/ 1371600 w 2578100"/>
              <a:gd name="connsiteY1" fmla="*/ 194 h 152594"/>
              <a:gd name="connsiteX2" fmla="*/ 2578100 w 2578100"/>
              <a:gd name="connsiteY2" fmla="*/ 127194 h 1525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578100" h="152594">
                <a:moveTo>
                  <a:pt x="0" y="152594"/>
                </a:moveTo>
                <a:cubicBezTo>
                  <a:pt x="470958" y="78510"/>
                  <a:pt x="941917" y="4427"/>
                  <a:pt x="1371600" y="194"/>
                </a:cubicBezTo>
                <a:cubicBezTo>
                  <a:pt x="1801283" y="-4039"/>
                  <a:pt x="2189691" y="61577"/>
                  <a:pt x="2578100" y="127194"/>
                </a:cubicBezTo>
              </a:path>
            </a:pathLst>
          </a:custGeom>
          <a:noFill/>
          <a:ln w="25400">
            <a:solidFill>
              <a:srgbClr val="FF0000"/>
            </a:solidFill>
            <a:tailEnd type="stealth" w="lg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zh-CN" altLang="en-US"/>
          </a:p>
        </p:txBody>
      </p:sp>
      <p:sp>
        <p:nvSpPr>
          <p:cNvPr id="51" name="任意多边形 50">
            <a:extLst>
              <a:ext uri="{FF2B5EF4-FFF2-40B4-BE49-F238E27FC236}">
                <a16:creationId xmlns:a16="http://schemas.microsoft.com/office/drawing/2014/main" id="{26D17AD0-AC04-4834-9FAA-3DBE1FC3B04D}"/>
              </a:ext>
            </a:extLst>
          </p:cNvPr>
          <p:cNvSpPr/>
          <p:nvPr/>
        </p:nvSpPr>
        <p:spPr>
          <a:xfrm>
            <a:off x="3467100" y="4164013"/>
            <a:ext cx="2527300" cy="182562"/>
          </a:xfrm>
          <a:custGeom>
            <a:avLst/>
            <a:gdLst>
              <a:gd name="connsiteX0" fmla="*/ 0 w 2578100"/>
              <a:gd name="connsiteY0" fmla="*/ 152594 h 152594"/>
              <a:gd name="connsiteX1" fmla="*/ 1371600 w 2578100"/>
              <a:gd name="connsiteY1" fmla="*/ 194 h 152594"/>
              <a:gd name="connsiteX2" fmla="*/ 2578100 w 2578100"/>
              <a:gd name="connsiteY2" fmla="*/ 127194 h 1525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578100" h="152594">
                <a:moveTo>
                  <a:pt x="0" y="152594"/>
                </a:moveTo>
                <a:cubicBezTo>
                  <a:pt x="470958" y="78510"/>
                  <a:pt x="941917" y="4427"/>
                  <a:pt x="1371600" y="194"/>
                </a:cubicBezTo>
                <a:cubicBezTo>
                  <a:pt x="1801283" y="-4039"/>
                  <a:pt x="2189691" y="61577"/>
                  <a:pt x="2578100" y="127194"/>
                </a:cubicBezTo>
              </a:path>
            </a:pathLst>
          </a:custGeom>
          <a:noFill/>
          <a:ln w="25400">
            <a:solidFill>
              <a:srgbClr val="FF0000"/>
            </a:solidFill>
            <a:tailEnd type="stealth" w="lg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zh-CN" altLang="en-US"/>
          </a:p>
        </p:txBody>
      </p:sp>
      <p:sp>
        <p:nvSpPr>
          <p:cNvPr id="52" name="任意多边形 51">
            <a:extLst>
              <a:ext uri="{FF2B5EF4-FFF2-40B4-BE49-F238E27FC236}">
                <a16:creationId xmlns:a16="http://schemas.microsoft.com/office/drawing/2014/main" id="{CD9768E8-4F08-4FD1-B471-C156E5DD7E9D}"/>
              </a:ext>
            </a:extLst>
          </p:cNvPr>
          <p:cNvSpPr/>
          <p:nvPr/>
        </p:nvSpPr>
        <p:spPr>
          <a:xfrm>
            <a:off x="3467100" y="4427538"/>
            <a:ext cx="2400300" cy="142875"/>
          </a:xfrm>
          <a:custGeom>
            <a:avLst/>
            <a:gdLst>
              <a:gd name="connsiteX0" fmla="*/ 0 w 2578100"/>
              <a:gd name="connsiteY0" fmla="*/ 152594 h 152594"/>
              <a:gd name="connsiteX1" fmla="*/ 1371600 w 2578100"/>
              <a:gd name="connsiteY1" fmla="*/ 194 h 152594"/>
              <a:gd name="connsiteX2" fmla="*/ 2578100 w 2578100"/>
              <a:gd name="connsiteY2" fmla="*/ 127194 h 1525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578100" h="152594">
                <a:moveTo>
                  <a:pt x="0" y="152594"/>
                </a:moveTo>
                <a:cubicBezTo>
                  <a:pt x="470958" y="78510"/>
                  <a:pt x="941917" y="4427"/>
                  <a:pt x="1371600" y="194"/>
                </a:cubicBezTo>
                <a:cubicBezTo>
                  <a:pt x="1801283" y="-4039"/>
                  <a:pt x="2189691" y="61577"/>
                  <a:pt x="2578100" y="127194"/>
                </a:cubicBezTo>
              </a:path>
            </a:pathLst>
          </a:custGeom>
          <a:noFill/>
          <a:ln w="25400">
            <a:solidFill>
              <a:srgbClr val="FF0000"/>
            </a:solidFill>
            <a:tailEnd type="stealth" w="lg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zh-CN" altLang="en-US"/>
          </a:p>
        </p:txBody>
      </p:sp>
      <p:sp>
        <p:nvSpPr>
          <p:cNvPr id="53" name="任意多边形 52">
            <a:extLst>
              <a:ext uri="{FF2B5EF4-FFF2-40B4-BE49-F238E27FC236}">
                <a16:creationId xmlns:a16="http://schemas.microsoft.com/office/drawing/2014/main" id="{79DEF148-035B-434F-826F-856F9A988819}"/>
              </a:ext>
            </a:extLst>
          </p:cNvPr>
          <p:cNvSpPr/>
          <p:nvPr/>
        </p:nvSpPr>
        <p:spPr>
          <a:xfrm>
            <a:off x="3494088" y="4621213"/>
            <a:ext cx="2863850" cy="134937"/>
          </a:xfrm>
          <a:custGeom>
            <a:avLst/>
            <a:gdLst>
              <a:gd name="connsiteX0" fmla="*/ 0 w 2578100"/>
              <a:gd name="connsiteY0" fmla="*/ 152594 h 152594"/>
              <a:gd name="connsiteX1" fmla="*/ 1371600 w 2578100"/>
              <a:gd name="connsiteY1" fmla="*/ 194 h 152594"/>
              <a:gd name="connsiteX2" fmla="*/ 2578100 w 2578100"/>
              <a:gd name="connsiteY2" fmla="*/ 127194 h 1525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578100" h="152594">
                <a:moveTo>
                  <a:pt x="0" y="152594"/>
                </a:moveTo>
                <a:cubicBezTo>
                  <a:pt x="470958" y="78510"/>
                  <a:pt x="941917" y="4427"/>
                  <a:pt x="1371600" y="194"/>
                </a:cubicBezTo>
                <a:cubicBezTo>
                  <a:pt x="1801283" y="-4039"/>
                  <a:pt x="2189691" y="61577"/>
                  <a:pt x="2578100" y="127194"/>
                </a:cubicBezTo>
              </a:path>
            </a:pathLst>
          </a:custGeom>
          <a:noFill/>
          <a:ln w="25400">
            <a:solidFill>
              <a:srgbClr val="FF0000"/>
            </a:solidFill>
            <a:tailEnd type="stealth" w="lg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zh-CN" altLang="en-US"/>
          </a:p>
        </p:txBody>
      </p:sp>
      <p:sp>
        <p:nvSpPr>
          <p:cNvPr id="54" name="Freeform 32">
            <a:extLst>
              <a:ext uri="{FF2B5EF4-FFF2-40B4-BE49-F238E27FC236}">
                <a16:creationId xmlns:a16="http://schemas.microsoft.com/office/drawing/2014/main" id="{3A347935-60C7-4976-9440-2D6ABAB9FD57}"/>
              </a:ext>
            </a:extLst>
          </p:cNvPr>
          <p:cNvSpPr>
            <a:spLocks/>
          </p:cNvSpPr>
          <p:nvPr/>
        </p:nvSpPr>
        <p:spPr bwMode="auto">
          <a:xfrm rot="9839600">
            <a:off x="2208768" y="2715302"/>
            <a:ext cx="225811" cy="372201"/>
          </a:xfrm>
          <a:custGeom>
            <a:avLst/>
            <a:gdLst>
              <a:gd name="T0" fmla="*/ 2147483646 w 347"/>
              <a:gd name="T1" fmla="*/ 2147483646 h 589"/>
              <a:gd name="T2" fmla="*/ 2147483646 w 347"/>
              <a:gd name="T3" fmla="*/ 2147483646 h 589"/>
              <a:gd name="T4" fmla="*/ 2147483646 w 347"/>
              <a:gd name="T5" fmla="*/ 0 h 589"/>
              <a:gd name="T6" fmla="*/ 0 60000 65536"/>
              <a:gd name="T7" fmla="*/ 0 60000 65536"/>
              <a:gd name="T8" fmla="*/ 0 60000 65536"/>
              <a:gd name="T9" fmla="*/ 0 w 347"/>
              <a:gd name="T10" fmla="*/ 0 h 589"/>
              <a:gd name="T11" fmla="*/ 347 w 347"/>
              <a:gd name="T12" fmla="*/ 589 h 589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347" h="589">
                <a:moveTo>
                  <a:pt x="166" y="589"/>
                </a:moveTo>
                <a:cubicBezTo>
                  <a:pt x="83" y="456"/>
                  <a:pt x="0" y="324"/>
                  <a:pt x="30" y="226"/>
                </a:cubicBezTo>
                <a:cubicBezTo>
                  <a:pt x="60" y="128"/>
                  <a:pt x="203" y="64"/>
                  <a:pt x="347" y="0"/>
                </a:cubicBezTo>
              </a:path>
            </a:pathLst>
          </a:custGeom>
          <a:noFill/>
          <a:ln w="25400">
            <a:solidFill>
              <a:srgbClr val="FF0000"/>
            </a:solidFill>
            <a:round/>
            <a:headEnd type="stealth" w="lg" len="med"/>
            <a:tailEnd type="none" w="lg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/>
          </a:p>
        </p:txBody>
      </p:sp>
      <p:sp>
        <p:nvSpPr>
          <p:cNvPr id="55" name="任意多边形 46">
            <a:extLst>
              <a:ext uri="{FF2B5EF4-FFF2-40B4-BE49-F238E27FC236}">
                <a16:creationId xmlns:a16="http://schemas.microsoft.com/office/drawing/2014/main" id="{759E16DF-BF8C-4424-A0BD-64B7CD658F44}"/>
              </a:ext>
            </a:extLst>
          </p:cNvPr>
          <p:cNvSpPr/>
          <p:nvPr/>
        </p:nvSpPr>
        <p:spPr bwMode="auto">
          <a:xfrm>
            <a:off x="2299737" y="3185914"/>
            <a:ext cx="714375" cy="785813"/>
          </a:xfrm>
          <a:custGeom>
            <a:avLst/>
            <a:gdLst>
              <a:gd name="connsiteX0" fmla="*/ 0 w 823912"/>
              <a:gd name="connsiteY0" fmla="*/ 1914525 h 1914525"/>
              <a:gd name="connsiteX1" fmla="*/ 609600 w 823912"/>
              <a:gd name="connsiteY1" fmla="*/ 1333500 h 1914525"/>
              <a:gd name="connsiteX2" fmla="*/ 790575 w 823912"/>
              <a:gd name="connsiteY2" fmla="*/ 781050 h 1914525"/>
              <a:gd name="connsiteX3" fmla="*/ 409575 w 823912"/>
              <a:gd name="connsiteY3" fmla="*/ 171450 h 1914525"/>
              <a:gd name="connsiteX4" fmla="*/ 9525 w 823912"/>
              <a:gd name="connsiteY4" fmla="*/ 0 h 1914525"/>
              <a:gd name="connsiteX5" fmla="*/ 9525 w 823912"/>
              <a:gd name="connsiteY5" fmla="*/ 0 h 1914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3912" h="1914525">
                <a:moveTo>
                  <a:pt x="0" y="1914525"/>
                </a:moveTo>
                <a:cubicBezTo>
                  <a:pt x="238919" y="1718468"/>
                  <a:pt x="477838" y="1522412"/>
                  <a:pt x="609600" y="1333500"/>
                </a:cubicBezTo>
                <a:cubicBezTo>
                  <a:pt x="741362" y="1144588"/>
                  <a:pt x="823912" y="974725"/>
                  <a:pt x="790575" y="781050"/>
                </a:cubicBezTo>
                <a:cubicBezTo>
                  <a:pt x="757238" y="587375"/>
                  <a:pt x="539750" y="301625"/>
                  <a:pt x="409575" y="171450"/>
                </a:cubicBezTo>
                <a:cubicBezTo>
                  <a:pt x="279400" y="41275"/>
                  <a:pt x="9525" y="0"/>
                  <a:pt x="9525" y="0"/>
                </a:cubicBezTo>
                <a:lnTo>
                  <a:pt x="9525" y="0"/>
                </a:lnTo>
              </a:path>
            </a:pathLst>
          </a:custGeom>
          <a:ln w="25400">
            <a:solidFill>
              <a:srgbClr val="FF0000"/>
            </a:solidFill>
            <a:headEnd type="none"/>
            <a:tailEnd type="stealth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ctr"/>
          <a:lstStyle/>
          <a:p>
            <a:pPr algn="ctr">
              <a:defRPr/>
            </a:pPr>
            <a:endParaRPr lang="zh-CN" altLang="en-US"/>
          </a:p>
        </p:txBody>
      </p:sp>
      <p:sp>
        <p:nvSpPr>
          <p:cNvPr id="56" name="任意多边形 48">
            <a:extLst>
              <a:ext uri="{FF2B5EF4-FFF2-40B4-BE49-F238E27FC236}">
                <a16:creationId xmlns:a16="http://schemas.microsoft.com/office/drawing/2014/main" id="{49A96C5E-B9AC-43D1-9EB8-F06A0CCFC5D0}"/>
              </a:ext>
            </a:extLst>
          </p:cNvPr>
          <p:cNvSpPr/>
          <p:nvPr/>
        </p:nvSpPr>
        <p:spPr bwMode="auto">
          <a:xfrm>
            <a:off x="2308563" y="2564130"/>
            <a:ext cx="808037" cy="1868488"/>
          </a:xfrm>
          <a:custGeom>
            <a:avLst/>
            <a:gdLst>
              <a:gd name="connsiteX0" fmla="*/ 13252 w 808391"/>
              <a:gd name="connsiteY0" fmla="*/ 1868556 h 1868556"/>
              <a:gd name="connsiteX1" fmla="*/ 808382 w 808391"/>
              <a:gd name="connsiteY1" fmla="*/ 1086678 h 1868556"/>
              <a:gd name="connsiteX2" fmla="*/ 0 w 808391"/>
              <a:gd name="connsiteY2" fmla="*/ 0 h 18685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808391" h="1868556">
                <a:moveTo>
                  <a:pt x="13252" y="1868556"/>
                </a:moveTo>
                <a:cubicBezTo>
                  <a:pt x="411921" y="1633330"/>
                  <a:pt x="810591" y="1398104"/>
                  <a:pt x="808382" y="1086678"/>
                </a:cubicBezTo>
                <a:cubicBezTo>
                  <a:pt x="806173" y="775252"/>
                  <a:pt x="403086" y="387626"/>
                  <a:pt x="0" y="0"/>
                </a:cubicBezTo>
              </a:path>
            </a:pathLst>
          </a:custGeom>
          <a:noFill/>
          <a:ln w="25400">
            <a:solidFill>
              <a:srgbClr val="FF0000"/>
            </a:solidFill>
            <a:tailEnd type="stealth" w="lg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zh-CN" altLang="en-US"/>
          </a:p>
        </p:txBody>
      </p:sp>
      <p:sp>
        <p:nvSpPr>
          <p:cNvPr id="57" name="任意多边形 47">
            <a:extLst>
              <a:ext uri="{FF2B5EF4-FFF2-40B4-BE49-F238E27FC236}">
                <a16:creationId xmlns:a16="http://schemas.microsoft.com/office/drawing/2014/main" id="{BB07279D-6642-49D5-A741-65EEF28292F3}"/>
              </a:ext>
            </a:extLst>
          </p:cNvPr>
          <p:cNvSpPr/>
          <p:nvPr/>
        </p:nvSpPr>
        <p:spPr bwMode="auto">
          <a:xfrm>
            <a:off x="1096948" y="1826306"/>
            <a:ext cx="844550" cy="2890444"/>
          </a:xfrm>
          <a:custGeom>
            <a:avLst/>
            <a:gdLst>
              <a:gd name="connsiteX0" fmla="*/ 313854 w 843941"/>
              <a:gd name="connsiteY0" fmla="*/ 2829944 h 2829944"/>
              <a:gd name="connsiteX1" fmla="*/ 22306 w 843941"/>
              <a:gd name="connsiteY1" fmla="*/ 351788 h 2829944"/>
              <a:gd name="connsiteX2" fmla="*/ 843941 w 843941"/>
              <a:gd name="connsiteY2" fmla="*/ 73492 h 28299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843941" h="2829944">
                <a:moveTo>
                  <a:pt x="313854" y="2829944"/>
                </a:moveTo>
                <a:cubicBezTo>
                  <a:pt x="123906" y="1820570"/>
                  <a:pt x="-66042" y="811197"/>
                  <a:pt x="22306" y="351788"/>
                </a:cubicBezTo>
                <a:cubicBezTo>
                  <a:pt x="110654" y="-107621"/>
                  <a:pt x="477297" y="-17065"/>
                  <a:pt x="843941" y="73492"/>
                </a:cubicBezTo>
              </a:path>
            </a:pathLst>
          </a:custGeom>
          <a:noFill/>
          <a:ln w="25400">
            <a:solidFill>
              <a:srgbClr val="FF0000"/>
            </a:solidFill>
            <a:tailEnd type="stealth" w="lg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zh-CN" altLang="en-US"/>
          </a:p>
        </p:txBody>
      </p:sp>
      <p:sp>
        <p:nvSpPr>
          <p:cNvPr id="58" name="Freeform 32">
            <a:extLst>
              <a:ext uri="{FF2B5EF4-FFF2-40B4-BE49-F238E27FC236}">
                <a16:creationId xmlns:a16="http://schemas.microsoft.com/office/drawing/2014/main" id="{081D374C-5AD8-4EC6-83C0-01602838C17C}"/>
              </a:ext>
            </a:extLst>
          </p:cNvPr>
          <p:cNvSpPr>
            <a:spLocks/>
          </p:cNvSpPr>
          <p:nvPr/>
        </p:nvSpPr>
        <p:spPr bwMode="auto">
          <a:xfrm rot="7422157">
            <a:off x="2367214" y="3850162"/>
            <a:ext cx="467623" cy="835549"/>
          </a:xfrm>
          <a:custGeom>
            <a:avLst/>
            <a:gdLst>
              <a:gd name="T0" fmla="*/ 2147483646 w 347"/>
              <a:gd name="T1" fmla="*/ 2147483646 h 589"/>
              <a:gd name="T2" fmla="*/ 2147483646 w 347"/>
              <a:gd name="T3" fmla="*/ 2147483646 h 589"/>
              <a:gd name="T4" fmla="*/ 2147483646 w 347"/>
              <a:gd name="T5" fmla="*/ 0 h 589"/>
              <a:gd name="T6" fmla="*/ 0 60000 65536"/>
              <a:gd name="T7" fmla="*/ 0 60000 65536"/>
              <a:gd name="T8" fmla="*/ 0 60000 65536"/>
              <a:gd name="T9" fmla="*/ 0 w 347"/>
              <a:gd name="T10" fmla="*/ 0 h 589"/>
              <a:gd name="T11" fmla="*/ 347 w 347"/>
              <a:gd name="T12" fmla="*/ 589 h 589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347" h="589">
                <a:moveTo>
                  <a:pt x="166" y="589"/>
                </a:moveTo>
                <a:cubicBezTo>
                  <a:pt x="83" y="456"/>
                  <a:pt x="0" y="324"/>
                  <a:pt x="30" y="226"/>
                </a:cubicBezTo>
                <a:cubicBezTo>
                  <a:pt x="60" y="128"/>
                  <a:pt x="203" y="64"/>
                  <a:pt x="347" y="0"/>
                </a:cubicBezTo>
              </a:path>
            </a:pathLst>
          </a:custGeom>
          <a:noFill/>
          <a:ln w="25400">
            <a:solidFill>
              <a:srgbClr val="FF0000"/>
            </a:solidFill>
            <a:round/>
            <a:headEnd type="stealth" w="lg" len="med"/>
            <a:tailEnd type="none" w="lg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14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0414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0414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0414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53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15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04150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04150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0415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53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15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104150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04150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0415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 nodeType="clickPar">
                      <p:stCondLst>
                        <p:cond delay="indefinite"/>
                      </p:stCondLst>
                      <p:childTnLst>
                        <p:par>
                          <p:cTn id="4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"/>
                            </p:stCondLst>
                            <p:childTnLst>
                              <p:par>
                                <p:cTn id="50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2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1000"/>
                            </p:stCondLst>
                            <p:childTnLst>
                              <p:par>
                                <p:cTn id="54" presetID="5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14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6" dur="500" fill="hold"/>
                                        <p:tgtEl>
                                          <p:spTgt spid="10414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500" fill="hold"/>
                                        <p:tgtEl>
                                          <p:spTgt spid="10414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0414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14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10414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500" fill="hold"/>
                                        <p:tgtEl>
                                          <p:spTgt spid="10414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0414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 nodeType="clickPar">
                      <p:stCondLst>
                        <p:cond delay="indefinite"/>
                      </p:stCondLst>
                      <p:childTnLst>
                        <p:par>
                          <p:cTn id="6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6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500"/>
                            </p:stCondLst>
                            <p:childTnLst>
                              <p:par>
                                <p:cTn id="72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4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 nodeType="afterGroup">
                            <p:stCondLst>
                              <p:cond delay="1000"/>
                            </p:stCondLst>
                            <p:childTnLst>
                              <p:par>
                                <p:cTn id="76" presetID="5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14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500" fill="hold"/>
                                        <p:tgtEl>
                                          <p:spTgt spid="10414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500" fill="hold"/>
                                        <p:tgtEl>
                                          <p:spTgt spid="10414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10414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 nodeType="clickPar">
                      <p:stCondLst>
                        <p:cond delay="indefinite"/>
                      </p:stCondLst>
                      <p:childTnLst>
                        <p:par>
                          <p:cTn id="8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3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5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6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" fill="hold">
                            <p:stCondLst>
                              <p:cond delay="500"/>
                            </p:stCondLst>
                            <p:childTnLst>
                              <p:par>
                                <p:cTn id="89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1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" fill="hold" nodeType="afterGroup">
                            <p:stCondLst>
                              <p:cond delay="1000"/>
                            </p:stCondLst>
                            <p:childTnLst>
                              <p:par>
                                <p:cTn id="93" presetID="5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14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5" dur="500" fill="hold"/>
                                        <p:tgtEl>
                                          <p:spTgt spid="10414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6" dur="500" fill="hold"/>
                                        <p:tgtEl>
                                          <p:spTgt spid="10414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10414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 nodeType="clickPar">
                      <p:stCondLst>
                        <p:cond delay="indefinite"/>
                      </p:stCondLst>
                      <p:childTnLst>
                        <p:par>
                          <p:cTn id="9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0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2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3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4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5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106" presetID="5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14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8" dur="500" fill="hold"/>
                                        <p:tgtEl>
                                          <p:spTgt spid="10414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500" fill="hold"/>
                                        <p:tgtEl>
                                          <p:spTgt spid="10414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0" dur="500"/>
                                        <p:tgtEl>
                                          <p:spTgt spid="10414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3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4" fill="hold" nodeType="clickPar">
                      <p:stCondLst>
                        <p:cond delay="indefinite"/>
                      </p:stCondLst>
                      <p:childTnLst>
                        <p:par>
                          <p:cTn id="11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6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8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9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0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1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122" presetID="5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14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4" dur="500" fill="hold"/>
                                        <p:tgtEl>
                                          <p:spTgt spid="10414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5" dur="500" fill="hold"/>
                                        <p:tgtEl>
                                          <p:spTgt spid="10414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6" dur="500"/>
                                        <p:tgtEl>
                                          <p:spTgt spid="10414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9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41506" grpId="0" animBg="1"/>
      <p:bldP spid="1041507" grpId="0" animBg="1"/>
      <p:bldP spid="54" grpId="0" animBg="1"/>
      <p:bldP spid="55" grpId="0" animBg="1"/>
      <p:bldP spid="56" grpId="0" animBg="1"/>
      <p:bldP spid="57" grpId="0" animBg="1"/>
      <p:bldP spid="58" grpId="0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066" name="Rectangle 2">
            <a:extLst>
              <a:ext uri="{FF2B5EF4-FFF2-40B4-BE49-F238E27FC236}">
                <a16:creationId xmlns:a16="http://schemas.microsoft.com/office/drawing/2014/main" id="{C2C185C5-49A9-4AA5-BAF6-20ABF78FA8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自然循环</a:t>
            </a:r>
            <a:r>
              <a:rPr lang="en-US" altLang="zh-CN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 </a:t>
            </a:r>
            <a:r>
              <a:rPr lang="en-US" altLang="zh-CN" sz="2500">
                <a:solidFill>
                  <a:schemeClr val="tx1"/>
                </a:solidFill>
                <a:ea typeface="楷体_GB2312" charset="0"/>
                <a:cs typeface="Times New Roman" panose="02020603050405020304" pitchFamily="18" charset="0"/>
              </a:rPr>
              <a:t>(</a:t>
            </a:r>
            <a:r>
              <a:rPr lang="en-US" altLang="zh-CN" sz="2500" i="1">
                <a:solidFill>
                  <a:schemeClr val="tx1"/>
                </a:solidFill>
                <a:ea typeface="楷体_GB2312" charset="0"/>
                <a:cs typeface="Times New Roman" panose="02020603050405020304" pitchFamily="18" charset="0"/>
              </a:rPr>
              <a:t>Natural Loops</a:t>
            </a:r>
            <a:r>
              <a:rPr lang="en-US" altLang="zh-CN" sz="2500">
                <a:solidFill>
                  <a:schemeClr val="tx1"/>
                </a:solidFill>
                <a:ea typeface="楷体_GB2312" charset="0"/>
                <a:cs typeface="Times New Roman" panose="02020603050405020304" pitchFamily="18" charset="0"/>
              </a:rPr>
              <a:t>)</a:t>
            </a:r>
          </a:p>
        </p:txBody>
      </p:sp>
      <p:sp>
        <p:nvSpPr>
          <p:cNvPr id="18" name="Rectangle 3">
            <a:extLst>
              <a:ext uri="{FF2B5EF4-FFF2-40B4-BE49-F238E27FC236}">
                <a16:creationId xmlns:a16="http://schemas.microsoft.com/office/drawing/2014/main" id="{B9AE1ABB-4D89-4614-AB66-4494975BDDF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8313" y="836613"/>
            <a:ext cx="8218487" cy="3490912"/>
          </a:xfrm>
          <a:prstGeom prst="rect">
            <a:avLst/>
          </a:prstGeom>
          <a:noFill/>
        </p:spPr>
        <p:txBody>
          <a:bodyPr lIns="68580" tIns="34290" rIns="68580" bIns="34290"/>
          <a:lstStyle>
            <a:lvl1pPr marL="271463" indent="-27146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400" kern="1200" baseline="0">
                <a:solidFill>
                  <a:schemeClr val="tx2"/>
                </a:solidFill>
                <a:latin typeface="Times New Roman" panose="02020603050405020304" pitchFamily="18" charset="0"/>
                <a:ea typeface="+mn-ea"/>
                <a:cs typeface="+mn-cs"/>
              </a:defRPr>
            </a:lvl1pPr>
            <a:lvl2pPr marL="574675" indent="-27146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200" kern="1200" baseline="0">
                <a:solidFill>
                  <a:schemeClr val="tx2"/>
                </a:solidFill>
                <a:latin typeface="Times New Roman" panose="02020603050405020304" pitchFamily="18" charset="0"/>
                <a:ea typeface="+mn-ea"/>
                <a:cs typeface="+mn-cs"/>
              </a:defRPr>
            </a:lvl2pPr>
            <a:lvl3pPr marL="854075" indent="-22701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 kern="1200" baseline="0">
                <a:solidFill>
                  <a:schemeClr val="tx2"/>
                </a:solidFill>
                <a:latin typeface="Times New Roman" panose="02020603050405020304" pitchFamily="18" charset="0"/>
                <a:ea typeface="+mn-ea"/>
                <a:cs typeface="+mn-cs"/>
              </a:defRPr>
            </a:lvl3pPr>
            <a:lvl4pPr marL="1141413" indent="-22701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 kern="1200" baseline="0">
                <a:solidFill>
                  <a:schemeClr val="tx2"/>
                </a:solidFill>
                <a:latin typeface="Times New Roman" panose="02020603050405020304" pitchFamily="18" charset="0"/>
                <a:ea typeface="+mn-ea"/>
                <a:cs typeface="+mn-cs"/>
              </a:defRPr>
            </a:lvl4pPr>
            <a:lvl5pPr marL="1460500" indent="-22701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 kern="1200" baseline="0">
                <a:solidFill>
                  <a:schemeClr val="tx2"/>
                </a:solidFill>
                <a:latin typeface="Times New Roman" panose="02020603050405020304" pitchFamily="18" charset="0"/>
                <a:ea typeface="+mn-ea"/>
                <a:cs typeface="+mn-cs"/>
              </a:defRPr>
            </a:lvl5pPr>
            <a:lvl6pPr marL="1783036" indent="-228594" algn="l" defTabSz="914378" rtl="0" eaLnBrk="1" latinLnBrk="0" hangingPunct="1">
              <a:spcBef>
                <a:spcPts val="384"/>
              </a:spcBef>
              <a:buClr>
                <a:schemeClr val="accent1"/>
              </a:buClr>
              <a:buFont typeface="Symbol" pitchFamily="18" charset="2"/>
              <a:buChar char="*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103068" indent="-228594" algn="l" defTabSz="914378" rtl="0" eaLnBrk="1" latinLnBrk="0" hangingPunct="1">
              <a:spcBef>
                <a:spcPts val="384"/>
              </a:spcBef>
              <a:buClr>
                <a:schemeClr val="accent1"/>
              </a:buClr>
              <a:buFont typeface="Symbol" pitchFamily="18" charset="2"/>
              <a:buChar char="*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423099" indent="-228594" algn="l" defTabSz="914378" rtl="0" eaLnBrk="1" latinLnBrk="0" hangingPunct="1">
              <a:spcBef>
                <a:spcPts val="384"/>
              </a:spcBef>
              <a:buClr>
                <a:schemeClr val="accent1"/>
              </a:buClr>
              <a:buFont typeface="Symbol" pitchFamily="18" charset="2"/>
              <a:buChar char="*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743132" indent="-228594" algn="l" defTabSz="914378" rtl="0" eaLnBrk="1" latinLnBrk="0" hangingPunct="1">
              <a:spcBef>
                <a:spcPts val="384"/>
              </a:spcBef>
              <a:buClr>
                <a:schemeClr val="accent1"/>
              </a:buClr>
              <a:buFont typeface="Symbol" pitchFamily="18" charset="2"/>
              <a:buChar char="*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hangingPunct="1">
              <a:lnSpc>
                <a:spcPts val="2900"/>
              </a:lnSpc>
              <a:buClr>
                <a:schemeClr val="tx1"/>
              </a:buClr>
              <a:buFont typeface="Wingdings" panose="05000000000000000000" pitchFamily="2" charset="2"/>
              <a:buChar char="Ø"/>
              <a:defRPr/>
            </a:pPr>
            <a:r>
              <a:rPr lang="zh-CN" altLang="en-US" sz="2500" dirty="0">
                <a:solidFill>
                  <a:schemeClr val="tx1"/>
                </a:solidFill>
                <a:cs typeface="Times New Roman" panose="02020603050405020304" pitchFamily="18" charset="0"/>
              </a:rPr>
              <a:t>从程序分析的角度来看，</a:t>
            </a:r>
            <a:r>
              <a:rPr lang="zh-CN" altLang="en-US" sz="2500" dirty="0">
                <a:solidFill>
                  <a:srgbClr val="0070C0"/>
                </a:solidFill>
                <a:cs typeface="Times New Roman" panose="02020603050405020304" pitchFamily="18" charset="0"/>
              </a:rPr>
              <a:t>循环在代码中以什么形式出现</a:t>
            </a:r>
            <a:r>
              <a:rPr lang="zh-CN" altLang="en-US" sz="2500" dirty="0">
                <a:solidFill>
                  <a:schemeClr val="tx1"/>
                </a:solidFill>
                <a:cs typeface="Times New Roman" panose="02020603050405020304" pitchFamily="18" charset="0"/>
              </a:rPr>
              <a:t>并不重要，重要的是它是否具有</a:t>
            </a:r>
            <a:r>
              <a:rPr lang="zh-CN" altLang="en-US" sz="2500" dirty="0">
                <a:solidFill>
                  <a:srgbClr val="0070C0"/>
                </a:solidFill>
                <a:cs typeface="Times New Roman" panose="02020603050405020304" pitchFamily="18" charset="0"/>
              </a:rPr>
              <a:t>易于优化的性质</a:t>
            </a:r>
          </a:p>
          <a:p>
            <a:pPr eaLnBrk="1" hangingPunct="1">
              <a:lnSpc>
                <a:spcPts val="2900"/>
              </a:lnSpc>
              <a:buClr>
                <a:schemeClr val="tx1"/>
              </a:buClr>
              <a:buFont typeface="Wingdings" panose="05000000000000000000" pitchFamily="2" charset="2"/>
              <a:buChar char="Ø"/>
              <a:defRPr/>
            </a:pPr>
            <a:r>
              <a:rPr lang="zh-CN" altLang="en-US" sz="2500" dirty="0">
                <a:solidFill>
                  <a:srgbClr val="FF0000"/>
                </a:solidFill>
                <a:cs typeface="Times New Roman" panose="02020603050405020304" pitchFamily="18" charset="0"/>
              </a:rPr>
              <a:t>自然循环</a:t>
            </a:r>
            <a:r>
              <a:rPr lang="zh-CN" altLang="en-US" sz="2500" dirty="0">
                <a:solidFill>
                  <a:schemeClr val="tx1"/>
                </a:solidFill>
                <a:cs typeface="Times New Roman" panose="02020603050405020304" pitchFamily="18" charset="0"/>
              </a:rPr>
              <a:t>是一种</a:t>
            </a:r>
            <a:r>
              <a:rPr lang="zh-CN" altLang="en-US" sz="2500" dirty="0">
                <a:solidFill>
                  <a:srgbClr val="0070C0"/>
                </a:solidFill>
                <a:cs typeface="Times New Roman" panose="02020603050405020304" pitchFamily="18" charset="0"/>
              </a:rPr>
              <a:t>适合于优化</a:t>
            </a:r>
            <a:r>
              <a:rPr lang="zh-CN" altLang="en-US" sz="2500" dirty="0">
                <a:solidFill>
                  <a:schemeClr val="tx1"/>
                </a:solidFill>
                <a:cs typeface="Times New Roman" panose="02020603050405020304" pitchFamily="18" charset="0"/>
              </a:rPr>
              <a:t>的循环，它满足以下性质</a:t>
            </a:r>
          </a:p>
          <a:p>
            <a:pPr lvl="1" eaLnBrk="1" hangingPunct="1">
              <a:lnSpc>
                <a:spcPts val="2900"/>
              </a:lnSpc>
              <a:buClr>
                <a:schemeClr val="tx1"/>
              </a:buClr>
              <a:buFont typeface="Wingdings" panose="05000000000000000000" pitchFamily="2" charset="2"/>
              <a:buChar char="Ø"/>
              <a:defRPr/>
            </a:pPr>
            <a:r>
              <a:rPr lang="zh-CN" altLang="en-US" dirty="0">
                <a:solidFill>
                  <a:srgbClr val="0070C0"/>
                </a:solidFill>
                <a:cs typeface="Times New Roman" panose="02020603050405020304" pitchFamily="18" charset="0"/>
              </a:rPr>
              <a:t>具有</a:t>
            </a:r>
            <a:r>
              <a:rPr lang="zh-CN" altLang="en-US" u="sng" dirty="0">
                <a:solidFill>
                  <a:srgbClr val="0070C0"/>
                </a:solidFill>
                <a:cs typeface="Times New Roman" panose="02020603050405020304" pitchFamily="18" charset="0"/>
              </a:rPr>
              <a:t>唯一</a:t>
            </a:r>
            <a:r>
              <a:rPr lang="zh-CN" altLang="en-US" dirty="0">
                <a:solidFill>
                  <a:srgbClr val="0070C0"/>
                </a:solidFill>
                <a:cs typeface="Times New Roman" panose="02020603050405020304" pitchFamily="18" charset="0"/>
              </a:rPr>
              <a:t>的入口</a:t>
            </a:r>
            <a:r>
              <a:rPr lang="zh-CN" altLang="en-US" dirty="0">
                <a:solidFill>
                  <a:srgbClr val="0070C0"/>
                </a:solidFill>
                <a:latin typeface="+mn-ea"/>
                <a:cs typeface="Times New Roman" pitchFamily="18" charset="0"/>
              </a:rPr>
              <a:t>结</a:t>
            </a:r>
            <a:r>
              <a:rPr lang="zh-CN" altLang="en-US" dirty="0">
                <a:solidFill>
                  <a:srgbClr val="0070C0"/>
                </a:solidFill>
                <a:cs typeface="Times New Roman" panose="02020603050405020304" pitchFamily="18" charset="0"/>
              </a:rPr>
              <a:t>点</a:t>
            </a:r>
            <a:r>
              <a:rPr lang="zh-CN" altLang="en-US" dirty="0">
                <a:solidFill>
                  <a:schemeClr val="tx1"/>
                </a:solidFill>
                <a:cs typeface="Times New Roman" panose="02020603050405020304" pitchFamily="18" charset="0"/>
              </a:rPr>
              <a:t>，称为</a:t>
            </a:r>
            <a:r>
              <a:rPr lang="zh-CN" altLang="en-US" dirty="0">
                <a:solidFill>
                  <a:srgbClr val="FF0000"/>
                </a:solidFill>
                <a:cs typeface="Times New Roman" panose="02020603050405020304" pitchFamily="18" charset="0"/>
              </a:rPr>
              <a:t>首</a:t>
            </a:r>
            <a:r>
              <a:rPr lang="zh-CN" altLang="en-US" dirty="0">
                <a:solidFill>
                  <a:srgbClr val="FF0000"/>
                </a:solidFill>
                <a:latin typeface="+mn-ea"/>
                <a:cs typeface="Times New Roman" pitchFamily="18" charset="0"/>
              </a:rPr>
              <a:t>结</a:t>
            </a:r>
            <a:r>
              <a:rPr lang="zh-CN" altLang="en-US" dirty="0">
                <a:solidFill>
                  <a:srgbClr val="FF0000"/>
                </a:solidFill>
                <a:cs typeface="Times New Roman" panose="02020603050405020304" pitchFamily="18" charset="0"/>
              </a:rPr>
              <a:t>点</a:t>
            </a:r>
            <a:r>
              <a:rPr lang="en-US" altLang="zh-CN" sz="2400" dirty="0">
                <a:solidFill>
                  <a:schemeClr val="tx1"/>
                </a:solidFill>
                <a:cs typeface="Times New Roman" panose="02020603050405020304" pitchFamily="18" charset="0"/>
              </a:rPr>
              <a:t>(</a:t>
            </a:r>
            <a:r>
              <a:rPr lang="zh-CN" altLang="en-US" sz="2400" dirty="0">
                <a:solidFill>
                  <a:srgbClr val="0070C0"/>
                </a:solidFill>
                <a:cs typeface="Times New Roman" panose="02020603050405020304" pitchFamily="18" charset="0"/>
              </a:rPr>
              <a:t>循环头</a:t>
            </a:r>
            <a:r>
              <a:rPr lang="zh-CN" altLang="en-US" sz="2400" dirty="0">
                <a:solidFill>
                  <a:schemeClr val="tx1"/>
                </a:solidFill>
                <a:cs typeface="Times New Roman" panose="02020603050405020304" pitchFamily="18" charset="0"/>
              </a:rPr>
              <a:t>结点，</a:t>
            </a:r>
            <a:r>
              <a:rPr lang="en-US" altLang="zh-CN" sz="2400" i="1" dirty="0">
                <a:solidFill>
                  <a:schemeClr val="tx1"/>
                </a:solidFill>
                <a:cs typeface="Times New Roman" panose="02020603050405020304" pitchFamily="18" charset="0"/>
              </a:rPr>
              <a:t>header</a:t>
            </a:r>
            <a:r>
              <a:rPr lang="en-US" altLang="zh-CN" sz="2400" dirty="0">
                <a:solidFill>
                  <a:schemeClr val="tx1"/>
                </a:solidFill>
                <a:cs typeface="Times New Roman" panose="02020603050405020304" pitchFamily="18" charset="0"/>
              </a:rPr>
              <a:t>)</a:t>
            </a:r>
          </a:p>
          <a:p>
            <a:pPr lvl="2" eaLnBrk="1" hangingPunct="1">
              <a:lnSpc>
                <a:spcPts val="2900"/>
              </a:lnSpc>
              <a:buClr>
                <a:schemeClr val="tx1"/>
              </a:buClr>
              <a:buFont typeface="Wingdings" panose="05000000000000000000" pitchFamily="2" charset="2"/>
              <a:buChar char="Ø"/>
              <a:defRPr/>
            </a:pPr>
            <a:r>
              <a:rPr lang="zh-CN" altLang="en-US" sz="2200" dirty="0">
                <a:solidFill>
                  <a:srgbClr val="0070C0"/>
                </a:solidFill>
                <a:cs typeface="Times New Roman" panose="02020603050405020304" pitchFamily="18" charset="0"/>
              </a:rPr>
              <a:t>首结点支配循环中的所有结点</a:t>
            </a:r>
          </a:p>
          <a:p>
            <a:pPr lvl="1" eaLnBrk="1" hangingPunct="1">
              <a:lnSpc>
                <a:spcPts val="2900"/>
              </a:lnSpc>
              <a:buClr>
                <a:schemeClr val="tx1"/>
              </a:buClr>
              <a:buFont typeface="Wingdings" panose="05000000000000000000" pitchFamily="2" charset="2"/>
              <a:buChar char="Ø"/>
              <a:defRPr/>
            </a:pPr>
            <a:r>
              <a:rPr lang="zh-CN" altLang="en-US" dirty="0">
                <a:solidFill>
                  <a:schemeClr val="tx1"/>
                </a:solidFill>
                <a:cs typeface="Times New Roman" panose="02020603050405020304" pitchFamily="18" charset="0"/>
              </a:rPr>
              <a:t>循环中至少有一条</a:t>
            </a:r>
            <a:r>
              <a:rPr lang="zh-CN" altLang="en-US" dirty="0">
                <a:solidFill>
                  <a:srgbClr val="0070C0"/>
                </a:solidFill>
                <a:cs typeface="Times New Roman" panose="02020603050405020304" pitchFamily="18" charset="0"/>
              </a:rPr>
              <a:t>返回首结点的</a:t>
            </a:r>
            <a:r>
              <a:rPr lang="zh-CN" altLang="en-US" dirty="0">
                <a:solidFill>
                  <a:srgbClr val="FF0000"/>
                </a:solidFill>
                <a:cs typeface="Times New Roman" panose="02020603050405020304" pitchFamily="18" charset="0"/>
              </a:rPr>
              <a:t>回边</a:t>
            </a:r>
            <a:r>
              <a:rPr lang="zh-CN" altLang="en-US" dirty="0">
                <a:solidFill>
                  <a:schemeClr val="tx1"/>
                </a:solidFill>
                <a:cs typeface="Times New Roman" panose="02020603050405020304" pitchFamily="18" charset="0"/>
              </a:rPr>
              <a:t>，否则，控制就不可能从“循环”中直接回到循环头，也就无法构成循环</a:t>
            </a:r>
          </a:p>
          <a:p>
            <a:pPr eaLnBrk="1" hangingPunct="1">
              <a:lnSpc>
                <a:spcPts val="2900"/>
              </a:lnSpc>
              <a:buClr>
                <a:schemeClr val="tx1"/>
              </a:buClr>
              <a:buFont typeface="Wingdings" panose="05000000000000000000" pitchFamily="2" charset="2"/>
              <a:buChar char="Ø"/>
              <a:defRPr/>
            </a:pPr>
            <a:r>
              <a:rPr lang="zh-CN" altLang="en-US" sz="2500" dirty="0">
                <a:solidFill>
                  <a:schemeClr val="tx1"/>
                </a:solidFill>
                <a:cs typeface="Times New Roman" panose="02020603050405020304" pitchFamily="18" charset="0"/>
              </a:rPr>
              <a:t> 非自然循环的例子</a:t>
            </a:r>
          </a:p>
        </p:txBody>
      </p:sp>
      <p:grpSp>
        <p:nvGrpSpPr>
          <p:cNvPr id="2" name="组合 22">
            <a:extLst>
              <a:ext uri="{FF2B5EF4-FFF2-40B4-BE49-F238E27FC236}">
                <a16:creationId xmlns:a16="http://schemas.microsoft.com/office/drawing/2014/main" id="{28265647-80DA-43D4-BA6D-ED41F63C06C7}"/>
              </a:ext>
            </a:extLst>
          </p:cNvPr>
          <p:cNvGrpSpPr>
            <a:grpSpLocks/>
          </p:cNvGrpSpPr>
          <p:nvPr/>
        </p:nvGrpSpPr>
        <p:grpSpPr bwMode="auto">
          <a:xfrm>
            <a:off x="3348038" y="3743325"/>
            <a:ext cx="2438400" cy="1281113"/>
            <a:chOff x="3347864" y="3810892"/>
            <a:chExt cx="2438400" cy="1281138"/>
          </a:xfrm>
        </p:grpSpPr>
        <p:sp>
          <p:nvSpPr>
            <p:cNvPr id="216069" name="Line 19">
              <a:extLst>
                <a:ext uri="{FF2B5EF4-FFF2-40B4-BE49-F238E27FC236}">
                  <a16:creationId xmlns:a16="http://schemas.microsoft.com/office/drawing/2014/main" id="{59B57DED-D217-493A-9D79-7937E8643B93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779416" y="4227263"/>
              <a:ext cx="554442" cy="360693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 type="stealth" w="lg" len="lg"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lIns="68580" tIns="34290" rIns="68580" bIns="34290" anchor="ctr"/>
            <a:lstStyle/>
            <a:p>
              <a:endParaRPr lang="zh-CN" altLang="en-US"/>
            </a:p>
          </p:txBody>
        </p:sp>
        <p:sp>
          <p:nvSpPr>
            <p:cNvPr id="11" name="Oval 73">
              <a:extLst>
                <a:ext uri="{FF2B5EF4-FFF2-40B4-BE49-F238E27FC236}">
                  <a16:creationId xmlns:a16="http://schemas.microsoft.com/office/drawing/2014/main" id="{67B50800-CAED-454A-A746-FFDF62479C9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0989" y="3810892"/>
              <a:ext cx="566737" cy="560399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lIns="27000" tIns="34290" rIns="68580" bIns="34290" anchor="ctr"/>
            <a:lstStyle/>
            <a:p>
              <a:pPr eaLnBrk="1" hangingPunct="1">
                <a:defRPr/>
              </a:pPr>
              <a:endParaRPr lang="en-US" altLang="zh-CN" b="0" i="1" baseline="-25000">
                <a:latin typeface="Times New Roman" panose="02020603050405020304" pitchFamily="18" charset="0"/>
                <a:cs typeface="楷体_GB2312" charset="0"/>
              </a:endParaRPr>
            </a:p>
          </p:txBody>
        </p:sp>
        <p:sp>
          <p:nvSpPr>
            <p:cNvPr id="12" name="Oval 73">
              <a:extLst>
                <a:ext uri="{FF2B5EF4-FFF2-40B4-BE49-F238E27FC236}">
                  <a16:creationId xmlns:a16="http://schemas.microsoft.com/office/drawing/2014/main" id="{A32C9CCE-EA5C-4AD4-9A9A-42C72AD6C6E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47864" y="4531631"/>
              <a:ext cx="566737" cy="560399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lIns="27000" tIns="34290" rIns="68580" bIns="34290" anchor="ctr"/>
            <a:lstStyle/>
            <a:p>
              <a:pPr eaLnBrk="1" hangingPunct="1">
                <a:defRPr/>
              </a:pPr>
              <a:endParaRPr lang="en-US" altLang="zh-CN" b="0" i="1" baseline="-25000">
                <a:latin typeface="Times New Roman" panose="02020603050405020304" pitchFamily="18" charset="0"/>
                <a:cs typeface="楷体_GB2312" charset="0"/>
              </a:endParaRPr>
            </a:p>
          </p:txBody>
        </p:sp>
        <p:sp>
          <p:nvSpPr>
            <p:cNvPr id="13" name="Oval 73">
              <a:extLst>
                <a:ext uri="{FF2B5EF4-FFF2-40B4-BE49-F238E27FC236}">
                  <a16:creationId xmlns:a16="http://schemas.microsoft.com/office/drawing/2014/main" id="{E70D457F-24F4-4909-9F5C-3E3918AA600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19526" y="4531631"/>
              <a:ext cx="566738" cy="560399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lIns="27000" tIns="34290" rIns="68580" bIns="34290" anchor="ctr"/>
            <a:lstStyle/>
            <a:p>
              <a:pPr eaLnBrk="1" hangingPunct="1">
                <a:defRPr/>
              </a:pPr>
              <a:endParaRPr lang="en-US" altLang="zh-CN" b="0" i="1" baseline="-25000">
                <a:latin typeface="Times New Roman" panose="02020603050405020304" pitchFamily="18" charset="0"/>
                <a:cs typeface="楷体_GB2312" charset="0"/>
              </a:endParaRPr>
            </a:p>
          </p:txBody>
        </p:sp>
        <p:sp>
          <p:nvSpPr>
            <p:cNvPr id="216073" name="Line 19">
              <a:extLst>
                <a:ext uri="{FF2B5EF4-FFF2-40B4-BE49-F238E27FC236}">
                  <a16:creationId xmlns:a16="http://schemas.microsoft.com/office/drawing/2014/main" id="{70243EEF-CF9C-444C-85D9-394F48F698CE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4756456" y="4227263"/>
              <a:ext cx="607210" cy="36069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 type="stealth" w="lg" len="lg"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lIns="68580" tIns="34290" rIns="68580" bIns="34290" anchor="ctr"/>
            <a:lstStyle/>
            <a:p>
              <a:endParaRPr lang="zh-CN" altLang="en-US"/>
            </a:p>
          </p:txBody>
        </p:sp>
        <p:sp>
          <p:nvSpPr>
            <p:cNvPr id="216074" name="Text Box 51">
              <a:extLst>
                <a:ext uri="{FF2B5EF4-FFF2-40B4-BE49-F238E27FC236}">
                  <a16:creationId xmlns:a16="http://schemas.microsoft.com/office/drawing/2014/main" id="{2C5151AB-F681-493A-BA02-0D79879935C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383219" y="3910981"/>
              <a:ext cx="247662" cy="40780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>
              <a:spAutoFit/>
            </a:bodyPr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kumimoji="1" lang="en-US" altLang="zh-CN" sz="2200" i="1">
                  <a:latin typeface="Times New Roman" panose="02020603050405020304" pitchFamily="18" charset="0"/>
                </a:rPr>
                <a:t>1</a:t>
              </a:r>
            </a:p>
          </p:txBody>
        </p:sp>
        <p:sp>
          <p:nvSpPr>
            <p:cNvPr id="216075" name="Text Box 51">
              <a:extLst>
                <a:ext uri="{FF2B5EF4-FFF2-40B4-BE49-F238E27FC236}">
                  <a16:creationId xmlns:a16="http://schemas.microsoft.com/office/drawing/2014/main" id="{F04B840F-48C0-414C-B0FE-070064FEAE5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91371" y="4612202"/>
              <a:ext cx="247662" cy="40780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>
              <a:spAutoFit/>
            </a:bodyPr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kumimoji="1" lang="en-US" altLang="zh-CN" sz="2200" i="1">
                  <a:latin typeface="Times New Roman" panose="02020603050405020304" pitchFamily="18" charset="0"/>
                </a:rPr>
                <a:t>2</a:t>
              </a:r>
            </a:p>
          </p:txBody>
        </p:sp>
        <p:sp>
          <p:nvSpPr>
            <p:cNvPr id="216076" name="Text Box 51">
              <a:extLst>
                <a:ext uri="{FF2B5EF4-FFF2-40B4-BE49-F238E27FC236}">
                  <a16:creationId xmlns:a16="http://schemas.microsoft.com/office/drawing/2014/main" id="{11CFC174-B973-46C6-92B4-626C3D4D77B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363667" y="4612202"/>
              <a:ext cx="247662" cy="40780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>
              <a:spAutoFit/>
            </a:bodyPr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kumimoji="1" lang="en-US" altLang="zh-CN" sz="2200" i="1">
                  <a:latin typeface="Times New Roman" panose="02020603050405020304" pitchFamily="18" charset="0"/>
                </a:rPr>
                <a:t>3</a:t>
              </a:r>
            </a:p>
          </p:txBody>
        </p:sp>
        <p:sp>
          <p:nvSpPr>
            <p:cNvPr id="4" name="任意多边形 3">
              <a:extLst>
                <a:ext uri="{FF2B5EF4-FFF2-40B4-BE49-F238E27FC236}">
                  <a16:creationId xmlns:a16="http://schemas.microsoft.com/office/drawing/2014/main" id="{D01F453D-441F-4033-9348-EBA9C4292E90}"/>
                </a:ext>
              </a:extLst>
            </p:cNvPr>
            <p:cNvSpPr/>
            <p:nvPr/>
          </p:nvSpPr>
          <p:spPr>
            <a:xfrm>
              <a:off x="3930476" y="4558620"/>
              <a:ext cx="1309688" cy="163515"/>
            </a:xfrm>
            <a:custGeom>
              <a:avLst/>
              <a:gdLst>
                <a:gd name="connsiteX0" fmla="*/ 0 w 1310185"/>
                <a:gd name="connsiteY0" fmla="*/ 136686 h 163981"/>
                <a:gd name="connsiteX1" fmla="*/ 573206 w 1310185"/>
                <a:gd name="connsiteY1" fmla="*/ 208 h 163981"/>
                <a:gd name="connsiteX2" fmla="*/ 1310185 w 1310185"/>
                <a:gd name="connsiteY2" fmla="*/ 163981 h 1639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10185" h="163981">
                  <a:moveTo>
                    <a:pt x="0" y="136686"/>
                  </a:moveTo>
                  <a:cubicBezTo>
                    <a:pt x="177421" y="66172"/>
                    <a:pt x="354842" y="-4341"/>
                    <a:pt x="573206" y="208"/>
                  </a:cubicBezTo>
                  <a:cubicBezTo>
                    <a:pt x="791570" y="4757"/>
                    <a:pt x="1050877" y="84369"/>
                    <a:pt x="1310185" y="163981"/>
                  </a:cubicBezTo>
                </a:path>
              </a:pathLst>
            </a:custGeom>
            <a:noFill/>
            <a:ln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/>
            </a:p>
          </p:txBody>
        </p:sp>
        <p:sp>
          <p:nvSpPr>
            <p:cNvPr id="22" name="任意多边形 21">
              <a:extLst>
                <a:ext uri="{FF2B5EF4-FFF2-40B4-BE49-F238E27FC236}">
                  <a16:creationId xmlns:a16="http://schemas.microsoft.com/office/drawing/2014/main" id="{2452FBBB-8331-4395-801E-67B472E080C7}"/>
                </a:ext>
              </a:extLst>
            </p:cNvPr>
            <p:cNvSpPr/>
            <p:nvPr/>
          </p:nvSpPr>
          <p:spPr>
            <a:xfrm>
              <a:off x="3944764" y="4885651"/>
              <a:ext cx="1295400" cy="136528"/>
            </a:xfrm>
            <a:custGeom>
              <a:avLst/>
              <a:gdLst>
                <a:gd name="connsiteX0" fmla="*/ 1296537 w 1296537"/>
                <a:gd name="connsiteY0" fmla="*/ 13647 h 136537"/>
                <a:gd name="connsiteX1" fmla="*/ 573206 w 1296537"/>
                <a:gd name="connsiteY1" fmla="*/ 136477 h 136537"/>
                <a:gd name="connsiteX2" fmla="*/ 0 w 1296537"/>
                <a:gd name="connsiteY2" fmla="*/ 0 h 1365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96537" h="136537">
                  <a:moveTo>
                    <a:pt x="1296537" y="13647"/>
                  </a:moveTo>
                  <a:cubicBezTo>
                    <a:pt x="1042916" y="76199"/>
                    <a:pt x="789295" y="138752"/>
                    <a:pt x="573206" y="136477"/>
                  </a:cubicBezTo>
                  <a:cubicBezTo>
                    <a:pt x="357116" y="134203"/>
                    <a:pt x="178558" y="67101"/>
                    <a:pt x="0" y="0"/>
                  </a:cubicBezTo>
                </a:path>
              </a:pathLst>
            </a:custGeom>
            <a:noFill/>
            <a:ln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/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 nodeType="clickPar">
                      <p:stCondLst>
                        <p:cond delay="indefinite"/>
                      </p:stCondLst>
                      <p:childTnLst>
                        <p:par>
                          <p:cTn id="2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 nodeType="clickPar">
                      <p:stCondLst>
                        <p:cond delay="indefinite"/>
                      </p:stCondLst>
                      <p:childTnLst>
                        <p:par>
                          <p:cTn id="3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21255" name="Group 7">
            <a:extLst>
              <a:ext uri="{FF2B5EF4-FFF2-40B4-BE49-F238E27FC236}">
                <a16:creationId xmlns:a16="http://schemas.microsoft.com/office/drawing/2014/main" id="{7DA0C82B-045A-486B-B4B4-6C59390A173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13865851"/>
              </p:ext>
            </p:extLst>
          </p:nvPr>
        </p:nvGraphicFramePr>
        <p:xfrm>
          <a:off x="3130293" y="2047522"/>
          <a:ext cx="3078163" cy="2133600"/>
        </p:xfrm>
        <a:graphic>
          <a:graphicData uri="http://schemas.openxmlformats.org/drawingml/2006/table">
            <a:tbl>
              <a:tblPr/>
              <a:tblGrid>
                <a:gridCol w="1241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367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556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楷体" pitchFamily="49" charset="-122"/>
                          <a:ea typeface="楷体" pitchFamily="49" charset="-122"/>
                        </a:rPr>
                        <a:t>回边</a:t>
                      </a:r>
                    </a:p>
                  </a:txBody>
                  <a:tcPr marL="163667" marR="163667" marT="34290" marB="34290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B5CEE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楷体" pitchFamily="49" charset="-122"/>
                          <a:ea typeface="楷体" pitchFamily="49" charset="-122"/>
                        </a:rPr>
                        <a:t>自然循环</a:t>
                      </a:r>
                    </a:p>
                  </a:txBody>
                  <a:tcPr marL="163667" marR="163667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B5CE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/>
                          <a:cs typeface="Times New Roman" pitchFamily="18" charset="0"/>
                        </a:rPr>
                        <a:t>4</a:t>
                      </a:r>
                      <a:r>
                        <a:rPr kumimoji="0" lang="en-US" altLang="zh-CN" sz="1800" b="1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/>
                          <a:cs typeface="Times New Roman" pitchFamily="18" charset="0"/>
                        </a:rPr>
                        <a:t>→</a:t>
                      </a:r>
                      <a:r>
                        <a:rPr kumimoji="0" lang="en-US" altLang="zh-CN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/>
                          <a:cs typeface="Times New Roman" pitchFamily="18" charset="0"/>
                        </a:rPr>
                        <a:t>3</a:t>
                      </a:r>
                      <a:endParaRPr kumimoji="0" lang="zh-CN" altLang="en-US" sz="18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/>
                        <a:cs typeface="Times New Roman" pitchFamily="18" charset="0"/>
                      </a:endParaRPr>
                    </a:p>
                  </a:txBody>
                  <a:tcPr marL="163667" marR="163667" marT="34290" marB="34290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8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/>
                        <a:cs typeface="Times New Roman" pitchFamily="18" charset="0"/>
                      </a:endParaRPr>
                    </a:p>
                  </a:txBody>
                  <a:tcPr marL="163667" marR="163667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/>
                          <a:cs typeface="Times New Roman" pitchFamily="18" charset="0"/>
                        </a:rPr>
                        <a:t>7</a:t>
                      </a:r>
                      <a:r>
                        <a:rPr kumimoji="0" lang="en-US" altLang="zh-CN" sz="1800" b="1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/>
                          <a:cs typeface="Times New Roman" pitchFamily="18" charset="0"/>
                        </a:rPr>
                        <a:t>→</a:t>
                      </a:r>
                      <a:r>
                        <a:rPr kumimoji="0" lang="en-US" altLang="zh-CN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/>
                          <a:cs typeface="Times New Roman" pitchFamily="18" charset="0"/>
                        </a:rPr>
                        <a:t>4</a:t>
                      </a:r>
                      <a:endParaRPr kumimoji="0" lang="zh-CN" altLang="en-US" sz="18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/>
                        <a:cs typeface="Times New Roman" pitchFamily="18" charset="0"/>
                      </a:endParaRPr>
                    </a:p>
                  </a:txBody>
                  <a:tcPr marL="163667" marR="163667" marT="34290" marB="34290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8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/>
                        <a:cs typeface="Times New Roman" pitchFamily="18" charset="0"/>
                      </a:endParaRPr>
                    </a:p>
                  </a:txBody>
                  <a:tcPr marL="163667" marR="163667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/>
                          <a:cs typeface="Times New Roman" pitchFamily="18" charset="0"/>
                        </a:rPr>
                        <a:t>8</a:t>
                      </a:r>
                      <a:r>
                        <a:rPr kumimoji="0" lang="en-US" altLang="zh-CN" sz="1800" b="1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/>
                          <a:cs typeface="Times New Roman" pitchFamily="18" charset="0"/>
                        </a:rPr>
                        <a:t>→</a:t>
                      </a:r>
                      <a:r>
                        <a:rPr kumimoji="0" lang="en-US" altLang="zh-CN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/>
                          <a:cs typeface="Times New Roman" pitchFamily="18" charset="0"/>
                        </a:rPr>
                        <a:t>3</a:t>
                      </a:r>
                      <a:endParaRPr kumimoji="0" lang="zh-CN" altLang="en-US" sz="18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/>
                        <a:cs typeface="Times New Roman" pitchFamily="18" charset="0"/>
                      </a:endParaRPr>
                    </a:p>
                  </a:txBody>
                  <a:tcPr marL="163667" marR="163667" marT="34290" marB="34290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8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/>
                        <a:cs typeface="Times New Roman" pitchFamily="18" charset="0"/>
                      </a:endParaRPr>
                    </a:p>
                  </a:txBody>
                  <a:tcPr marL="163667" marR="163667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/>
                          <a:cs typeface="Times New Roman" pitchFamily="18" charset="0"/>
                        </a:rPr>
                        <a:t>9</a:t>
                      </a:r>
                      <a:r>
                        <a:rPr kumimoji="0" lang="en-US" altLang="zh-CN" sz="1800" b="1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/>
                          <a:cs typeface="Times New Roman" pitchFamily="18" charset="0"/>
                        </a:rPr>
                        <a:t>→</a:t>
                      </a:r>
                      <a:r>
                        <a:rPr kumimoji="0" lang="en-US" altLang="zh-CN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/>
                          <a:cs typeface="Times New Roman" pitchFamily="18" charset="0"/>
                        </a:rPr>
                        <a:t>1</a:t>
                      </a:r>
                      <a:endParaRPr kumimoji="0" lang="zh-CN" altLang="en-US" sz="18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/>
                        <a:cs typeface="Times New Roman" pitchFamily="18" charset="0"/>
                      </a:endParaRPr>
                    </a:p>
                  </a:txBody>
                  <a:tcPr marL="163667" marR="163667" marT="34290" marB="34290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8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/>
                        <a:cs typeface="Times New Roman" pitchFamily="18" charset="0"/>
                      </a:endParaRPr>
                    </a:p>
                  </a:txBody>
                  <a:tcPr marL="163667" marR="163667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/>
                          <a:cs typeface="Times New Roman" pitchFamily="18" charset="0"/>
                        </a:rPr>
                        <a:t>10</a:t>
                      </a:r>
                      <a:r>
                        <a:rPr kumimoji="0" lang="en-US" altLang="zh-CN" sz="1800" b="1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/>
                          <a:cs typeface="Times New Roman" pitchFamily="18" charset="0"/>
                        </a:rPr>
                        <a:t>→</a:t>
                      </a:r>
                      <a:r>
                        <a:rPr kumimoji="0" lang="en-US" altLang="zh-CN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/>
                          <a:cs typeface="Times New Roman" pitchFamily="18" charset="0"/>
                        </a:rPr>
                        <a:t>7</a:t>
                      </a:r>
                      <a:endParaRPr kumimoji="0" lang="zh-CN" altLang="en-US" sz="18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/>
                        <a:cs typeface="Times New Roman" pitchFamily="18" charset="0"/>
                      </a:endParaRPr>
                    </a:p>
                  </a:txBody>
                  <a:tcPr marL="163667" marR="163667" marT="34290" marB="34290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8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/>
                        <a:cs typeface="Times New Roman" pitchFamily="18" charset="0"/>
                      </a:endParaRPr>
                    </a:p>
                  </a:txBody>
                  <a:tcPr marL="163667" marR="163667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18135" name="Rectangle 2">
            <a:extLst>
              <a:ext uri="{FF2B5EF4-FFF2-40B4-BE49-F238E27FC236}">
                <a16:creationId xmlns:a16="http://schemas.microsoft.com/office/drawing/2014/main" id="{A2ED6EA3-41E4-416F-B62D-0B2F44A654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自然循环的识别</a:t>
            </a:r>
          </a:p>
        </p:txBody>
      </p:sp>
      <p:sp>
        <p:nvSpPr>
          <p:cNvPr id="821251" name="Rectangle 3">
            <a:extLst>
              <a:ext uri="{FF2B5EF4-FFF2-40B4-BE49-F238E27FC236}">
                <a16:creationId xmlns:a16="http://schemas.microsoft.com/office/drawing/2014/main" id="{36421425-2192-4636-843A-18ABB0C0D83D}"/>
              </a:ext>
            </a:extLst>
          </p:cNvPr>
          <p:cNvSpPr>
            <a:spLocks noGrp="1" noChangeArrowheads="1"/>
          </p:cNvSpPr>
          <p:nvPr>
            <p:ph type="body" sz="half" idx="4294967295"/>
          </p:nvPr>
        </p:nvSpPr>
        <p:spPr bwMode="auto">
          <a:xfrm>
            <a:off x="450850" y="785813"/>
            <a:ext cx="8235950" cy="114300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lIns="68580" tIns="34290" rIns="68580" bIns="34290"/>
          <a:lstStyle/>
          <a:p>
            <a:pPr eaLnBrk="1" hangingPunct="1">
              <a:lnSpc>
                <a:spcPts val="2800"/>
              </a:lnSpc>
              <a:buClrTx/>
              <a:buFont typeface="Wingdings" pitchFamily="2" charset="2"/>
              <a:buChar char="Ø"/>
              <a:defRPr/>
            </a:pPr>
            <a:r>
              <a:rPr lang="zh-CN" altLang="en-US" sz="2200" b="1" dirty="0">
                <a:solidFill>
                  <a:schemeClr val="tx1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给定一个回边</a:t>
            </a:r>
            <a:r>
              <a:rPr lang="en-US" altLang="zh-CN" sz="2200" b="1" i="1" dirty="0">
                <a:solidFill>
                  <a:schemeClr val="tx1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n → d</a:t>
            </a:r>
            <a:r>
              <a:rPr lang="zh-CN" altLang="en-US" sz="2200" b="1" dirty="0">
                <a:solidFill>
                  <a:schemeClr val="tx1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，该</a:t>
            </a:r>
            <a:r>
              <a:rPr lang="zh-CN" altLang="en-US" sz="2200" b="1" dirty="0">
                <a:solidFill>
                  <a:srgbClr val="0070C0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回边的自然循环</a:t>
            </a:r>
            <a:r>
              <a:rPr lang="zh-CN" altLang="en-US" sz="2200" b="1" dirty="0">
                <a:solidFill>
                  <a:schemeClr val="tx1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为：</a:t>
            </a:r>
            <a:r>
              <a:rPr lang="en-US" altLang="zh-CN" sz="2200" b="1" i="1" dirty="0">
                <a:solidFill>
                  <a:schemeClr val="tx1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d</a:t>
            </a:r>
            <a:r>
              <a:rPr lang="zh-CN" altLang="en-US" sz="2200" b="1" dirty="0">
                <a:solidFill>
                  <a:schemeClr val="tx1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，以及所有可以</a:t>
            </a:r>
            <a:r>
              <a:rPr lang="zh-CN" altLang="en-US" sz="2200" b="1" dirty="0">
                <a:solidFill>
                  <a:srgbClr val="0070C0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不经过</a:t>
            </a:r>
            <a:r>
              <a:rPr lang="en-US" altLang="zh-CN" sz="2200" b="1" i="1" dirty="0">
                <a:solidFill>
                  <a:srgbClr val="0070C0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d</a:t>
            </a:r>
            <a:r>
              <a:rPr lang="zh-CN" altLang="en-US" sz="2200" b="1" dirty="0">
                <a:solidFill>
                  <a:srgbClr val="0070C0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而到达</a:t>
            </a:r>
            <a:r>
              <a:rPr lang="en-US" altLang="zh-CN" sz="2200" b="1" i="1" dirty="0">
                <a:solidFill>
                  <a:srgbClr val="0070C0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n</a:t>
            </a:r>
            <a:r>
              <a:rPr lang="zh-CN" altLang="en-US" sz="2200" b="1" dirty="0">
                <a:solidFill>
                  <a:srgbClr val="0070C0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的</a:t>
            </a:r>
            <a:r>
              <a:rPr lang="zh-CN" altLang="en-US" sz="2200" b="1" dirty="0">
                <a:solidFill>
                  <a:srgbClr val="0070C0"/>
                </a:solidFill>
                <a:ea typeface="楷体" pitchFamily="49" charset="-122"/>
                <a:cs typeface="Times New Roman" pitchFamily="18" charset="0"/>
              </a:rPr>
              <a:t>结</a:t>
            </a:r>
            <a:r>
              <a:rPr lang="zh-CN" altLang="en-US" sz="2200" b="1" dirty="0">
                <a:solidFill>
                  <a:srgbClr val="0070C0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点</a:t>
            </a:r>
            <a:r>
              <a:rPr lang="zh-CN" altLang="en-US" sz="2200" b="1" dirty="0">
                <a:solidFill>
                  <a:schemeClr val="tx1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。</a:t>
            </a:r>
            <a:r>
              <a:rPr lang="en-US" altLang="zh-CN" sz="2200" b="1" i="1" dirty="0">
                <a:solidFill>
                  <a:schemeClr val="tx1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d</a:t>
            </a:r>
            <a:r>
              <a:rPr lang="zh-CN" altLang="en-US" sz="2200" b="1" dirty="0">
                <a:solidFill>
                  <a:schemeClr val="tx1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为该循环的首</a:t>
            </a:r>
            <a:r>
              <a:rPr lang="zh-CN" altLang="en-US" sz="2200" b="1" dirty="0">
                <a:solidFill>
                  <a:schemeClr val="tx1"/>
                </a:solidFill>
                <a:ea typeface="楷体" pitchFamily="49" charset="-122"/>
                <a:cs typeface="Times New Roman" pitchFamily="18" charset="0"/>
              </a:rPr>
              <a:t>结</a:t>
            </a:r>
            <a:r>
              <a:rPr lang="zh-CN" altLang="en-US" sz="2200" b="1" dirty="0">
                <a:solidFill>
                  <a:schemeClr val="tx1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点。</a:t>
            </a:r>
            <a:endParaRPr lang="en-US" altLang="zh-CN" sz="2200" b="1" dirty="0">
              <a:solidFill>
                <a:schemeClr val="tx1"/>
              </a:solidFill>
              <a:latin typeface="Times New Roman" pitchFamily="18" charset="0"/>
              <a:ea typeface="楷体" pitchFamily="49" charset="-122"/>
              <a:cs typeface="Times New Roman" pitchFamily="18" charset="0"/>
            </a:endParaRPr>
          </a:p>
          <a:p>
            <a:pPr lvl="1" eaLnBrk="1" hangingPunct="1">
              <a:lnSpc>
                <a:spcPts val="2800"/>
              </a:lnSpc>
              <a:buClrTx/>
              <a:buFont typeface="Wingdings" pitchFamily="2" charset="2"/>
              <a:buChar char="Ø"/>
              <a:defRPr/>
            </a:pPr>
            <a:r>
              <a:rPr lang="zh-CN" altLang="en-US" sz="2000" b="1" dirty="0">
                <a:solidFill>
                  <a:schemeClr val="tx1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例</a:t>
            </a:r>
            <a:endParaRPr lang="en-US" altLang="zh-CN" sz="2000" b="1" dirty="0">
              <a:solidFill>
                <a:schemeClr val="tx1"/>
              </a:solidFill>
              <a:latin typeface="Times New Roman" pitchFamily="18" charset="0"/>
              <a:ea typeface="楷体" pitchFamily="49" charset="-122"/>
              <a:cs typeface="Times New Roman" pitchFamily="18" charset="0"/>
            </a:endParaRPr>
          </a:p>
        </p:txBody>
      </p:sp>
      <p:sp>
        <p:nvSpPr>
          <p:cNvPr id="218137" name="Rectangle 5">
            <a:extLst>
              <a:ext uri="{FF2B5EF4-FFF2-40B4-BE49-F238E27FC236}">
                <a16:creationId xmlns:a16="http://schemas.microsoft.com/office/drawing/2014/main" id="{6B2CED1E-9F51-46C8-8793-20F3A79EF40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71775" y="1811338"/>
            <a:ext cx="139700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68580" tIns="34290" rIns="68580" bIns="34290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30000"/>
              </a:spcBef>
            </a:pPr>
            <a:endParaRPr lang="zh-CN" altLang="en-US">
              <a:solidFill>
                <a:schemeClr val="folHlink"/>
              </a:solidFill>
              <a:cs typeface="楷体_GB2312" charset="0"/>
            </a:endParaRPr>
          </a:p>
        </p:txBody>
      </p:sp>
      <p:sp>
        <p:nvSpPr>
          <p:cNvPr id="14" name="Line 31">
            <a:extLst>
              <a:ext uri="{FF2B5EF4-FFF2-40B4-BE49-F238E27FC236}">
                <a16:creationId xmlns:a16="http://schemas.microsoft.com/office/drawing/2014/main" id="{C3F02990-55A9-4162-AC14-A7FA2CE26FFC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5056" y="2055460"/>
            <a:ext cx="0" cy="2124075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 type="non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/>
          </a:p>
        </p:txBody>
      </p:sp>
      <p:sp>
        <p:nvSpPr>
          <p:cNvPr id="15" name="Line 31">
            <a:extLst>
              <a:ext uri="{FF2B5EF4-FFF2-40B4-BE49-F238E27FC236}">
                <a16:creationId xmlns:a16="http://schemas.microsoft.com/office/drawing/2014/main" id="{D39F6B74-CCD2-4722-9071-00454DA1C8CE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6202473" y="2029937"/>
            <a:ext cx="0" cy="21600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 type="non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 dirty="0"/>
          </a:p>
        </p:txBody>
      </p:sp>
      <p:sp>
        <p:nvSpPr>
          <p:cNvPr id="17" name="Line 19">
            <a:extLst>
              <a:ext uri="{FF2B5EF4-FFF2-40B4-BE49-F238E27FC236}">
                <a16:creationId xmlns:a16="http://schemas.microsoft.com/office/drawing/2014/main" id="{A3F52581-DFAA-4702-8216-994303C20F9C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218703" y="3582924"/>
            <a:ext cx="171276" cy="330387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 type="stealth" w="lg" len="lg"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lIns="68580" tIns="34290" rIns="68580" bIns="34290" anchor="ctr"/>
          <a:lstStyle/>
          <a:p>
            <a:endParaRPr lang="zh-CN" altLang="en-US"/>
          </a:p>
        </p:txBody>
      </p:sp>
      <p:sp>
        <p:nvSpPr>
          <p:cNvPr id="21" name="Line 19">
            <a:extLst>
              <a:ext uri="{FF2B5EF4-FFF2-40B4-BE49-F238E27FC236}">
                <a16:creationId xmlns:a16="http://schemas.microsoft.com/office/drawing/2014/main" id="{0DF85F39-8A0F-48AD-973C-53388B97D5AB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6854847" y="3520848"/>
            <a:ext cx="201991" cy="370893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 type="stealth" w="lg" len="lg"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lIns="68580" tIns="34290" rIns="68580" bIns="34290" anchor="ctr"/>
          <a:lstStyle/>
          <a:p>
            <a:endParaRPr lang="zh-CN" altLang="en-US"/>
          </a:p>
        </p:txBody>
      </p:sp>
      <p:grpSp>
        <p:nvGrpSpPr>
          <p:cNvPr id="2" name="组合 45">
            <a:extLst>
              <a:ext uri="{FF2B5EF4-FFF2-40B4-BE49-F238E27FC236}">
                <a16:creationId xmlns:a16="http://schemas.microsoft.com/office/drawing/2014/main" id="{1D615561-669F-469A-9EF4-8539A1E4E243}"/>
              </a:ext>
            </a:extLst>
          </p:cNvPr>
          <p:cNvGrpSpPr>
            <a:grpSpLocks/>
          </p:cNvGrpSpPr>
          <p:nvPr/>
        </p:nvGrpSpPr>
        <p:grpSpPr bwMode="auto">
          <a:xfrm>
            <a:off x="6463084" y="3033711"/>
            <a:ext cx="1349375" cy="1410246"/>
            <a:chOff x="6957590" y="3219822"/>
            <a:chExt cx="1349499" cy="1409317"/>
          </a:xfrm>
        </p:grpSpPr>
        <p:sp>
          <p:nvSpPr>
            <p:cNvPr id="18" name="Oval 73">
              <a:extLst>
                <a:ext uri="{FF2B5EF4-FFF2-40B4-BE49-F238E27FC236}">
                  <a16:creationId xmlns:a16="http://schemas.microsoft.com/office/drawing/2014/main" id="{BA371C05-BADE-4B15-A047-F3209ED15F4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740299" y="3245205"/>
              <a:ext cx="566790" cy="560019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lIns="27000" tIns="34290" rIns="68580" bIns="34290" anchor="ctr"/>
            <a:lstStyle/>
            <a:p>
              <a:pPr eaLnBrk="1" hangingPunct="1">
                <a:defRPr/>
              </a:pPr>
              <a:endParaRPr lang="en-US" altLang="zh-CN" b="0" i="1" baseline="-25000">
                <a:latin typeface="Times New Roman" panose="02020603050405020304" pitchFamily="18" charset="0"/>
                <a:cs typeface="楷体_GB2312" charset="0"/>
              </a:endParaRPr>
            </a:p>
          </p:txBody>
        </p:sp>
        <p:sp>
          <p:nvSpPr>
            <p:cNvPr id="218208" name="Text Box 51">
              <a:extLst>
                <a:ext uri="{FF2B5EF4-FFF2-40B4-BE49-F238E27FC236}">
                  <a16:creationId xmlns:a16="http://schemas.microsoft.com/office/drawing/2014/main" id="{36DCCA4C-C5F5-49A2-AE71-8024A801372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902582" y="3345204"/>
              <a:ext cx="247662" cy="40780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>
              <a:spAutoFit/>
            </a:bodyPr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kumimoji="1" lang="en-US" altLang="zh-CN" sz="2200" i="1" dirty="0">
                  <a:latin typeface="Times New Roman" panose="02020603050405020304" pitchFamily="18" charset="0"/>
                </a:rPr>
                <a:t>7</a:t>
              </a:r>
            </a:p>
          </p:txBody>
        </p:sp>
        <p:sp>
          <p:nvSpPr>
            <p:cNvPr id="19" name="Oval 73">
              <a:extLst>
                <a:ext uri="{FF2B5EF4-FFF2-40B4-BE49-F238E27FC236}">
                  <a16:creationId xmlns:a16="http://schemas.microsoft.com/office/drawing/2014/main" id="{E338A629-8724-404B-8564-54FD6659C3D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336402" y="4069120"/>
              <a:ext cx="566790" cy="560019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lIns="27000" tIns="34290" rIns="68580" bIns="34290" anchor="ctr"/>
            <a:lstStyle/>
            <a:p>
              <a:pPr eaLnBrk="1" hangingPunct="1">
                <a:defRPr/>
              </a:pPr>
              <a:endParaRPr lang="en-US" altLang="zh-CN" b="0" i="1" baseline="-25000">
                <a:latin typeface="Times New Roman" panose="02020603050405020304" pitchFamily="18" charset="0"/>
                <a:cs typeface="楷体_GB2312" charset="0"/>
              </a:endParaRPr>
            </a:p>
          </p:txBody>
        </p:sp>
        <p:sp>
          <p:nvSpPr>
            <p:cNvPr id="218210" name="Text Box 51">
              <a:extLst>
                <a:ext uri="{FF2B5EF4-FFF2-40B4-BE49-F238E27FC236}">
                  <a16:creationId xmlns:a16="http://schemas.microsoft.com/office/drawing/2014/main" id="{943558C3-7410-49BB-B60C-7B50DA6103E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479424" y="4149311"/>
              <a:ext cx="247662" cy="40780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>
              <a:spAutoFit/>
            </a:bodyPr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kumimoji="1" lang="en-US" altLang="zh-CN" sz="2200" i="1" dirty="0">
                  <a:latin typeface="Times New Roman" panose="02020603050405020304" pitchFamily="18" charset="0"/>
                </a:rPr>
                <a:t>4</a:t>
              </a:r>
            </a:p>
          </p:txBody>
        </p:sp>
        <p:sp>
          <p:nvSpPr>
            <p:cNvPr id="20" name="Oval 73">
              <a:extLst>
                <a:ext uri="{FF2B5EF4-FFF2-40B4-BE49-F238E27FC236}">
                  <a16:creationId xmlns:a16="http://schemas.microsoft.com/office/drawing/2014/main" id="{EC2D076B-0B42-427D-8E57-D5B0EDD3072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957590" y="3219822"/>
              <a:ext cx="566789" cy="560019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lIns="27000" tIns="34290" rIns="68580" bIns="34290" anchor="ctr"/>
            <a:lstStyle/>
            <a:p>
              <a:pPr eaLnBrk="1" hangingPunct="1">
                <a:defRPr/>
              </a:pPr>
              <a:endParaRPr lang="en-US" altLang="zh-CN" b="0" i="1" baseline="-25000">
                <a:latin typeface="Times New Roman" panose="02020603050405020304" pitchFamily="18" charset="0"/>
                <a:cs typeface="楷体_GB2312" charset="0"/>
              </a:endParaRPr>
            </a:p>
          </p:txBody>
        </p:sp>
        <p:sp>
          <p:nvSpPr>
            <p:cNvPr id="218212" name="Text Box 51">
              <a:extLst>
                <a:ext uri="{FF2B5EF4-FFF2-40B4-BE49-F238E27FC236}">
                  <a16:creationId xmlns:a16="http://schemas.microsoft.com/office/drawing/2014/main" id="{2D9406FA-05DC-48E9-A2C8-4720C55259A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101731" y="3300381"/>
              <a:ext cx="247662" cy="40780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>
              <a:spAutoFit/>
            </a:bodyPr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kumimoji="1" lang="en-US" altLang="zh-CN" sz="2200" i="1">
                  <a:latin typeface="Times New Roman" panose="02020603050405020304" pitchFamily="18" charset="0"/>
                </a:rPr>
                <a:t>3</a:t>
              </a:r>
            </a:p>
          </p:txBody>
        </p:sp>
      </p:grpSp>
      <p:sp>
        <p:nvSpPr>
          <p:cNvPr id="5" name="矩形 4">
            <a:extLst>
              <a:ext uri="{FF2B5EF4-FFF2-40B4-BE49-F238E27FC236}">
                <a16:creationId xmlns:a16="http://schemas.microsoft.com/office/drawing/2014/main" id="{77C5BFBF-1B1C-4BD6-95B5-D13CCD7310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35206" y="2404710"/>
            <a:ext cx="646112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r>
              <a:rPr lang="zh-CN" altLang="en-US">
                <a:solidFill>
                  <a:srgbClr val="000000"/>
                </a:solidFill>
                <a:latin typeface="Arial" panose="020B0604020202020204" pitchFamily="34" charset="0"/>
              </a:rPr>
              <a:t>③④</a:t>
            </a:r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FDB3DAF-5B7D-42C0-BA43-F8E920824C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34638" y="2413781"/>
            <a:ext cx="415925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r>
              <a:rPr lang="zh-CN" altLang="en-US" dirty="0">
                <a:solidFill>
                  <a:srgbClr val="000000"/>
                </a:solidFill>
                <a:latin typeface="Arial" panose="020B0604020202020204" pitchFamily="34" charset="0"/>
              </a:rPr>
              <a:t>⑦</a:t>
            </a:r>
            <a:endParaRPr lang="zh-CN" altLang="en-US" dirty="0"/>
          </a:p>
        </p:txBody>
      </p:sp>
      <p:grpSp>
        <p:nvGrpSpPr>
          <p:cNvPr id="3" name="组合 7">
            <a:extLst>
              <a:ext uri="{FF2B5EF4-FFF2-40B4-BE49-F238E27FC236}">
                <a16:creationId xmlns:a16="http://schemas.microsoft.com/office/drawing/2014/main" id="{F5BAF367-F002-43BC-AD66-36759708F965}"/>
              </a:ext>
            </a:extLst>
          </p:cNvPr>
          <p:cNvGrpSpPr>
            <a:grpSpLocks/>
          </p:cNvGrpSpPr>
          <p:nvPr/>
        </p:nvGrpSpPr>
        <p:grpSpPr bwMode="auto">
          <a:xfrm>
            <a:off x="6607546" y="2169987"/>
            <a:ext cx="1884363" cy="944335"/>
            <a:chOff x="7101731" y="2392660"/>
            <a:chExt cx="1885144" cy="943347"/>
          </a:xfrm>
        </p:grpSpPr>
        <p:grpSp>
          <p:nvGrpSpPr>
            <p:cNvPr id="218195" name="组合 28">
              <a:extLst>
                <a:ext uri="{FF2B5EF4-FFF2-40B4-BE49-F238E27FC236}">
                  <a16:creationId xmlns:a16="http://schemas.microsoft.com/office/drawing/2014/main" id="{72FB3247-4290-49A1-BFCB-5107C87FE19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101731" y="2392660"/>
              <a:ext cx="566737" cy="560387"/>
              <a:chOff x="6505251" y="3959984"/>
              <a:chExt cx="566737" cy="560387"/>
            </a:xfrm>
          </p:grpSpPr>
          <p:sp>
            <p:nvSpPr>
              <p:cNvPr id="30" name="Oval 73">
                <a:extLst>
                  <a:ext uri="{FF2B5EF4-FFF2-40B4-BE49-F238E27FC236}">
                    <a16:creationId xmlns:a16="http://schemas.microsoft.com/office/drawing/2014/main" id="{17C7115B-D08E-4621-BEF8-DC3518E9B0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505251" y="3959984"/>
                <a:ext cx="566973" cy="559801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lIns="27000" tIns="34290" rIns="68580" bIns="34290" anchor="ctr"/>
              <a:lstStyle/>
              <a:p>
                <a:pPr eaLnBrk="1" hangingPunct="1">
                  <a:defRPr/>
                </a:pPr>
                <a:endParaRPr lang="en-US" altLang="zh-CN" b="0" i="1" baseline="-25000">
                  <a:latin typeface="Times New Roman" panose="02020603050405020304" pitchFamily="18" charset="0"/>
                  <a:cs typeface="楷体_GB2312" charset="0"/>
                </a:endParaRPr>
              </a:p>
            </p:txBody>
          </p:sp>
          <p:sp>
            <p:nvSpPr>
              <p:cNvPr id="218206" name="Text Box 51">
                <a:extLst>
                  <a:ext uri="{FF2B5EF4-FFF2-40B4-BE49-F238E27FC236}">
                    <a16:creationId xmlns:a16="http://schemas.microsoft.com/office/drawing/2014/main" id="{F367A6FD-337E-4F19-BB47-C7B993C6CBCD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648758" y="4040543"/>
                <a:ext cx="247662" cy="40780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lIns="68580" tIns="34290" rIns="68580" bIns="34290">
                <a:spAutoFit/>
              </a:bodyPr>
              <a:lstStyle>
                <a:lvl1pPr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>
                  <a:spcBef>
                    <a:spcPct val="50000"/>
                  </a:spcBef>
                </a:pPr>
                <a:r>
                  <a:rPr kumimoji="1" lang="en-US" altLang="zh-CN" sz="2200" i="1">
                    <a:latin typeface="Times New Roman" panose="02020603050405020304" pitchFamily="18" charset="0"/>
                  </a:rPr>
                  <a:t>5</a:t>
                </a:r>
              </a:p>
            </p:txBody>
          </p:sp>
        </p:grpSp>
        <p:sp>
          <p:nvSpPr>
            <p:cNvPr id="218196" name="Line 19">
              <a:extLst>
                <a:ext uri="{FF2B5EF4-FFF2-40B4-BE49-F238E27FC236}">
                  <a16:creationId xmlns:a16="http://schemas.microsoft.com/office/drawing/2014/main" id="{ACD44EAC-A1E2-4765-9C97-6589B6EF7222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8174526" y="2947269"/>
              <a:ext cx="359329" cy="388738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 type="stealth" w="lg" len="lg"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lIns="68580" tIns="34290" rIns="68580" bIns="34290" anchor="ctr"/>
            <a:lstStyle/>
            <a:p>
              <a:endParaRPr lang="zh-CN" altLang="en-US"/>
            </a:p>
          </p:txBody>
        </p:sp>
        <p:sp>
          <p:nvSpPr>
            <p:cNvPr id="218197" name="Line 19">
              <a:extLst>
                <a:ext uri="{FF2B5EF4-FFF2-40B4-BE49-F238E27FC236}">
                  <a16:creationId xmlns:a16="http://schemas.microsoft.com/office/drawing/2014/main" id="{4ED1F052-4394-4E34-B3E5-DBAEE5581904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7588924" y="2865366"/>
              <a:ext cx="304257" cy="458306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 type="stealth" w="lg" len="lg"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lIns="68580" tIns="34290" rIns="68580" bIns="34290" anchor="ctr"/>
            <a:lstStyle/>
            <a:p>
              <a:endParaRPr lang="zh-CN" altLang="en-US"/>
            </a:p>
          </p:txBody>
        </p:sp>
        <p:sp>
          <p:nvSpPr>
            <p:cNvPr id="218198" name="Line 19">
              <a:extLst>
                <a:ext uri="{FF2B5EF4-FFF2-40B4-BE49-F238E27FC236}">
                  <a16:creationId xmlns:a16="http://schemas.microsoft.com/office/drawing/2014/main" id="{36AD68A9-3944-4C6B-ABD3-E5598455B65D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8030207" y="3009011"/>
              <a:ext cx="0" cy="282819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 type="stealth" w="lg" len="lg"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lIns="68580" tIns="34290" rIns="68580" bIns="34290" anchor="ctr"/>
            <a:lstStyle/>
            <a:p>
              <a:endParaRPr lang="zh-CN" altLang="en-US"/>
            </a:p>
          </p:txBody>
        </p:sp>
        <p:grpSp>
          <p:nvGrpSpPr>
            <p:cNvPr id="218199" name="组合 36">
              <a:extLst>
                <a:ext uri="{FF2B5EF4-FFF2-40B4-BE49-F238E27FC236}">
                  <a16:creationId xmlns:a16="http://schemas.microsoft.com/office/drawing/2014/main" id="{A2ABC047-7704-45FC-898F-A92B503B512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749679" y="2427734"/>
              <a:ext cx="566737" cy="560387"/>
              <a:chOff x="6505251" y="3959984"/>
              <a:chExt cx="566737" cy="560387"/>
            </a:xfrm>
          </p:grpSpPr>
          <p:sp>
            <p:nvSpPr>
              <p:cNvPr id="38" name="Oval 73">
                <a:extLst>
                  <a:ext uri="{FF2B5EF4-FFF2-40B4-BE49-F238E27FC236}">
                    <a16:creationId xmlns:a16="http://schemas.microsoft.com/office/drawing/2014/main" id="{AF4B5CFF-5FA9-48DF-BA62-8F1BC14F286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505271" y="3959798"/>
                <a:ext cx="566973" cy="559801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lIns="27000" tIns="34290" rIns="68580" bIns="34290" anchor="ctr"/>
              <a:lstStyle/>
              <a:p>
                <a:pPr eaLnBrk="1" hangingPunct="1">
                  <a:defRPr/>
                </a:pPr>
                <a:endParaRPr lang="en-US" altLang="zh-CN" b="0" i="1" baseline="-25000">
                  <a:latin typeface="Times New Roman" panose="02020603050405020304" pitchFamily="18" charset="0"/>
                  <a:cs typeface="楷体_GB2312" charset="0"/>
                </a:endParaRPr>
              </a:p>
            </p:txBody>
          </p:sp>
          <p:sp>
            <p:nvSpPr>
              <p:cNvPr id="218204" name="Text Box 51">
                <a:extLst>
                  <a:ext uri="{FF2B5EF4-FFF2-40B4-BE49-F238E27FC236}">
                    <a16:creationId xmlns:a16="http://schemas.microsoft.com/office/drawing/2014/main" id="{453D1126-20F3-4764-956D-5EC50DBFAFE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648758" y="4040543"/>
                <a:ext cx="247662" cy="40780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lIns="68580" tIns="34290" rIns="68580" bIns="34290">
                <a:spAutoFit/>
              </a:bodyPr>
              <a:lstStyle>
                <a:lvl1pPr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>
                  <a:spcBef>
                    <a:spcPct val="50000"/>
                  </a:spcBef>
                </a:pPr>
                <a:r>
                  <a:rPr kumimoji="1" lang="en-US" altLang="zh-CN" sz="2200" i="1">
                    <a:latin typeface="Times New Roman" panose="02020603050405020304" pitchFamily="18" charset="0"/>
                  </a:rPr>
                  <a:t>6</a:t>
                </a:r>
              </a:p>
            </p:txBody>
          </p:sp>
        </p:grpSp>
        <p:grpSp>
          <p:nvGrpSpPr>
            <p:cNvPr id="218200" name="组合 39">
              <a:extLst>
                <a:ext uri="{FF2B5EF4-FFF2-40B4-BE49-F238E27FC236}">
                  <a16:creationId xmlns:a16="http://schemas.microsoft.com/office/drawing/2014/main" id="{7DD74CB5-1C18-4F64-9231-635CB2134AA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8388424" y="2443411"/>
              <a:ext cx="598451" cy="560387"/>
              <a:chOff x="6505251" y="3959984"/>
              <a:chExt cx="598451" cy="560387"/>
            </a:xfrm>
          </p:grpSpPr>
          <p:sp>
            <p:nvSpPr>
              <p:cNvPr id="41" name="Oval 73">
                <a:extLst>
                  <a:ext uri="{FF2B5EF4-FFF2-40B4-BE49-F238E27FC236}">
                    <a16:creationId xmlns:a16="http://schemas.microsoft.com/office/drawing/2014/main" id="{AF25B541-0980-44F9-AF23-40A355A0D6E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504966" y="3959980"/>
                <a:ext cx="566973" cy="559801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lIns="27000" tIns="34290" rIns="68580" bIns="34290" anchor="ctr"/>
              <a:lstStyle/>
              <a:p>
                <a:pPr eaLnBrk="1" hangingPunct="1">
                  <a:defRPr/>
                </a:pPr>
                <a:endParaRPr lang="en-US" altLang="zh-CN" b="0" i="1" baseline="-25000">
                  <a:latin typeface="Times New Roman" panose="02020603050405020304" pitchFamily="18" charset="0"/>
                  <a:cs typeface="楷体_GB2312" charset="0"/>
                </a:endParaRPr>
              </a:p>
            </p:txBody>
          </p:sp>
          <p:sp>
            <p:nvSpPr>
              <p:cNvPr id="218202" name="Text Box 51">
                <a:extLst>
                  <a:ext uri="{FF2B5EF4-FFF2-40B4-BE49-F238E27FC236}">
                    <a16:creationId xmlns:a16="http://schemas.microsoft.com/office/drawing/2014/main" id="{2DB8DE21-C3E4-4A3B-8728-08C83252B36F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585138" y="4040543"/>
                <a:ext cx="518564" cy="40780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lIns="68580" tIns="34290" rIns="68580" bIns="34290">
                <a:spAutoFit/>
              </a:bodyPr>
              <a:lstStyle>
                <a:lvl1pPr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>
                  <a:spcBef>
                    <a:spcPct val="50000"/>
                  </a:spcBef>
                </a:pPr>
                <a:r>
                  <a:rPr kumimoji="1" lang="en-US" altLang="zh-CN" sz="2200" i="1">
                    <a:latin typeface="Times New Roman" panose="02020603050405020304" pitchFamily="18" charset="0"/>
                  </a:rPr>
                  <a:t>10</a:t>
                </a:r>
              </a:p>
            </p:txBody>
          </p:sp>
        </p:grpSp>
      </p:grpSp>
      <p:sp>
        <p:nvSpPr>
          <p:cNvPr id="9" name="矩形 8">
            <a:extLst>
              <a:ext uri="{FF2B5EF4-FFF2-40B4-BE49-F238E27FC236}">
                <a16:creationId xmlns:a16="http://schemas.microsoft.com/office/drawing/2014/main" id="{EB4198E0-C478-4AE1-89A0-97ADEDB265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79706" y="2412647"/>
            <a:ext cx="646112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r>
              <a:rPr lang="zh-CN" altLang="en-US" dirty="0">
                <a:solidFill>
                  <a:srgbClr val="000000"/>
                </a:solidFill>
                <a:latin typeface="Arial" panose="020B0604020202020204" pitchFamily="34" charset="0"/>
              </a:rPr>
              <a:t>⑤⑥</a:t>
            </a:r>
            <a:endParaRPr lang="zh-CN" altLang="en-US" dirty="0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0E28CB89-0844-437F-BDCB-57213730E4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97507" y="2415368"/>
            <a:ext cx="415925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r>
              <a:rPr lang="zh-CN" altLang="en-US" dirty="0">
                <a:solidFill>
                  <a:srgbClr val="000000"/>
                </a:solidFill>
                <a:latin typeface="Arial" panose="020B0604020202020204" pitchFamily="34" charset="0"/>
              </a:rPr>
              <a:t>⑩</a:t>
            </a:r>
            <a:endParaRPr lang="zh-CN" altLang="en-US" dirty="0"/>
          </a:p>
        </p:txBody>
      </p:sp>
      <p:grpSp>
        <p:nvGrpSpPr>
          <p:cNvPr id="11" name="组合 11">
            <a:extLst>
              <a:ext uri="{FF2B5EF4-FFF2-40B4-BE49-F238E27FC236}">
                <a16:creationId xmlns:a16="http://schemas.microsoft.com/office/drawing/2014/main" id="{7123CC73-66E2-411B-9E9E-75ED29443E43}"/>
              </a:ext>
            </a:extLst>
          </p:cNvPr>
          <p:cNvGrpSpPr>
            <a:grpSpLocks/>
          </p:cNvGrpSpPr>
          <p:nvPr/>
        </p:nvGrpSpPr>
        <p:grpSpPr bwMode="auto">
          <a:xfrm>
            <a:off x="7888659" y="1301750"/>
            <a:ext cx="566737" cy="914399"/>
            <a:chOff x="8384314" y="1487973"/>
            <a:chExt cx="566737" cy="914430"/>
          </a:xfrm>
        </p:grpSpPr>
        <p:sp>
          <p:nvSpPr>
            <p:cNvPr id="218191" name="Line 19">
              <a:extLst>
                <a:ext uri="{FF2B5EF4-FFF2-40B4-BE49-F238E27FC236}">
                  <a16:creationId xmlns:a16="http://schemas.microsoft.com/office/drawing/2014/main" id="{C4FDB851-0654-4E40-8EE1-13ECB185AF61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8668055" y="2064255"/>
              <a:ext cx="3737" cy="338148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 type="stealth" w="lg" len="lg"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lIns="68580" tIns="34290" rIns="68580" bIns="34290" anchor="ctr"/>
            <a:lstStyle/>
            <a:p>
              <a:endParaRPr lang="zh-CN" altLang="en-US"/>
            </a:p>
          </p:txBody>
        </p:sp>
        <p:grpSp>
          <p:nvGrpSpPr>
            <p:cNvPr id="218192" name="组合 57">
              <a:extLst>
                <a:ext uri="{FF2B5EF4-FFF2-40B4-BE49-F238E27FC236}">
                  <a16:creationId xmlns:a16="http://schemas.microsoft.com/office/drawing/2014/main" id="{872FC986-6F66-4D1B-A46F-0E15CDCEFB0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8384314" y="1487973"/>
              <a:ext cx="566737" cy="560387"/>
              <a:chOff x="6505251" y="3959984"/>
              <a:chExt cx="566737" cy="560387"/>
            </a:xfrm>
          </p:grpSpPr>
          <p:sp>
            <p:nvSpPr>
              <p:cNvPr id="59" name="Oval 73">
                <a:extLst>
                  <a:ext uri="{FF2B5EF4-FFF2-40B4-BE49-F238E27FC236}">
                    <a16:creationId xmlns:a16="http://schemas.microsoft.com/office/drawing/2014/main" id="{508AC500-ADAC-47B0-A572-A122AF6DD2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505251" y="3959984"/>
                <a:ext cx="566737" cy="560406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lIns="27000" tIns="34290" rIns="68580" bIns="34290" anchor="ctr"/>
              <a:lstStyle/>
              <a:p>
                <a:pPr eaLnBrk="1" hangingPunct="1">
                  <a:defRPr/>
                </a:pPr>
                <a:endParaRPr lang="en-US" altLang="zh-CN" b="0" i="1" baseline="-25000">
                  <a:latin typeface="Times New Roman" panose="02020603050405020304" pitchFamily="18" charset="0"/>
                  <a:cs typeface="楷体_GB2312" charset="0"/>
                </a:endParaRPr>
              </a:p>
            </p:txBody>
          </p:sp>
          <p:sp>
            <p:nvSpPr>
              <p:cNvPr id="218194" name="Text Box 51">
                <a:extLst>
                  <a:ext uri="{FF2B5EF4-FFF2-40B4-BE49-F238E27FC236}">
                    <a16:creationId xmlns:a16="http://schemas.microsoft.com/office/drawing/2014/main" id="{1A90C2E0-2FD3-47D1-A0D7-8D0D1F5F6CE2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648758" y="4040543"/>
                <a:ext cx="247662" cy="40780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lIns="68580" tIns="34290" rIns="68580" bIns="34290">
                <a:spAutoFit/>
              </a:bodyPr>
              <a:lstStyle>
                <a:lvl1pPr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>
                  <a:spcBef>
                    <a:spcPct val="50000"/>
                  </a:spcBef>
                </a:pPr>
                <a:r>
                  <a:rPr kumimoji="1" lang="en-US" altLang="zh-CN" sz="2200" i="1">
                    <a:latin typeface="Times New Roman" panose="02020603050405020304" pitchFamily="18" charset="0"/>
                  </a:rPr>
                  <a:t>8</a:t>
                </a:r>
              </a:p>
            </p:txBody>
          </p:sp>
        </p:grpSp>
      </p:grpSp>
      <p:sp>
        <p:nvSpPr>
          <p:cNvPr id="27" name="矩形 26">
            <a:extLst>
              <a:ext uri="{FF2B5EF4-FFF2-40B4-BE49-F238E27FC236}">
                <a16:creationId xmlns:a16="http://schemas.microsoft.com/office/drawing/2014/main" id="{9BA49060-90C6-437C-8F0B-FCBC56246A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65052" y="2411060"/>
            <a:ext cx="415925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r>
              <a:rPr lang="zh-CN" altLang="en-US" dirty="0">
                <a:solidFill>
                  <a:srgbClr val="000000"/>
                </a:solidFill>
                <a:latin typeface="Arial" panose="020B0604020202020204" pitchFamily="34" charset="0"/>
              </a:rPr>
              <a:t>⑧</a:t>
            </a:r>
            <a:endParaRPr lang="zh-CN" altLang="en-US" dirty="0"/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EE8A5A8D-47F6-4DF9-B448-C4993E718F1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51093" y="2731735"/>
            <a:ext cx="1579563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r>
              <a:rPr lang="zh-CN" altLang="en-US">
                <a:solidFill>
                  <a:srgbClr val="000000"/>
                </a:solidFill>
                <a:latin typeface="Arial" panose="020B0604020202020204" pitchFamily="34" charset="0"/>
              </a:rPr>
              <a:t>④⑤⑥⑦⑧⑩</a:t>
            </a:r>
            <a:endParaRPr lang="zh-CN" altLang="en-US"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14256B81-0396-4D0B-BBD5-71F2AD61241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16156" y="3088922"/>
            <a:ext cx="1812925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r>
              <a:rPr lang="zh-CN" altLang="en-US">
                <a:solidFill>
                  <a:srgbClr val="000000"/>
                </a:solidFill>
                <a:latin typeface="Arial" panose="020B0604020202020204" pitchFamily="34" charset="0"/>
              </a:rPr>
              <a:t>③④⑤⑥⑦⑧⑩</a:t>
            </a:r>
            <a:endParaRPr lang="zh-CN" altLang="en-US"/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61FCA3F2-01F1-4B8F-9DA3-D77A096D5CA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70181" y="3452460"/>
            <a:ext cx="912812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r>
              <a:rPr lang="zh-CN" altLang="en-US">
                <a:solidFill>
                  <a:srgbClr val="000000"/>
                </a:solidFill>
                <a:latin typeface="Arial" panose="020B0604020202020204" pitchFamily="34" charset="0"/>
              </a:rPr>
              <a:t>① </a:t>
            </a:r>
            <a:r>
              <a:rPr lang="en-US" altLang="zh-CN">
                <a:solidFill>
                  <a:srgbClr val="000000"/>
                </a:solidFill>
                <a:latin typeface="Arial" panose="020B0604020202020204" pitchFamily="34" charset="0"/>
              </a:rPr>
              <a:t>~ </a:t>
            </a:r>
            <a:r>
              <a:rPr lang="zh-CN" altLang="en-US">
                <a:solidFill>
                  <a:srgbClr val="000000"/>
                </a:solidFill>
                <a:latin typeface="Arial" panose="020B0604020202020204" pitchFamily="34" charset="0"/>
              </a:rPr>
              <a:t>⑩</a:t>
            </a:r>
            <a:endParaRPr lang="zh-CN" altLang="en-US"/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8E1AECD0-A9AD-4E7A-8020-50D26622908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76531" y="3822347"/>
            <a:ext cx="882650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r>
              <a:rPr lang="zh-CN" altLang="en-US">
                <a:solidFill>
                  <a:srgbClr val="000000"/>
                </a:solidFill>
                <a:latin typeface="Arial" panose="020B0604020202020204" pitchFamily="34" charset="0"/>
              </a:rPr>
              <a:t>⑦⑧⑩</a:t>
            </a:r>
            <a:endParaRPr lang="zh-CN" altLang="en-US"/>
          </a:p>
        </p:txBody>
      </p:sp>
      <p:grpSp>
        <p:nvGrpSpPr>
          <p:cNvPr id="13" name="组合 8">
            <a:extLst>
              <a:ext uri="{FF2B5EF4-FFF2-40B4-BE49-F238E27FC236}">
                <a16:creationId xmlns:a16="http://schemas.microsoft.com/office/drawing/2014/main" id="{C6B90C53-BE97-4017-882F-845061F55642}"/>
              </a:ext>
            </a:extLst>
          </p:cNvPr>
          <p:cNvGrpSpPr>
            <a:grpSpLocks/>
          </p:cNvGrpSpPr>
          <p:nvPr/>
        </p:nvGrpSpPr>
        <p:grpSpPr bwMode="auto">
          <a:xfrm>
            <a:off x="892175" y="1816100"/>
            <a:ext cx="2024063" cy="3276600"/>
            <a:chOff x="128755" y="1428750"/>
            <a:chExt cx="2023393" cy="3276600"/>
          </a:xfrm>
        </p:grpSpPr>
        <p:sp>
          <p:nvSpPr>
            <p:cNvPr id="218155" name="Line 16">
              <a:extLst>
                <a:ext uri="{FF2B5EF4-FFF2-40B4-BE49-F238E27FC236}">
                  <a16:creationId xmlns:a16="http://schemas.microsoft.com/office/drawing/2014/main" id="{585CDECC-5F11-4753-AB83-D62A6FEFDCB6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748510" y="1724133"/>
              <a:ext cx="255226" cy="174259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lIns="68580" tIns="34290" rIns="68580" bIns="34290" anchor="ctr"/>
            <a:lstStyle/>
            <a:p>
              <a:endParaRPr lang="zh-CN" altLang="en-US"/>
            </a:p>
          </p:txBody>
        </p:sp>
        <p:sp>
          <p:nvSpPr>
            <p:cNvPr id="218156" name="Freeform 32">
              <a:extLst>
                <a:ext uri="{FF2B5EF4-FFF2-40B4-BE49-F238E27FC236}">
                  <a16:creationId xmlns:a16="http://schemas.microsoft.com/office/drawing/2014/main" id="{7F32678A-D828-4D70-A909-3316EED57828}"/>
                </a:ext>
              </a:extLst>
            </p:cNvPr>
            <p:cNvSpPr>
              <a:spLocks/>
            </p:cNvSpPr>
            <p:nvPr/>
          </p:nvSpPr>
          <p:spPr bwMode="auto">
            <a:xfrm rot="9839600">
              <a:off x="1241210" y="2380259"/>
              <a:ext cx="225736" cy="372201"/>
            </a:xfrm>
            <a:custGeom>
              <a:avLst/>
              <a:gdLst>
                <a:gd name="T0" fmla="*/ 2147483646 w 347"/>
                <a:gd name="T1" fmla="*/ 2147483646 h 589"/>
                <a:gd name="T2" fmla="*/ 2147483646 w 347"/>
                <a:gd name="T3" fmla="*/ 2147483646 h 589"/>
                <a:gd name="T4" fmla="*/ 2147483646 w 347"/>
                <a:gd name="T5" fmla="*/ 0 h 589"/>
                <a:gd name="T6" fmla="*/ 0 60000 65536"/>
                <a:gd name="T7" fmla="*/ 0 60000 65536"/>
                <a:gd name="T8" fmla="*/ 0 60000 65536"/>
                <a:gd name="T9" fmla="*/ 0 w 347"/>
                <a:gd name="T10" fmla="*/ 0 h 589"/>
                <a:gd name="T11" fmla="*/ 347 w 347"/>
                <a:gd name="T12" fmla="*/ 589 h 589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347" h="589">
                  <a:moveTo>
                    <a:pt x="166" y="589"/>
                  </a:moveTo>
                  <a:cubicBezTo>
                    <a:pt x="83" y="456"/>
                    <a:pt x="0" y="324"/>
                    <a:pt x="30" y="226"/>
                  </a:cubicBezTo>
                  <a:cubicBezTo>
                    <a:pt x="60" y="128"/>
                    <a:pt x="203" y="64"/>
                    <a:pt x="347" y="0"/>
                  </a:cubicBezTo>
                </a:path>
              </a:pathLst>
            </a:custGeom>
            <a:noFill/>
            <a:ln w="25400">
              <a:solidFill>
                <a:srgbClr val="FF0000"/>
              </a:solidFill>
              <a:round/>
              <a:headEnd type="stealth" w="lg" len="med"/>
              <a:tailEnd type="none" w="lg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55" name="Oval 71">
              <a:extLst>
                <a:ext uri="{FF2B5EF4-FFF2-40B4-BE49-F238E27FC236}">
                  <a16:creationId xmlns:a16="http://schemas.microsoft.com/office/drawing/2014/main" id="{FAC7923C-4587-4F1B-8DB0-78AB0B816FE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76199" y="1490663"/>
              <a:ext cx="361830" cy="3238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lIns="68580" tIns="34290" rIns="68580" bIns="34290" anchor="ctr"/>
            <a:lstStyle/>
            <a:p>
              <a:pPr eaLnBrk="1" hangingPunct="1">
                <a:defRPr/>
              </a:pPr>
              <a:endParaRPr lang="en-US" altLang="zh-CN" sz="2400" b="0" i="1" baseline="-25000">
                <a:solidFill>
                  <a:prstClr val="black"/>
                </a:solidFill>
                <a:latin typeface="Times New Roman" pitchFamily="18" charset="0"/>
              </a:endParaRPr>
            </a:p>
          </p:txBody>
        </p:sp>
        <p:sp>
          <p:nvSpPr>
            <p:cNvPr id="218158" name="Line 50">
              <a:extLst>
                <a:ext uri="{FF2B5EF4-FFF2-40B4-BE49-F238E27FC236}">
                  <a16:creationId xmlns:a16="http://schemas.microsoft.com/office/drawing/2014/main" id="{8EF6B5CC-0674-4DC9-801B-311094A23D6D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165675" y="1814513"/>
              <a:ext cx="0" cy="299948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 dirty="0"/>
            </a:p>
          </p:txBody>
        </p:sp>
        <p:sp>
          <p:nvSpPr>
            <p:cNvPr id="218159" name="Text Box 13">
              <a:extLst>
                <a:ext uri="{FF2B5EF4-FFF2-40B4-BE49-F238E27FC236}">
                  <a16:creationId xmlns:a16="http://schemas.microsoft.com/office/drawing/2014/main" id="{29D10842-487E-43F6-9699-0AE5F86F4DB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24367" y="1428750"/>
              <a:ext cx="231809" cy="43808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>
              <a:spAutoFit/>
            </a:bodyPr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kumimoji="1" lang="en-US" altLang="zh-CN" sz="2400">
                  <a:solidFill>
                    <a:srgbClr val="000000"/>
                  </a:solidFill>
                  <a:latin typeface="Times New Roman" panose="02020603050405020304" pitchFamily="18" charset="0"/>
                </a:rPr>
                <a:t>1</a:t>
              </a:r>
            </a:p>
          </p:txBody>
        </p:sp>
        <p:sp>
          <p:nvSpPr>
            <p:cNvPr id="58" name="Oval 71">
              <a:extLst>
                <a:ext uri="{FF2B5EF4-FFF2-40B4-BE49-F238E27FC236}">
                  <a16:creationId xmlns:a16="http://schemas.microsoft.com/office/drawing/2014/main" id="{1A4800A0-5D9F-4A16-83DC-D99C604D02D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79373" y="2114550"/>
              <a:ext cx="361830" cy="3238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lIns="68580" tIns="34290" rIns="68580" bIns="34290" anchor="ctr"/>
            <a:lstStyle/>
            <a:p>
              <a:pPr eaLnBrk="1" hangingPunct="1">
                <a:defRPr/>
              </a:pPr>
              <a:endParaRPr lang="en-US" altLang="zh-CN" sz="2400" b="0" i="1" baseline="-25000">
                <a:solidFill>
                  <a:prstClr val="black"/>
                </a:solidFill>
                <a:latin typeface="Times New Roman" pitchFamily="18" charset="0"/>
              </a:endParaRPr>
            </a:p>
          </p:txBody>
        </p:sp>
        <p:sp>
          <p:nvSpPr>
            <p:cNvPr id="218161" name="Text Box 13">
              <a:extLst>
                <a:ext uri="{FF2B5EF4-FFF2-40B4-BE49-F238E27FC236}">
                  <a16:creationId xmlns:a16="http://schemas.microsoft.com/office/drawing/2014/main" id="{19A2F3FB-A9E5-46F5-A6AD-14185F316BE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27541" y="2052558"/>
              <a:ext cx="231809" cy="43808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>
              <a:spAutoFit/>
            </a:bodyPr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kumimoji="1" lang="en-US" altLang="zh-CN" sz="2400">
                  <a:solidFill>
                    <a:srgbClr val="000000"/>
                  </a:solidFill>
                  <a:latin typeface="Times New Roman" panose="02020603050405020304" pitchFamily="18" charset="0"/>
                </a:rPr>
                <a:t>3</a:t>
              </a:r>
            </a:p>
          </p:txBody>
        </p:sp>
        <p:sp>
          <p:nvSpPr>
            <p:cNvPr id="61" name="Oval 71">
              <a:extLst>
                <a:ext uri="{FF2B5EF4-FFF2-40B4-BE49-F238E27FC236}">
                  <a16:creationId xmlns:a16="http://schemas.microsoft.com/office/drawing/2014/main" id="{123EBA50-77EE-4A98-8488-47A1FB82738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79373" y="2714625"/>
              <a:ext cx="361830" cy="3238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lIns="68580" tIns="34290" rIns="68580" bIns="34290" anchor="ctr"/>
            <a:lstStyle/>
            <a:p>
              <a:pPr eaLnBrk="1" hangingPunct="1">
                <a:defRPr/>
              </a:pPr>
              <a:endParaRPr lang="en-US" altLang="zh-CN" sz="2400" b="0" i="1" baseline="-25000">
                <a:solidFill>
                  <a:prstClr val="black"/>
                </a:solidFill>
                <a:latin typeface="Times New Roman" pitchFamily="18" charset="0"/>
              </a:endParaRPr>
            </a:p>
          </p:txBody>
        </p:sp>
        <p:sp>
          <p:nvSpPr>
            <p:cNvPr id="218163" name="Text Box 13">
              <a:extLst>
                <a:ext uri="{FF2B5EF4-FFF2-40B4-BE49-F238E27FC236}">
                  <a16:creationId xmlns:a16="http://schemas.microsoft.com/office/drawing/2014/main" id="{96BAE655-5CB4-4009-AEDA-B58BFF9020E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27541" y="2652551"/>
              <a:ext cx="231809" cy="43808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>
              <a:spAutoFit/>
            </a:bodyPr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kumimoji="1" lang="en-US" altLang="zh-CN" sz="2400">
                  <a:solidFill>
                    <a:srgbClr val="000000"/>
                  </a:solidFill>
                  <a:latin typeface="Times New Roman" panose="02020603050405020304" pitchFamily="18" charset="0"/>
                </a:rPr>
                <a:t>4</a:t>
              </a:r>
            </a:p>
          </p:txBody>
        </p:sp>
        <p:sp>
          <p:nvSpPr>
            <p:cNvPr id="63" name="Oval 71">
              <a:extLst>
                <a:ext uri="{FF2B5EF4-FFF2-40B4-BE49-F238E27FC236}">
                  <a16:creationId xmlns:a16="http://schemas.microsoft.com/office/drawing/2014/main" id="{76B69A99-6B37-479D-A238-06F0E2FC23F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79373" y="3400425"/>
              <a:ext cx="361830" cy="3238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lIns="68580" tIns="34290" rIns="68580" bIns="34290" anchor="ctr"/>
            <a:lstStyle/>
            <a:p>
              <a:pPr eaLnBrk="1" hangingPunct="1">
                <a:defRPr/>
              </a:pPr>
              <a:endParaRPr lang="en-US" altLang="zh-CN" sz="2400" b="0" i="1" baseline="-25000">
                <a:solidFill>
                  <a:prstClr val="black"/>
                </a:solidFill>
                <a:latin typeface="Times New Roman" pitchFamily="18" charset="0"/>
              </a:endParaRPr>
            </a:p>
          </p:txBody>
        </p:sp>
        <p:sp>
          <p:nvSpPr>
            <p:cNvPr id="218165" name="Text Box 13">
              <a:extLst>
                <a:ext uri="{FF2B5EF4-FFF2-40B4-BE49-F238E27FC236}">
                  <a16:creationId xmlns:a16="http://schemas.microsoft.com/office/drawing/2014/main" id="{B85F3808-EBFC-4029-8795-FF41991C8A1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27541" y="3338264"/>
              <a:ext cx="231809" cy="43808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>
              <a:spAutoFit/>
            </a:bodyPr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kumimoji="1" lang="en-US" altLang="zh-CN" sz="2400">
                  <a:solidFill>
                    <a:srgbClr val="000000"/>
                  </a:solidFill>
                  <a:latin typeface="Times New Roman" panose="02020603050405020304" pitchFamily="18" charset="0"/>
                </a:rPr>
                <a:t>7</a:t>
              </a:r>
            </a:p>
          </p:txBody>
        </p:sp>
        <p:sp>
          <p:nvSpPr>
            <p:cNvPr id="65" name="Oval 71">
              <a:extLst>
                <a:ext uri="{FF2B5EF4-FFF2-40B4-BE49-F238E27FC236}">
                  <a16:creationId xmlns:a16="http://schemas.microsoft.com/office/drawing/2014/main" id="{EC1F9A74-E831-4B7A-A5D5-E673A178366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79373" y="4010025"/>
              <a:ext cx="361830" cy="3238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lIns="68580" tIns="34290" rIns="68580" bIns="34290" anchor="ctr"/>
            <a:lstStyle/>
            <a:p>
              <a:pPr eaLnBrk="1" hangingPunct="1">
                <a:defRPr/>
              </a:pPr>
              <a:endParaRPr lang="en-US" altLang="zh-CN" sz="2400" b="0" i="1" baseline="-25000">
                <a:solidFill>
                  <a:prstClr val="black"/>
                </a:solidFill>
                <a:latin typeface="Times New Roman" pitchFamily="18" charset="0"/>
              </a:endParaRPr>
            </a:p>
          </p:txBody>
        </p:sp>
        <p:sp>
          <p:nvSpPr>
            <p:cNvPr id="218167" name="Text Box 13">
              <a:extLst>
                <a:ext uri="{FF2B5EF4-FFF2-40B4-BE49-F238E27FC236}">
                  <a16:creationId xmlns:a16="http://schemas.microsoft.com/office/drawing/2014/main" id="{409C27C7-AE08-4D6D-86B5-767289FB2AC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27541" y="3947780"/>
              <a:ext cx="231809" cy="43808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>
              <a:spAutoFit/>
            </a:bodyPr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kumimoji="1" lang="en-US" altLang="zh-CN" sz="2400">
                  <a:solidFill>
                    <a:srgbClr val="000000"/>
                  </a:solidFill>
                  <a:latin typeface="Times New Roman" panose="02020603050405020304" pitchFamily="18" charset="0"/>
                </a:rPr>
                <a:t>8</a:t>
              </a:r>
            </a:p>
          </p:txBody>
        </p:sp>
        <p:sp>
          <p:nvSpPr>
            <p:cNvPr id="68" name="Oval 71">
              <a:extLst>
                <a:ext uri="{FF2B5EF4-FFF2-40B4-BE49-F238E27FC236}">
                  <a16:creationId xmlns:a16="http://schemas.microsoft.com/office/drawing/2014/main" id="{84A07F75-BF57-4EE3-B2DD-5C4B2F33DEB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4889" y="1828800"/>
              <a:ext cx="360244" cy="3238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lIns="68580" tIns="34290" rIns="68580" bIns="34290" anchor="ctr"/>
            <a:lstStyle/>
            <a:p>
              <a:pPr eaLnBrk="1" hangingPunct="1">
                <a:defRPr/>
              </a:pPr>
              <a:endParaRPr lang="en-US" altLang="zh-CN" sz="2400" b="0" i="1" baseline="-25000">
                <a:solidFill>
                  <a:prstClr val="black"/>
                </a:solidFill>
                <a:latin typeface="Times New Roman" pitchFamily="18" charset="0"/>
              </a:endParaRPr>
            </a:p>
          </p:txBody>
        </p:sp>
        <p:sp>
          <p:nvSpPr>
            <p:cNvPr id="218169" name="Text Box 13">
              <a:extLst>
                <a:ext uri="{FF2B5EF4-FFF2-40B4-BE49-F238E27FC236}">
                  <a16:creationId xmlns:a16="http://schemas.microsoft.com/office/drawing/2014/main" id="{121984C1-60AF-4DAE-94AC-2EEA92EE75D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2779" y="1766846"/>
              <a:ext cx="231809" cy="43808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>
              <a:spAutoFit/>
            </a:bodyPr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kumimoji="1" lang="en-US" altLang="zh-CN" sz="2400">
                  <a:solidFill>
                    <a:srgbClr val="000000"/>
                  </a:solidFill>
                  <a:latin typeface="Times New Roman" panose="02020603050405020304" pitchFamily="18" charset="0"/>
                </a:rPr>
                <a:t>2</a:t>
              </a:r>
            </a:p>
          </p:txBody>
        </p:sp>
        <p:sp>
          <p:nvSpPr>
            <p:cNvPr id="70" name="Oval 71">
              <a:extLst>
                <a:ext uri="{FF2B5EF4-FFF2-40B4-BE49-F238E27FC236}">
                  <a16:creationId xmlns:a16="http://schemas.microsoft.com/office/drawing/2014/main" id="{4AE74562-7D88-47E3-8C1E-C19FC14E06D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49098" y="3052763"/>
              <a:ext cx="360243" cy="3238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lIns="68580" tIns="34290" rIns="68580" bIns="34290" anchor="ctr"/>
            <a:lstStyle/>
            <a:p>
              <a:pPr eaLnBrk="1" hangingPunct="1">
                <a:defRPr/>
              </a:pPr>
              <a:endParaRPr lang="en-US" altLang="zh-CN" sz="2400" b="0" i="1" baseline="-25000">
                <a:solidFill>
                  <a:prstClr val="black"/>
                </a:solidFill>
                <a:latin typeface="Times New Roman" pitchFamily="18" charset="0"/>
              </a:endParaRPr>
            </a:p>
          </p:txBody>
        </p:sp>
        <p:sp>
          <p:nvSpPr>
            <p:cNvPr id="218171" name="Text Box 13">
              <a:extLst>
                <a:ext uri="{FF2B5EF4-FFF2-40B4-BE49-F238E27FC236}">
                  <a16:creationId xmlns:a16="http://schemas.microsoft.com/office/drawing/2014/main" id="{1ED3A60D-DBCC-43E7-AA33-B5AB244C2A1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595955" y="2990644"/>
              <a:ext cx="231809" cy="43808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>
              <a:spAutoFit/>
            </a:bodyPr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kumimoji="1" lang="en-US" altLang="zh-CN" sz="2400">
                  <a:solidFill>
                    <a:srgbClr val="000000"/>
                  </a:solidFill>
                  <a:latin typeface="Times New Roman" panose="02020603050405020304" pitchFamily="18" charset="0"/>
                </a:rPr>
                <a:t>6</a:t>
              </a:r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F5BEBFE4-124E-4504-BCF0-B9F6E5AE873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8063" y="3052763"/>
              <a:ext cx="360244" cy="3238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lIns="68580" tIns="34290" rIns="68580" bIns="34290" anchor="ctr"/>
            <a:lstStyle/>
            <a:p>
              <a:pPr eaLnBrk="1" hangingPunct="1">
                <a:defRPr/>
              </a:pPr>
              <a:endParaRPr lang="en-US" altLang="zh-CN" sz="2400" b="0" i="1" baseline="-25000">
                <a:solidFill>
                  <a:prstClr val="black"/>
                </a:solidFill>
                <a:latin typeface="Times New Roman" pitchFamily="18" charset="0"/>
              </a:endParaRPr>
            </a:p>
          </p:txBody>
        </p:sp>
        <p:sp>
          <p:nvSpPr>
            <p:cNvPr id="218173" name="Text Box 13">
              <a:extLst>
                <a:ext uri="{FF2B5EF4-FFF2-40B4-BE49-F238E27FC236}">
                  <a16:creationId xmlns:a16="http://schemas.microsoft.com/office/drawing/2014/main" id="{BEDA5173-8E95-4D21-A9C4-A18CE7B09F8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5953" y="2990644"/>
              <a:ext cx="231809" cy="43808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>
              <a:spAutoFit/>
            </a:bodyPr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kumimoji="1" lang="en-US" altLang="zh-CN" sz="2400">
                  <a:solidFill>
                    <a:srgbClr val="000000"/>
                  </a:solidFill>
                  <a:latin typeface="Times New Roman" panose="02020603050405020304" pitchFamily="18" charset="0"/>
                </a:rPr>
                <a:t>5</a:t>
              </a:r>
            </a:p>
          </p:txBody>
        </p:sp>
        <p:sp>
          <p:nvSpPr>
            <p:cNvPr id="74" name="Oval 71">
              <a:extLst>
                <a:ext uri="{FF2B5EF4-FFF2-40B4-BE49-F238E27FC236}">
                  <a16:creationId xmlns:a16="http://schemas.microsoft.com/office/drawing/2014/main" id="{65E91292-7F1B-4E64-B4D9-E3D694E5C5A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49098" y="4329113"/>
              <a:ext cx="360243" cy="3238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lIns="68580" tIns="34290" rIns="68580" bIns="34290" anchor="ctr"/>
            <a:lstStyle/>
            <a:p>
              <a:pPr eaLnBrk="1" hangingPunct="1">
                <a:defRPr/>
              </a:pPr>
              <a:endParaRPr lang="en-US" altLang="zh-CN" sz="2400" b="0" i="1" baseline="-25000">
                <a:solidFill>
                  <a:prstClr val="black"/>
                </a:solidFill>
                <a:latin typeface="Times New Roman" pitchFamily="18" charset="0"/>
              </a:endParaRPr>
            </a:p>
          </p:txBody>
        </p:sp>
        <p:sp>
          <p:nvSpPr>
            <p:cNvPr id="218175" name="Text Box 13">
              <a:extLst>
                <a:ext uri="{FF2B5EF4-FFF2-40B4-BE49-F238E27FC236}">
                  <a16:creationId xmlns:a16="http://schemas.microsoft.com/office/drawing/2014/main" id="{54B4EA21-C126-474E-B9B8-5484F4216FB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524507" y="4266829"/>
              <a:ext cx="527130" cy="43852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>
              <a:spAutoFit/>
            </a:bodyPr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kumimoji="1" lang="en-US" altLang="zh-CN" sz="2400">
                  <a:solidFill>
                    <a:srgbClr val="000000"/>
                  </a:solidFill>
                  <a:latin typeface="Times New Roman" panose="02020603050405020304" pitchFamily="18" charset="0"/>
                </a:rPr>
                <a:t>10</a:t>
              </a:r>
            </a:p>
          </p:txBody>
        </p:sp>
        <p:sp>
          <p:nvSpPr>
            <p:cNvPr id="76" name="Oval 71">
              <a:extLst>
                <a:ext uri="{FF2B5EF4-FFF2-40B4-BE49-F238E27FC236}">
                  <a16:creationId xmlns:a16="http://schemas.microsoft.com/office/drawing/2014/main" id="{E4F22A74-B820-471D-89BD-6098FE6EA43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8063" y="4329113"/>
              <a:ext cx="360244" cy="3238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lIns="68580" tIns="34290" rIns="68580" bIns="34290" anchor="ctr"/>
            <a:lstStyle/>
            <a:p>
              <a:pPr eaLnBrk="1" hangingPunct="1">
                <a:defRPr/>
              </a:pPr>
              <a:endParaRPr lang="en-US" altLang="zh-CN" sz="2400" b="0" i="1" baseline="-25000">
                <a:solidFill>
                  <a:prstClr val="black"/>
                </a:solidFill>
                <a:latin typeface="Times New Roman" pitchFamily="18" charset="0"/>
              </a:endParaRPr>
            </a:p>
          </p:txBody>
        </p:sp>
        <p:sp>
          <p:nvSpPr>
            <p:cNvPr id="218177" name="Text Box 13">
              <a:extLst>
                <a:ext uri="{FF2B5EF4-FFF2-40B4-BE49-F238E27FC236}">
                  <a16:creationId xmlns:a16="http://schemas.microsoft.com/office/drawing/2014/main" id="{D310BAB1-145B-4771-9E18-D7D02F9C12D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5953" y="4266829"/>
              <a:ext cx="231809" cy="43808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>
              <a:spAutoFit/>
            </a:bodyPr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kumimoji="1" lang="en-US" altLang="zh-CN" sz="2400">
                  <a:solidFill>
                    <a:srgbClr val="000000"/>
                  </a:solidFill>
                  <a:latin typeface="Times New Roman" panose="02020603050405020304" pitchFamily="18" charset="0"/>
                </a:rPr>
                <a:t>9</a:t>
              </a:r>
            </a:p>
          </p:txBody>
        </p:sp>
        <p:sp>
          <p:nvSpPr>
            <p:cNvPr id="218178" name="Line 50">
              <a:extLst>
                <a:ext uri="{FF2B5EF4-FFF2-40B4-BE49-F238E27FC236}">
                  <a16:creationId xmlns:a16="http://schemas.microsoft.com/office/drawing/2014/main" id="{22DED7EC-CC1C-49E4-8765-3F8847007B55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160911" y="2444618"/>
              <a:ext cx="0" cy="260314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218179" name="Line 50">
              <a:extLst>
                <a:ext uri="{FF2B5EF4-FFF2-40B4-BE49-F238E27FC236}">
                  <a16:creationId xmlns:a16="http://schemas.microsoft.com/office/drawing/2014/main" id="{04F010D1-87DB-4607-9E5B-19A07BFB718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68346" y="3724275"/>
              <a:ext cx="0" cy="28575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218180" name="Line 16">
              <a:extLst>
                <a:ext uri="{FF2B5EF4-FFF2-40B4-BE49-F238E27FC236}">
                  <a16:creationId xmlns:a16="http://schemas.microsoft.com/office/drawing/2014/main" id="{DE405753-C9EA-4123-816E-7738AA412BA3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736311" y="2941945"/>
              <a:ext cx="250739" cy="191386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lIns="68580" tIns="34290" rIns="68580" bIns="34290" anchor="ctr"/>
            <a:lstStyle/>
            <a:p>
              <a:endParaRPr lang="zh-CN" altLang="en-US"/>
            </a:p>
          </p:txBody>
        </p:sp>
        <p:sp>
          <p:nvSpPr>
            <p:cNvPr id="218181" name="Line 16">
              <a:extLst>
                <a:ext uri="{FF2B5EF4-FFF2-40B4-BE49-F238E27FC236}">
                  <a16:creationId xmlns:a16="http://schemas.microsoft.com/office/drawing/2014/main" id="{80D00053-29E1-4B67-B600-9286443617A0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765563" y="4233493"/>
              <a:ext cx="227046" cy="185713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lIns="68580" tIns="34290" rIns="68580" bIns="34290" anchor="ctr"/>
            <a:lstStyle/>
            <a:p>
              <a:endParaRPr lang="zh-CN" altLang="en-US"/>
            </a:p>
          </p:txBody>
        </p:sp>
        <p:sp>
          <p:nvSpPr>
            <p:cNvPr id="218182" name="Line 16">
              <a:extLst>
                <a:ext uri="{FF2B5EF4-FFF2-40B4-BE49-F238E27FC236}">
                  <a16:creationId xmlns:a16="http://schemas.microsoft.com/office/drawing/2014/main" id="{182FDC8C-E6DA-45E9-A832-C13CE70E9678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332718" y="3295432"/>
              <a:ext cx="244622" cy="190448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lIns="68580" tIns="34290" rIns="68580" bIns="34290" anchor="ctr"/>
            <a:lstStyle/>
            <a:p>
              <a:endParaRPr lang="zh-CN" altLang="en-US"/>
            </a:p>
          </p:txBody>
        </p:sp>
        <p:sp>
          <p:nvSpPr>
            <p:cNvPr id="218183" name="Line 16">
              <a:extLst>
                <a:ext uri="{FF2B5EF4-FFF2-40B4-BE49-F238E27FC236}">
                  <a16:creationId xmlns:a16="http://schemas.microsoft.com/office/drawing/2014/main" id="{A45C4D9E-E472-464C-AA48-A16CEDA62C8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06815" y="2114461"/>
              <a:ext cx="273093" cy="142856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lIns="68580" tIns="34290" rIns="68580" bIns="34290" anchor="ctr"/>
            <a:lstStyle/>
            <a:p>
              <a:endParaRPr lang="zh-CN" altLang="en-US"/>
            </a:p>
          </p:txBody>
        </p:sp>
        <p:sp>
          <p:nvSpPr>
            <p:cNvPr id="218184" name="Line 16">
              <a:extLst>
                <a:ext uri="{FF2B5EF4-FFF2-40B4-BE49-F238E27FC236}">
                  <a16:creationId xmlns:a16="http://schemas.microsoft.com/office/drawing/2014/main" id="{9C09FE10-6F3E-44C5-928F-AB5476423BD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48511" y="3301385"/>
              <a:ext cx="288968" cy="151161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lIns="68580" tIns="34290" rIns="68580" bIns="34290" anchor="ctr"/>
            <a:lstStyle/>
            <a:p>
              <a:endParaRPr lang="zh-CN" altLang="en-US"/>
            </a:p>
          </p:txBody>
        </p:sp>
        <p:sp>
          <p:nvSpPr>
            <p:cNvPr id="218185" name="Line 16">
              <a:extLst>
                <a:ext uri="{FF2B5EF4-FFF2-40B4-BE49-F238E27FC236}">
                  <a16:creationId xmlns:a16="http://schemas.microsoft.com/office/drawing/2014/main" id="{5A9338D5-628D-4FA5-8484-932BE667701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325128" y="2934853"/>
              <a:ext cx="297817" cy="15579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lIns="68580" tIns="34290" rIns="68580" bIns="34290" anchor="ctr"/>
            <a:lstStyle/>
            <a:p>
              <a:endParaRPr lang="zh-CN" altLang="en-US"/>
            </a:p>
          </p:txBody>
        </p:sp>
        <p:sp>
          <p:nvSpPr>
            <p:cNvPr id="218186" name="Line 16">
              <a:extLst>
                <a:ext uri="{FF2B5EF4-FFF2-40B4-BE49-F238E27FC236}">
                  <a16:creationId xmlns:a16="http://schemas.microsoft.com/office/drawing/2014/main" id="{2F1BDF64-F1E7-4721-B160-AF9865C7F04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330936" y="4187391"/>
              <a:ext cx="274115" cy="188957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lIns="68580" tIns="34290" rIns="68580" bIns="34290" anchor="ctr"/>
            <a:lstStyle/>
            <a:p>
              <a:endParaRPr lang="zh-CN" altLang="en-US" dirty="0"/>
            </a:p>
          </p:txBody>
        </p:sp>
        <p:sp>
          <p:nvSpPr>
            <p:cNvPr id="218187" name="Freeform 32">
              <a:extLst>
                <a:ext uri="{FF2B5EF4-FFF2-40B4-BE49-F238E27FC236}">
                  <a16:creationId xmlns:a16="http://schemas.microsoft.com/office/drawing/2014/main" id="{E05AEBB5-7A07-4A7F-A262-C003F10E8E16}"/>
                </a:ext>
              </a:extLst>
            </p:cNvPr>
            <p:cNvSpPr>
              <a:spLocks/>
            </p:cNvSpPr>
            <p:nvPr/>
          </p:nvSpPr>
          <p:spPr bwMode="auto">
            <a:xfrm rot="7422157">
              <a:off x="1404863" y="3513477"/>
              <a:ext cx="467623" cy="835273"/>
            </a:xfrm>
            <a:custGeom>
              <a:avLst/>
              <a:gdLst>
                <a:gd name="T0" fmla="*/ 2147483646 w 347"/>
                <a:gd name="T1" fmla="*/ 2147483646 h 589"/>
                <a:gd name="T2" fmla="*/ 2147483646 w 347"/>
                <a:gd name="T3" fmla="*/ 2147483646 h 589"/>
                <a:gd name="T4" fmla="*/ 2147483646 w 347"/>
                <a:gd name="T5" fmla="*/ 0 h 589"/>
                <a:gd name="T6" fmla="*/ 0 60000 65536"/>
                <a:gd name="T7" fmla="*/ 0 60000 65536"/>
                <a:gd name="T8" fmla="*/ 0 60000 65536"/>
                <a:gd name="T9" fmla="*/ 0 w 347"/>
                <a:gd name="T10" fmla="*/ 0 h 589"/>
                <a:gd name="T11" fmla="*/ 347 w 347"/>
                <a:gd name="T12" fmla="*/ 589 h 589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347" h="589">
                  <a:moveTo>
                    <a:pt x="166" y="589"/>
                  </a:moveTo>
                  <a:cubicBezTo>
                    <a:pt x="83" y="456"/>
                    <a:pt x="0" y="324"/>
                    <a:pt x="30" y="226"/>
                  </a:cubicBezTo>
                  <a:cubicBezTo>
                    <a:pt x="60" y="128"/>
                    <a:pt x="203" y="64"/>
                    <a:pt x="347" y="0"/>
                  </a:cubicBezTo>
                </a:path>
              </a:pathLst>
            </a:custGeom>
            <a:noFill/>
            <a:ln w="25400">
              <a:solidFill>
                <a:srgbClr val="FF0000"/>
              </a:solidFill>
              <a:round/>
              <a:headEnd type="stealth" w="lg" len="med"/>
              <a:tailEnd type="none" w="lg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88" name="任意多边形 87">
              <a:extLst>
                <a:ext uri="{FF2B5EF4-FFF2-40B4-BE49-F238E27FC236}">
                  <a16:creationId xmlns:a16="http://schemas.microsoft.com/office/drawing/2014/main" id="{8E38C522-981D-439B-8D9D-9001DC969B90}"/>
                </a:ext>
              </a:extLst>
            </p:cNvPr>
            <p:cNvSpPr/>
            <p:nvPr/>
          </p:nvSpPr>
          <p:spPr bwMode="auto">
            <a:xfrm>
              <a:off x="1338030" y="2847975"/>
              <a:ext cx="714139" cy="785813"/>
            </a:xfrm>
            <a:custGeom>
              <a:avLst/>
              <a:gdLst>
                <a:gd name="connsiteX0" fmla="*/ 0 w 823912"/>
                <a:gd name="connsiteY0" fmla="*/ 1914525 h 1914525"/>
                <a:gd name="connsiteX1" fmla="*/ 609600 w 823912"/>
                <a:gd name="connsiteY1" fmla="*/ 1333500 h 1914525"/>
                <a:gd name="connsiteX2" fmla="*/ 790575 w 823912"/>
                <a:gd name="connsiteY2" fmla="*/ 781050 h 1914525"/>
                <a:gd name="connsiteX3" fmla="*/ 409575 w 823912"/>
                <a:gd name="connsiteY3" fmla="*/ 171450 h 1914525"/>
                <a:gd name="connsiteX4" fmla="*/ 9525 w 823912"/>
                <a:gd name="connsiteY4" fmla="*/ 0 h 1914525"/>
                <a:gd name="connsiteX5" fmla="*/ 9525 w 823912"/>
                <a:gd name="connsiteY5" fmla="*/ 0 h 1914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823912" h="1914525">
                  <a:moveTo>
                    <a:pt x="0" y="1914525"/>
                  </a:moveTo>
                  <a:cubicBezTo>
                    <a:pt x="238919" y="1718468"/>
                    <a:pt x="477838" y="1522412"/>
                    <a:pt x="609600" y="1333500"/>
                  </a:cubicBezTo>
                  <a:cubicBezTo>
                    <a:pt x="741362" y="1144588"/>
                    <a:pt x="823912" y="974725"/>
                    <a:pt x="790575" y="781050"/>
                  </a:cubicBezTo>
                  <a:cubicBezTo>
                    <a:pt x="757238" y="587375"/>
                    <a:pt x="539750" y="301625"/>
                    <a:pt x="409575" y="171450"/>
                  </a:cubicBezTo>
                  <a:cubicBezTo>
                    <a:pt x="279400" y="41275"/>
                    <a:pt x="9525" y="0"/>
                    <a:pt x="9525" y="0"/>
                  </a:cubicBezTo>
                  <a:lnTo>
                    <a:pt x="9525" y="0"/>
                  </a:lnTo>
                </a:path>
              </a:pathLst>
            </a:custGeom>
            <a:ln w="25400">
              <a:solidFill>
                <a:srgbClr val="FF0000"/>
              </a:solidFill>
              <a:headEnd type="none"/>
              <a:tailEnd type="stealth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/>
            </a:p>
          </p:txBody>
        </p:sp>
        <p:sp>
          <p:nvSpPr>
            <p:cNvPr id="89" name="任意多边形 88">
              <a:extLst>
                <a:ext uri="{FF2B5EF4-FFF2-40B4-BE49-F238E27FC236}">
                  <a16:creationId xmlns:a16="http://schemas.microsoft.com/office/drawing/2014/main" id="{D8EC0DA7-2A1B-4E55-BD35-9349DC2D8E9E}"/>
                </a:ext>
              </a:extLst>
            </p:cNvPr>
            <p:cNvSpPr/>
            <p:nvPr/>
          </p:nvSpPr>
          <p:spPr>
            <a:xfrm>
              <a:off x="128755" y="1495425"/>
              <a:ext cx="874982" cy="2890444"/>
            </a:xfrm>
            <a:custGeom>
              <a:avLst/>
              <a:gdLst>
                <a:gd name="connsiteX0" fmla="*/ 313854 w 843941"/>
                <a:gd name="connsiteY0" fmla="*/ 2829944 h 2829944"/>
                <a:gd name="connsiteX1" fmla="*/ 22306 w 843941"/>
                <a:gd name="connsiteY1" fmla="*/ 351788 h 2829944"/>
                <a:gd name="connsiteX2" fmla="*/ 843941 w 843941"/>
                <a:gd name="connsiteY2" fmla="*/ 73492 h 28299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43941" h="2829944">
                  <a:moveTo>
                    <a:pt x="313854" y="2829944"/>
                  </a:moveTo>
                  <a:cubicBezTo>
                    <a:pt x="123906" y="1820570"/>
                    <a:pt x="-66042" y="811197"/>
                    <a:pt x="22306" y="351788"/>
                  </a:cubicBezTo>
                  <a:cubicBezTo>
                    <a:pt x="110654" y="-107621"/>
                    <a:pt x="477297" y="-17065"/>
                    <a:pt x="843941" y="73492"/>
                  </a:cubicBezTo>
                </a:path>
              </a:pathLst>
            </a:custGeom>
            <a:noFill/>
            <a:ln w="25400">
              <a:solidFill>
                <a:srgbClr val="FF0000"/>
              </a:solidFill>
              <a:tailEnd type="stealth" w="lg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 dirty="0"/>
            </a:p>
          </p:txBody>
        </p:sp>
        <p:sp>
          <p:nvSpPr>
            <p:cNvPr id="90" name="任意多边形 89">
              <a:extLst>
                <a:ext uri="{FF2B5EF4-FFF2-40B4-BE49-F238E27FC236}">
                  <a16:creationId xmlns:a16="http://schemas.microsoft.com/office/drawing/2014/main" id="{99D9919B-D350-4D8E-940B-045779D62E67}"/>
                </a:ext>
              </a:extLst>
            </p:cNvPr>
            <p:cNvSpPr/>
            <p:nvPr/>
          </p:nvSpPr>
          <p:spPr>
            <a:xfrm>
              <a:off x="1344377" y="2232025"/>
              <a:ext cx="807771" cy="1868488"/>
            </a:xfrm>
            <a:custGeom>
              <a:avLst/>
              <a:gdLst>
                <a:gd name="connsiteX0" fmla="*/ 13252 w 808391"/>
                <a:gd name="connsiteY0" fmla="*/ 1868556 h 1868556"/>
                <a:gd name="connsiteX1" fmla="*/ 808382 w 808391"/>
                <a:gd name="connsiteY1" fmla="*/ 1086678 h 1868556"/>
                <a:gd name="connsiteX2" fmla="*/ 0 w 808391"/>
                <a:gd name="connsiteY2" fmla="*/ 0 h 1868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08391" h="1868556">
                  <a:moveTo>
                    <a:pt x="13252" y="1868556"/>
                  </a:moveTo>
                  <a:cubicBezTo>
                    <a:pt x="411921" y="1633330"/>
                    <a:pt x="810591" y="1398104"/>
                    <a:pt x="808382" y="1086678"/>
                  </a:cubicBezTo>
                  <a:cubicBezTo>
                    <a:pt x="806173" y="775252"/>
                    <a:pt x="403086" y="387626"/>
                    <a:pt x="0" y="0"/>
                  </a:cubicBezTo>
                </a:path>
              </a:pathLst>
            </a:custGeom>
            <a:noFill/>
            <a:ln w="25400">
              <a:solidFill>
                <a:srgbClr val="FF0000"/>
              </a:solidFill>
              <a:tailEnd type="stealth" w="lg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/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125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82125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82125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82125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 nodeType="clickPar">
                      <p:stCondLst>
                        <p:cond delay="indefinite"/>
                      </p:stCondLst>
                      <p:childTnLst>
                        <p:par>
                          <p:cTn id="1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125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82125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82125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82125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 nodeType="clickPar">
                      <p:stCondLst>
                        <p:cond delay="indefinite"/>
                      </p:stCondLst>
                      <p:childTnLst>
                        <p:par>
                          <p:cTn id="2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4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12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82125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82125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8212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 nodeType="clickPar">
                      <p:stCondLst>
                        <p:cond delay="indefinite"/>
                      </p:stCondLst>
                      <p:childTnLst>
                        <p:par>
                          <p:cTn id="4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0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 nodeType="clickPar">
                      <p:stCondLst>
                        <p:cond delay="indefinite"/>
                      </p:stCondLst>
                      <p:childTnLst>
                        <p:par>
                          <p:cTn id="6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 nodeType="clickPar">
                      <p:stCondLst>
                        <p:cond delay="indefinite"/>
                      </p:stCondLst>
                      <p:childTnLst>
                        <p:par>
                          <p:cTn id="7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4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 nodeType="clickPar">
                      <p:stCondLst>
                        <p:cond delay="indefinite"/>
                      </p:stCondLst>
                      <p:childTnLst>
                        <p:par>
                          <p:cTn id="7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6" dur="5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5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 nodeType="clickPar">
                      <p:stCondLst>
                        <p:cond delay="indefinite"/>
                      </p:stCondLst>
                      <p:childTnLst>
                        <p:par>
                          <p:cTn id="9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6" fill="hold" nodeType="clickPar">
                      <p:stCondLst>
                        <p:cond delay="indefinite"/>
                      </p:stCondLst>
                      <p:childTnLst>
                        <p:par>
                          <p:cTn id="9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0" dur="5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1" dur="5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 nodeType="clickPar">
                      <p:stCondLst>
                        <p:cond delay="indefinite"/>
                      </p:stCondLst>
                      <p:childTnLst>
                        <p:par>
                          <p:cTn id="10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7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8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0" fill="hold" nodeType="clickPar">
                      <p:stCondLst>
                        <p:cond delay="indefinite"/>
                      </p:stCondLst>
                      <p:childTnLst>
                        <p:par>
                          <p:cTn id="11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4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5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6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7" fill="hold" nodeType="clickPar">
                      <p:stCondLst>
                        <p:cond delay="indefinite"/>
                      </p:stCondLst>
                      <p:childTnLst>
                        <p:par>
                          <p:cTn id="1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1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2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3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4" fill="hold" nodeType="clickPar">
                      <p:stCondLst>
                        <p:cond delay="indefinite"/>
                      </p:stCondLst>
                      <p:childTnLst>
                        <p:par>
                          <p:cTn id="12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26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8" dur="5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9" dur="5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7" grpId="0"/>
      <p:bldP spid="9" grpId="0"/>
      <p:bldP spid="28" grpId="0"/>
      <p:bldP spid="32" grpId="0"/>
      <p:bldP spid="33" grpId="0"/>
      <p:bldP spid="66" grpId="0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163" name="Rectangle 3">
            <a:extLst>
              <a:ext uri="{FF2B5EF4-FFF2-40B4-BE49-F238E27FC236}">
                <a16:creationId xmlns:a16="http://schemas.microsoft.com/office/drawing/2014/main" id="{E93DA313-957F-40DD-A1B2-C4625D188FC6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428625" y="1001713"/>
            <a:ext cx="8143875" cy="39338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lnSpc>
                <a:spcPts val="2500"/>
              </a:lnSpc>
              <a:buClrTx/>
              <a:buFont typeface="Wingdings" panose="05000000000000000000" pitchFamily="2" charset="2"/>
              <a:buChar char="Ø"/>
            </a:pPr>
            <a:r>
              <a:rPr lang="zh-CN" altLang="en-US" b="1" dirty="0">
                <a:solidFill>
                  <a:schemeClr val="tx1"/>
                </a:solidFill>
              </a:rPr>
              <a:t>输入：流图</a:t>
            </a:r>
            <a:r>
              <a:rPr lang="en-US" altLang="zh-CN" b="1" dirty="0">
                <a:solidFill>
                  <a:schemeClr val="tx1"/>
                </a:solidFill>
              </a:rPr>
              <a:t> </a:t>
            </a:r>
            <a:r>
              <a:rPr lang="en-US" altLang="zh-CN" b="1" i="1" dirty="0">
                <a:solidFill>
                  <a:schemeClr val="tx1"/>
                </a:solidFill>
              </a:rPr>
              <a:t>G</a:t>
            </a:r>
            <a:r>
              <a:rPr lang="zh-CN" altLang="en-US" b="1" dirty="0">
                <a:solidFill>
                  <a:schemeClr val="tx1"/>
                </a:solidFill>
              </a:rPr>
              <a:t>和回边</a:t>
            </a:r>
            <a:r>
              <a:rPr lang="en-US" altLang="zh-CN" b="1" i="1" dirty="0">
                <a:solidFill>
                  <a:schemeClr val="tx1"/>
                </a:solidFill>
              </a:rPr>
              <a:t>n </a:t>
            </a:r>
            <a:r>
              <a:rPr lang="en-US" altLang="zh-CN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→</a:t>
            </a:r>
            <a:r>
              <a:rPr lang="en-US" altLang="zh-CN" b="1" dirty="0">
                <a:solidFill>
                  <a:schemeClr val="tx1"/>
                </a:solidFill>
              </a:rPr>
              <a:t> </a:t>
            </a:r>
            <a:r>
              <a:rPr lang="en-US" altLang="zh-CN" b="1" i="1" dirty="0">
                <a:solidFill>
                  <a:schemeClr val="tx1"/>
                </a:solidFill>
              </a:rPr>
              <a:t>d</a:t>
            </a:r>
            <a:endParaRPr lang="en-US" altLang="zh-CN" b="1" dirty="0">
              <a:solidFill>
                <a:schemeClr val="tx1"/>
              </a:solidFill>
            </a:endParaRPr>
          </a:p>
          <a:p>
            <a:pPr eaLnBrk="1" hangingPunct="1">
              <a:lnSpc>
                <a:spcPts val="2500"/>
              </a:lnSpc>
              <a:buClrTx/>
              <a:buFont typeface="Wingdings" panose="05000000000000000000" pitchFamily="2" charset="2"/>
              <a:buChar char="Ø"/>
            </a:pPr>
            <a:r>
              <a:rPr lang="zh-CN" altLang="en-US" b="1" dirty="0">
                <a:solidFill>
                  <a:schemeClr val="tx1"/>
                </a:solidFill>
              </a:rPr>
              <a:t>输出：由回边</a:t>
            </a:r>
            <a:r>
              <a:rPr lang="en-US" altLang="zh-CN" b="1" i="1" dirty="0">
                <a:solidFill>
                  <a:schemeClr val="tx1"/>
                </a:solidFill>
              </a:rPr>
              <a:t>n →</a:t>
            </a:r>
            <a:r>
              <a:rPr lang="en-US" altLang="zh-CN" b="1" dirty="0">
                <a:solidFill>
                  <a:schemeClr val="tx1"/>
                </a:solidFill>
              </a:rPr>
              <a:t> </a:t>
            </a:r>
            <a:r>
              <a:rPr lang="en-US" altLang="zh-CN" b="1" i="1" dirty="0">
                <a:solidFill>
                  <a:schemeClr val="tx1"/>
                </a:solidFill>
              </a:rPr>
              <a:t>d</a:t>
            </a:r>
            <a:r>
              <a:rPr lang="zh-CN" altLang="en-US" b="1" dirty="0">
                <a:solidFill>
                  <a:schemeClr val="tx1"/>
                </a:solidFill>
              </a:rPr>
              <a:t>的自然循环中的所有结点组成的集合</a:t>
            </a:r>
            <a:endParaRPr lang="en-US" altLang="zh-CN" b="1" dirty="0">
              <a:solidFill>
                <a:schemeClr val="tx1"/>
              </a:solidFill>
            </a:endParaRPr>
          </a:p>
          <a:p>
            <a:pPr eaLnBrk="1" hangingPunct="1">
              <a:lnSpc>
                <a:spcPts val="2500"/>
              </a:lnSpc>
              <a:buClrTx/>
              <a:buFont typeface="Wingdings" panose="05000000000000000000" pitchFamily="2" charset="2"/>
              <a:buChar char="Ø"/>
            </a:pPr>
            <a:r>
              <a:rPr lang="zh-CN" altLang="en-US" b="1" dirty="0">
                <a:solidFill>
                  <a:schemeClr val="tx1"/>
                </a:solidFill>
              </a:rPr>
              <a:t>方法</a:t>
            </a:r>
            <a:r>
              <a:rPr lang="en-US" altLang="zh-CN" b="1" dirty="0">
                <a:solidFill>
                  <a:schemeClr val="tx1"/>
                </a:solidFill>
              </a:rPr>
              <a:t>: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FB8AAC25-9200-4637-8100-B9C2A5C4691A}"/>
              </a:ext>
            </a:extLst>
          </p:cNvPr>
          <p:cNvSpPr/>
          <p:nvPr/>
        </p:nvSpPr>
        <p:spPr>
          <a:xfrm>
            <a:off x="1643063" y="1806575"/>
            <a:ext cx="6191250" cy="328612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defTabSz="911225" eaLnBrk="1" hangingPunct="1">
              <a:lnSpc>
                <a:spcPts val="2000"/>
              </a:lnSpc>
              <a:spcBef>
                <a:spcPct val="30000"/>
              </a:spcBef>
              <a:defRPr/>
            </a:pPr>
            <a:r>
              <a:rPr lang="en-US" altLang="zh-CN" sz="2400" i="1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stack=</a:t>
            </a:r>
            <a:r>
              <a:rPr lang="el-GR" altLang="zh-CN" sz="2400" i="1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Φ</a:t>
            </a:r>
            <a:r>
              <a:rPr lang="en-US" altLang="zh-CN" sz="24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  </a:t>
            </a:r>
            <a:r>
              <a:rPr lang="en-US" altLang="zh-CN" sz="2400" i="1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loop</a:t>
            </a:r>
            <a:r>
              <a:rPr lang="en-US" altLang="zh-CN" sz="24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={ </a:t>
            </a:r>
            <a:r>
              <a:rPr lang="en-US" altLang="zh-CN" sz="2400" i="1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r>
              <a:rPr lang="en-US" altLang="zh-CN" sz="24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altLang="zh-CN" sz="2400" i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r>
              <a:rPr lang="en-US" altLang="zh-CN" sz="2400" i="1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24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};  </a:t>
            </a:r>
            <a:r>
              <a:rPr lang="en-US" altLang="zh-CN" sz="2400" i="1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push</a:t>
            </a:r>
            <a:r>
              <a:rPr lang="en-US" altLang="zh-CN" sz="24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altLang="zh-CN" sz="2400" i="1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stack</a:t>
            </a:r>
            <a:r>
              <a:rPr lang="en-US" altLang="zh-CN" sz="24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altLang="zh-CN" sz="2400" i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r>
              <a:rPr lang="en-US" altLang="zh-CN" sz="24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);</a:t>
            </a:r>
          </a:p>
          <a:p>
            <a:pPr defTabSz="911225" eaLnBrk="1" hangingPunct="1">
              <a:lnSpc>
                <a:spcPts val="2000"/>
              </a:lnSpc>
              <a:spcBef>
                <a:spcPct val="30000"/>
              </a:spcBef>
              <a:defRPr/>
            </a:pPr>
            <a:r>
              <a:rPr lang="en-US" altLang="zh-CN" sz="2400" dirty="0">
                <a:solidFill>
                  <a:srgbClr val="0000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while</a:t>
            </a:r>
            <a:r>
              <a:rPr lang="en-US" altLang="zh-CN" sz="24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2400" i="1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stack</a:t>
            </a:r>
            <a:r>
              <a:rPr lang="zh-CN" altLang="en-US" sz="24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不空</a:t>
            </a:r>
            <a:r>
              <a:rPr lang="en-US" altLang="zh-CN" sz="2400" dirty="0">
                <a:solidFill>
                  <a:srgbClr val="0000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</a:t>
            </a:r>
          </a:p>
          <a:p>
            <a:pPr defTabSz="911225" eaLnBrk="1" hangingPunct="1">
              <a:lnSpc>
                <a:spcPts val="2000"/>
              </a:lnSpc>
              <a:spcBef>
                <a:spcPct val="30000"/>
              </a:spcBef>
              <a:defRPr/>
            </a:pPr>
            <a:r>
              <a:rPr lang="en-US" altLang="zh-CN" sz="24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{   </a:t>
            </a:r>
            <a:r>
              <a:rPr lang="en-US" altLang="zh-CN" sz="2400" i="1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en-US" altLang="zh-CN" sz="24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</a:t>
            </a:r>
            <a:r>
              <a:rPr lang="en-US" altLang="zh-CN" sz="2400" i="1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top</a:t>
            </a:r>
            <a:r>
              <a:rPr lang="en-US" altLang="zh-CN" sz="24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altLang="zh-CN" sz="2400" i="1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stack</a:t>
            </a:r>
            <a:r>
              <a:rPr lang="en-US" altLang="zh-CN" sz="24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); </a:t>
            </a:r>
            <a:r>
              <a:rPr lang="en-US" altLang="zh-CN" sz="2400" i="1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pop</a:t>
            </a:r>
            <a:r>
              <a:rPr lang="en-US" altLang="zh-CN" sz="24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altLang="zh-CN" sz="2400" i="1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stack</a:t>
            </a:r>
            <a:r>
              <a:rPr lang="en-US" altLang="zh-CN" sz="24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);</a:t>
            </a:r>
          </a:p>
          <a:p>
            <a:pPr defTabSz="911225" eaLnBrk="1" hangingPunct="1">
              <a:lnSpc>
                <a:spcPts val="2000"/>
              </a:lnSpc>
              <a:spcBef>
                <a:spcPct val="30000"/>
              </a:spcBef>
              <a:defRPr/>
            </a:pPr>
            <a:r>
              <a:rPr lang="en-US" altLang="zh-CN" sz="2400" dirty="0">
                <a:solidFill>
                  <a:srgbClr val="0000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for</a:t>
            </a:r>
            <a:r>
              <a:rPr lang="en-US" altLang="zh-CN" sz="24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2400" i="1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zh-CN" altLang="en-US" sz="24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的每个前驱 </a:t>
            </a:r>
            <a:r>
              <a:rPr lang="en-US" altLang="zh-CN" sz="2400" i="1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</a:p>
          <a:p>
            <a:pPr defTabSz="911225" eaLnBrk="1" hangingPunct="1">
              <a:lnSpc>
                <a:spcPts val="2000"/>
              </a:lnSpc>
              <a:spcBef>
                <a:spcPct val="30000"/>
              </a:spcBef>
              <a:defRPr/>
            </a:pPr>
            <a:r>
              <a:rPr lang="en-US" altLang="zh-CN" sz="24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{   </a:t>
            </a:r>
            <a:r>
              <a:rPr lang="en-US" altLang="zh-CN" sz="2400" dirty="0">
                <a:solidFill>
                  <a:srgbClr val="0000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if </a:t>
            </a:r>
            <a:r>
              <a:rPr lang="en-US" altLang="zh-CN" sz="2400" i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zh-CN" altLang="en-US" sz="2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不在</a:t>
            </a:r>
            <a:r>
              <a:rPr lang="en-US" altLang="zh-CN" sz="2400" i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loop</a:t>
            </a:r>
            <a:r>
              <a:rPr lang="zh-CN" altLang="en-US" sz="2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中</a:t>
            </a:r>
            <a:r>
              <a:rPr lang="en-US" altLang="zh-CN" sz="2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2400" dirty="0">
                <a:solidFill>
                  <a:srgbClr val="0000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then </a:t>
            </a:r>
          </a:p>
          <a:p>
            <a:pPr defTabSz="911225" eaLnBrk="1" hangingPunct="1">
              <a:lnSpc>
                <a:spcPts val="2000"/>
              </a:lnSpc>
              <a:spcBef>
                <a:spcPct val="30000"/>
              </a:spcBef>
              <a:defRPr/>
            </a:pPr>
            <a:r>
              <a:rPr lang="en-US" altLang="zh-CN" sz="24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{   </a:t>
            </a:r>
            <a:r>
              <a:rPr lang="en-US" altLang="zh-CN" sz="2400" i="1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loop</a:t>
            </a:r>
            <a:r>
              <a:rPr lang="en-US" altLang="zh-CN" sz="24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</a:t>
            </a:r>
            <a:r>
              <a:rPr lang="en-US" altLang="zh-CN" sz="2400" i="1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loop</a:t>
            </a:r>
            <a:r>
              <a:rPr lang="en-US" altLang="zh-CN" sz="24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∪{ </a:t>
            </a:r>
            <a:r>
              <a:rPr lang="en-US" altLang="zh-CN" sz="2400" i="1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en-US" altLang="zh-CN" sz="24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}; </a:t>
            </a:r>
          </a:p>
          <a:p>
            <a:pPr defTabSz="911225" eaLnBrk="1" hangingPunct="1">
              <a:lnSpc>
                <a:spcPts val="2000"/>
              </a:lnSpc>
              <a:spcBef>
                <a:spcPct val="30000"/>
              </a:spcBef>
              <a:defRPr/>
            </a:pPr>
            <a:r>
              <a:rPr lang="en-US" altLang="zh-CN" sz="2400" i="1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push</a:t>
            </a:r>
            <a:r>
              <a:rPr lang="en-US" altLang="zh-CN" sz="24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altLang="zh-CN" sz="2400" i="1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stack</a:t>
            </a:r>
            <a:r>
              <a:rPr lang="en-US" altLang="zh-CN" sz="24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altLang="zh-CN" sz="2400" i="1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en-US" altLang="zh-CN" sz="24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);    }</a:t>
            </a:r>
          </a:p>
          <a:p>
            <a:pPr defTabSz="911225" eaLnBrk="1" hangingPunct="1">
              <a:lnSpc>
                <a:spcPts val="2000"/>
              </a:lnSpc>
              <a:spcBef>
                <a:spcPts val="600"/>
              </a:spcBef>
              <a:defRPr/>
            </a:pPr>
            <a:r>
              <a:rPr lang="en-US" altLang="zh-CN" sz="24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}</a:t>
            </a:r>
          </a:p>
          <a:p>
            <a:pPr defTabSz="911225" eaLnBrk="1" hangingPunct="1">
              <a:lnSpc>
                <a:spcPts val="2000"/>
              </a:lnSpc>
              <a:spcBef>
                <a:spcPts val="600"/>
              </a:spcBef>
              <a:defRPr/>
            </a:pPr>
            <a:r>
              <a:rPr lang="en-US" altLang="zh-CN" sz="2400" dirty="0">
                <a:solidFill>
                  <a:prstClr val="black"/>
                </a:solidFill>
                <a:latin typeface="Times New Roman" panose="02020603050405020304" pitchFamily="18" charset="0"/>
                <a:ea typeface="楷体_GB2312"/>
                <a:cs typeface="楷体_GB2312"/>
              </a:rPr>
              <a:t>}</a:t>
            </a:r>
            <a:endParaRPr lang="zh-CN" altLang="en-US" sz="1000" dirty="0">
              <a:solidFill>
                <a:srgbClr val="000000"/>
              </a:solidFill>
              <a:latin typeface="Arial" panose="020B0604020202020204" pitchFamily="34" charset="0"/>
              <a:ea typeface="宋体" panose="02010600030101010101" pitchFamily="2" charset="-122"/>
            </a:endParaRPr>
          </a:p>
        </p:txBody>
      </p:sp>
      <p:sp>
        <p:nvSpPr>
          <p:cNvPr id="220164" name="Rectangle 2">
            <a:extLst>
              <a:ext uri="{FF2B5EF4-FFF2-40B4-BE49-F238E27FC236}">
                <a16:creationId xmlns:a16="http://schemas.microsoft.com/office/drawing/2014/main" id="{C4DD2601-B822-4DB1-A290-C1957548FC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算法：构造一条回边的自然循环</a:t>
            </a:r>
            <a:endParaRPr lang="en-US" altLang="zh-CN" sz="3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1796" name="AutoShape 4">
            <a:extLst>
              <a:ext uri="{FF2B5EF4-FFF2-40B4-BE49-F238E27FC236}">
                <a16:creationId xmlns:a16="http://schemas.microsoft.com/office/drawing/2014/main" id="{915E72F0-7A06-4AFE-BDDE-EA9BC3E354B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52120" y="2232025"/>
            <a:ext cx="3209925" cy="1217612"/>
          </a:xfrm>
          <a:prstGeom prst="wedgeRoundRectCallout">
            <a:avLst>
              <a:gd name="adj1" fmla="val -87750"/>
              <a:gd name="adj2" fmla="val -61638"/>
              <a:gd name="adj3" fmla="val 16667"/>
            </a:avLst>
          </a:prstGeom>
          <a:solidFill>
            <a:schemeClr val="accent5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lIns="68580" tIns="34290" rIns="68580" bIns="34290" anchor="ctr"/>
          <a:lstStyle/>
          <a:p>
            <a:pPr eaLnBrk="1" hangingPunct="1">
              <a:lnSpc>
                <a:spcPts val="2200"/>
              </a:lnSpc>
              <a:defRPr/>
            </a:pPr>
            <a:r>
              <a:rPr lang="zh-CN" altLang="en-US" sz="2000" dirty="0">
                <a:ea typeface="楷体" pitchFamily="49" charset="-122"/>
                <a:cs typeface="Times New Roman" pitchFamily="18" charset="0"/>
              </a:rPr>
              <a:t>结</a:t>
            </a:r>
            <a:r>
              <a:rPr lang="zh-CN" altLang="en-US" sz="2000" dirty="0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点</a:t>
            </a:r>
            <a:r>
              <a:rPr lang="en-US" altLang="zh-CN" sz="2000" i="1" dirty="0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d</a:t>
            </a:r>
            <a:r>
              <a:rPr lang="zh-CN" altLang="en-US" sz="2000" dirty="0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在初始时刻已经在</a:t>
            </a:r>
            <a:r>
              <a:rPr lang="en-US" altLang="zh-CN" sz="2000" i="1" dirty="0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loop</a:t>
            </a:r>
            <a:r>
              <a:rPr lang="zh-CN" altLang="en-US" sz="2000" dirty="0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中，不会去考虑它的前驱。因此</a:t>
            </a:r>
            <a:r>
              <a:rPr lang="en-US" altLang="zh-CN" sz="2000" dirty="0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, </a:t>
            </a:r>
            <a:r>
              <a:rPr lang="zh-CN" altLang="en-US" sz="2000" dirty="0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找出的都是不经过</a:t>
            </a:r>
            <a:r>
              <a:rPr lang="en-US" altLang="zh-CN" sz="2000" i="1" dirty="0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d</a:t>
            </a:r>
            <a:r>
              <a:rPr lang="zh-CN" altLang="en-US" sz="2000" dirty="0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而能到达</a:t>
            </a:r>
            <a:r>
              <a:rPr lang="en-US" altLang="zh-CN" sz="2000" i="1" dirty="0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n</a:t>
            </a:r>
            <a:r>
              <a:rPr lang="zh-CN" altLang="en-US" sz="2000" dirty="0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的</a:t>
            </a:r>
            <a:r>
              <a:rPr lang="zh-CN" altLang="en-US" sz="2000" dirty="0">
                <a:ea typeface="楷体" pitchFamily="49" charset="-122"/>
                <a:cs typeface="Times New Roman" pitchFamily="18" charset="0"/>
              </a:rPr>
              <a:t>结</a:t>
            </a:r>
            <a:r>
              <a:rPr lang="zh-CN" altLang="en-US" sz="2000" dirty="0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点。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17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8017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8017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8017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01796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Line 31">
            <a:extLst>
              <a:ext uri="{FF2B5EF4-FFF2-40B4-BE49-F238E27FC236}">
                <a16:creationId xmlns:a16="http://schemas.microsoft.com/office/drawing/2014/main" id="{B3F4C81B-3D14-4595-BD02-F6BABEDBA2E5}"/>
              </a:ext>
            </a:extLst>
          </p:cNvPr>
          <p:cNvSpPr>
            <a:spLocks noChangeShapeType="1"/>
          </p:cNvSpPr>
          <p:nvPr/>
        </p:nvSpPr>
        <p:spPr bwMode="auto">
          <a:xfrm>
            <a:off x="7429500" y="2143125"/>
            <a:ext cx="0" cy="2052638"/>
          </a:xfrm>
          <a:prstGeom prst="line">
            <a:avLst/>
          </a:prstGeom>
          <a:noFill/>
          <a:ln w="22225">
            <a:solidFill>
              <a:schemeClr val="tx1"/>
            </a:solidFill>
            <a:round/>
            <a:headEnd/>
            <a:tailEnd type="non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/>
          </a:p>
        </p:txBody>
      </p:sp>
      <p:sp>
        <p:nvSpPr>
          <p:cNvPr id="240641" name="Rectangle 3">
            <a:extLst>
              <a:ext uri="{FF2B5EF4-FFF2-40B4-BE49-F238E27FC236}">
                <a16:creationId xmlns:a16="http://schemas.microsoft.com/office/drawing/2014/main" id="{FD5AF891-B515-4C6C-AF61-E15F5BBCBA2D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357188" y="642938"/>
            <a:ext cx="8143875" cy="1285875"/>
          </a:xfrm>
          <a:ln>
            <a:miter lim="800000"/>
            <a:headEnd/>
            <a:tailEnd/>
          </a:ln>
        </p:spPr>
        <p:txBody>
          <a:bodyPr vert="horz"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lnSpc>
                <a:spcPts val="3000"/>
              </a:lnSpc>
              <a:buClrTx/>
              <a:buFont typeface="Wingdings" pitchFamily="2" charset="2"/>
              <a:buChar char="Ø"/>
              <a:defRPr/>
            </a:pPr>
            <a:r>
              <a:rPr lang="zh-CN" altLang="en-US" sz="2500" b="1" dirty="0">
                <a:solidFill>
                  <a:schemeClr val="tx1"/>
                </a:solidFill>
              </a:rPr>
              <a:t>自然循环的一个重要性质</a:t>
            </a:r>
            <a:endParaRPr lang="en-US" altLang="zh-CN" sz="2500" b="1" dirty="0">
              <a:solidFill>
                <a:schemeClr val="tx1"/>
              </a:solidFill>
            </a:endParaRPr>
          </a:p>
          <a:p>
            <a:pPr lvl="1" eaLnBrk="1" hangingPunct="1">
              <a:lnSpc>
                <a:spcPts val="3000"/>
              </a:lnSpc>
              <a:buClrTx/>
              <a:buFont typeface="Wingdings" pitchFamily="2" charset="2"/>
              <a:buChar char="Ø"/>
              <a:defRPr/>
            </a:pPr>
            <a:r>
              <a:rPr lang="zh-CN" altLang="en-US" b="1" dirty="0">
                <a:solidFill>
                  <a:schemeClr val="tx1"/>
                </a:solidFill>
              </a:rPr>
              <a:t>如果两个自然循环的</a:t>
            </a:r>
            <a:r>
              <a:rPr lang="zh-CN" altLang="en-US" b="1" dirty="0">
                <a:solidFill>
                  <a:srgbClr val="0070C0"/>
                </a:solidFill>
              </a:rPr>
              <a:t>首结点不相同</a:t>
            </a:r>
            <a:r>
              <a:rPr lang="zh-CN" altLang="en-US" b="1" dirty="0">
                <a:solidFill>
                  <a:schemeClr val="tx1"/>
                </a:solidFill>
              </a:rPr>
              <a:t>，则这两个循环要么</a:t>
            </a:r>
            <a:r>
              <a:rPr lang="zh-CN" altLang="en-US" b="1" dirty="0">
                <a:solidFill>
                  <a:srgbClr val="0070C0"/>
                </a:solidFill>
              </a:rPr>
              <a:t>互不相交</a:t>
            </a:r>
            <a:r>
              <a:rPr lang="zh-CN" altLang="en-US" b="1" dirty="0">
                <a:solidFill>
                  <a:schemeClr val="tx1"/>
                </a:solidFill>
              </a:rPr>
              <a:t>，要么一个</a:t>
            </a:r>
            <a:r>
              <a:rPr lang="zh-CN" altLang="en-US" b="1" dirty="0">
                <a:solidFill>
                  <a:srgbClr val="0070C0"/>
                </a:solidFill>
              </a:rPr>
              <a:t>完全包含</a:t>
            </a:r>
            <a:r>
              <a:rPr lang="en-US" altLang="zh-CN" b="1" dirty="0">
                <a:solidFill>
                  <a:srgbClr val="0070C0"/>
                </a:solidFill>
                <a:ea typeface="楷体_GB2312"/>
                <a:cs typeface="Times New Roman" pitchFamily="18" charset="0"/>
              </a:rPr>
              <a:t>(</a:t>
            </a:r>
            <a:r>
              <a:rPr lang="zh-CN" altLang="en-US" b="1" dirty="0">
                <a:solidFill>
                  <a:srgbClr val="0070C0"/>
                </a:solidFill>
              </a:rPr>
              <a:t>嵌入</a:t>
            </a:r>
            <a:r>
              <a:rPr lang="en-US" altLang="zh-CN" sz="2400" b="1" dirty="0">
                <a:solidFill>
                  <a:srgbClr val="0070C0"/>
                </a:solidFill>
                <a:ea typeface="楷体_GB2312"/>
                <a:cs typeface="Times New Roman" pitchFamily="18" charset="0"/>
              </a:rPr>
              <a:t>)</a:t>
            </a:r>
            <a:r>
              <a:rPr lang="zh-CN" altLang="en-US" b="1" dirty="0">
                <a:solidFill>
                  <a:srgbClr val="0070C0"/>
                </a:solidFill>
              </a:rPr>
              <a:t>在另外一个里面</a:t>
            </a:r>
            <a:endParaRPr lang="en-US" altLang="zh-CN" b="1" dirty="0">
              <a:solidFill>
                <a:srgbClr val="0070C0"/>
              </a:solidFill>
            </a:endParaRPr>
          </a:p>
          <a:p>
            <a:pPr lvl="2" eaLnBrk="1" hangingPunct="1">
              <a:lnSpc>
                <a:spcPts val="3000"/>
              </a:lnSpc>
              <a:buClrTx/>
              <a:buFont typeface="Wingdings" pitchFamily="2" charset="2"/>
              <a:buChar char="Ø"/>
              <a:defRPr/>
            </a:pPr>
            <a:r>
              <a:rPr lang="zh-CN" altLang="en-US" b="1" dirty="0">
                <a:solidFill>
                  <a:schemeClr val="tx1"/>
                </a:solidFill>
              </a:rPr>
              <a:t>例</a:t>
            </a:r>
            <a:endParaRPr lang="en-US" altLang="zh-CN" b="1" dirty="0">
              <a:solidFill>
                <a:schemeClr val="tx1"/>
              </a:solidFill>
            </a:endParaRPr>
          </a:p>
        </p:txBody>
      </p:sp>
      <p:sp>
        <p:nvSpPr>
          <p:cNvPr id="803855" name="Rectangle 15">
            <a:extLst>
              <a:ext uri="{FF2B5EF4-FFF2-40B4-BE49-F238E27FC236}">
                <a16:creationId xmlns:a16="http://schemas.microsoft.com/office/drawing/2014/main" id="{6C5B689E-B578-472E-BD49-DFFDB077E66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59113" y="2570163"/>
            <a:ext cx="139700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68580" tIns="34290" rIns="68580" bIns="34290">
            <a:spAutoFit/>
          </a:bodyPr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30000"/>
              </a:spcBef>
            </a:pPr>
            <a:endParaRPr lang="zh-CN" altLang="en-US">
              <a:solidFill>
                <a:schemeClr val="folHlink"/>
              </a:solidFill>
              <a:cs typeface="楷体_GB2312" charset="0"/>
            </a:endParaRPr>
          </a:p>
        </p:txBody>
      </p:sp>
      <p:graphicFrame>
        <p:nvGraphicFramePr>
          <p:cNvPr id="803857" name="Group 17">
            <a:extLst>
              <a:ext uri="{FF2B5EF4-FFF2-40B4-BE49-F238E27FC236}">
                <a16:creationId xmlns:a16="http://schemas.microsoft.com/office/drawing/2014/main" id="{E665C304-EFD4-4746-AD62-D54922561F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05732176"/>
              </p:ext>
            </p:extLst>
          </p:nvPr>
        </p:nvGraphicFramePr>
        <p:xfrm>
          <a:off x="4429125" y="2170113"/>
          <a:ext cx="3000375" cy="2057400"/>
        </p:xfrm>
        <a:graphic>
          <a:graphicData uri="http://schemas.openxmlformats.org/drawingml/2006/table">
            <a:tbl>
              <a:tblPr/>
              <a:tblGrid>
                <a:gridCol w="7685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318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3496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楷体" pitchFamily="49" charset="-122"/>
                          <a:ea typeface="楷体" pitchFamily="49" charset="-122"/>
                        </a:rPr>
                        <a:t>回边</a:t>
                      </a:r>
                    </a:p>
                  </a:txBody>
                  <a:tcPr marL="68580" marR="68580" marT="34290" marB="34290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B5CEE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楷体" pitchFamily="49" charset="-122"/>
                          <a:ea typeface="楷体" pitchFamily="49" charset="-122"/>
                        </a:rPr>
                        <a:t>自然循环</a:t>
                      </a:r>
                    </a:p>
                  </a:txBody>
                  <a:tcPr marL="68580" marR="68580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B5CE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496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/>
                          <a:cs typeface="Times New Roman" pitchFamily="18" charset="0"/>
                        </a:rPr>
                        <a:t>4-&gt;3</a:t>
                      </a:r>
                      <a:endParaRPr kumimoji="0" lang="zh-CN" altLang="en-US" sz="18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/>
                        <a:cs typeface="Times New Roman" pitchFamily="18" charset="0"/>
                      </a:endParaRPr>
                    </a:p>
                  </a:txBody>
                  <a:tcPr marL="68580" marR="68580" marT="34290" marB="34290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CN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宋体" panose="02010600030101010101" pitchFamily="2" charset="-122"/>
                          <a:cs typeface="+mn-cs"/>
                        </a:rPr>
                        <a:t>③④⑤⑥⑦⑧⑩</a:t>
                      </a:r>
                      <a:endParaRPr kumimoji="0" lang="zh-CN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ahoma" panose="020B0604030504040204" pitchFamily="34" charset="0"/>
                        <a:ea typeface="宋体" panose="02010600030101010101" pitchFamily="2" charset="-122"/>
                        <a:cs typeface="+mn-cs"/>
                      </a:endParaRPr>
                    </a:p>
                  </a:txBody>
                  <a:tcPr marL="68580" marR="68580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496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/>
                          <a:cs typeface="Times New Roman" pitchFamily="18" charset="0"/>
                        </a:rPr>
                        <a:t>7-&gt;4</a:t>
                      </a:r>
                      <a:endParaRPr kumimoji="0" lang="zh-CN" altLang="en-US" sz="18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/>
                        <a:cs typeface="Times New Roman" pitchFamily="18" charset="0"/>
                      </a:endParaRPr>
                    </a:p>
                  </a:txBody>
                  <a:tcPr marL="68580" marR="68580" marT="34290" marB="34290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CN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宋体" panose="02010600030101010101" pitchFamily="2" charset="-122"/>
                          <a:cs typeface="+mn-cs"/>
                        </a:rPr>
                        <a:t>④⑤⑥⑦⑧⑩</a:t>
                      </a:r>
                      <a:endParaRPr kumimoji="0" lang="zh-CN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ahoma" panose="020B0604030504040204" pitchFamily="34" charset="0"/>
                        <a:ea typeface="宋体" panose="02010600030101010101" pitchFamily="2" charset="-122"/>
                        <a:cs typeface="+mn-cs"/>
                      </a:endParaRPr>
                    </a:p>
                  </a:txBody>
                  <a:tcPr marL="68580" marR="68580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496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/>
                          <a:cs typeface="Times New Roman" pitchFamily="18" charset="0"/>
                        </a:rPr>
                        <a:t>8-&gt;3</a:t>
                      </a:r>
                      <a:endParaRPr kumimoji="0" lang="zh-CN" altLang="en-US" sz="18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/>
                        <a:cs typeface="Times New Roman" pitchFamily="18" charset="0"/>
                      </a:endParaRPr>
                    </a:p>
                  </a:txBody>
                  <a:tcPr marL="68580" marR="68580" marT="34290" marB="34290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CN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宋体" panose="02010600030101010101" pitchFamily="2" charset="-122"/>
                          <a:cs typeface="+mn-cs"/>
                        </a:rPr>
                        <a:t>③④⑤⑥⑦⑧⑩</a:t>
                      </a:r>
                      <a:endParaRPr kumimoji="0" lang="zh-CN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ahoma" panose="020B0604030504040204" pitchFamily="34" charset="0"/>
                        <a:ea typeface="宋体" panose="02010600030101010101" pitchFamily="2" charset="-122"/>
                        <a:cs typeface="+mn-cs"/>
                      </a:endParaRPr>
                    </a:p>
                  </a:txBody>
                  <a:tcPr marL="68580" marR="68580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496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/>
                          <a:cs typeface="Times New Roman" pitchFamily="18" charset="0"/>
                        </a:rPr>
                        <a:t>9-&gt;1</a:t>
                      </a:r>
                      <a:endParaRPr kumimoji="0" lang="zh-CN" altLang="en-US" sz="18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/>
                        <a:cs typeface="Times New Roman" pitchFamily="18" charset="0"/>
                      </a:endParaRPr>
                    </a:p>
                  </a:txBody>
                  <a:tcPr marL="68580" marR="68580" marT="34290" marB="34290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CN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宋体" panose="02010600030101010101" pitchFamily="2" charset="-122"/>
                          <a:cs typeface="+mn-cs"/>
                        </a:rPr>
                        <a:t>① </a:t>
                      </a:r>
                      <a:r>
                        <a:rPr kumimoji="0" lang="en-US" altLang="zh-CN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宋体" panose="02010600030101010101" pitchFamily="2" charset="-122"/>
                          <a:cs typeface="+mn-cs"/>
                        </a:rPr>
                        <a:t>~ </a:t>
                      </a:r>
                      <a:r>
                        <a:rPr kumimoji="0" lang="zh-CN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宋体" panose="02010600030101010101" pitchFamily="2" charset="-122"/>
                          <a:cs typeface="+mn-cs"/>
                        </a:rPr>
                        <a:t>⑩</a:t>
                      </a:r>
                      <a:endParaRPr kumimoji="0" lang="zh-CN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ahoma" panose="020B0604030504040204" pitchFamily="34" charset="0"/>
                        <a:ea typeface="宋体" panose="02010600030101010101" pitchFamily="2" charset="-122"/>
                        <a:cs typeface="+mn-cs"/>
                      </a:endParaRPr>
                    </a:p>
                  </a:txBody>
                  <a:tcPr marL="68580" marR="68580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496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/>
                          <a:cs typeface="Times New Roman" pitchFamily="18" charset="0"/>
                        </a:rPr>
                        <a:t>10-&gt;7</a:t>
                      </a:r>
                      <a:endParaRPr kumimoji="0" lang="zh-CN" altLang="en-US" sz="18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/>
                        <a:cs typeface="Times New Roman" pitchFamily="18" charset="0"/>
                      </a:endParaRPr>
                    </a:p>
                  </a:txBody>
                  <a:tcPr marL="68580" marR="68580" marT="34290" marB="34290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CN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宋体" panose="02010600030101010101" pitchFamily="2" charset="-122"/>
                          <a:cs typeface="+mn-cs"/>
                        </a:rPr>
                        <a:t>⑦⑧⑩</a:t>
                      </a:r>
                      <a:endParaRPr kumimoji="0" lang="zh-CN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Tahoma" panose="020B0604030504040204" pitchFamily="34" charset="0"/>
                        <a:ea typeface="宋体" panose="02010600030101010101" pitchFamily="2" charset="-122"/>
                        <a:cs typeface="+mn-cs"/>
                      </a:endParaRPr>
                    </a:p>
                  </a:txBody>
                  <a:tcPr marL="68580" marR="68580" marT="34290" marB="3429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03895" name="Rectangle 55">
            <a:extLst>
              <a:ext uri="{FF2B5EF4-FFF2-40B4-BE49-F238E27FC236}">
                <a16:creationId xmlns:a16="http://schemas.microsoft.com/office/drawing/2014/main" id="{49C129AF-3BEB-47C6-A279-434F5DA3C4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05313" y="4376738"/>
            <a:ext cx="3024187" cy="623887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  <a:effectLst/>
        </p:spPr>
        <p:txBody>
          <a:bodyPr lIns="68580" tIns="34290" rIns="68580" bIns="34290">
            <a:spAutoFit/>
          </a:bodyPr>
          <a:lstStyle/>
          <a:p>
            <a:pPr eaLnBrk="1" hangingPunct="1">
              <a:defRPr/>
            </a:pPr>
            <a:r>
              <a:rPr lang="zh-CN" altLang="en-US" dirty="0">
                <a:solidFill>
                  <a:srgbClr val="0000FF"/>
                </a:solidFill>
                <a:latin typeface="楷体" pitchFamily="49" charset="-122"/>
                <a:ea typeface="楷体" pitchFamily="49" charset="-122"/>
                <a:cs typeface="Times New Roman" pitchFamily="18" charset="0"/>
              </a:rPr>
              <a:t>最内循环</a:t>
            </a:r>
            <a:r>
              <a:rPr lang="en-US" altLang="zh-CN" i="1" dirty="0">
                <a:solidFill>
                  <a:srgbClr val="0000FF"/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 </a:t>
            </a:r>
            <a:r>
              <a:rPr lang="en-US" altLang="zh-CN" dirty="0">
                <a:latin typeface="Times New Roman" pitchFamily="18" charset="0"/>
                <a:ea typeface="楷体_GB2312"/>
                <a:cs typeface="Times New Roman" pitchFamily="18" charset="0"/>
              </a:rPr>
              <a:t>(</a:t>
            </a:r>
            <a:r>
              <a:rPr lang="en-US" altLang="zh-CN" i="1" dirty="0">
                <a:latin typeface="Times New Roman" pitchFamily="18" charset="0"/>
                <a:ea typeface="楷体_GB2312"/>
                <a:cs typeface="Times New Roman" pitchFamily="18" charset="0"/>
              </a:rPr>
              <a:t>Innermost Loops</a:t>
            </a:r>
            <a:r>
              <a:rPr lang="en-US" altLang="zh-CN" dirty="0">
                <a:latin typeface="Times New Roman" pitchFamily="18" charset="0"/>
                <a:ea typeface="楷体_GB2312"/>
                <a:cs typeface="Times New Roman" pitchFamily="18" charset="0"/>
              </a:rPr>
              <a:t>):</a:t>
            </a:r>
          </a:p>
          <a:p>
            <a:pPr eaLnBrk="1" hangingPunct="1">
              <a:defRPr/>
            </a:pPr>
            <a:r>
              <a:rPr lang="en-US" altLang="zh-CN" dirty="0">
                <a:latin typeface="Times New Roman" pitchFamily="18" charset="0"/>
                <a:ea typeface="楷体_GB2312"/>
                <a:cs typeface="Times New Roman" pitchFamily="18" charset="0"/>
              </a:rPr>
              <a:t> </a:t>
            </a:r>
            <a:r>
              <a:rPr lang="zh-CN" altLang="en-US" dirty="0">
                <a:latin typeface="楷体" pitchFamily="49" charset="-122"/>
                <a:ea typeface="楷体" pitchFamily="49" charset="-122"/>
                <a:cs typeface="Times New Roman" pitchFamily="18" charset="0"/>
              </a:rPr>
              <a:t>不包含其它循环的循环</a:t>
            </a:r>
            <a:endParaRPr lang="en-US" altLang="zh-CN" dirty="0">
              <a:latin typeface="楷体" pitchFamily="49" charset="-122"/>
              <a:ea typeface="楷体" pitchFamily="49" charset="-122"/>
              <a:cs typeface="Times New Roman" pitchFamily="18" charset="0"/>
            </a:endParaRPr>
          </a:p>
        </p:txBody>
      </p:sp>
      <p:sp>
        <p:nvSpPr>
          <p:cNvPr id="14" name="Line 31">
            <a:extLst>
              <a:ext uri="{FF2B5EF4-FFF2-40B4-BE49-F238E27FC236}">
                <a16:creationId xmlns:a16="http://schemas.microsoft.com/office/drawing/2014/main" id="{A1B34B1E-4778-492F-806E-59716FB58D10}"/>
              </a:ext>
            </a:extLst>
          </p:cNvPr>
          <p:cNvSpPr>
            <a:spLocks noChangeShapeType="1"/>
          </p:cNvSpPr>
          <p:nvPr/>
        </p:nvSpPr>
        <p:spPr bwMode="auto">
          <a:xfrm>
            <a:off x="4429125" y="2143125"/>
            <a:ext cx="0" cy="2052638"/>
          </a:xfrm>
          <a:prstGeom prst="line">
            <a:avLst/>
          </a:prstGeom>
          <a:noFill/>
          <a:ln w="22225">
            <a:solidFill>
              <a:schemeClr val="tx1"/>
            </a:solidFill>
            <a:round/>
            <a:headEnd/>
            <a:tailEnd type="non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/>
          </a:p>
        </p:txBody>
      </p:sp>
      <p:grpSp>
        <p:nvGrpSpPr>
          <p:cNvPr id="2" name="组合 8">
            <a:extLst>
              <a:ext uri="{FF2B5EF4-FFF2-40B4-BE49-F238E27FC236}">
                <a16:creationId xmlns:a16="http://schemas.microsoft.com/office/drawing/2014/main" id="{FD494202-AC1A-487A-8574-C76426852A06}"/>
              </a:ext>
            </a:extLst>
          </p:cNvPr>
          <p:cNvGrpSpPr>
            <a:grpSpLocks/>
          </p:cNvGrpSpPr>
          <p:nvPr/>
        </p:nvGrpSpPr>
        <p:grpSpPr bwMode="auto">
          <a:xfrm>
            <a:off x="1917700" y="1866900"/>
            <a:ext cx="2024063" cy="3276600"/>
            <a:chOff x="128755" y="1428750"/>
            <a:chExt cx="2023393" cy="3276600"/>
          </a:xfrm>
        </p:grpSpPr>
        <p:sp>
          <p:nvSpPr>
            <p:cNvPr id="222237" name="Line 16">
              <a:extLst>
                <a:ext uri="{FF2B5EF4-FFF2-40B4-BE49-F238E27FC236}">
                  <a16:creationId xmlns:a16="http://schemas.microsoft.com/office/drawing/2014/main" id="{D4216DC3-4F56-4F49-A3B8-33BA870AA3C8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765562" y="1733509"/>
              <a:ext cx="227046" cy="185713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lIns="68580" tIns="34290" rIns="68580" bIns="34290" anchor="ctr"/>
            <a:lstStyle/>
            <a:p>
              <a:endParaRPr lang="zh-CN" altLang="en-US"/>
            </a:p>
          </p:txBody>
        </p:sp>
        <p:sp>
          <p:nvSpPr>
            <p:cNvPr id="222238" name="Freeform 32">
              <a:extLst>
                <a:ext uri="{FF2B5EF4-FFF2-40B4-BE49-F238E27FC236}">
                  <a16:creationId xmlns:a16="http://schemas.microsoft.com/office/drawing/2014/main" id="{742E32F3-3651-4747-9C3F-0D8D87C52D3C}"/>
                </a:ext>
              </a:extLst>
            </p:cNvPr>
            <p:cNvSpPr>
              <a:spLocks/>
            </p:cNvSpPr>
            <p:nvPr/>
          </p:nvSpPr>
          <p:spPr bwMode="auto">
            <a:xfrm rot="9839600">
              <a:off x="1241210" y="2380259"/>
              <a:ext cx="225736" cy="372201"/>
            </a:xfrm>
            <a:custGeom>
              <a:avLst/>
              <a:gdLst>
                <a:gd name="T0" fmla="*/ 2147483646 w 347"/>
                <a:gd name="T1" fmla="*/ 2147483646 h 589"/>
                <a:gd name="T2" fmla="*/ 2147483646 w 347"/>
                <a:gd name="T3" fmla="*/ 2147483646 h 589"/>
                <a:gd name="T4" fmla="*/ 2147483646 w 347"/>
                <a:gd name="T5" fmla="*/ 0 h 589"/>
                <a:gd name="T6" fmla="*/ 0 60000 65536"/>
                <a:gd name="T7" fmla="*/ 0 60000 65536"/>
                <a:gd name="T8" fmla="*/ 0 60000 65536"/>
                <a:gd name="T9" fmla="*/ 0 w 347"/>
                <a:gd name="T10" fmla="*/ 0 h 589"/>
                <a:gd name="T11" fmla="*/ 347 w 347"/>
                <a:gd name="T12" fmla="*/ 589 h 589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347" h="589">
                  <a:moveTo>
                    <a:pt x="166" y="589"/>
                  </a:moveTo>
                  <a:cubicBezTo>
                    <a:pt x="83" y="456"/>
                    <a:pt x="0" y="324"/>
                    <a:pt x="30" y="226"/>
                  </a:cubicBezTo>
                  <a:cubicBezTo>
                    <a:pt x="60" y="128"/>
                    <a:pt x="203" y="64"/>
                    <a:pt x="347" y="0"/>
                  </a:cubicBezTo>
                </a:path>
              </a:pathLst>
            </a:custGeom>
            <a:noFill/>
            <a:ln w="25400">
              <a:solidFill>
                <a:schemeClr val="tx1"/>
              </a:solidFill>
              <a:round/>
              <a:headEnd type="stealth" w="lg" len="med"/>
              <a:tailEnd type="none" w="lg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12" name="Oval 71">
              <a:extLst>
                <a:ext uri="{FF2B5EF4-FFF2-40B4-BE49-F238E27FC236}">
                  <a16:creationId xmlns:a16="http://schemas.microsoft.com/office/drawing/2014/main" id="{E6F7E4A8-C9B7-49B5-A96C-58C89F257E4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76199" y="1490663"/>
              <a:ext cx="361830" cy="3238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lIns="68580" tIns="34290" rIns="68580" bIns="34290" anchor="ctr"/>
            <a:lstStyle/>
            <a:p>
              <a:pPr eaLnBrk="1" hangingPunct="1">
                <a:defRPr/>
              </a:pPr>
              <a:endParaRPr lang="en-US" altLang="zh-CN" sz="2400" b="0" i="1" baseline="-25000">
                <a:solidFill>
                  <a:prstClr val="black"/>
                </a:solidFill>
                <a:latin typeface="Times New Roman" pitchFamily="18" charset="0"/>
              </a:endParaRPr>
            </a:p>
          </p:txBody>
        </p:sp>
        <p:sp>
          <p:nvSpPr>
            <p:cNvPr id="222240" name="Line 50">
              <a:extLst>
                <a:ext uri="{FF2B5EF4-FFF2-40B4-BE49-F238E27FC236}">
                  <a16:creationId xmlns:a16="http://schemas.microsoft.com/office/drawing/2014/main" id="{D990A28D-DFCD-42E4-A20E-2C9510741C6D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165675" y="1838271"/>
              <a:ext cx="0" cy="260314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222241" name="Text Box 13">
              <a:extLst>
                <a:ext uri="{FF2B5EF4-FFF2-40B4-BE49-F238E27FC236}">
                  <a16:creationId xmlns:a16="http://schemas.microsoft.com/office/drawing/2014/main" id="{05246E7D-DFAD-4814-A26B-4EECE6CD1DB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24367" y="1428750"/>
              <a:ext cx="231809" cy="43808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>
              <a:spAutoFit/>
            </a:bodyPr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kumimoji="1" lang="en-US" altLang="zh-CN" sz="2400">
                  <a:solidFill>
                    <a:srgbClr val="000000"/>
                  </a:solidFill>
                  <a:latin typeface="Times New Roman" panose="02020603050405020304" pitchFamily="18" charset="0"/>
                </a:rPr>
                <a:t>1</a:t>
              </a:r>
            </a:p>
          </p:txBody>
        </p:sp>
        <p:sp>
          <p:nvSpPr>
            <p:cNvPr id="18" name="Oval 71">
              <a:extLst>
                <a:ext uri="{FF2B5EF4-FFF2-40B4-BE49-F238E27FC236}">
                  <a16:creationId xmlns:a16="http://schemas.microsoft.com/office/drawing/2014/main" id="{736366E8-F235-4740-9BFF-1E4C48723E3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79373" y="2114550"/>
              <a:ext cx="361830" cy="3238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lIns="68580" tIns="34290" rIns="68580" bIns="34290" anchor="ctr"/>
            <a:lstStyle/>
            <a:p>
              <a:pPr eaLnBrk="1" hangingPunct="1">
                <a:defRPr/>
              </a:pPr>
              <a:endParaRPr lang="en-US" altLang="zh-CN" sz="2400" b="0" i="1" baseline="-25000">
                <a:solidFill>
                  <a:prstClr val="black"/>
                </a:solidFill>
                <a:latin typeface="Times New Roman" pitchFamily="18" charset="0"/>
              </a:endParaRPr>
            </a:p>
          </p:txBody>
        </p:sp>
        <p:sp>
          <p:nvSpPr>
            <p:cNvPr id="222243" name="Text Box 13">
              <a:extLst>
                <a:ext uri="{FF2B5EF4-FFF2-40B4-BE49-F238E27FC236}">
                  <a16:creationId xmlns:a16="http://schemas.microsoft.com/office/drawing/2014/main" id="{C183B18D-2B10-40BA-9B93-847FD0F3D21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27541" y="2052558"/>
              <a:ext cx="231809" cy="43808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>
              <a:spAutoFit/>
            </a:bodyPr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kumimoji="1" lang="en-US" altLang="zh-CN" sz="2400">
                  <a:solidFill>
                    <a:srgbClr val="000000"/>
                  </a:solidFill>
                  <a:latin typeface="Times New Roman" panose="02020603050405020304" pitchFamily="18" charset="0"/>
                </a:rPr>
                <a:t>3</a:t>
              </a:r>
            </a:p>
          </p:txBody>
        </p:sp>
        <p:sp>
          <p:nvSpPr>
            <p:cNvPr id="20" name="Oval 71">
              <a:extLst>
                <a:ext uri="{FF2B5EF4-FFF2-40B4-BE49-F238E27FC236}">
                  <a16:creationId xmlns:a16="http://schemas.microsoft.com/office/drawing/2014/main" id="{85784FEE-D3BC-4445-8385-56F1C3BE73D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79373" y="2714625"/>
              <a:ext cx="361830" cy="3238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lIns="68580" tIns="34290" rIns="68580" bIns="34290" anchor="ctr"/>
            <a:lstStyle/>
            <a:p>
              <a:pPr eaLnBrk="1" hangingPunct="1">
                <a:defRPr/>
              </a:pPr>
              <a:endParaRPr lang="en-US" altLang="zh-CN" sz="2400" b="0" i="1" baseline="-25000">
                <a:solidFill>
                  <a:prstClr val="black"/>
                </a:solidFill>
                <a:latin typeface="Times New Roman" pitchFamily="18" charset="0"/>
              </a:endParaRPr>
            </a:p>
          </p:txBody>
        </p:sp>
        <p:sp>
          <p:nvSpPr>
            <p:cNvPr id="222245" name="Text Box 13">
              <a:extLst>
                <a:ext uri="{FF2B5EF4-FFF2-40B4-BE49-F238E27FC236}">
                  <a16:creationId xmlns:a16="http://schemas.microsoft.com/office/drawing/2014/main" id="{88784561-B89D-4B71-9C55-ECFF854DEF0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27541" y="2652551"/>
              <a:ext cx="231809" cy="43808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>
              <a:spAutoFit/>
            </a:bodyPr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kumimoji="1" lang="en-US" altLang="zh-CN" sz="2400">
                  <a:solidFill>
                    <a:srgbClr val="000000"/>
                  </a:solidFill>
                  <a:latin typeface="Times New Roman" panose="02020603050405020304" pitchFamily="18" charset="0"/>
                </a:rPr>
                <a:t>4</a:t>
              </a:r>
            </a:p>
          </p:txBody>
        </p:sp>
        <p:sp>
          <p:nvSpPr>
            <p:cNvPr id="22" name="Oval 71">
              <a:extLst>
                <a:ext uri="{FF2B5EF4-FFF2-40B4-BE49-F238E27FC236}">
                  <a16:creationId xmlns:a16="http://schemas.microsoft.com/office/drawing/2014/main" id="{C3418A5B-80A6-40FB-9CAF-CEB9762D527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79373" y="3400425"/>
              <a:ext cx="361830" cy="3238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lIns="68580" tIns="34290" rIns="68580" bIns="34290" anchor="ctr"/>
            <a:lstStyle/>
            <a:p>
              <a:pPr eaLnBrk="1" hangingPunct="1">
                <a:defRPr/>
              </a:pPr>
              <a:endParaRPr lang="en-US" altLang="zh-CN" sz="2400" b="0" i="1" baseline="-25000">
                <a:solidFill>
                  <a:prstClr val="black"/>
                </a:solidFill>
                <a:latin typeface="Times New Roman" pitchFamily="18" charset="0"/>
              </a:endParaRPr>
            </a:p>
          </p:txBody>
        </p:sp>
        <p:sp>
          <p:nvSpPr>
            <p:cNvPr id="222247" name="Text Box 13">
              <a:extLst>
                <a:ext uri="{FF2B5EF4-FFF2-40B4-BE49-F238E27FC236}">
                  <a16:creationId xmlns:a16="http://schemas.microsoft.com/office/drawing/2014/main" id="{A434D1E7-80D3-4314-80D9-3228F8A74F3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27541" y="3338264"/>
              <a:ext cx="231809" cy="43808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>
              <a:spAutoFit/>
            </a:bodyPr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kumimoji="1" lang="en-US" altLang="zh-CN" sz="2400">
                  <a:solidFill>
                    <a:srgbClr val="000000"/>
                  </a:solidFill>
                  <a:latin typeface="Times New Roman" panose="02020603050405020304" pitchFamily="18" charset="0"/>
                </a:rPr>
                <a:t>7</a:t>
              </a:r>
            </a:p>
          </p:txBody>
        </p:sp>
        <p:sp>
          <p:nvSpPr>
            <p:cNvPr id="24" name="Oval 71">
              <a:extLst>
                <a:ext uri="{FF2B5EF4-FFF2-40B4-BE49-F238E27FC236}">
                  <a16:creationId xmlns:a16="http://schemas.microsoft.com/office/drawing/2014/main" id="{2BB59211-61F9-4B44-B278-E19B93B1A06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79373" y="4010025"/>
              <a:ext cx="361830" cy="3238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lIns="68580" tIns="34290" rIns="68580" bIns="34290" anchor="ctr"/>
            <a:lstStyle/>
            <a:p>
              <a:pPr eaLnBrk="1" hangingPunct="1">
                <a:defRPr/>
              </a:pPr>
              <a:endParaRPr lang="en-US" altLang="zh-CN" sz="2400" b="0" i="1" baseline="-25000">
                <a:solidFill>
                  <a:prstClr val="black"/>
                </a:solidFill>
                <a:latin typeface="Times New Roman" pitchFamily="18" charset="0"/>
              </a:endParaRPr>
            </a:p>
          </p:txBody>
        </p:sp>
        <p:sp>
          <p:nvSpPr>
            <p:cNvPr id="222249" name="Text Box 13">
              <a:extLst>
                <a:ext uri="{FF2B5EF4-FFF2-40B4-BE49-F238E27FC236}">
                  <a16:creationId xmlns:a16="http://schemas.microsoft.com/office/drawing/2014/main" id="{897D527C-AC41-44AD-9901-9CB747C6B1A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27541" y="3947780"/>
              <a:ext cx="231809" cy="43808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>
              <a:spAutoFit/>
            </a:bodyPr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kumimoji="1" lang="en-US" altLang="zh-CN" sz="2400">
                  <a:solidFill>
                    <a:srgbClr val="000000"/>
                  </a:solidFill>
                  <a:latin typeface="Times New Roman" panose="02020603050405020304" pitchFamily="18" charset="0"/>
                </a:rPr>
                <a:t>8</a:t>
              </a:r>
            </a:p>
          </p:txBody>
        </p:sp>
        <p:sp>
          <p:nvSpPr>
            <p:cNvPr id="26" name="Oval 71">
              <a:extLst>
                <a:ext uri="{FF2B5EF4-FFF2-40B4-BE49-F238E27FC236}">
                  <a16:creationId xmlns:a16="http://schemas.microsoft.com/office/drawing/2014/main" id="{9FAABDC5-C849-4D02-961B-B8771EC02E4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4889" y="1828800"/>
              <a:ext cx="360244" cy="3238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lIns="68580" tIns="34290" rIns="68580" bIns="34290" anchor="ctr"/>
            <a:lstStyle/>
            <a:p>
              <a:pPr eaLnBrk="1" hangingPunct="1">
                <a:defRPr/>
              </a:pPr>
              <a:endParaRPr lang="en-US" altLang="zh-CN" sz="2400" b="0" i="1" baseline="-25000">
                <a:solidFill>
                  <a:prstClr val="black"/>
                </a:solidFill>
                <a:latin typeface="Times New Roman" pitchFamily="18" charset="0"/>
              </a:endParaRPr>
            </a:p>
          </p:txBody>
        </p:sp>
        <p:sp>
          <p:nvSpPr>
            <p:cNvPr id="222251" name="Text Box 13">
              <a:extLst>
                <a:ext uri="{FF2B5EF4-FFF2-40B4-BE49-F238E27FC236}">
                  <a16:creationId xmlns:a16="http://schemas.microsoft.com/office/drawing/2014/main" id="{721BAA5B-9541-4056-82B8-B30DF604582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2779" y="1766846"/>
              <a:ext cx="231809" cy="43808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>
              <a:spAutoFit/>
            </a:bodyPr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kumimoji="1" lang="en-US" altLang="zh-CN" sz="2400">
                  <a:solidFill>
                    <a:srgbClr val="000000"/>
                  </a:solidFill>
                  <a:latin typeface="Times New Roman" panose="02020603050405020304" pitchFamily="18" charset="0"/>
                </a:rPr>
                <a:t>2</a:t>
              </a:r>
            </a:p>
          </p:txBody>
        </p:sp>
        <p:sp>
          <p:nvSpPr>
            <p:cNvPr id="28" name="Oval 71">
              <a:extLst>
                <a:ext uri="{FF2B5EF4-FFF2-40B4-BE49-F238E27FC236}">
                  <a16:creationId xmlns:a16="http://schemas.microsoft.com/office/drawing/2014/main" id="{DAF170B2-3D65-4830-8595-37F643BC594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49098" y="3052763"/>
              <a:ext cx="360243" cy="3238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lIns="68580" tIns="34290" rIns="68580" bIns="34290" anchor="ctr"/>
            <a:lstStyle/>
            <a:p>
              <a:pPr eaLnBrk="1" hangingPunct="1">
                <a:defRPr/>
              </a:pPr>
              <a:endParaRPr lang="en-US" altLang="zh-CN" sz="2400" b="0" i="1" baseline="-25000">
                <a:solidFill>
                  <a:prstClr val="black"/>
                </a:solidFill>
                <a:latin typeface="Times New Roman" pitchFamily="18" charset="0"/>
              </a:endParaRPr>
            </a:p>
          </p:txBody>
        </p:sp>
        <p:sp>
          <p:nvSpPr>
            <p:cNvPr id="222253" name="Text Box 13">
              <a:extLst>
                <a:ext uri="{FF2B5EF4-FFF2-40B4-BE49-F238E27FC236}">
                  <a16:creationId xmlns:a16="http://schemas.microsoft.com/office/drawing/2014/main" id="{2EA490DC-CDA8-4C05-B803-466E86C5652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595955" y="2990644"/>
              <a:ext cx="231809" cy="43808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>
              <a:spAutoFit/>
            </a:bodyPr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kumimoji="1" lang="en-US" altLang="zh-CN" sz="2400">
                  <a:solidFill>
                    <a:srgbClr val="000000"/>
                  </a:solidFill>
                  <a:latin typeface="Times New Roman" panose="02020603050405020304" pitchFamily="18" charset="0"/>
                </a:rPr>
                <a:t>6</a:t>
              </a:r>
            </a:p>
          </p:txBody>
        </p:sp>
        <p:sp>
          <p:nvSpPr>
            <p:cNvPr id="30" name="Oval 71">
              <a:extLst>
                <a:ext uri="{FF2B5EF4-FFF2-40B4-BE49-F238E27FC236}">
                  <a16:creationId xmlns:a16="http://schemas.microsoft.com/office/drawing/2014/main" id="{50714E97-AF6E-4A52-8E57-8261D08DAD7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8063" y="3052763"/>
              <a:ext cx="360244" cy="3238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lIns="68580" tIns="34290" rIns="68580" bIns="34290" anchor="ctr"/>
            <a:lstStyle/>
            <a:p>
              <a:pPr eaLnBrk="1" hangingPunct="1">
                <a:defRPr/>
              </a:pPr>
              <a:endParaRPr lang="en-US" altLang="zh-CN" sz="2400" b="0" i="1" baseline="-25000">
                <a:solidFill>
                  <a:prstClr val="black"/>
                </a:solidFill>
                <a:latin typeface="Times New Roman" pitchFamily="18" charset="0"/>
              </a:endParaRPr>
            </a:p>
          </p:txBody>
        </p:sp>
        <p:sp>
          <p:nvSpPr>
            <p:cNvPr id="222255" name="Text Box 13">
              <a:extLst>
                <a:ext uri="{FF2B5EF4-FFF2-40B4-BE49-F238E27FC236}">
                  <a16:creationId xmlns:a16="http://schemas.microsoft.com/office/drawing/2014/main" id="{9191FD0D-E26E-4C4A-8160-0AB430923C4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5953" y="2990644"/>
              <a:ext cx="231809" cy="43808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>
              <a:spAutoFit/>
            </a:bodyPr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kumimoji="1" lang="en-US" altLang="zh-CN" sz="2400">
                  <a:solidFill>
                    <a:srgbClr val="000000"/>
                  </a:solidFill>
                  <a:latin typeface="Times New Roman" panose="02020603050405020304" pitchFamily="18" charset="0"/>
                </a:rPr>
                <a:t>5</a:t>
              </a:r>
            </a:p>
          </p:txBody>
        </p:sp>
        <p:sp>
          <p:nvSpPr>
            <p:cNvPr id="32" name="Oval 71">
              <a:extLst>
                <a:ext uri="{FF2B5EF4-FFF2-40B4-BE49-F238E27FC236}">
                  <a16:creationId xmlns:a16="http://schemas.microsoft.com/office/drawing/2014/main" id="{FB78DA79-9C09-47BB-8196-460AAA2275E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49098" y="4329113"/>
              <a:ext cx="360243" cy="3238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lIns="68580" tIns="34290" rIns="68580" bIns="34290" anchor="ctr"/>
            <a:lstStyle/>
            <a:p>
              <a:pPr eaLnBrk="1" hangingPunct="1">
                <a:defRPr/>
              </a:pPr>
              <a:endParaRPr lang="en-US" altLang="zh-CN" sz="2400" b="0" i="1" baseline="-25000">
                <a:solidFill>
                  <a:prstClr val="black"/>
                </a:solidFill>
                <a:latin typeface="Times New Roman" pitchFamily="18" charset="0"/>
              </a:endParaRPr>
            </a:p>
          </p:txBody>
        </p:sp>
        <p:sp>
          <p:nvSpPr>
            <p:cNvPr id="222257" name="Text Box 13">
              <a:extLst>
                <a:ext uri="{FF2B5EF4-FFF2-40B4-BE49-F238E27FC236}">
                  <a16:creationId xmlns:a16="http://schemas.microsoft.com/office/drawing/2014/main" id="{CE6B06A6-715B-402B-A0A8-E1AF0B395C4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524507" y="4266829"/>
              <a:ext cx="527130" cy="43852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>
              <a:spAutoFit/>
            </a:bodyPr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kumimoji="1" lang="en-US" altLang="zh-CN" sz="2400">
                  <a:solidFill>
                    <a:srgbClr val="000000"/>
                  </a:solidFill>
                  <a:latin typeface="Times New Roman" panose="02020603050405020304" pitchFamily="18" charset="0"/>
                </a:rPr>
                <a:t>10</a:t>
              </a:r>
            </a:p>
          </p:txBody>
        </p:sp>
        <p:sp>
          <p:nvSpPr>
            <p:cNvPr id="34" name="Oval 71">
              <a:extLst>
                <a:ext uri="{FF2B5EF4-FFF2-40B4-BE49-F238E27FC236}">
                  <a16:creationId xmlns:a16="http://schemas.microsoft.com/office/drawing/2014/main" id="{26B58AF0-2ACA-475C-B421-656AFCC78DF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8063" y="4329113"/>
              <a:ext cx="360244" cy="3238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lIns="68580" tIns="34290" rIns="68580" bIns="34290" anchor="ctr"/>
            <a:lstStyle/>
            <a:p>
              <a:pPr eaLnBrk="1" hangingPunct="1">
                <a:defRPr/>
              </a:pPr>
              <a:endParaRPr lang="en-US" altLang="zh-CN" sz="2400" b="0" i="1" baseline="-25000">
                <a:solidFill>
                  <a:prstClr val="black"/>
                </a:solidFill>
                <a:latin typeface="Times New Roman" pitchFamily="18" charset="0"/>
              </a:endParaRPr>
            </a:p>
          </p:txBody>
        </p:sp>
        <p:sp>
          <p:nvSpPr>
            <p:cNvPr id="222259" name="Text Box 13">
              <a:extLst>
                <a:ext uri="{FF2B5EF4-FFF2-40B4-BE49-F238E27FC236}">
                  <a16:creationId xmlns:a16="http://schemas.microsoft.com/office/drawing/2014/main" id="{B945C310-3912-41C4-AEA6-484EB02BE77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5953" y="4266829"/>
              <a:ext cx="231809" cy="43808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>
              <a:spAutoFit/>
            </a:bodyPr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kumimoji="1" lang="en-US" altLang="zh-CN" sz="2400">
                  <a:solidFill>
                    <a:srgbClr val="000000"/>
                  </a:solidFill>
                  <a:latin typeface="Times New Roman" panose="02020603050405020304" pitchFamily="18" charset="0"/>
                </a:rPr>
                <a:t>9</a:t>
              </a:r>
            </a:p>
          </p:txBody>
        </p:sp>
        <p:sp>
          <p:nvSpPr>
            <p:cNvPr id="222260" name="Line 50">
              <a:extLst>
                <a:ext uri="{FF2B5EF4-FFF2-40B4-BE49-F238E27FC236}">
                  <a16:creationId xmlns:a16="http://schemas.microsoft.com/office/drawing/2014/main" id="{A9A568B6-2F14-4BAD-9468-131464BAD62E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160911" y="2444618"/>
              <a:ext cx="0" cy="260314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222261" name="Line 50">
              <a:extLst>
                <a:ext uri="{FF2B5EF4-FFF2-40B4-BE49-F238E27FC236}">
                  <a16:creationId xmlns:a16="http://schemas.microsoft.com/office/drawing/2014/main" id="{17696599-60ED-47C0-ABB8-84FE3620B62B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165675" y="3730323"/>
              <a:ext cx="0" cy="260314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222262" name="Line 16">
              <a:extLst>
                <a:ext uri="{FF2B5EF4-FFF2-40B4-BE49-F238E27FC236}">
                  <a16:creationId xmlns:a16="http://schemas.microsoft.com/office/drawing/2014/main" id="{A8090879-CD81-407A-B86B-D3C21C77FD7A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752862" y="2947787"/>
              <a:ext cx="227046" cy="185713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lIns="68580" tIns="34290" rIns="68580" bIns="34290" anchor="ctr"/>
            <a:lstStyle/>
            <a:p>
              <a:endParaRPr lang="zh-CN" altLang="en-US"/>
            </a:p>
          </p:txBody>
        </p:sp>
        <p:sp>
          <p:nvSpPr>
            <p:cNvPr id="222263" name="Line 16">
              <a:extLst>
                <a:ext uri="{FF2B5EF4-FFF2-40B4-BE49-F238E27FC236}">
                  <a16:creationId xmlns:a16="http://schemas.microsoft.com/office/drawing/2014/main" id="{A5201A1B-6BD5-431A-839F-F6D7F6C38052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765563" y="4233493"/>
              <a:ext cx="227046" cy="185713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lIns="68580" tIns="34290" rIns="68580" bIns="34290" anchor="ctr"/>
            <a:lstStyle/>
            <a:p>
              <a:endParaRPr lang="zh-CN" altLang="en-US"/>
            </a:p>
          </p:txBody>
        </p:sp>
        <p:sp>
          <p:nvSpPr>
            <p:cNvPr id="222264" name="Line 16">
              <a:extLst>
                <a:ext uri="{FF2B5EF4-FFF2-40B4-BE49-F238E27FC236}">
                  <a16:creationId xmlns:a16="http://schemas.microsoft.com/office/drawing/2014/main" id="{DC57631A-9570-44A4-9250-D23429F198E4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337151" y="3304927"/>
              <a:ext cx="227046" cy="185713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lIns="68580" tIns="34290" rIns="68580" bIns="34290" anchor="ctr"/>
            <a:lstStyle/>
            <a:p>
              <a:endParaRPr lang="zh-CN" altLang="en-US"/>
            </a:p>
          </p:txBody>
        </p:sp>
        <p:sp>
          <p:nvSpPr>
            <p:cNvPr id="222265" name="Line 16">
              <a:extLst>
                <a:ext uri="{FF2B5EF4-FFF2-40B4-BE49-F238E27FC236}">
                  <a16:creationId xmlns:a16="http://schemas.microsoft.com/office/drawing/2014/main" id="{D2B5C2FD-DA9D-4DBD-93A5-4C477644EB9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06815" y="2114461"/>
              <a:ext cx="273093" cy="142856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lIns="68580" tIns="34290" rIns="68580" bIns="34290" anchor="ctr"/>
            <a:lstStyle/>
            <a:p>
              <a:endParaRPr lang="zh-CN" altLang="en-US"/>
            </a:p>
          </p:txBody>
        </p:sp>
        <p:sp>
          <p:nvSpPr>
            <p:cNvPr id="222266" name="Line 16">
              <a:extLst>
                <a:ext uri="{FF2B5EF4-FFF2-40B4-BE49-F238E27FC236}">
                  <a16:creationId xmlns:a16="http://schemas.microsoft.com/office/drawing/2014/main" id="{D4867902-27EB-44EF-9BF9-08185573674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68738" y="3309690"/>
              <a:ext cx="273093" cy="142856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lIns="68580" tIns="34290" rIns="68580" bIns="34290" anchor="ctr"/>
            <a:lstStyle/>
            <a:p>
              <a:endParaRPr lang="zh-CN" altLang="en-US"/>
            </a:p>
          </p:txBody>
        </p:sp>
        <p:sp>
          <p:nvSpPr>
            <p:cNvPr id="222267" name="Line 16">
              <a:extLst>
                <a:ext uri="{FF2B5EF4-FFF2-40B4-BE49-F238E27FC236}">
                  <a16:creationId xmlns:a16="http://schemas.microsoft.com/office/drawing/2014/main" id="{43B8F3F5-0D67-410C-9D73-561A656F1A0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349852" y="2947787"/>
              <a:ext cx="273093" cy="142856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lIns="68580" tIns="34290" rIns="68580" bIns="34290" anchor="ctr"/>
            <a:lstStyle/>
            <a:p>
              <a:endParaRPr lang="zh-CN" altLang="en-US"/>
            </a:p>
          </p:txBody>
        </p:sp>
        <p:sp>
          <p:nvSpPr>
            <p:cNvPr id="222268" name="Line 16">
              <a:extLst>
                <a:ext uri="{FF2B5EF4-FFF2-40B4-BE49-F238E27FC236}">
                  <a16:creationId xmlns:a16="http://schemas.microsoft.com/office/drawing/2014/main" id="{5E43E517-5E8D-41E9-8D2B-76FC77A5D2E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349852" y="4233493"/>
              <a:ext cx="273093" cy="142856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lIns="68580" tIns="34290" rIns="68580" bIns="34290" anchor="ctr"/>
            <a:lstStyle/>
            <a:p>
              <a:endParaRPr lang="zh-CN" altLang="en-US"/>
            </a:p>
          </p:txBody>
        </p:sp>
        <p:sp>
          <p:nvSpPr>
            <p:cNvPr id="222269" name="Freeform 32">
              <a:extLst>
                <a:ext uri="{FF2B5EF4-FFF2-40B4-BE49-F238E27FC236}">
                  <a16:creationId xmlns:a16="http://schemas.microsoft.com/office/drawing/2014/main" id="{B828D3FC-779F-400A-B41C-7A01246D9457}"/>
                </a:ext>
              </a:extLst>
            </p:cNvPr>
            <p:cNvSpPr>
              <a:spLocks/>
            </p:cNvSpPr>
            <p:nvPr/>
          </p:nvSpPr>
          <p:spPr bwMode="auto">
            <a:xfrm rot="7422157">
              <a:off x="1404863" y="3513477"/>
              <a:ext cx="467623" cy="835273"/>
            </a:xfrm>
            <a:custGeom>
              <a:avLst/>
              <a:gdLst>
                <a:gd name="T0" fmla="*/ 2147483646 w 347"/>
                <a:gd name="T1" fmla="*/ 2147483646 h 589"/>
                <a:gd name="T2" fmla="*/ 2147483646 w 347"/>
                <a:gd name="T3" fmla="*/ 2147483646 h 589"/>
                <a:gd name="T4" fmla="*/ 2147483646 w 347"/>
                <a:gd name="T5" fmla="*/ 0 h 589"/>
                <a:gd name="T6" fmla="*/ 0 60000 65536"/>
                <a:gd name="T7" fmla="*/ 0 60000 65536"/>
                <a:gd name="T8" fmla="*/ 0 60000 65536"/>
                <a:gd name="T9" fmla="*/ 0 w 347"/>
                <a:gd name="T10" fmla="*/ 0 h 589"/>
                <a:gd name="T11" fmla="*/ 347 w 347"/>
                <a:gd name="T12" fmla="*/ 589 h 589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347" h="589">
                  <a:moveTo>
                    <a:pt x="166" y="589"/>
                  </a:moveTo>
                  <a:cubicBezTo>
                    <a:pt x="83" y="456"/>
                    <a:pt x="0" y="324"/>
                    <a:pt x="30" y="226"/>
                  </a:cubicBezTo>
                  <a:cubicBezTo>
                    <a:pt x="60" y="128"/>
                    <a:pt x="203" y="64"/>
                    <a:pt x="347" y="0"/>
                  </a:cubicBezTo>
                </a:path>
              </a:pathLst>
            </a:custGeom>
            <a:noFill/>
            <a:ln w="25400">
              <a:solidFill>
                <a:schemeClr val="tx1"/>
              </a:solidFill>
              <a:round/>
              <a:headEnd type="stealth" w="lg" len="med"/>
              <a:tailEnd type="none" w="lg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46" name="任意多边形 45">
              <a:extLst>
                <a:ext uri="{FF2B5EF4-FFF2-40B4-BE49-F238E27FC236}">
                  <a16:creationId xmlns:a16="http://schemas.microsoft.com/office/drawing/2014/main" id="{6D65E68A-9FE9-4846-BACE-6E57F4AB48C7}"/>
                </a:ext>
              </a:extLst>
            </p:cNvPr>
            <p:cNvSpPr/>
            <p:nvPr/>
          </p:nvSpPr>
          <p:spPr bwMode="auto">
            <a:xfrm>
              <a:off x="1338030" y="2847975"/>
              <a:ext cx="714139" cy="785813"/>
            </a:xfrm>
            <a:custGeom>
              <a:avLst/>
              <a:gdLst>
                <a:gd name="connsiteX0" fmla="*/ 0 w 823912"/>
                <a:gd name="connsiteY0" fmla="*/ 1914525 h 1914525"/>
                <a:gd name="connsiteX1" fmla="*/ 609600 w 823912"/>
                <a:gd name="connsiteY1" fmla="*/ 1333500 h 1914525"/>
                <a:gd name="connsiteX2" fmla="*/ 790575 w 823912"/>
                <a:gd name="connsiteY2" fmla="*/ 781050 h 1914525"/>
                <a:gd name="connsiteX3" fmla="*/ 409575 w 823912"/>
                <a:gd name="connsiteY3" fmla="*/ 171450 h 1914525"/>
                <a:gd name="connsiteX4" fmla="*/ 9525 w 823912"/>
                <a:gd name="connsiteY4" fmla="*/ 0 h 1914525"/>
                <a:gd name="connsiteX5" fmla="*/ 9525 w 823912"/>
                <a:gd name="connsiteY5" fmla="*/ 0 h 1914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823912" h="1914525">
                  <a:moveTo>
                    <a:pt x="0" y="1914525"/>
                  </a:moveTo>
                  <a:cubicBezTo>
                    <a:pt x="238919" y="1718468"/>
                    <a:pt x="477838" y="1522412"/>
                    <a:pt x="609600" y="1333500"/>
                  </a:cubicBezTo>
                  <a:cubicBezTo>
                    <a:pt x="741362" y="1144588"/>
                    <a:pt x="823912" y="974725"/>
                    <a:pt x="790575" y="781050"/>
                  </a:cubicBezTo>
                  <a:cubicBezTo>
                    <a:pt x="757238" y="587375"/>
                    <a:pt x="539750" y="301625"/>
                    <a:pt x="409575" y="171450"/>
                  </a:cubicBezTo>
                  <a:cubicBezTo>
                    <a:pt x="279400" y="41275"/>
                    <a:pt x="9525" y="0"/>
                    <a:pt x="9525" y="0"/>
                  </a:cubicBezTo>
                  <a:lnTo>
                    <a:pt x="9525" y="0"/>
                  </a:lnTo>
                </a:path>
              </a:pathLst>
            </a:custGeom>
            <a:ln w="25400">
              <a:solidFill>
                <a:schemeClr val="tx1"/>
              </a:solidFill>
              <a:headEnd type="none"/>
              <a:tailEnd type="stealth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/>
            </a:p>
          </p:txBody>
        </p:sp>
        <p:sp>
          <p:nvSpPr>
            <p:cNvPr id="47" name="任意多边形 46">
              <a:extLst>
                <a:ext uri="{FF2B5EF4-FFF2-40B4-BE49-F238E27FC236}">
                  <a16:creationId xmlns:a16="http://schemas.microsoft.com/office/drawing/2014/main" id="{43E390A9-E9B2-4B33-B2CE-A5B676EA570A}"/>
                </a:ext>
              </a:extLst>
            </p:cNvPr>
            <p:cNvSpPr/>
            <p:nvPr/>
          </p:nvSpPr>
          <p:spPr>
            <a:xfrm>
              <a:off x="128755" y="1495425"/>
              <a:ext cx="844270" cy="2830513"/>
            </a:xfrm>
            <a:custGeom>
              <a:avLst/>
              <a:gdLst>
                <a:gd name="connsiteX0" fmla="*/ 313854 w 843941"/>
                <a:gd name="connsiteY0" fmla="*/ 2829944 h 2829944"/>
                <a:gd name="connsiteX1" fmla="*/ 22306 w 843941"/>
                <a:gd name="connsiteY1" fmla="*/ 351788 h 2829944"/>
                <a:gd name="connsiteX2" fmla="*/ 843941 w 843941"/>
                <a:gd name="connsiteY2" fmla="*/ 73492 h 28299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43941" h="2829944">
                  <a:moveTo>
                    <a:pt x="313854" y="2829944"/>
                  </a:moveTo>
                  <a:cubicBezTo>
                    <a:pt x="123906" y="1820570"/>
                    <a:pt x="-66042" y="811197"/>
                    <a:pt x="22306" y="351788"/>
                  </a:cubicBezTo>
                  <a:cubicBezTo>
                    <a:pt x="110654" y="-107621"/>
                    <a:pt x="477297" y="-17065"/>
                    <a:pt x="843941" y="73492"/>
                  </a:cubicBezTo>
                </a:path>
              </a:pathLst>
            </a:custGeom>
            <a:noFill/>
            <a:ln w="25400">
              <a:solidFill>
                <a:schemeClr val="tx1"/>
              </a:solidFill>
              <a:tailEnd type="stealth" w="lg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/>
            </a:p>
          </p:txBody>
        </p:sp>
        <p:sp>
          <p:nvSpPr>
            <p:cNvPr id="48" name="任意多边形 47">
              <a:extLst>
                <a:ext uri="{FF2B5EF4-FFF2-40B4-BE49-F238E27FC236}">
                  <a16:creationId xmlns:a16="http://schemas.microsoft.com/office/drawing/2014/main" id="{CE01900A-0F3F-494D-A7FD-52D426649C99}"/>
                </a:ext>
              </a:extLst>
            </p:cNvPr>
            <p:cNvSpPr/>
            <p:nvPr/>
          </p:nvSpPr>
          <p:spPr>
            <a:xfrm>
              <a:off x="1344377" y="2232025"/>
              <a:ext cx="807771" cy="1868488"/>
            </a:xfrm>
            <a:custGeom>
              <a:avLst/>
              <a:gdLst>
                <a:gd name="connsiteX0" fmla="*/ 13252 w 808391"/>
                <a:gd name="connsiteY0" fmla="*/ 1868556 h 1868556"/>
                <a:gd name="connsiteX1" fmla="*/ 808382 w 808391"/>
                <a:gd name="connsiteY1" fmla="*/ 1086678 h 1868556"/>
                <a:gd name="connsiteX2" fmla="*/ 0 w 808391"/>
                <a:gd name="connsiteY2" fmla="*/ 0 h 1868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08391" h="1868556">
                  <a:moveTo>
                    <a:pt x="13252" y="1868556"/>
                  </a:moveTo>
                  <a:cubicBezTo>
                    <a:pt x="411921" y="1633330"/>
                    <a:pt x="810591" y="1398104"/>
                    <a:pt x="808382" y="1086678"/>
                  </a:cubicBezTo>
                  <a:cubicBezTo>
                    <a:pt x="806173" y="775252"/>
                    <a:pt x="403086" y="387626"/>
                    <a:pt x="0" y="0"/>
                  </a:cubicBezTo>
                </a:path>
              </a:pathLst>
            </a:custGeom>
            <a:noFill/>
            <a:ln w="25400">
              <a:solidFill>
                <a:schemeClr val="tx1"/>
              </a:solidFill>
              <a:tailEnd type="stealth" w="lg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/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64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4064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4064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4064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53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7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38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80385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80385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8038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38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80385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80385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8038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 nodeType="clickPar">
                      <p:stCondLst>
                        <p:cond delay="indefinite"/>
                      </p:stCondLst>
                      <p:childTnLst>
                        <p:par>
                          <p:cTn id="3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9" presetID="53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38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80389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80389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8038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03855" grpId="0"/>
      <p:bldP spid="803895" grpId="0" animBg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098" name="Rectangle 3">
            <a:extLst>
              <a:ext uri="{FF2B5EF4-FFF2-40B4-BE49-F238E27FC236}">
                <a16:creationId xmlns:a16="http://schemas.microsoft.com/office/drawing/2014/main" id="{B394BB0F-2752-4DD9-9A92-59B4EA18AC4F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00063" y="785813"/>
            <a:ext cx="7858125" cy="906462"/>
          </a:xfrm>
          <a:ln>
            <a:miter lim="800000"/>
            <a:headEnd/>
            <a:tailEnd/>
          </a:ln>
        </p:spPr>
        <p:txBody>
          <a:bodyPr vert="horz"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buClrTx/>
              <a:buFont typeface="Wingdings" pitchFamily="2" charset="2"/>
              <a:buChar char="Ø"/>
              <a:defRPr/>
            </a:pPr>
            <a:r>
              <a:rPr lang="zh-CN" altLang="en-US" sz="2500" b="1" dirty="0">
                <a:solidFill>
                  <a:schemeClr val="tx1"/>
                </a:solidFill>
              </a:rPr>
              <a:t>如果两个循环具有</a:t>
            </a:r>
            <a:r>
              <a:rPr lang="zh-CN" altLang="en-US" sz="2500" b="1" dirty="0">
                <a:solidFill>
                  <a:srgbClr val="0070C0"/>
                </a:solidFill>
              </a:rPr>
              <a:t>相同</a:t>
            </a:r>
            <a:r>
              <a:rPr lang="zh-CN" altLang="en-US" sz="2500" b="1" dirty="0">
                <a:solidFill>
                  <a:schemeClr val="tx1"/>
                </a:solidFill>
              </a:rPr>
              <a:t>的</a:t>
            </a:r>
            <a:r>
              <a:rPr lang="zh-CN" altLang="en-US" sz="2500" b="1" dirty="0">
                <a:solidFill>
                  <a:srgbClr val="0070C0"/>
                </a:solidFill>
              </a:rPr>
              <a:t>首</a:t>
            </a:r>
            <a:r>
              <a:rPr lang="zh-CN" altLang="en-US" sz="2500" b="1" dirty="0">
                <a:solidFill>
                  <a:srgbClr val="0070C0"/>
                </a:solidFill>
                <a:latin typeface="+mn-ea"/>
                <a:cs typeface="Times New Roman" pitchFamily="18" charset="0"/>
              </a:rPr>
              <a:t>结</a:t>
            </a:r>
            <a:r>
              <a:rPr lang="zh-CN" altLang="en-US" sz="2500" b="1" dirty="0">
                <a:solidFill>
                  <a:srgbClr val="0070C0"/>
                </a:solidFill>
              </a:rPr>
              <a:t>点</a:t>
            </a:r>
            <a:r>
              <a:rPr lang="zh-CN" altLang="en-US" sz="2500" b="1" dirty="0">
                <a:solidFill>
                  <a:schemeClr val="tx1"/>
                </a:solidFill>
              </a:rPr>
              <a:t>，那么很难说哪个是最内循环。此时把两个循环合并</a:t>
            </a:r>
          </a:p>
        </p:txBody>
      </p:sp>
      <p:grpSp>
        <p:nvGrpSpPr>
          <p:cNvPr id="2" name="组 28">
            <a:extLst>
              <a:ext uri="{FF2B5EF4-FFF2-40B4-BE49-F238E27FC236}">
                <a16:creationId xmlns:a16="http://schemas.microsoft.com/office/drawing/2014/main" id="{BED1FD5C-18B1-408C-9A22-FF1CA9280F1A}"/>
              </a:ext>
            </a:extLst>
          </p:cNvPr>
          <p:cNvGrpSpPr>
            <a:grpSpLocks/>
          </p:cNvGrpSpPr>
          <p:nvPr/>
        </p:nvGrpSpPr>
        <p:grpSpPr bwMode="auto">
          <a:xfrm>
            <a:off x="2870200" y="1811338"/>
            <a:ext cx="3286125" cy="2816225"/>
            <a:chOff x="4856628" y="1627828"/>
            <a:chExt cx="3285970" cy="2816130"/>
          </a:xfrm>
        </p:grpSpPr>
        <p:sp>
          <p:nvSpPr>
            <p:cNvPr id="224260" name="Freeform 74">
              <a:extLst>
                <a:ext uri="{FF2B5EF4-FFF2-40B4-BE49-F238E27FC236}">
                  <a16:creationId xmlns:a16="http://schemas.microsoft.com/office/drawing/2014/main" id="{233D9425-DEA9-4A30-911A-C55DFA668D31}"/>
                </a:ext>
              </a:extLst>
            </p:cNvPr>
            <p:cNvSpPr>
              <a:spLocks/>
            </p:cNvSpPr>
            <p:nvPr/>
          </p:nvSpPr>
          <p:spPr bwMode="auto">
            <a:xfrm rot="-9837423">
              <a:off x="4856628" y="2107480"/>
              <a:ext cx="1141647" cy="1824732"/>
            </a:xfrm>
            <a:custGeom>
              <a:avLst/>
              <a:gdLst>
                <a:gd name="T0" fmla="*/ 2147483646 w 711"/>
                <a:gd name="T1" fmla="*/ 0 h 907"/>
                <a:gd name="T2" fmla="*/ 2147483646 w 711"/>
                <a:gd name="T3" fmla="*/ 2147483646 h 907"/>
                <a:gd name="T4" fmla="*/ 0 w 711"/>
                <a:gd name="T5" fmla="*/ 2147483646 h 907"/>
                <a:gd name="T6" fmla="*/ 0 60000 65536"/>
                <a:gd name="T7" fmla="*/ 0 60000 65536"/>
                <a:gd name="T8" fmla="*/ 0 60000 65536"/>
                <a:gd name="T9" fmla="*/ 0 w 711"/>
                <a:gd name="T10" fmla="*/ 0 h 907"/>
                <a:gd name="T11" fmla="*/ 711 w 711"/>
                <a:gd name="T12" fmla="*/ 907 h 907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711" h="907">
                  <a:moveTo>
                    <a:pt x="182" y="0"/>
                  </a:moveTo>
                  <a:cubicBezTo>
                    <a:pt x="446" y="128"/>
                    <a:pt x="711" y="257"/>
                    <a:pt x="681" y="408"/>
                  </a:cubicBezTo>
                  <a:cubicBezTo>
                    <a:pt x="651" y="559"/>
                    <a:pt x="325" y="733"/>
                    <a:pt x="0" y="907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  <a:round/>
              <a:headEnd/>
              <a:tailEnd type="stealth" w="med" len="lg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grpSp>
          <p:nvGrpSpPr>
            <p:cNvPr id="224261" name="组 2">
              <a:extLst>
                <a:ext uri="{FF2B5EF4-FFF2-40B4-BE49-F238E27FC236}">
                  <a16:creationId xmlns:a16="http://schemas.microsoft.com/office/drawing/2014/main" id="{5342C30A-B204-4158-96BB-9947EABD50D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364088" y="1627828"/>
              <a:ext cx="2778510" cy="2816130"/>
              <a:chOff x="5364088" y="1627828"/>
              <a:chExt cx="2778510" cy="2816130"/>
            </a:xfrm>
          </p:grpSpPr>
          <p:sp>
            <p:nvSpPr>
              <p:cNvPr id="224262" name="Line 19">
                <a:extLst>
                  <a:ext uri="{FF2B5EF4-FFF2-40B4-BE49-F238E27FC236}">
                    <a16:creationId xmlns:a16="http://schemas.microsoft.com/office/drawing/2014/main" id="{F28311AB-C293-40CB-8A68-EBC5C391F6F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5796136" y="3419797"/>
                <a:ext cx="504056" cy="520105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 type="stealth" w="med" len="lg"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lIns="68580" tIns="34290" rIns="68580" bIns="34290" anchor="ctr"/>
              <a:lstStyle/>
              <a:p>
                <a:endParaRPr lang="zh-CN" altLang="en-US"/>
              </a:p>
            </p:txBody>
          </p:sp>
          <p:sp>
            <p:nvSpPr>
              <p:cNvPr id="224263" name="Line 19">
                <a:extLst>
                  <a:ext uri="{FF2B5EF4-FFF2-40B4-BE49-F238E27FC236}">
                    <a16:creationId xmlns:a16="http://schemas.microsoft.com/office/drawing/2014/main" id="{5FD7B0AB-C41A-440A-8EF5-218D8F1BFE9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6516216" y="2499741"/>
                <a:ext cx="0" cy="520105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 type="stealth" w="med" len="lg"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lIns="68580" tIns="34290" rIns="68580" bIns="34290" anchor="ctr"/>
              <a:lstStyle/>
              <a:p>
                <a:endParaRPr lang="zh-CN" altLang="en-US"/>
              </a:p>
            </p:txBody>
          </p:sp>
          <p:sp>
            <p:nvSpPr>
              <p:cNvPr id="242695" name="Oval 73">
                <a:extLst>
                  <a:ext uri="{FF2B5EF4-FFF2-40B4-BE49-F238E27FC236}">
                    <a16:creationId xmlns:a16="http://schemas.microsoft.com/office/drawing/2014/main" id="{2B5D44EC-BBAF-4C94-B4C2-2AA87711E8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28163" y="1923093"/>
                <a:ext cx="566711" cy="560368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lIns="27000" tIns="34290" rIns="68580" bIns="34290" anchor="ctr"/>
              <a:lstStyle/>
              <a:p>
                <a:pPr eaLnBrk="1" hangingPunct="1">
                  <a:defRPr/>
                </a:pPr>
                <a:endParaRPr lang="en-US" altLang="zh-CN" b="0" i="1" baseline="-25000">
                  <a:latin typeface="Times New Roman" panose="02020603050405020304" pitchFamily="18" charset="0"/>
                  <a:cs typeface="楷体_GB2312" charset="0"/>
                </a:endParaRPr>
              </a:p>
            </p:txBody>
          </p:sp>
          <p:sp>
            <p:nvSpPr>
              <p:cNvPr id="242696" name="Oval 73">
                <a:extLst>
                  <a:ext uri="{FF2B5EF4-FFF2-40B4-BE49-F238E27FC236}">
                    <a16:creationId xmlns:a16="http://schemas.microsoft.com/office/drawing/2014/main" id="{E7C236AA-DA49-43CB-8866-F60BF6F9FC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37688" y="3020018"/>
                <a:ext cx="566711" cy="560369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lIns="27000" tIns="34290" rIns="68580" bIns="34290" anchor="ctr"/>
              <a:lstStyle/>
              <a:p>
                <a:pPr eaLnBrk="1" hangingPunct="1">
                  <a:defRPr/>
                </a:pPr>
                <a:endParaRPr lang="en-US" altLang="zh-CN" b="0" i="1" baseline="-25000">
                  <a:latin typeface="Times New Roman" panose="02020603050405020304" pitchFamily="18" charset="0"/>
                  <a:cs typeface="楷体_GB2312" charset="0"/>
                </a:endParaRPr>
              </a:p>
            </p:txBody>
          </p:sp>
          <p:sp>
            <p:nvSpPr>
              <p:cNvPr id="242697" name="Oval 73">
                <a:extLst>
                  <a:ext uri="{FF2B5EF4-FFF2-40B4-BE49-F238E27FC236}">
                    <a16:creationId xmlns:a16="http://schemas.microsoft.com/office/drawing/2014/main" id="{CDBE30B8-7C28-4FDD-BA93-21A86E0462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64604" y="3883589"/>
                <a:ext cx="566711" cy="560369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lIns="27000" tIns="34290" rIns="68580" bIns="34290" anchor="ctr"/>
              <a:lstStyle/>
              <a:p>
                <a:pPr eaLnBrk="1" hangingPunct="1">
                  <a:defRPr/>
                </a:pPr>
                <a:endParaRPr lang="en-US" altLang="zh-CN" b="0" i="1" baseline="-25000">
                  <a:latin typeface="Times New Roman" panose="02020603050405020304" pitchFamily="18" charset="0"/>
                  <a:cs typeface="楷体_GB2312" charset="0"/>
                </a:endParaRPr>
              </a:p>
            </p:txBody>
          </p:sp>
          <p:sp>
            <p:nvSpPr>
              <p:cNvPr id="242698" name="Oval 73">
                <a:extLst>
                  <a:ext uri="{FF2B5EF4-FFF2-40B4-BE49-F238E27FC236}">
                    <a16:creationId xmlns:a16="http://schemas.microsoft.com/office/drawing/2014/main" id="{2FBD11CA-49F0-4A88-90B2-E0E816448FD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236179" y="3883589"/>
                <a:ext cx="566710" cy="560369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lIns="27000" tIns="34290" rIns="68580" bIns="34290" anchor="ctr"/>
              <a:lstStyle/>
              <a:p>
                <a:pPr eaLnBrk="1" hangingPunct="1">
                  <a:defRPr/>
                </a:pPr>
                <a:endParaRPr lang="en-US" altLang="zh-CN" b="0" i="1" baseline="-25000">
                  <a:latin typeface="Times New Roman" panose="02020603050405020304" pitchFamily="18" charset="0"/>
                  <a:cs typeface="楷体_GB2312" charset="0"/>
                </a:endParaRPr>
              </a:p>
            </p:txBody>
          </p:sp>
          <p:sp>
            <p:nvSpPr>
              <p:cNvPr id="224268" name="Line 19">
                <a:extLst>
                  <a:ext uri="{FF2B5EF4-FFF2-40B4-BE49-F238E27FC236}">
                    <a16:creationId xmlns:a16="http://schemas.microsoft.com/office/drawing/2014/main" id="{3F568158-B9D2-44CD-8FFD-0720D3DF220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6773130" y="3459706"/>
                <a:ext cx="607182" cy="480195"/>
              </a:xfrm>
              <a:prstGeom prst="line">
                <a:avLst/>
              </a:prstGeom>
              <a:noFill/>
              <a:ln w="15875">
                <a:solidFill>
                  <a:schemeClr val="tx1"/>
                </a:solidFill>
                <a:round/>
                <a:headEnd type="stealth" w="med" len="lg"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lIns="68580" tIns="34290" rIns="68580" bIns="34290" anchor="ctr"/>
              <a:lstStyle/>
              <a:p>
                <a:endParaRPr lang="zh-CN" altLang="en-US"/>
              </a:p>
            </p:txBody>
          </p:sp>
          <p:sp>
            <p:nvSpPr>
              <p:cNvPr id="224269" name="Text Box 51">
                <a:extLst>
                  <a:ext uri="{FF2B5EF4-FFF2-40B4-BE49-F238E27FC236}">
                    <a16:creationId xmlns:a16="http://schemas.microsoft.com/office/drawing/2014/main" id="{4B1004C1-121B-40FE-9ED3-BAE82A03B2E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384392" y="2038516"/>
                <a:ext cx="247650" cy="40780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lIns="68580" tIns="34290" rIns="68580" bIns="34290">
                <a:spAutoFit/>
              </a:bodyPr>
              <a:lstStyle>
                <a:lvl1pPr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>
                  <a:spcBef>
                    <a:spcPct val="50000"/>
                  </a:spcBef>
                </a:pPr>
                <a:r>
                  <a:rPr kumimoji="1" lang="en-US" altLang="zh-CN" sz="2200" i="1">
                    <a:latin typeface="Times New Roman" panose="02020603050405020304" pitchFamily="18" charset="0"/>
                  </a:rPr>
                  <a:t>1</a:t>
                </a:r>
              </a:p>
            </p:txBody>
          </p:sp>
          <p:sp>
            <p:nvSpPr>
              <p:cNvPr id="224270" name="Text Box 51">
                <a:extLst>
                  <a:ext uri="{FF2B5EF4-FFF2-40B4-BE49-F238E27FC236}">
                    <a16:creationId xmlns:a16="http://schemas.microsoft.com/office/drawing/2014/main" id="{DAE84BBB-E092-44C8-8623-D9EDA78A698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399910" y="3120104"/>
                <a:ext cx="247650" cy="40780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lIns="68580" tIns="34290" rIns="68580" bIns="34290">
                <a:spAutoFit/>
              </a:bodyPr>
              <a:lstStyle>
                <a:lvl1pPr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>
                  <a:spcBef>
                    <a:spcPct val="50000"/>
                  </a:spcBef>
                </a:pPr>
                <a:r>
                  <a:rPr kumimoji="1" lang="en-US" altLang="zh-CN" sz="2200" i="1">
                    <a:latin typeface="Times New Roman" panose="02020603050405020304" pitchFamily="18" charset="0"/>
                  </a:rPr>
                  <a:t>2</a:t>
                </a:r>
              </a:p>
            </p:txBody>
          </p:sp>
          <p:sp>
            <p:nvSpPr>
              <p:cNvPr id="224271" name="Text Box 51">
                <a:extLst>
                  <a:ext uri="{FF2B5EF4-FFF2-40B4-BE49-F238E27FC236}">
                    <a16:creationId xmlns:a16="http://schemas.microsoft.com/office/drawing/2014/main" id="{87EC3425-EED8-48D2-AAF6-8A63DF56A80B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508104" y="3964146"/>
                <a:ext cx="247650" cy="40780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lIns="68580" tIns="34290" rIns="68580" bIns="34290">
                <a:spAutoFit/>
              </a:bodyPr>
              <a:lstStyle>
                <a:lvl1pPr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>
                  <a:spcBef>
                    <a:spcPct val="50000"/>
                  </a:spcBef>
                </a:pPr>
                <a:r>
                  <a:rPr kumimoji="1" lang="en-US" altLang="zh-CN" sz="2200" i="1">
                    <a:latin typeface="Times New Roman" panose="02020603050405020304" pitchFamily="18" charset="0"/>
                  </a:rPr>
                  <a:t>3</a:t>
                </a:r>
              </a:p>
            </p:txBody>
          </p:sp>
          <p:sp>
            <p:nvSpPr>
              <p:cNvPr id="224272" name="Text Box 51">
                <a:extLst>
                  <a:ext uri="{FF2B5EF4-FFF2-40B4-BE49-F238E27FC236}">
                    <a16:creationId xmlns:a16="http://schemas.microsoft.com/office/drawing/2014/main" id="{BED188D9-A2BA-4B55-9043-7BC57221108D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7380312" y="3964146"/>
                <a:ext cx="247650" cy="40780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lIns="68580" tIns="34290" rIns="68580" bIns="34290">
                <a:spAutoFit/>
              </a:bodyPr>
              <a:lstStyle>
                <a:lvl1pPr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>
                  <a:spcBef>
                    <a:spcPct val="50000"/>
                  </a:spcBef>
                </a:pPr>
                <a:r>
                  <a:rPr kumimoji="1" lang="en-US" altLang="zh-CN" sz="2200" i="1">
                    <a:latin typeface="Times New Roman" panose="02020603050405020304" pitchFamily="18" charset="0"/>
                  </a:rPr>
                  <a:t>4</a:t>
                </a:r>
              </a:p>
            </p:txBody>
          </p:sp>
          <p:sp>
            <p:nvSpPr>
              <p:cNvPr id="224273" name="Freeform 74">
                <a:extLst>
                  <a:ext uri="{FF2B5EF4-FFF2-40B4-BE49-F238E27FC236}">
                    <a16:creationId xmlns:a16="http://schemas.microsoft.com/office/drawing/2014/main" id="{C37352F7-AACB-4A0A-9DEC-58DE7DBF50AB}"/>
                  </a:ext>
                </a:extLst>
              </p:cNvPr>
              <p:cNvSpPr>
                <a:spLocks/>
              </p:cNvSpPr>
              <p:nvPr/>
            </p:nvSpPr>
            <p:spPr bwMode="auto">
              <a:xfrm rot="9686301" flipH="1">
                <a:off x="7066694" y="2047462"/>
                <a:ext cx="1075904" cy="1824732"/>
              </a:xfrm>
              <a:custGeom>
                <a:avLst/>
                <a:gdLst>
                  <a:gd name="T0" fmla="*/ 2147483646 w 711"/>
                  <a:gd name="T1" fmla="*/ 0 h 907"/>
                  <a:gd name="T2" fmla="*/ 2147483646 w 711"/>
                  <a:gd name="T3" fmla="*/ 2147483646 h 907"/>
                  <a:gd name="T4" fmla="*/ 0 w 711"/>
                  <a:gd name="T5" fmla="*/ 2147483646 h 907"/>
                  <a:gd name="T6" fmla="*/ 0 60000 65536"/>
                  <a:gd name="T7" fmla="*/ 0 60000 65536"/>
                  <a:gd name="T8" fmla="*/ 0 60000 65536"/>
                  <a:gd name="T9" fmla="*/ 0 w 711"/>
                  <a:gd name="T10" fmla="*/ 0 h 907"/>
                  <a:gd name="T11" fmla="*/ 711 w 711"/>
                  <a:gd name="T12" fmla="*/ 907 h 907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711" h="907">
                    <a:moveTo>
                      <a:pt x="182" y="0"/>
                    </a:moveTo>
                    <a:cubicBezTo>
                      <a:pt x="446" y="128"/>
                      <a:pt x="711" y="257"/>
                      <a:pt x="681" y="408"/>
                    </a:cubicBezTo>
                    <a:cubicBezTo>
                      <a:pt x="651" y="559"/>
                      <a:pt x="325" y="733"/>
                      <a:pt x="0" y="907"/>
                    </a:cubicBezTo>
                  </a:path>
                </a:pathLst>
              </a:custGeom>
              <a:noFill/>
              <a:ln w="19050">
                <a:solidFill>
                  <a:schemeClr val="tx1"/>
                </a:solidFill>
                <a:round/>
                <a:headEnd/>
                <a:tailEnd type="stealth" w="med" len="lg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lIns="68580" tIns="34290" rIns="68580" bIns="34290"/>
              <a:lstStyle/>
              <a:p>
                <a:endParaRPr lang="zh-CN" altLang="en-US"/>
              </a:p>
            </p:txBody>
          </p:sp>
          <p:sp>
            <p:nvSpPr>
              <p:cNvPr id="224274" name="Line 19">
                <a:extLst>
                  <a:ext uri="{FF2B5EF4-FFF2-40B4-BE49-F238E27FC236}">
                    <a16:creationId xmlns:a16="http://schemas.microsoft.com/office/drawing/2014/main" id="{F9C732E8-28AD-44BB-BC82-734D28AC967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5930378" y="1667741"/>
                <a:ext cx="426263" cy="290510"/>
              </a:xfrm>
              <a:prstGeom prst="line">
                <a:avLst/>
              </a:prstGeom>
              <a:noFill/>
              <a:ln w="15875">
                <a:solidFill>
                  <a:schemeClr val="tx1"/>
                </a:solidFill>
                <a:round/>
                <a:headEnd type="stealth" w="med" len="lg"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lIns="68580" tIns="34290" rIns="68580" bIns="34290" anchor="ctr"/>
              <a:lstStyle/>
              <a:p>
                <a:endParaRPr lang="zh-CN" altLang="en-US"/>
              </a:p>
            </p:txBody>
          </p:sp>
          <p:sp>
            <p:nvSpPr>
              <p:cNvPr id="224275" name="Line 19">
                <a:extLst>
                  <a:ext uri="{FF2B5EF4-FFF2-40B4-BE49-F238E27FC236}">
                    <a16:creationId xmlns:a16="http://schemas.microsoft.com/office/drawing/2014/main" id="{21B89139-4C65-4484-A0A8-34E098B4180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6660232" y="1627828"/>
                <a:ext cx="360041" cy="327945"/>
              </a:xfrm>
              <a:prstGeom prst="line">
                <a:avLst/>
              </a:prstGeom>
              <a:noFill/>
              <a:ln w="15875">
                <a:solidFill>
                  <a:schemeClr val="tx1"/>
                </a:solidFill>
                <a:round/>
                <a:headEnd type="stealth" w="med" len="lg"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lIns="68580" tIns="34290" rIns="68580" bIns="34290" anchor="ctr"/>
              <a:lstStyle/>
              <a:p>
                <a:endParaRPr lang="zh-CN" altLang="en-US"/>
              </a:p>
            </p:txBody>
          </p:sp>
        </p:grp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306" name="内容占位符 2">
            <a:extLst>
              <a:ext uri="{FF2B5EF4-FFF2-40B4-BE49-F238E27FC236}">
                <a16:creationId xmlns:a16="http://schemas.microsoft.com/office/drawing/2014/main" id="{5C73BA13-6D04-4CA3-9EF5-281B4D2A4963}"/>
              </a:ext>
            </a:extLst>
          </p:cNvPr>
          <p:cNvSpPr>
            <a:spLocks noGrp="1"/>
          </p:cNvSpPr>
          <p:nvPr>
            <p:ph idx="1"/>
          </p:nvPr>
        </p:nvSpPr>
        <p:spPr bwMode="auto">
          <a:xfrm>
            <a:off x="4524375" y="1357313"/>
            <a:ext cx="3648025" cy="364490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lnSpc>
                <a:spcPts val="4000"/>
              </a:lnSpc>
              <a:buFont typeface="Symbol" panose="05050102010706020507" pitchFamily="18" charset="2"/>
              <a:buNone/>
            </a:pPr>
            <a:r>
              <a:rPr lang="en-US" altLang="zh-CN" sz="2500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8.1 </a:t>
            </a:r>
            <a:r>
              <a:rPr lang="zh-CN" altLang="en-US" sz="2500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流图</a:t>
            </a:r>
          </a:p>
          <a:p>
            <a:pPr eaLnBrk="1" hangingPunct="1">
              <a:lnSpc>
                <a:spcPts val="4000"/>
              </a:lnSpc>
              <a:buFont typeface="Symbol" panose="05050102010706020507" pitchFamily="18" charset="2"/>
              <a:buNone/>
            </a:pPr>
            <a:r>
              <a:rPr lang="en-US" altLang="zh-CN" sz="2500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8.2 </a:t>
            </a:r>
            <a:r>
              <a:rPr lang="zh-CN" altLang="en-US" sz="2500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优化的分类</a:t>
            </a:r>
          </a:p>
          <a:p>
            <a:pPr eaLnBrk="1" hangingPunct="1">
              <a:lnSpc>
                <a:spcPts val="4000"/>
              </a:lnSpc>
              <a:buFont typeface="Symbol" panose="05050102010706020507" pitchFamily="18" charset="2"/>
              <a:buNone/>
            </a:pPr>
            <a:r>
              <a:rPr lang="en-US" altLang="zh-CN" sz="2500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8.3 </a:t>
            </a:r>
            <a:r>
              <a:rPr lang="zh-CN" altLang="en-US" sz="2500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基本块的优化</a:t>
            </a:r>
          </a:p>
          <a:p>
            <a:pPr eaLnBrk="1" hangingPunct="1">
              <a:lnSpc>
                <a:spcPts val="4000"/>
              </a:lnSpc>
              <a:buFont typeface="Symbol" panose="05050102010706020507" pitchFamily="18" charset="2"/>
              <a:buNone/>
            </a:pPr>
            <a:r>
              <a:rPr lang="en-US" altLang="zh-CN" sz="2500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8.4 </a:t>
            </a:r>
            <a:r>
              <a:rPr lang="zh-CN" altLang="en-US" sz="2500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数据流分析</a:t>
            </a:r>
          </a:p>
          <a:p>
            <a:pPr eaLnBrk="1" hangingPunct="1">
              <a:lnSpc>
                <a:spcPts val="4000"/>
              </a:lnSpc>
              <a:buFont typeface="Symbol" panose="05050102010706020507" pitchFamily="18" charset="2"/>
              <a:buNone/>
            </a:pPr>
            <a:r>
              <a:rPr lang="en-US" altLang="zh-CN" sz="2500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8.5 </a:t>
            </a:r>
            <a:r>
              <a:rPr lang="zh-CN" altLang="en-US" sz="2500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流图中的循环</a:t>
            </a:r>
          </a:p>
          <a:p>
            <a:pPr eaLnBrk="1" hangingPunct="1">
              <a:lnSpc>
                <a:spcPts val="4000"/>
              </a:lnSpc>
              <a:buFont typeface="Symbol" panose="05050102010706020507" pitchFamily="18" charset="2"/>
              <a:buNone/>
            </a:pPr>
            <a:r>
              <a:rPr lang="en-US" altLang="zh-CN" sz="25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8.6 </a:t>
            </a:r>
            <a:r>
              <a:rPr lang="zh-CN" altLang="en-US" sz="25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全局优化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2465FD53-F0A9-473D-A542-195DEC56C09C}"/>
              </a:ext>
            </a:extLst>
          </p:cNvPr>
          <p:cNvSpPr/>
          <p:nvPr/>
        </p:nvSpPr>
        <p:spPr>
          <a:xfrm>
            <a:off x="0" y="0"/>
            <a:ext cx="9144000" cy="150018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2870" tIns="51435" rIns="102870" bIns="51435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 sz="1600" b="0" dirty="0">
              <a:solidFill>
                <a:prstClr val="black">
                  <a:lumMod val="85000"/>
                  <a:lumOff val="15000"/>
                </a:prstClr>
              </a:solidFill>
            </a:endParaRPr>
          </a:p>
        </p:txBody>
      </p:sp>
      <p:pic>
        <p:nvPicPr>
          <p:cNvPr id="226308" name="Picture 7" descr="E:\工大编译\ppt\制作\0330e9c554c768200000158fc50d53d.jpg">
            <a:extLst>
              <a:ext uri="{FF2B5EF4-FFF2-40B4-BE49-F238E27FC236}">
                <a16:creationId xmlns:a16="http://schemas.microsoft.com/office/drawing/2014/main" id="{B2EA8016-EBDA-4AFB-8FDE-DBDA7F5A9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538" r="21837"/>
          <a:stretch>
            <a:fillRect/>
          </a:stretch>
        </p:blipFill>
        <p:spPr bwMode="auto">
          <a:xfrm>
            <a:off x="-6350" y="0"/>
            <a:ext cx="4295775" cy="5143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矩形 8">
            <a:extLst>
              <a:ext uri="{FF2B5EF4-FFF2-40B4-BE49-F238E27FC236}">
                <a16:creationId xmlns:a16="http://schemas.microsoft.com/office/drawing/2014/main" id="{7A90CC4E-F104-4355-B2B1-3C052493DBFA}"/>
              </a:ext>
            </a:extLst>
          </p:cNvPr>
          <p:cNvSpPr/>
          <p:nvPr/>
        </p:nvSpPr>
        <p:spPr>
          <a:xfrm>
            <a:off x="4143375" y="357188"/>
            <a:ext cx="1928813" cy="78581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254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2870" tIns="51435" rIns="102870" bIns="51435" anchor="ctr"/>
          <a:lstStyle/>
          <a:p>
            <a:pPr algn="ctr">
              <a:defRPr/>
            </a:pPr>
            <a:r>
              <a:rPr lang="zh-CN" altLang="en-US" sz="4000">
                <a:solidFill>
                  <a:srgbClr val="FFFFFF"/>
                </a:solidFill>
                <a:latin typeface="微软雅黑" pitchFamily="34" charset="-122"/>
                <a:ea typeface="微软雅黑" pitchFamily="34" charset="-122"/>
              </a:rPr>
              <a:t>提纲</a:t>
            </a:r>
            <a:endParaRPr lang="zh-CN" altLang="en-US" sz="1600" b="0">
              <a:solidFill>
                <a:srgbClr val="262626"/>
              </a:solidFill>
            </a:endParaRP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354" name="Rectangle 3">
            <a:extLst>
              <a:ext uri="{FF2B5EF4-FFF2-40B4-BE49-F238E27FC236}">
                <a16:creationId xmlns:a16="http://schemas.microsoft.com/office/drawing/2014/main" id="{613E45DC-3422-4697-900F-92625C93BFF3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468313" y="981075"/>
            <a:ext cx="8351837" cy="94297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lnSpc>
                <a:spcPts val="3500"/>
              </a:lnSpc>
              <a:buClr>
                <a:schemeClr val="tx1"/>
              </a:buClr>
              <a:buFont typeface="Wingdings" panose="05000000000000000000" pitchFamily="2" charset="2"/>
              <a:buChar char="Ø"/>
            </a:pPr>
            <a:r>
              <a:rPr lang="zh-CN" altLang="en-US" sz="2800" b="1" dirty="0">
                <a:solidFill>
                  <a:schemeClr val="tx1"/>
                </a:solidFill>
                <a:cs typeface="Times New Roman" panose="02020603050405020304" pitchFamily="18" charset="0"/>
              </a:rPr>
              <a:t>删除全局公共子表达式</a:t>
            </a:r>
          </a:p>
          <a:p>
            <a:pPr eaLnBrk="1" hangingPunct="1">
              <a:lnSpc>
                <a:spcPts val="3500"/>
              </a:lnSpc>
              <a:buClr>
                <a:schemeClr val="tx1"/>
              </a:buClr>
              <a:buFont typeface="Wingdings" panose="05000000000000000000" pitchFamily="2" charset="2"/>
              <a:buChar char="Ø"/>
            </a:pPr>
            <a:r>
              <a:rPr lang="zh-CN" altLang="en-US" sz="2800" b="1" dirty="0">
                <a:solidFill>
                  <a:schemeClr val="tx1"/>
                </a:solidFill>
                <a:cs typeface="Times New Roman" panose="02020603050405020304" pitchFamily="18" charset="0"/>
              </a:rPr>
              <a:t>删除复制语句</a:t>
            </a:r>
          </a:p>
          <a:p>
            <a:pPr eaLnBrk="1" hangingPunct="1">
              <a:lnSpc>
                <a:spcPts val="3500"/>
              </a:lnSpc>
              <a:buClr>
                <a:schemeClr val="tx1"/>
              </a:buClr>
              <a:buFont typeface="Wingdings" panose="05000000000000000000" pitchFamily="2" charset="2"/>
              <a:buChar char="Ø"/>
            </a:pPr>
            <a:r>
              <a:rPr lang="zh-CN" altLang="en-US" sz="2800" b="1" dirty="0">
                <a:solidFill>
                  <a:srgbClr val="0070C0"/>
                </a:solidFill>
                <a:cs typeface="Times New Roman" panose="02020603050405020304" pitchFamily="18" charset="0"/>
              </a:rPr>
              <a:t>代码移动</a:t>
            </a:r>
          </a:p>
          <a:p>
            <a:pPr eaLnBrk="1" hangingPunct="1">
              <a:lnSpc>
                <a:spcPts val="3500"/>
              </a:lnSpc>
              <a:buClr>
                <a:schemeClr val="tx1"/>
              </a:buClr>
              <a:buFont typeface="Wingdings" panose="05000000000000000000" pitchFamily="2" charset="2"/>
              <a:buChar char="Ø"/>
            </a:pPr>
            <a:r>
              <a:rPr lang="zh-CN" altLang="en-US" sz="2800" b="1" dirty="0">
                <a:solidFill>
                  <a:srgbClr val="0070C0"/>
                </a:solidFill>
                <a:cs typeface="Times New Roman" panose="02020603050405020304" pitchFamily="18" charset="0"/>
              </a:rPr>
              <a:t>作用于递归变量的强度削弱</a:t>
            </a:r>
          </a:p>
          <a:p>
            <a:pPr eaLnBrk="1" hangingPunct="1">
              <a:lnSpc>
                <a:spcPts val="3500"/>
              </a:lnSpc>
              <a:buClr>
                <a:schemeClr val="tx1"/>
              </a:buClr>
              <a:buFont typeface="Wingdings" panose="05000000000000000000" pitchFamily="2" charset="2"/>
              <a:buChar char="Ø"/>
            </a:pPr>
            <a:r>
              <a:rPr lang="zh-CN" altLang="en-US" sz="2800" b="1" dirty="0">
                <a:solidFill>
                  <a:srgbClr val="0070C0"/>
                </a:solidFill>
                <a:cs typeface="Times New Roman" panose="02020603050405020304" pitchFamily="18" charset="0"/>
              </a:rPr>
              <a:t>删除递归变量</a:t>
            </a:r>
          </a:p>
          <a:p>
            <a:pPr eaLnBrk="1" hangingPunct="1">
              <a:lnSpc>
                <a:spcPts val="3000"/>
              </a:lnSpc>
              <a:buClr>
                <a:schemeClr val="tx1"/>
              </a:buClr>
              <a:buFont typeface="Wingdings" panose="05000000000000000000" pitchFamily="2" charset="2"/>
              <a:buChar char="Ø"/>
            </a:pPr>
            <a:endParaRPr lang="en-US" altLang="zh-CN" sz="2500" b="1" dirty="0">
              <a:solidFill>
                <a:srgbClr val="2D83F4"/>
              </a:solidFill>
              <a:cs typeface="Times New Roman" panose="02020603050405020304" pitchFamily="18" charset="0"/>
            </a:endParaRPr>
          </a:p>
        </p:txBody>
      </p:sp>
      <p:sp>
        <p:nvSpPr>
          <p:cNvPr id="228355" name="Rectangle 2">
            <a:extLst>
              <a:ext uri="{FF2B5EF4-FFF2-40B4-BE49-F238E27FC236}">
                <a16:creationId xmlns:a16="http://schemas.microsoft.com/office/drawing/2014/main" id="{973B232B-5F12-446B-AA3E-82D44E93CF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en-US" altLang="zh-CN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8.6 </a:t>
            </a:r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全局优化</a:t>
            </a:r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75CF03CC-118E-4866-8FF4-41458AEC6F27}"/>
              </a:ext>
            </a:extLst>
          </p:cNvPr>
          <p:cNvGrpSpPr/>
          <p:nvPr/>
        </p:nvGrpSpPr>
        <p:grpSpPr>
          <a:xfrm>
            <a:off x="5148064" y="2211710"/>
            <a:ext cx="2060451" cy="1296144"/>
            <a:chOff x="5148064" y="2211710"/>
            <a:chExt cx="2060451" cy="1296144"/>
          </a:xfrm>
        </p:grpSpPr>
        <p:sp>
          <p:nvSpPr>
            <p:cNvPr id="2" name="右大括号 1">
              <a:extLst>
                <a:ext uri="{FF2B5EF4-FFF2-40B4-BE49-F238E27FC236}">
                  <a16:creationId xmlns:a16="http://schemas.microsoft.com/office/drawing/2014/main" id="{F630A885-BF37-4708-8BD3-B0B73121F91F}"/>
                </a:ext>
              </a:extLst>
            </p:cNvPr>
            <p:cNvSpPr/>
            <p:nvPr/>
          </p:nvSpPr>
          <p:spPr>
            <a:xfrm>
              <a:off x="5292080" y="2211710"/>
              <a:ext cx="216024" cy="1296144"/>
            </a:xfrm>
            <a:prstGeom prst="rightBrace">
              <a:avLst/>
            </a:prstGeom>
            <a:ln w="28575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2">
                    <a:lumMod val="60000"/>
                    <a:lumOff val="40000"/>
                  </a:schemeClr>
                </a:solidFill>
                <a:latin typeface="+mn-ea"/>
              </a:endParaRPr>
            </a:p>
          </p:txBody>
        </p:sp>
        <p:sp>
          <p:nvSpPr>
            <p:cNvPr id="3" name="文本框 2">
              <a:extLst>
                <a:ext uri="{FF2B5EF4-FFF2-40B4-BE49-F238E27FC236}">
                  <a16:creationId xmlns:a16="http://schemas.microsoft.com/office/drawing/2014/main" id="{4606205E-6907-4DCE-8AF9-77FB072792D6}"/>
                </a:ext>
              </a:extLst>
            </p:cNvPr>
            <p:cNvSpPr txBox="1"/>
            <p:nvPr/>
          </p:nvSpPr>
          <p:spPr>
            <a:xfrm>
              <a:off x="5148064" y="2628949"/>
              <a:ext cx="2060451" cy="46166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2400" dirty="0">
                  <a:solidFill>
                    <a:srgbClr val="0070C0"/>
                  </a:solidFill>
                  <a:latin typeface="+mn-ea"/>
                  <a:ea typeface="+mn-ea"/>
                </a:rPr>
                <a:t>循环优化</a:t>
              </a:r>
            </a:p>
          </p:txBody>
        </p:sp>
      </p:grp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1491" name="Rectangle 3">
            <a:extLst>
              <a:ext uri="{FF2B5EF4-FFF2-40B4-BE49-F238E27FC236}">
                <a16:creationId xmlns:a16="http://schemas.microsoft.com/office/drawing/2014/main" id="{D2A5866B-3077-4236-8094-FF6B0394D483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468313" y="981075"/>
            <a:ext cx="8351837" cy="942975"/>
          </a:xfrm>
        </p:spPr>
        <p:txBody>
          <a:bodyPr vert="horz"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lnSpc>
                <a:spcPts val="3000"/>
              </a:lnSpc>
              <a:buClr>
                <a:schemeClr val="tx1"/>
              </a:buClr>
              <a:buFont typeface="Wingdings" panose="05000000000000000000" pitchFamily="2" charset="2"/>
              <a:buChar char="Ø"/>
              <a:defRPr/>
            </a:pPr>
            <a:r>
              <a:rPr lang="zh-CN" altLang="en-US" sz="2500" b="1" dirty="0">
                <a:solidFill>
                  <a:srgbClr val="0070C0"/>
                </a:solidFill>
                <a:cs typeface="Times New Roman" panose="02020603050405020304" pitchFamily="18" charset="0"/>
              </a:rPr>
              <a:t>可用表达式</a:t>
            </a: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的数据流问题可以帮助确定位于流图中</a:t>
            </a:r>
            <a:r>
              <a:rPr lang="en-US" altLang="zh-CN" sz="25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p</a:t>
            </a: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点的 表达式是否为</a:t>
            </a:r>
            <a:r>
              <a:rPr lang="zh-CN" altLang="en-US" sz="2500" b="1" dirty="0">
                <a:solidFill>
                  <a:srgbClr val="0070C0"/>
                </a:solidFill>
                <a:cs typeface="Times New Roman" panose="02020603050405020304" pitchFamily="18" charset="0"/>
              </a:rPr>
              <a:t>全局公共子表达式</a:t>
            </a:r>
            <a:endParaRPr lang="en-US" altLang="zh-CN" sz="2500" b="1" dirty="0">
              <a:solidFill>
                <a:srgbClr val="0070C0"/>
              </a:solidFill>
              <a:cs typeface="Times New Roman" panose="02020603050405020304" pitchFamily="18" charset="0"/>
            </a:endParaRPr>
          </a:p>
          <a:p>
            <a:pPr lvl="1" eaLnBrk="1" hangingPunct="1">
              <a:lnSpc>
                <a:spcPts val="3000"/>
              </a:lnSpc>
              <a:buClr>
                <a:schemeClr val="tx1"/>
              </a:buClr>
              <a:buFont typeface="Wingdings" panose="05000000000000000000" pitchFamily="2" charset="2"/>
              <a:buChar char="Ø"/>
              <a:defRPr/>
            </a:pPr>
            <a:r>
              <a:rPr lang="zh-CN" altLang="en-US" sz="2300" b="1" dirty="0">
                <a:solidFill>
                  <a:schemeClr val="tx1"/>
                </a:solidFill>
                <a:cs typeface="Times New Roman" panose="02020603050405020304" pitchFamily="18" charset="0"/>
              </a:rPr>
              <a:t>例</a:t>
            </a:r>
            <a:endParaRPr lang="en-US" altLang="zh-CN" sz="23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</p:txBody>
      </p:sp>
      <p:sp>
        <p:nvSpPr>
          <p:cNvPr id="230403" name="Rectangle 2">
            <a:extLst>
              <a:ext uri="{FF2B5EF4-FFF2-40B4-BE49-F238E27FC236}">
                <a16:creationId xmlns:a16="http://schemas.microsoft.com/office/drawing/2014/main" id="{6A513069-8BB3-4A15-99F2-83A155A416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① 删除全局公共子表达式</a:t>
            </a:r>
          </a:p>
        </p:txBody>
      </p:sp>
      <p:grpSp>
        <p:nvGrpSpPr>
          <p:cNvPr id="2" name="组合 4">
            <a:extLst>
              <a:ext uri="{FF2B5EF4-FFF2-40B4-BE49-F238E27FC236}">
                <a16:creationId xmlns:a16="http://schemas.microsoft.com/office/drawing/2014/main" id="{D2440C07-D315-4A71-BAB1-C062142D9A9F}"/>
              </a:ext>
            </a:extLst>
          </p:cNvPr>
          <p:cNvGrpSpPr>
            <a:grpSpLocks/>
          </p:cNvGrpSpPr>
          <p:nvPr/>
        </p:nvGrpSpPr>
        <p:grpSpPr bwMode="auto">
          <a:xfrm>
            <a:off x="4375150" y="2211388"/>
            <a:ext cx="4157663" cy="2663825"/>
            <a:chOff x="4375150" y="1818029"/>
            <a:chExt cx="4157290" cy="2663612"/>
          </a:xfrm>
        </p:grpSpPr>
        <p:sp>
          <p:nvSpPr>
            <p:cNvPr id="230411" name="Line 17">
              <a:extLst>
                <a:ext uri="{FF2B5EF4-FFF2-40B4-BE49-F238E27FC236}">
                  <a16:creationId xmlns:a16="http://schemas.microsoft.com/office/drawing/2014/main" id="{89C78ED4-FA2A-4D24-9C4D-A08E720FE33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966967" y="3114675"/>
              <a:ext cx="477242" cy="296862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triangle" w="lg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230412" name="Line 18">
              <a:extLst>
                <a:ext uri="{FF2B5EF4-FFF2-40B4-BE49-F238E27FC236}">
                  <a16:creationId xmlns:a16="http://schemas.microsoft.com/office/drawing/2014/main" id="{309D5533-2CB7-43F9-9E06-C4C8999B6827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6938516" y="3137892"/>
              <a:ext cx="747266" cy="273645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triangle" w="lg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831507" name="AutoShape 19">
              <a:extLst>
                <a:ext uri="{FF2B5EF4-FFF2-40B4-BE49-F238E27FC236}">
                  <a16:creationId xmlns:a16="http://schemas.microsoft.com/office/drawing/2014/main" id="{21B309EE-390C-4A9B-96B0-41EA6EC12AF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75150" y="2695846"/>
              <a:ext cx="701612" cy="807973"/>
            </a:xfrm>
            <a:prstGeom prst="rightArrow">
              <a:avLst>
                <a:gd name="adj1" fmla="val 49102"/>
                <a:gd name="adj2" fmla="val 43519"/>
              </a:avLst>
            </a:prstGeom>
            <a:solidFill>
              <a:schemeClr val="tx2">
                <a:lumMod val="60000"/>
                <a:lumOff val="40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lIns="68580" tIns="34290" rIns="68580" bIns="34290" anchor="ctr"/>
            <a:lstStyle>
              <a:lvl1pPr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eaLnBrk="1" hangingPunct="1">
                <a:defRPr/>
              </a:pPr>
              <a:endParaRPr lang="zh-CN" altLang="en-US" sz="2000" b="0">
                <a:solidFill>
                  <a:prstClr val="black"/>
                </a:solidFill>
                <a:latin typeface="Times New Roman" charset="0"/>
                <a:ea typeface="楷体_GB2312" charset="0"/>
                <a:cs typeface="Times New Roman" charset="0"/>
              </a:endParaRPr>
            </a:p>
          </p:txBody>
        </p:sp>
        <p:sp>
          <p:nvSpPr>
            <p:cNvPr id="831508" name="Rectangle 20">
              <a:extLst>
                <a:ext uri="{FF2B5EF4-FFF2-40B4-BE49-F238E27FC236}">
                  <a16:creationId xmlns:a16="http://schemas.microsoft.com/office/drawing/2014/main" id="{DB01C8D2-5199-491D-BC7E-F6B24C2EC98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938733" y="1818029"/>
              <a:ext cx="1593707" cy="1273073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8580" tIns="34290" rIns="68580" bIns="34290"/>
            <a:lstStyle>
              <a:lvl1pPr marL="257175" indent="-257175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ctr" eaLnBrk="1" hangingPunct="1">
                <a:lnSpc>
                  <a:spcPts val="20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kumimoji="1" lang="en-US" altLang="zh-CN" sz="2400" dirty="0">
                  <a:solidFill>
                    <a:prstClr val="black"/>
                  </a:solidFill>
                  <a:latin typeface="Times New Roman" charset="0"/>
                </a:rPr>
                <a:t>···</a:t>
              </a:r>
            </a:p>
            <a:p>
              <a:pPr algn="ctr" eaLnBrk="1" hangingPunct="1">
                <a:lnSpc>
                  <a:spcPts val="20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kumimoji="1" lang="en-US" altLang="zh-CN" sz="2400" i="1" dirty="0">
                  <a:solidFill>
                    <a:srgbClr val="FF0000"/>
                  </a:solidFill>
                  <a:latin typeface="Times New Roman" charset="0"/>
                </a:rPr>
                <a:t>u</a:t>
              </a:r>
              <a:r>
                <a:rPr kumimoji="1" lang="en-US" altLang="zh-CN" sz="2400" dirty="0">
                  <a:solidFill>
                    <a:prstClr val="black"/>
                  </a:solidFill>
                  <a:latin typeface="Times New Roman" charset="0"/>
                </a:rPr>
                <a:t> = </a:t>
              </a:r>
              <a:r>
                <a:rPr kumimoji="1" lang="en-US" altLang="zh-CN" sz="2400" i="1" dirty="0">
                  <a:solidFill>
                    <a:prstClr val="black"/>
                  </a:solidFill>
                  <a:latin typeface="Times New Roman" charset="0"/>
                </a:rPr>
                <a:t>x</a:t>
              </a:r>
              <a:r>
                <a:rPr kumimoji="1" lang="en-US" altLang="zh-CN" sz="2400" dirty="0">
                  <a:solidFill>
                    <a:prstClr val="black"/>
                  </a:solidFill>
                  <a:latin typeface="Times New Roman" charset="0"/>
                </a:rPr>
                <a:t> * </a:t>
              </a:r>
              <a:r>
                <a:rPr kumimoji="1" lang="en-US" altLang="zh-CN" sz="2400" i="1" dirty="0">
                  <a:solidFill>
                    <a:prstClr val="black"/>
                  </a:solidFill>
                  <a:latin typeface="Times New Roman" charset="0"/>
                </a:rPr>
                <a:t>y</a:t>
              </a:r>
            </a:p>
            <a:p>
              <a:pPr algn="ctr" eaLnBrk="1" hangingPunct="1">
                <a:lnSpc>
                  <a:spcPts val="20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kumimoji="1" lang="en-US" altLang="zh-CN" sz="2400" i="1" dirty="0">
                  <a:solidFill>
                    <a:prstClr val="black"/>
                  </a:solidFill>
                  <a:latin typeface="Times New Roman" charset="0"/>
                </a:rPr>
                <a:t>b</a:t>
              </a:r>
              <a:r>
                <a:rPr kumimoji="1" lang="en-US" altLang="zh-CN" sz="2400" dirty="0">
                  <a:solidFill>
                    <a:prstClr val="black"/>
                  </a:solidFill>
                  <a:latin typeface="Times New Roman" charset="0"/>
                </a:rPr>
                <a:t> = </a:t>
              </a:r>
              <a:r>
                <a:rPr kumimoji="1" lang="en-US" altLang="zh-CN" sz="2400" i="1" dirty="0">
                  <a:solidFill>
                    <a:srgbClr val="FF0000"/>
                  </a:solidFill>
                  <a:latin typeface="Times New Roman" charset="0"/>
                </a:rPr>
                <a:t>u</a:t>
              </a:r>
            </a:p>
            <a:p>
              <a:pPr algn="ctr" eaLnBrk="1" hangingPunct="1">
                <a:lnSpc>
                  <a:spcPts val="20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kumimoji="1" lang="en-US" altLang="zh-CN" sz="2400" dirty="0">
                  <a:solidFill>
                    <a:prstClr val="black"/>
                  </a:solidFill>
                  <a:latin typeface="Times New Roman" charset="0"/>
                </a:rPr>
                <a:t>…</a:t>
              </a:r>
              <a:endParaRPr kumimoji="1" lang="zh-CN" altLang="en-US" sz="2400" dirty="0">
                <a:solidFill>
                  <a:prstClr val="black"/>
                </a:solidFill>
                <a:latin typeface="Times New Roman" charset="0"/>
              </a:endParaRPr>
            </a:p>
          </p:txBody>
        </p:sp>
        <p:sp>
          <p:nvSpPr>
            <p:cNvPr id="831509" name="Rectangle 21">
              <a:extLst>
                <a:ext uri="{FF2B5EF4-FFF2-40B4-BE49-F238E27FC236}">
                  <a16:creationId xmlns:a16="http://schemas.microsoft.com/office/drawing/2014/main" id="{AA76C255-E668-41A2-ABC2-12CFE963B43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073623" y="3489532"/>
              <a:ext cx="1379414" cy="992109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8580" tIns="34290" rIns="68580" bIns="34290"/>
            <a:lstStyle>
              <a:lvl1pPr marL="257175" indent="-257175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ctr" eaLnBrk="1" hangingPunct="1">
                <a:lnSpc>
                  <a:spcPts val="20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kumimoji="1" lang="en-US" altLang="zh-CN" sz="2400" dirty="0">
                  <a:solidFill>
                    <a:prstClr val="black"/>
                  </a:solidFill>
                  <a:latin typeface="Times New Roman" charset="0"/>
                </a:rPr>
                <a:t>···</a:t>
              </a:r>
            </a:p>
            <a:p>
              <a:pPr algn="ctr" eaLnBrk="1" hangingPunct="1">
                <a:lnSpc>
                  <a:spcPts val="20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kumimoji="1" lang="en-US" altLang="zh-CN" sz="2400" i="1" dirty="0">
                  <a:solidFill>
                    <a:prstClr val="black"/>
                  </a:solidFill>
                  <a:latin typeface="Times New Roman" charset="0"/>
                </a:rPr>
                <a:t>c</a:t>
              </a:r>
              <a:r>
                <a:rPr kumimoji="1" lang="en-US" altLang="zh-CN" sz="2400" dirty="0">
                  <a:solidFill>
                    <a:prstClr val="black"/>
                  </a:solidFill>
                  <a:latin typeface="Times New Roman" charset="0"/>
                </a:rPr>
                <a:t> = </a:t>
              </a:r>
              <a:r>
                <a:rPr kumimoji="1" lang="en-US" altLang="zh-CN" sz="2400" i="1" dirty="0">
                  <a:solidFill>
                    <a:srgbClr val="FF0000"/>
                  </a:solidFill>
                  <a:latin typeface="Times New Roman" charset="0"/>
                </a:rPr>
                <a:t>u</a:t>
              </a:r>
            </a:p>
            <a:p>
              <a:pPr algn="ctr" eaLnBrk="1" hangingPunct="1">
                <a:lnSpc>
                  <a:spcPts val="20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kumimoji="1" lang="en-US" altLang="zh-CN" sz="2400" dirty="0">
                  <a:solidFill>
                    <a:prstClr val="black"/>
                  </a:solidFill>
                  <a:latin typeface="Times New Roman" charset="0"/>
                </a:rPr>
                <a:t>…</a:t>
              </a:r>
              <a:endParaRPr kumimoji="1" lang="zh-CN" altLang="en-US" sz="2400" dirty="0">
                <a:solidFill>
                  <a:prstClr val="black"/>
                </a:solidFill>
                <a:latin typeface="Times New Roman" charset="0"/>
              </a:endParaRPr>
            </a:p>
          </p:txBody>
        </p:sp>
        <p:sp>
          <p:nvSpPr>
            <p:cNvPr id="831510" name="Rectangle 22">
              <a:extLst>
                <a:ext uri="{FF2B5EF4-FFF2-40B4-BE49-F238E27FC236}">
                  <a16:creationId xmlns:a16="http://schemas.microsoft.com/office/drawing/2014/main" id="{388F56E6-3FE0-4D37-8D7C-8D09338C98C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21212" y="1818029"/>
              <a:ext cx="1447670" cy="1273073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8580" tIns="34290" rIns="68580" bIns="34290"/>
            <a:lstStyle>
              <a:lvl1pPr marL="257175" indent="-257175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ctr" eaLnBrk="1" hangingPunct="1">
                <a:lnSpc>
                  <a:spcPts val="20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kumimoji="1" lang="en-US" altLang="zh-CN" sz="2400" dirty="0">
                  <a:solidFill>
                    <a:prstClr val="black"/>
                  </a:solidFill>
                  <a:latin typeface="Times New Roman" charset="0"/>
                </a:rPr>
                <a:t>···</a:t>
              </a:r>
            </a:p>
            <a:p>
              <a:pPr algn="ctr" eaLnBrk="1" hangingPunct="1">
                <a:lnSpc>
                  <a:spcPts val="20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kumimoji="1" lang="en-US" altLang="zh-CN" sz="2400" i="1" dirty="0">
                  <a:solidFill>
                    <a:srgbClr val="FF0000"/>
                  </a:solidFill>
                  <a:latin typeface="Times New Roman" charset="0"/>
                </a:rPr>
                <a:t>u</a:t>
              </a:r>
              <a:r>
                <a:rPr kumimoji="1" lang="en-US" altLang="zh-CN" sz="2400" dirty="0">
                  <a:solidFill>
                    <a:prstClr val="black"/>
                  </a:solidFill>
                  <a:latin typeface="Times New Roman" charset="0"/>
                </a:rPr>
                <a:t> = </a:t>
              </a:r>
              <a:r>
                <a:rPr kumimoji="1" lang="en-US" altLang="zh-CN" sz="2400" i="1" dirty="0">
                  <a:solidFill>
                    <a:prstClr val="black"/>
                  </a:solidFill>
                  <a:latin typeface="Times New Roman" charset="0"/>
                </a:rPr>
                <a:t>x</a:t>
              </a:r>
              <a:r>
                <a:rPr kumimoji="1" lang="en-US" altLang="zh-CN" sz="2400" dirty="0">
                  <a:solidFill>
                    <a:prstClr val="black"/>
                  </a:solidFill>
                  <a:latin typeface="Times New Roman" charset="0"/>
                </a:rPr>
                <a:t> * </a:t>
              </a:r>
              <a:r>
                <a:rPr kumimoji="1" lang="en-US" altLang="zh-CN" sz="2400" i="1" dirty="0">
                  <a:solidFill>
                    <a:prstClr val="black"/>
                  </a:solidFill>
                  <a:latin typeface="Times New Roman" charset="0"/>
                </a:rPr>
                <a:t>y</a:t>
              </a:r>
            </a:p>
            <a:p>
              <a:pPr algn="ctr" eaLnBrk="1" hangingPunct="1">
                <a:lnSpc>
                  <a:spcPts val="20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kumimoji="1" lang="en-US" altLang="zh-CN" sz="2400" i="1" dirty="0">
                  <a:solidFill>
                    <a:prstClr val="black"/>
                  </a:solidFill>
                  <a:latin typeface="Times New Roman" charset="0"/>
                </a:rPr>
                <a:t>a</a:t>
              </a:r>
              <a:r>
                <a:rPr kumimoji="1" lang="en-US" altLang="zh-CN" sz="2400" dirty="0">
                  <a:solidFill>
                    <a:prstClr val="black"/>
                  </a:solidFill>
                  <a:latin typeface="Times New Roman" charset="0"/>
                </a:rPr>
                <a:t> = </a:t>
              </a:r>
              <a:r>
                <a:rPr kumimoji="1" lang="en-US" altLang="zh-CN" sz="2400" i="1" dirty="0">
                  <a:solidFill>
                    <a:srgbClr val="FF0000"/>
                  </a:solidFill>
                  <a:latin typeface="Times New Roman" charset="0"/>
                </a:rPr>
                <a:t>u</a:t>
              </a:r>
            </a:p>
            <a:p>
              <a:pPr algn="ctr" eaLnBrk="1" hangingPunct="1">
                <a:lnSpc>
                  <a:spcPts val="20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kumimoji="1" lang="en-US" altLang="zh-CN" sz="2400" dirty="0">
                  <a:solidFill>
                    <a:prstClr val="black"/>
                  </a:solidFill>
                  <a:latin typeface="Times New Roman" charset="0"/>
                </a:rPr>
                <a:t>…</a:t>
              </a:r>
              <a:endParaRPr kumimoji="1" lang="zh-CN" altLang="en-US" sz="2400" dirty="0">
                <a:solidFill>
                  <a:prstClr val="black"/>
                </a:solidFill>
                <a:latin typeface="Times New Roman" charset="0"/>
              </a:endParaRPr>
            </a:p>
          </p:txBody>
        </p:sp>
      </p:grpSp>
      <p:grpSp>
        <p:nvGrpSpPr>
          <p:cNvPr id="3" name="组合 3">
            <a:extLst>
              <a:ext uri="{FF2B5EF4-FFF2-40B4-BE49-F238E27FC236}">
                <a16:creationId xmlns:a16="http://schemas.microsoft.com/office/drawing/2014/main" id="{33F78644-55DF-4788-932F-302FA07ADAFB}"/>
              </a:ext>
            </a:extLst>
          </p:cNvPr>
          <p:cNvGrpSpPr>
            <a:grpSpLocks/>
          </p:cNvGrpSpPr>
          <p:nvPr/>
        </p:nvGrpSpPr>
        <p:grpSpPr bwMode="auto">
          <a:xfrm>
            <a:off x="1354138" y="2357438"/>
            <a:ext cx="2857500" cy="2486025"/>
            <a:chOff x="1354139" y="2066905"/>
            <a:chExt cx="2857821" cy="2486928"/>
          </a:xfrm>
        </p:grpSpPr>
        <p:sp>
          <p:nvSpPr>
            <p:cNvPr id="230406" name="Line 23">
              <a:extLst>
                <a:ext uri="{FF2B5EF4-FFF2-40B4-BE49-F238E27FC236}">
                  <a16:creationId xmlns:a16="http://schemas.microsoft.com/office/drawing/2014/main" id="{885FA946-8B80-40A1-BD74-89DCA936C41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982789" y="3123901"/>
              <a:ext cx="530670" cy="364828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triangle" w="lg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230407" name="Line 24">
              <a:extLst>
                <a:ext uri="{FF2B5EF4-FFF2-40B4-BE49-F238E27FC236}">
                  <a16:creationId xmlns:a16="http://schemas.microsoft.com/office/drawing/2014/main" id="{06684EAB-AEAC-420E-81C9-DA662FE7D98D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908619" y="3114674"/>
              <a:ext cx="699321" cy="374055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triangle" w="lg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831513" name="Rectangle 25">
              <a:extLst>
                <a:ext uri="{FF2B5EF4-FFF2-40B4-BE49-F238E27FC236}">
                  <a16:creationId xmlns:a16="http://schemas.microsoft.com/office/drawing/2014/main" id="{A2801CCD-9E40-48A5-B993-6608A0A43E9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87860" y="2066905"/>
              <a:ext cx="1224100" cy="1008428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8580" tIns="34290" rIns="68580" bIns="34290"/>
            <a:lstStyle>
              <a:lvl1pPr marL="257175" indent="-257175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ctr" eaLnBrk="1" hangingPunct="1">
                <a:lnSpc>
                  <a:spcPts val="20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kumimoji="1" lang="en-US" altLang="zh-CN" sz="2400" dirty="0">
                  <a:solidFill>
                    <a:prstClr val="black"/>
                  </a:solidFill>
                  <a:latin typeface="Times New Roman" charset="0"/>
                </a:rPr>
                <a:t>···</a:t>
              </a:r>
            </a:p>
            <a:p>
              <a:pPr algn="ctr" eaLnBrk="1" hangingPunct="1">
                <a:lnSpc>
                  <a:spcPts val="20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kumimoji="1" lang="en-US" altLang="zh-CN" sz="2400" i="1" dirty="0">
                  <a:solidFill>
                    <a:prstClr val="black"/>
                  </a:solidFill>
                  <a:latin typeface="Times New Roman" charset="0"/>
                </a:rPr>
                <a:t>b</a:t>
              </a:r>
              <a:r>
                <a:rPr kumimoji="1" lang="en-US" altLang="zh-CN" sz="2400" dirty="0">
                  <a:solidFill>
                    <a:prstClr val="black"/>
                  </a:solidFill>
                  <a:latin typeface="Times New Roman" charset="0"/>
                </a:rPr>
                <a:t> =</a:t>
              </a:r>
              <a:r>
                <a:rPr kumimoji="1" lang="en-US" altLang="zh-CN" sz="2400" i="1" dirty="0">
                  <a:solidFill>
                    <a:prstClr val="black"/>
                  </a:solidFill>
                  <a:latin typeface="Times New Roman" charset="0"/>
                </a:rPr>
                <a:t> x </a:t>
              </a:r>
              <a:r>
                <a:rPr kumimoji="1" lang="en-US" altLang="zh-CN" sz="2400" dirty="0">
                  <a:solidFill>
                    <a:prstClr val="black"/>
                  </a:solidFill>
                  <a:latin typeface="Times New Roman" charset="0"/>
                </a:rPr>
                <a:t>* </a:t>
              </a:r>
              <a:r>
                <a:rPr kumimoji="1" lang="en-US" altLang="zh-CN" sz="2400" i="1" dirty="0">
                  <a:solidFill>
                    <a:prstClr val="black"/>
                  </a:solidFill>
                  <a:latin typeface="Times New Roman" charset="0"/>
                </a:rPr>
                <a:t>y</a:t>
              </a:r>
            </a:p>
            <a:p>
              <a:pPr algn="ctr" eaLnBrk="1" hangingPunct="1">
                <a:lnSpc>
                  <a:spcPts val="20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kumimoji="1" lang="en-US" altLang="zh-CN" sz="2400" dirty="0">
                  <a:solidFill>
                    <a:prstClr val="black"/>
                  </a:solidFill>
                  <a:latin typeface="Times New Roman" charset="0"/>
                </a:rPr>
                <a:t>…</a:t>
              </a:r>
              <a:endParaRPr kumimoji="1" lang="zh-CN" altLang="en-US" sz="2400" dirty="0">
                <a:solidFill>
                  <a:prstClr val="black"/>
                </a:solidFill>
                <a:latin typeface="Times New Roman" charset="0"/>
              </a:endParaRPr>
            </a:p>
          </p:txBody>
        </p:sp>
        <p:sp>
          <p:nvSpPr>
            <p:cNvPr id="831514" name="Rectangle 26">
              <a:extLst>
                <a:ext uri="{FF2B5EF4-FFF2-40B4-BE49-F238E27FC236}">
                  <a16:creationId xmlns:a16="http://schemas.microsoft.com/office/drawing/2014/main" id="{C1687170-92CA-47A3-9ED0-21AF43B4206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043191" y="3513642"/>
              <a:ext cx="1414621" cy="1040191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8580" tIns="34290" rIns="68580" bIns="34290"/>
            <a:lstStyle>
              <a:lvl1pPr marL="257175" indent="-257175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ctr" eaLnBrk="1" hangingPunct="1">
                <a:lnSpc>
                  <a:spcPts val="20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kumimoji="1" lang="en-US" altLang="zh-CN" sz="2400" dirty="0">
                  <a:solidFill>
                    <a:prstClr val="black"/>
                  </a:solidFill>
                  <a:latin typeface="Times New Roman" charset="0"/>
                </a:rPr>
                <a:t>···</a:t>
              </a:r>
            </a:p>
            <a:p>
              <a:pPr algn="ctr" eaLnBrk="1" hangingPunct="1">
                <a:lnSpc>
                  <a:spcPts val="20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kumimoji="1" lang="en-US" altLang="zh-CN" sz="2400" i="1" dirty="0">
                  <a:solidFill>
                    <a:prstClr val="black"/>
                  </a:solidFill>
                  <a:latin typeface="Times New Roman" charset="0"/>
                </a:rPr>
                <a:t>c</a:t>
              </a:r>
              <a:r>
                <a:rPr kumimoji="1" lang="en-US" altLang="zh-CN" sz="2400" dirty="0">
                  <a:solidFill>
                    <a:prstClr val="black"/>
                  </a:solidFill>
                  <a:latin typeface="Times New Roman" charset="0"/>
                </a:rPr>
                <a:t> = </a:t>
              </a:r>
              <a:r>
                <a:rPr kumimoji="1" lang="en-US" altLang="zh-CN" sz="2400" i="1" dirty="0">
                  <a:solidFill>
                    <a:srgbClr val="FF0000"/>
                  </a:solidFill>
                  <a:latin typeface="Times New Roman" charset="0"/>
                </a:rPr>
                <a:t>x</a:t>
              </a:r>
              <a:r>
                <a:rPr kumimoji="1" lang="en-US" altLang="zh-CN" sz="2400" dirty="0">
                  <a:solidFill>
                    <a:srgbClr val="FF0000"/>
                  </a:solidFill>
                  <a:latin typeface="Times New Roman" charset="0"/>
                </a:rPr>
                <a:t>*</a:t>
              </a:r>
              <a:r>
                <a:rPr kumimoji="1" lang="en-US" altLang="zh-CN" sz="2400" i="1" dirty="0">
                  <a:solidFill>
                    <a:srgbClr val="FF0000"/>
                  </a:solidFill>
                  <a:latin typeface="Times New Roman" charset="0"/>
                </a:rPr>
                <a:t>y</a:t>
              </a:r>
            </a:p>
            <a:p>
              <a:pPr algn="ctr" eaLnBrk="1" hangingPunct="1">
                <a:lnSpc>
                  <a:spcPts val="20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kumimoji="1" lang="en-US" altLang="zh-CN" sz="2400" dirty="0">
                  <a:solidFill>
                    <a:prstClr val="black"/>
                  </a:solidFill>
                  <a:latin typeface="Times New Roman" charset="0"/>
                </a:rPr>
                <a:t>…</a:t>
              </a:r>
              <a:endParaRPr kumimoji="1" lang="zh-CN" altLang="en-US" sz="2400" dirty="0">
                <a:solidFill>
                  <a:prstClr val="black"/>
                </a:solidFill>
                <a:latin typeface="Times New Roman" charset="0"/>
              </a:endParaRPr>
            </a:p>
          </p:txBody>
        </p:sp>
        <p:sp>
          <p:nvSpPr>
            <p:cNvPr id="831515" name="Rectangle 27">
              <a:extLst>
                <a:ext uri="{FF2B5EF4-FFF2-40B4-BE49-F238E27FC236}">
                  <a16:creationId xmlns:a16="http://schemas.microsoft.com/office/drawing/2014/main" id="{691850EA-1694-4573-8082-0D373B42BAA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54139" y="2066905"/>
              <a:ext cx="1257441" cy="1008428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8580" tIns="34290" rIns="68580" bIns="34290"/>
            <a:lstStyle>
              <a:lvl1pPr marL="257175" indent="-257175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ctr" eaLnBrk="1" hangingPunct="1">
                <a:lnSpc>
                  <a:spcPts val="20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kumimoji="1" lang="en-US" altLang="zh-CN" sz="2400" dirty="0">
                  <a:solidFill>
                    <a:prstClr val="black"/>
                  </a:solidFill>
                  <a:latin typeface="Times New Roman" charset="0"/>
                </a:rPr>
                <a:t>···</a:t>
              </a:r>
            </a:p>
            <a:p>
              <a:pPr algn="ctr" eaLnBrk="1" hangingPunct="1">
                <a:lnSpc>
                  <a:spcPts val="20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kumimoji="1" lang="en-US" altLang="zh-CN" sz="2400" i="1" dirty="0">
                  <a:solidFill>
                    <a:prstClr val="black"/>
                  </a:solidFill>
                  <a:latin typeface="Times New Roman" charset="0"/>
                </a:rPr>
                <a:t>a</a:t>
              </a:r>
              <a:r>
                <a:rPr kumimoji="1" lang="en-US" altLang="zh-CN" sz="2400" dirty="0">
                  <a:solidFill>
                    <a:prstClr val="black"/>
                  </a:solidFill>
                  <a:latin typeface="Times New Roman" charset="0"/>
                </a:rPr>
                <a:t> = </a:t>
              </a:r>
              <a:r>
                <a:rPr kumimoji="1" lang="en-US" altLang="zh-CN" sz="2400" i="1" dirty="0">
                  <a:solidFill>
                    <a:prstClr val="black"/>
                  </a:solidFill>
                  <a:latin typeface="Times New Roman" charset="0"/>
                </a:rPr>
                <a:t>x</a:t>
              </a:r>
              <a:r>
                <a:rPr kumimoji="1" lang="en-US" altLang="zh-CN" sz="2400" dirty="0">
                  <a:solidFill>
                    <a:prstClr val="black"/>
                  </a:solidFill>
                  <a:latin typeface="Times New Roman" charset="0"/>
                </a:rPr>
                <a:t> * </a:t>
              </a:r>
              <a:r>
                <a:rPr kumimoji="1" lang="en-US" altLang="zh-CN" sz="2400" i="1" dirty="0">
                  <a:solidFill>
                    <a:prstClr val="black"/>
                  </a:solidFill>
                  <a:latin typeface="Times New Roman" charset="0"/>
                </a:rPr>
                <a:t>y</a:t>
              </a:r>
            </a:p>
            <a:p>
              <a:pPr algn="ctr" eaLnBrk="1" hangingPunct="1">
                <a:lnSpc>
                  <a:spcPts val="2000"/>
                </a:lnSpc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kumimoji="1" lang="en-US" altLang="zh-CN" sz="2400" dirty="0">
                  <a:solidFill>
                    <a:prstClr val="black"/>
                  </a:solidFill>
                  <a:latin typeface="Times New Roman" charset="0"/>
                </a:rPr>
                <a:t>…</a:t>
              </a:r>
              <a:endParaRPr kumimoji="1" lang="zh-CN" altLang="en-US" sz="2400" dirty="0">
                <a:solidFill>
                  <a:prstClr val="black"/>
                </a:solidFill>
                <a:latin typeface="Times New Roman" charset="0"/>
              </a:endParaRPr>
            </a:p>
          </p:txBody>
        </p:sp>
      </p:grpSp>
      <p:sp>
        <p:nvSpPr>
          <p:cNvPr id="17" name="Rectangle 25">
            <a:extLst>
              <a:ext uri="{FF2B5EF4-FFF2-40B4-BE49-F238E27FC236}">
                <a16:creationId xmlns:a16="http://schemas.microsoft.com/office/drawing/2014/main" id="{F3B23FE7-ABFA-49A8-B9D5-1D9A3EB870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07685" y="4102894"/>
            <a:ext cx="393750" cy="22066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just"/>
            <a:r>
              <a:rPr lang="en-US" altLang="zh-CN" sz="2000" i="1" dirty="0">
                <a:latin typeface="Times New Roman" panose="02020603050405020304" pitchFamily="18" charset="0"/>
              </a:rPr>
              <a:t>B</a:t>
            </a:r>
            <a:r>
              <a:rPr lang="en-US" altLang="zh-CN" sz="2000" baseline="-25000" dirty="0">
                <a:latin typeface="Times New Roman" panose="02020603050405020304" pitchFamily="18" charset="0"/>
              </a:rPr>
              <a:t>3</a:t>
            </a:r>
            <a:endParaRPr lang="en-US" altLang="zh-CN" sz="2000" dirty="0">
              <a:latin typeface="Times New Roman" panose="02020603050405020304" pitchFamily="18" charset="0"/>
            </a:endParaRPr>
          </a:p>
        </p:txBody>
      </p:sp>
      <p:sp>
        <p:nvSpPr>
          <p:cNvPr id="18" name="Rectangle 25">
            <a:extLst>
              <a:ext uri="{FF2B5EF4-FFF2-40B4-BE49-F238E27FC236}">
                <a16:creationId xmlns:a16="http://schemas.microsoft.com/office/drawing/2014/main" id="{B29E0CE5-36CE-47C1-9168-8F0775CBE5B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80025" y="4213225"/>
            <a:ext cx="393750" cy="22066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just"/>
            <a:r>
              <a:rPr lang="en-US" altLang="zh-CN" sz="2000" i="1" dirty="0">
                <a:latin typeface="Times New Roman" panose="02020603050405020304" pitchFamily="18" charset="0"/>
              </a:rPr>
              <a:t>B</a:t>
            </a:r>
            <a:r>
              <a:rPr lang="en-US" altLang="zh-CN" sz="2000" baseline="-25000" dirty="0">
                <a:latin typeface="Times New Roman" panose="02020603050405020304" pitchFamily="18" charset="0"/>
              </a:rPr>
              <a:t>3</a:t>
            </a:r>
            <a:endParaRPr lang="en-US" altLang="zh-CN" sz="2000" dirty="0">
              <a:latin typeface="Times New Roman" panose="02020603050405020304" pitchFamily="18" charset="0"/>
            </a:endParaRPr>
          </a:p>
        </p:txBody>
      </p:sp>
      <p:grpSp>
        <p:nvGrpSpPr>
          <p:cNvPr id="19" name="组合 18">
            <a:extLst>
              <a:ext uri="{FF2B5EF4-FFF2-40B4-BE49-F238E27FC236}">
                <a16:creationId xmlns:a16="http://schemas.microsoft.com/office/drawing/2014/main" id="{19697A80-E0B1-43C6-9647-E4ADBA596B71}"/>
              </a:ext>
            </a:extLst>
          </p:cNvPr>
          <p:cNvGrpSpPr/>
          <p:nvPr/>
        </p:nvGrpSpPr>
        <p:grpSpPr>
          <a:xfrm>
            <a:off x="545700" y="3799075"/>
            <a:ext cx="1437017" cy="363350"/>
            <a:chOff x="290106" y="2871319"/>
            <a:chExt cx="1437017" cy="363350"/>
          </a:xfrm>
        </p:grpSpPr>
        <p:sp>
          <p:nvSpPr>
            <p:cNvPr id="20" name="左大括号 19">
              <a:extLst>
                <a:ext uri="{FF2B5EF4-FFF2-40B4-BE49-F238E27FC236}">
                  <a16:creationId xmlns:a16="http://schemas.microsoft.com/office/drawing/2014/main" id="{6772984C-0AF6-4047-8CF5-A8ACADDA492E}"/>
                </a:ext>
              </a:extLst>
            </p:cNvPr>
            <p:cNvSpPr/>
            <p:nvPr/>
          </p:nvSpPr>
          <p:spPr>
            <a:xfrm>
              <a:off x="1581475" y="2871319"/>
              <a:ext cx="145648" cy="363350"/>
            </a:xfrm>
            <a:prstGeom prst="leftBrace">
              <a:avLst/>
            </a:prstGeom>
            <a:ln w="28575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1" name="Rectangle 17">
              <a:extLst>
                <a:ext uri="{FF2B5EF4-FFF2-40B4-BE49-F238E27FC236}">
                  <a16:creationId xmlns:a16="http://schemas.microsoft.com/office/drawing/2014/main" id="{040CF566-206D-4E00-8E70-880C75EAA12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0106" y="2932117"/>
              <a:ext cx="1145980" cy="2685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68580" tIns="34290" rIns="68580" bIns="34290" anchor="ctr"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zh-CN" altLang="en-US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未对</a:t>
              </a:r>
              <a:r>
                <a:rPr lang="en-US" altLang="zh-CN" i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x</a:t>
              </a:r>
              <a:r>
                <a:rPr lang="zh-CN" altLang="en-US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或</a:t>
              </a:r>
              <a:r>
                <a:rPr lang="en-US" altLang="zh-CN" i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y</a:t>
              </a:r>
              <a:r>
                <a:rPr lang="zh-CN" altLang="en-US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定值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14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8314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8314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8314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 nodeType="clickPar">
                      <p:stCondLst>
                        <p:cond delay="indefinite"/>
                      </p:stCondLst>
                      <p:childTnLst>
                        <p:par>
                          <p:cTn id="1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149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83149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83149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83149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530" name="内容占位符 1">
            <a:extLst>
              <a:ext uri="{FF2B5EF4-FFF2-40B4-BE49-F238E27FC236}">
                <a16:creationId xmlns:a16="http://schemas.microsoft.com/office/drawing/2014/main" id="{B15F2EB5-9DF8-4156-8088-295A4251A87F}"/>
              </a:ext>
            </a:extLst>
          </p:cNvPr>
          <p:cNvSpPr>
            <a:spLocks noGrp="1"/>
          </p:cNvSpPr>
          <p:nvPr>
            <p:ph idx="1"/>
          </p:nvPr>
        </p:nvSpPr>
        <p:spPr bwMode="auto">
          <a:xfrm>
            <a:off x="528638" y="785813"/>
            <a:ext cx="8220075" cy="4522787"/>
          </a:xfrm>
        </p:spPr>
        <p:txBody>
          <a:bodyPr vert="horz"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lnSpc>
                <a:spcPts val="2600"/>
              </a:lnSpc>
              <a:buClr>
                <a:schemeClr val="tx1"/>
              </a:buClr>
              <a:buFont typeface="Wingdings" panose="05000000000000000000" pitchFamily="2" charset="2"/>
              <a:buChar char="Ø"/>
              <a:defRPr/>
            </a:pPr>
            <a:r>
              <a:rPr lang="zh-CN" altLang="en-US" sz="2200" b="1" dirty="0">
                <a:solidFill>
                  <a:schemeClr val="tx1"/>
                </a:solidFill>
                <a:cs typeface="Times New Roman" panose="02020603050405020304" pitchFamily="18" charset="0"/>
              </a:rPr>
              <a:t>输入：带有</a:t>
            </a:r>
            <a:r>
              <a:rPr lang="zh-CN" altLang="en-US" sz="2200" b="1" dirty="0">
                <a:solidFill>
                  <a:srgbClr val="0070C0"/>
                </a:solidFill>
                <a:cs typeface="Times New Roman" panose="02020603050405020304" pitchFamily="18" charset="0"/>
              </a:rPr>
              <a:t>可用表达式信息</a:t>
            </a:r>
            <a:r>
              <a:rPr lang="zh-CN" altLang="en-US" sz="2200" b="1" dirty="0">
                <a:solidFill>
                  <a:schemeClr val="tx1"/>
                </a:solidFill>
                <a:cs typeface="Times New Roman" panose="02020603050405020304" pitchFamily="18" charset="0"/>
              </a:rPr>
              <a:t>的流图</a:t>
            </a:r>
          </a:p>
          <a:p>
            <a:pPr eaLnBrk="1" hangingPunct="1">
              <a:lnSpc>
                <a:spcPts val="2600"/>
              </a:lnSpc>
              <a:buClr>
                <a:schemeClr val="tx1"/>
              </a:buClr>
              <a:buFont typeface="Wingdings" panose="05000000000000000000" pitchFamily="2" charset="2"/>
              <a:buChar char="Ø"/>
              <a:defRPr/>
            </a:pPr>
            <a:r>
              <a:rPr lang="zh-CN" altLang="en-US" sz="2200" b="1" dirty="0">
                <a:solidFill>
                  <a:schemeClr val="tx1"/>
                </a:solidFill>
                <a:cs typeface="Times New Roman" panose="02020603050405020304" pitchFamily="18" charset="0"/>
              </a:rPr>
              <a:t>输出：修正后的流图</a:t>
            </a:r>
          </a:p>
          <a:p>
            <a:pPr eaLnBrk="1" hangingPunct="1">
              <a:lnSpc>
                <a:spcPts val="2600"/>
              </a:lnSpc>
              <a:buClr>
                <a:schemeClr val="tx1"/>
              </a:buClr>
              <a:buFont typeface="Wingdings" panose="05000000000000000000" pitchFamily="2" charset="2"/>
              <a:buChar char="Ø"/>
              <a:defRPr/>
            </a:pPr>
            <a:r>
              <a:rPr lang="zh-CN" altLang="en-US" sz="2200" b="1" dirty="0">
                <a:solidFill>
                  <a:schemeClr val="tx1"/>
                </a:solidFill>
                <a:cs typeface="Times New Roman" panose="02020603050405020304" pitchFamily="18" charset="0"/>
              </a:rPr>
              <a:t>方法：</a:t>
            </a:r>
          </a:p>
          <a:p>
            <a:pPr lvl="1" eaLnBrk="1" hangingPunct="1">
              <a:lnSpc>
                <a:spcPts val="2600"/>
              </a:lnSpc>
              <a:buClr>
                <a:schemeClr val="tx1"/>
              </a:buClr>
              <a:buFont typeface="Wingdings" panose="05000000000000000000" pitchFamily="2" charset="2"/>
              <a:buChar char="Ø"/>
              <a:defRPr/>
            </a:pPr>
            <a:r>
              <a:rPr lang="zh-CN" altLang="en-US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对于语句</a:t>
            </a:r>
            <a:r>
              <a:rPr lang="en-US" altLang="zh-CN" sz="20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s</a:t>
            </a:r>
            <a:r>
              <a:rPr lang="zh-CN" altLang="en-US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：</a:t>
            </a:r>
            <a:r>
              <a:rPr lang="en-US" altLang="zh-CN" sz="20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z</a:t>
            </a: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=</a:t>
            </a:r>
            <a:r>
              <a:rPr lang="zh-CN" altLang="en-US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</a:t>
            </a:r>
            <a:r>
              <a:rPr lang="en-US" altLang="zh-CN" sz="20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x</a:t>
            </a: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op </a:t>
            </a:r>
            <a:r>
              <a:rPr lang="en-US" altLang="zh-CN" sz="20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y</a:t>
            </a:r>
            <a:r>
              <a:rPr lang="zh-CN" altLang="en-US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，如果</a:t>
            </a:r>
            <a:r>
              <a:rPr lang="en-US" altLang="zh-CN" sz="20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x</a:t>
            </a: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op </a:t>
            </a:r>
            <a:r>
              <a:rPr lang="en-US" altLang="zh-CN" sz="20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y</a:t>
            </a:r>
            <a:r>
              <a:rPr lang="zh-CN" altLang="en-US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在</a:t>
            </a:r>
            <a:r>
              <a:rPr lang="en-US" altLang="zh-CN" sz="20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s</a:t>
            </a:r>
            <a:r>
              <a:rPr lang="zh-CN" altLang="en-US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之前可用，那么执行如下步骤：</a:t>
            </a:r>
          </a:p>
          <a:p>
            <a:pPr marL="625475" lvl="2" indent="0" eaLnBrk="1" hangingPunct="1">
              <a:lnSpc>
                <a:spcPts val="2600"/>
              </a:lnSpc>
              <a:buClr>
                <a:srgbClr val="3333CC"/>
              </a:buClr>
              <a:buFont typeface="Symbol" panose="05050102010706020507" pitchFamily="18" charset="2"/>
              <a:buNone/>
              <a:defRPr/>
            </a:pP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① 从</a:t>
            </a:r>
            <a:r>
              <a:rPr lang="en-US" altLang="zh-CN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s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开始逆向搜索，但不穿过任何计算了</a:t>
            </a:r>
            <a:r>
              <a:rPr lang="en-US" altLang="zh-CN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x</a:t>
            </a:r>
            <a:r>
              <a:rPr lang="en-US" altLang="zh-CN" b="1" dirty="0">
                <a:solidFill>
                  <a:schemeClr val="tx1"/>
                </a:solidFill>
                <a:cs typeface="Times New Roman" panose="02020603050405020304" pitchFamily="18" charset="0"/>
              </a:rPr>
              <a:t> op</a:t>
            </a:r>
            <a:r>
              <a:rPr lang="en-US" altLang="zh-CN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 y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的块，找到所有离</a:t>
            </a:r>
            <a:r>
              <a:rPr lang="en-US" altLang="zh-CN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s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最近的计算了</a:t>
            </a:r>
            <a:r>
              <a:rPr lang="en-US" altLang="zh-CN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x</a:t>
            </a:r>
            <a:r>
              <a:rPr lang="en-US" altLang="zh-CN" b="1" dirty="0">
                <a:solidFill>
                  <a:schemeClr val="tx1"/>
                </a:solidFill>
                <a:cs typeface="Times New Roman" panose="02020603050405020304" pitchFamily="18" charset="0"/>
              </a:rPr>
              <a:t> op </a:t>
            </a:r>
            <a:r>
              <a:rPr lang="en-US" altLang="zh-CN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y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的语句</a:t>
            </a:r>
          </a:p>
          <a:p>
            <a:pPr marL="625475" lvl="2" indent="0" eaLnBrk="1" hangingPunct="1">
              <a:lnSpc>
                <a:spcPts val="2600"/>
              </a:lnSpc>
              <a:buClr>
                <a:srgbClr val="3333CC"/>
              </a:buClr>
              <a:buFont typeface="Symbol" panose="05050102010706020507" pitchFamily="18" charset="2"/>
              <a:buNone/>
              <a:defRPr/>
            </a:pP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② 建立新的临时变量</a:t>
            </a:r>
            <a:r>
              <a:rPr lang="en-US" altLang="zh-CN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u</a:t>
            </a:r>
            <a:endParaRPr lang="zh-CN" altLang="en-US" b="1" i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625475" lvl="2" indent="0" eaLnBrk="1" hangingPunct="1">
              <a:lnSpc>
                <a:spcPts val="2600"/>
              </a:lnSpc>
              <a:buClr>
                <a:srgbClr val="3333CC"/>
              </a:buClr>
              <a:buFont typeface="Symbol" panose="05050102010706020507" pitchFamily="18" charset="2"/>
              <a:buNone/>
              <a:defRPr/>
            </a:pP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③ 把步骤①中找到的语句</a:t>
            </a:r>
            <a:r>
              <a:rPr lang="en-US" altLang="zh-CN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w </a:t>
            </a:r>
            <a:r>
              <a:rPr lang="en-US" altLang="zh-CN" b="1" dirty="0">
                <a:solidFill>
                  <a:schemeClr val="tx1"/>
                </a:solidFill>
                <a:cs typeface="Times New Roman" panose="02020603050405020304" pitchFamily="18" charset="0"/>
              </a:rPr>
              <a:t>= </a:t>
            </a:r>
            <a:r>
              <a:rPr lang="en-US" altLang="zh-CN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x</a:t>
            </a:r>
            <a:r>
              <a:rPr lang="en-US" altLang="zh-CN" b="1" dirty="0">
                <a:solidFill>
                  <a:schemeClr val="tx1"/>
                </a:solidFill>
                <a:cs typeface="Times New Roman" panose="02020603050405020304" pitchFamily="18" charset="0"/>
              </a:rPr>
              <a:t> op </a:t>
            </a:r>
            <a:r>
              <a:rPr lang="en-US" altLang="zh-CN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y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用下列语句代替：  </a:t>
            </a:r>
            <a:endParaRPr lang="en-US" altLang="zh-CN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marL="625475" lvl="2" indent="0" eaLnBrk="1" hangingPunct="1">
              <a:lnSpc>
                <a:spcPts val="2600"/>
              </a:lnSpc>
              <a:buClr>
                <a:srgbClr val="3333CC"/>
              </a:buClr>
              <a:buFont typeface="Wingdings" panose="05000000000000000000" pitchFamily="2" charset="2"/>
              <a:buNone/>
              <a:defRPr/>
            </a:pPr>
            <a:r>
              <a:rPr lang="en-US" altLang="zh-CN" b="1" dirty="0">
                <a:solidFill>
                  <a:schemeClr val="tx1"/>
                </a:solidFill>
                <a:cs typeface="Times New Roman" panose="02020603050405020304" pitchFamily="18" charset="0"/>
              </a:rPr>
              <a:t>	</a:t>
            </a:r>
            <a:r>
              <a:rPr lang="en-US" altLang="zh-CN" b="1" dirty="0">
                <a:solidFill>
                  <a:srgbClr val="2D83F4"/>
                </a:solidFill>
                <a:cs typeface="Times New Roman" panose="02020603050405020304" pitchFamily="18" charset="0"/>
              </a:rPr>
              <a:t>	</a:t>
            </a:r>
            <a:r>
              <a:rPr lang="en-US" altLang="zh-CN" b="1" i="1" dirty="0">
                <a:solidFill>
                  <a:srgbClr val="0070C0"/>
                </a:solidFill>
                <a:cs typeface="Times New Roman" panose="02020603050405020304" pitchFamily="18" charset="0"/>
              </a:rPr>
              <a:t>u</a:t>
            </a:r>
            <a:r>
              <a:rPr lang="en-US" altLang="zh-CN" b="1" dirty="0">
                <a:solidFill>
                  <a:srgbClr val="0070C0"/>
                </a:solidFill>
                <a:cs typeface="Times New Roman" panose="02020603050405020304" pitchFamily="18" charset="0"/>
              </a:rPr>
              <a:t> = </a:t>
            </a:r>
            <a:r>
              <a:rPr lang="en-US" altLang="zh-CN" b="1" i="1" dirty="0">
                <a:solidFill>
                  <a:srgbClr val="0070C0"/>
                </a:solidFill>
                <a:cs typeface="Times New Roman" panose="02020603050405020304" pitchFamily="18" charset="0"/>
              </a:rPr>
              <a:t>x</a:t>
            </a:r>
            <a:r>
              <a:rPr lang="en-US" altLang="zh-CN" b="1" dirty="0">
                <a:solidFill>
                  <a:srgbClr val="0070C0"/>
                </a:solidFill>
                <a:cs typeface="Times New Roman" panose="02020603050405020304" pitchFamily="18" charset="0"/>
              </a:rPr>
              <a:t> op </a:t>
            </a:r>
            <a:r>
              <a:rPr lang="en-US" altLang="zh-CN" b="1" i="1" dirty="0">
                <a:solidFill>
                  <a:srgbClr val="0070C0"/>
                </a:solidFill>
                <a:cs typeface="Times New Roman" panose="02020603050405020304" pitchFamily="18" charset="0"/>
              </a:rPr>
              <a:t>y</a:t>
            </a:r>
          </a:p>
          <a:p>
            <a:pPr marL="625475" lvl="2" indent="0" eaLnBrk="1" hangingPunct="1">
              <a:lnSpc>
                <a:spcPts val="2600"/>
              </a:lnSpc>
              <a:buClr>
                <a:srgbClr val="3333CC"/>
              </a:buClr>
              <a:buFont typeface="Wingdings" panose="05000000000000000000" pitchFamily="2" charset="2"/>
              <a:buNone/>
              <a:defRPr/>
            </a:pPr>
            <a:r>
              <a:rPr lang="en-US" altLang="zh-CN" b="1" dirty="0">
                <a:solidFill>
                  <a:srgbClr val="0070C0"/>
                </a:solidFill>
                <a:cs typeface="Times New Roman" panose="02020603050405020304" pitchFamily="18" charset="0"/>
              </a:rPr>
              <a:t>		</a:t>
            </a:r>
            <a:r>
              <a:rPr lang="en-US" altLang="zh-CN" b="1" i="1" dirty="0">
                <a:solidFill>
                  <a:srgbClr val="0070C0"/>
                </a:solidFill>
                <a:cs typeface="Times New Roman" panose="02020603050405020304" pitchFamily="18" charset="0"/>
              </a:rPr>
              <a:t>w</a:t>
            </a:r>
            <a:r>
              <a:rPr lang="en-US" altLang="zh-CN" b="1" dirty="0">
                <a:solidFill>
                  <a:srgbClr val="0070C0"/>
                </a:solidFill>
                <a:cs typeface="Times New Roman" panose="02020603050405020304" pitchFamily="18" charset="0"/>
              </a:rPr>
              <a:t> = </a:t>
            </a:r>
            <a:r>
              <a:rPr lang="en-US" altLang="zh-CN" b="1" i="1" dirty="0">
                <a:solidFill>
                  <a:srgbClr val="0070C0"/>
                </a:solidFill>
                <a:cs typeface="Times New Roman" panose="02020603050405020304" pitchFamily="18" charset="0"/>
              </a:rPr>
              <a:t>u</a:t>
            </a:r>
            <a:endParaRPr lang="zh-CN" altLang="en-US" b="1" i="1" dirty="0">
              <a:solidFill>
                <a:srgbClr val="0070C0"/>
              </a:solidFill>
              <a:cs typeface="Times New Roman" panose="02020603050405020304" pitchFamily="18" charset="0"/>
            </a:endParaRPr>
          </a:p>
          <a:p>
            <a:pPr marL="625475" lvl="2" indent="0" eaLnBrk="1" hangingPunct="1">
              <a:lnSpc>
                <a:spcPts val="2600"/>
              </a:lnSpc>
              <a:buClr>
                <a:srgbClr val="3333CC"/>
              </a:buClr>
              <a:buFont typeface="Symbol" panose="05050102010706020507" pitchFamily="18" charset="2"/>
              <a:buNone/>
              <a:defRPr/>
            </a:pP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④ 用</a:t>
            </a:r>
            <a:r>
              <a:rPr lang="en-US" altLang="zh-CN" b="1" i="1" dirty="0">
                <a:solidFill>
                  <a:srgbClr val="0070C0"/>
                </a:solidFill>
                <a:cs typeface="Times New Roman" panose="02020603050405020304" pitchFamily="18" charset="0"/>
              </a:rPr>
              <a:t>z </a:t>
            </a:r>
            <a:r>
              <a:rPr lang="en-US" altLang="zh-CN" b="1" dirty="0">
                <a:solidFill>
                  <a:srgbClr val="0070C0"/>
                </a:solidFill>
                <a:cs typeface="Times New Roman" panose="02020603050405020304" pitchFamily="18" charset="0"/>
              </a:rPr>
              <a:t>= </a:t>
            </a:r>
            <a:r>
              <a:rPr lang="en-US" altLang="zh-CN" b="1" i="1" dirty="0">
                <a:solidFill>
                  <a:srgbClr val="0070C0"/>
                </a:solidFill>
                <a:cs typeface="Times New Roman" panose="02020603050405020304" pitchFamily="18" charset="0"/>
              </a:rPr>
              <a:t>u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替代</a:t>
            </a:r>
            <a:r>
              <a:rPr lang="en-US" altLang="zh-CN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s</a:t>
            </a:r>
            <a:endParaRPr lang="zh-CN" altLang="en-US" b="1" i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>
              <a:lnSpc>
                <a:spcPts val="2600"/>
              </a:lnSpc>
              <a:defRPr/>
            </a:pPr>
            <a:endParaRPr lang="zh-CN" altLang="en-US" sz="2000" dirty="0">
              <a:solidFill>
                <a:schemeClr val="tx1"/>
              </a:solidFill>
              <a:cs typeface="Times New Roman" panose="02020603050405020304" pitchFamily="18" charset="0"/>
            </a:endParaRPr>
          </a:p>
        </p:txBody>
      </p:sp>
      <p:sp>
        <p:nvSpPr>
          <p:cNvPr id="232451" name="Rectangle 2">
            <a:extLst>
              <a:ext uri="{FF2B5EF4-FFF2-40B4-BE49-F238E27FC236}">
                <a16:creationId xmlns:a16="http://schemas.microsoft.com/office/drawing/2014/main" id="{6E6CA885-3C3D-4760-AC42-C17A5D19C4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全局公共子表达式删除算法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2767" name="Rectangle 15">
            <a:extLst>
              <a:ext uri="{FF2B5EF4-FFF2-40B4-BE49-F238E27FC236}">
                <a16:creationId xmlns:a16="http://schemas.microsoft.com/office/drawing/2014/main" id="{F35F923B-656A-4DA0-B6DF-FA0D4BF278DD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04863" y="842963"/>
            <a:ext cx="7696200" cy="3960812"/>
          </a:xfrm>
        </p:spPr>
        <p:txBody>
          <a:bodyPr vert="horz" wrap="square" numCol="1" anchor="t" anchorCtr="0" compatLnSpc="1">
            <a:prstTxWarp prst="textNoShape">
              <a:avLst/>
            </a:prstTxWarp>
          </a:bodyPr>
          <a:lstStyle/>
          <a:p>
            <a:pPr algn="just" eaLnBrk="1" hangingPunct="1">
              <a:buClr>
                <a:schemeClr val="tx1"/>
              </a:buClr>
              <a:buFont typeface="Wingdings" pitchFamily="2" charset="2"/>
              <a:buChar char="Ø"/>
              <a:defRPr/>
            </a:pPr>
            <a:r>
              <a:rPr lang="zh-CN" altLang="en-US" sz="2200" b="1" dirty="0">
                <a:solidFill>
                  <a:schemeClr val="tx1"/>
                </a:solidFill>
                <a:cs typeface="Times New Roman" pitchFamily="18" charset="0"/>
              </a:rPr>
              <a:t>对于</a:t>
            </a:r>
            <a:r>
              <a:rPr lang="zh-CN" altLang="en-US" sz="2200" b="1" dirty="0">
                <a:solidFill>
                  <a:srgbClr val="0070C0"/>
                </a:solidFill>
                <a:cs typeface="Times New Roman" pitchFamily="18" charset="0"/>
              </a:rPr>
              <a:t>复制语句</a:t>
            </a:r>
            <a:r>
              <a:rPr lang="en-US" altLang="zh-CN" sz="2200" b="1" i="1" dirty="0">
                <a:solidFill>
                  <a:schemeClr val="tx1"/>
                </a:solidFill>
                <a:cs typeface="Times New Roman" pitchFamily="18" charset="0"/>
              </a:rPr>
              <a:t>s</a:t>
            </a:r>
            <a:r>
              <a:rPr lang="zh-CN" altLang="zh-CN" sz="2200" b="1" dirty="0">
                <a:solidFill>
                  <a:schemeClr val="tx1"/>
                </a:solidFill>
                <a:cs typeface="Times New Roman" pitchFamily="18" charset="0"/>
              </a:rPr>
              <a:t>: </a:t>
            </a:r>
            <a:r>
              <a:rPr lang="zh-CN" altLang="zh-CN" sz="2200" b="1" i="1" dirty="0">
                <a:solidFill>
                  <a:schemeClr val="tx1"/>
                </a:solidFill>
                <a:cs typeface="Times New Roman" pitchFamily="18" charset="0"/>
              </a:rPr>
              <a:t>x</a:t>
            </a:r>
            <a:r>
              <a:rPr lang="zh-CN" altLang="zh-CN" sz="2200" b="1" dirty="0">
                <a:solidFill>
                  <a:schemeClr val="tx1"/>
                </a:solidFill>
                <a:cs typeface="Times New Roman" pitchFamily="18" charset="0"/>
              </a:rPr>
              <a:t>=</a:t>
            </a:r>
            <a:r>
              <a:rPr lang="zh-CN" altLang="zh-CN" sz="2200" b="1" i="1" dirty="0">
                <a:solidFill>
                  <a:schemeClr val="tx1"/>
                </a:solidFill>
                <a:cs typeface="Times New Roman" pitchFamily="18" charset="0"/>
              </a:rPr>
              <a:t>y</a:t>
            </a:r>
            <a:r>
              <a:rPr lang="zh-CN" altLang="en-US" sz="2200" b="1" dirty="0">
                <a:solidFill>
                  <a:schemeClr val="tx1"/>
                </a:solidFill>
                <a:cs typeface="Times New Roman" pitchFamily="18" charset="0"/>
              </a:rPr>
              <a:t>，如果在</a:t>
            </a:r>
            <a:r>
              <a:rPr lang="en-US" altLang="zh-CN" sz="2200" b="1" i="1" dirty="0">
                <a:solidFill>
                  <a:srgbClr val="0070C0"/>
                </a:solidFill>
                <a:cs typeface="Times New Roman" pitchFamily="18" charset="0"/>
              </a:rPr>
              <a:t>x</a:t>
            </a:r>
            <a:r>
              <a:rPr lang="zh-CN" altLang="en-US" sz="2200" b="1" dirty="0">
                <a:solidFill>
                  <a:schemeClr val="tx1"/>
                </a:solidFill>
                <a:cs typeface="Times New Roman" pitchFamily="18" charset="0"/>
              </a:rPr>
              <a:t>的</a:t>
            </a:r>
            <a:r>
              <a:rPr lang="zh-CN" altLang="en-US" sz="2200" b="1" dirty="0">
                <a:solidFill>
                  <a:srgbClr val="FF0000"/>
                </a:solidFill>
                <a:cs typeface="Times New Roman" pitchFamily="18" charset="0"/>
              </a:rPr>
              <a:t>所有</a:t>
            </a:r>
            <a:r>
              <a:rPr lang="zh-CN" altLang="en-US" sz="2200" b="1" dirty="0">
                <a:solidFill>
                  <a:srgbClr val="0070C0"/>
                </a:solidFill>
                <a:cs typeface="Times New Roman" pitchFamily="18" charset="0"/>
              </a:rPr>
              <a:t>引用点</a:t>
            </a:r>
            <a:r>
              <a:rPr lang="zh-CN" altLang="en-US" sz="2200" b="1" dirty="0">
                <a:solidFill>
                  <a:schemeClr val="tx1"/>
                </a:solidFill>
                <a:cs typeface="Times New Roman" pitchFamily="18" charset="0"/>
              </a:rPr>
              <a:t>都可以用对</a:t>
            </a:r>
            <a:r>
              <a:rPr lang="en-US" altLang="zh-CN" sz="2200" b="1" i="1" dirty="0">
                <a:solidFill>
                  <a:srgbClr val="0070C0"/>
                </a:solidFill>
                <a:cs typeface="Times New Roman" pitchFamily="18" charset="0"/>
              </a:rPr>
              <a:t>y</a:t>
            </a:r>
            <a:r>
              <a:rPr lang="zh-CN" altLang="en-US" sz="2200" b="1" dirty="0">
                <a:solidFill>
                  <a:srgbClr val="0070C0"/>
                </a:solidFill>
                <a:cs typeface="Times New Roman" pitchFamily="18" charset="0"/>
              </a:rPr>
              <a:t>的引用代替</a:t>
            </a:r>
            <a:r>
              <a:rPr lang="zh-CN" altLang="en-US" sz="2200" b="1" dirty="0">
                <a:solidFill>
                  <a:schemeClr val="tx1"/>
                </a:solidFill>
                <a:cs typeface="Times New Roman" pitchFamily="18" charset="0"/>
              </a:rPr>
              <a:t>对</a:t>
            </a:r>
            <a:r>
              <a:rPr lang="en-US" altLang="zh-CN" sz="2200" b="1" i="1" dirty="0">
                <a:solidFill>
                  <a:srgbClr val="0070C0"/>
                </a:solidFill>
                <a:cs typeface="Times New Roman" pitchFamily="18" charset="0"/>
              </a:rPr>
              <a:t>x</a:t>
            </a:r>
            <a:r>
              <a:rPr lang="zh-CN" altLang="en-US" sz="2200" b="1" dirty="0">
                <a:solidFill>
                  <a:srgbClr val="0070C0"/>
                </a:solidFill>
                <a:cs typeface="Times New Roman" pitchFamily="18" charset="0"/>
              </a:rPr>
              <a:t>的引用</a:t>
            </a:r>
            <a:r>
              <a:rPr lang="en-US" altLang="zh-CN" sz="2200" b="1" dirty="0">
                <a:solidFill>
                  <a:schemeClr val="tx1"/>
                </a:solidFill>
                <a:ea typeface="楷体_GB2312"/>
                <a:cs typeface="Times New Roman" pitchFamily="18" charset="0"/>
              </a:rPr>
              <a:t>(</a:t>
            </a:r>
            <a:r>
              <a:rPr lang="zh-CN" altLang="en-US" sz="2200" b="1" dirty="0">
                <a:solidFill>
                  <a:schemeClr val="tx1"/>
                </a:solidFill>
                <a:cs typeface="Times New Roman" pitchFamily="18" charset="0"/>
              </a:rPr>
              <a:t>复制传播</a:t>
            </a:r>
            <a:r>
              <a:rPr lang="en-US" altLang="zh-CN" sz="2200" b="1" dirty="0">
                <a:solidFill>
                  <a:schemeClr val="tx1"/>
                </a:solidFill>
                <a:ea typeface="楷体_GB2312"/>
                <a:cs typeface="Times New Roman" pitchFamily="18" charset="0"/>
              </a:rPr>
              <a:t>)</a:t>
            </a:r>
            <a:r>
              <a:rPr lang="zh-CN" altLang="en-US" sz="2200" b="1" dirty="0">
                <a:solidFill>
                  <a:schemeClr val="tx1"/>
                </a:solidFill>
                <a:cs typeface="Times New Roman" pitchFamily="18" charset="0"/>
              </a:rPr>
              <a:t>，那么可以删除复制语句</a:t>
            </a:r>
            <a:r>
              <a:rPr lang="zh-CN" altLang="zh-CN" sz="2200" b="1" dirty="0">
                <a:solidFill>
                  <a:schemeClr val="tx1"/>
                </a:solidFill>
                <a:cs typeface="Times New Roman" pitchFamily="18" charset="0"/>
              </a:rPr>
              <a:t> </a:t>
            </a:r>
            <a:r>
              <a:rPr lang="zh-CN" altLang="zh-CN" sz="2200" b="1" i="1" dirty="0">
                <a:solidFill>
                  <a:schemeClr val="tx1"/>
                </a:solidFill>
                <a:cs typeface="Times New Roman" pitchFamily="18" charset="0"/>
              </a:rPr>
              <a:t>x</a:t>
            </a:r>
            <a:r>
              <a:rPr lang="zh-CN" altLang="zh-CN" sz="2200" b="1" dirty="0">
                <a:solidFill>
                  <a:schemeClr val="tx1"/>
                </a:solidFill>
                <a:cs typeface="Times New Roman" pitchFamily="18" charset="0"/>
              </a:rPr>
              <a:t>=</a:t>
            </a:r>
            <a:r>
              <a:rPr lang="zh-CN" altLang="zh-CN" sz="2200" b="1" i="1" dirty="0">
                <a:solidFill>
                  <a:schemeClr val="tx1"/>
                </a:solidFill>
                <a:cs typeface="Times New Roman" pitchFamily="18" charset="0"/>
              </a:rPr>
              <a:t>y</a:t>
            </a:r>
            <a:endParaRPr lang="zh-CN" altLang="en-US" sz="2200" b="1" i="1" dirty="0">
              <a:solidFill>
                <a:schemeClr val="tx1"/>
              </a:solidFill>
              <a:cs typeface="Times New Roman" pitchFamily="18" charset="0"/>
            </a:endParaRPr>
          </a:p>
          <a:p>
            <a:pPr lvl="1" eaLnBrk="1" hangingPunct="1">
              <a:buClr>
                <a:prstClr val="black"/>
              </a:buClr>
              <a:buFont typeface="Wingdings" pitchFamily="2" charset="2"/>
              <a:buChar char="Ø"/>
              <a:defRPr/>
            </a:pPr>
            <a:r>
              <a:rPr lang="zh-CN" altLang="en-US" b="1" dirty="0">
                <a:solidFill>
                  <a:prstClr val="black"/>
                </a:solidFill>
                <a:cs typeface="Times New Roman" pitchFamily="18" charset="0"/>
              </a:rPr>
              <a:t>例</a:t>
            </a:r>
            <a:endParaRPr lang="en-US" altLang="zh-CN" b="1" dirty="0">
              <a:solidFill>
                <a:prstClr val="black"/>
              </a:solidFill>
              <a:cs typeface="Times New Roman" pitchFamily="18" charset="0"/>
            </a:endParaRPr>
          </a:p>
          <a:p>
            <a:pPr algn="just" eaLnBrk="1" hangingPunct="1">
              <a:buFont typeface="Symbol" panose="05050102010706020507" pitchFamily="18" charset="2"/>
              <a:buNone/>
              <a:defRPr/>
            </a:pPr>
            <a:endParaRPr lang="zh-CN" altLang="zh-CN" sz="2200" b="1" dirty="0">
              <a:solidFill>
                <a:schemeClr val="tx1"/>
              </a:solidFill>
              <a:cs typeface="Times New Roman" pitchFamily="18" charset="0"/>
            </a:endParaRPr>
          </a:p>
          <a:p>
            <a:pPr marL="0" indent="0" eaLnBrk="1" hangingPunct="1">
              <a:buNone/>
              <a:defRPr/>
            </a:pPr>
            <a:endParaRPr lang="en-US" altLang="zh-CN" sz="2200" b="1" dirty="0">
              <a:solidFill>
                <a:schemeClr val="tx1"/>
              </a:solidFill>
              <a:cs typeface="Times New Roman" pitchFamily="18" charset="0"/>
            </a:endParaRPr>
          </a:p>
          <a:p>
            <a:pPr eaLnBrk="1" hangingPunct="1">
              <a:defRPr/>
            </a:pPr>
            <a:endParaRPr lang="en-US" altLang="zh-CN" sz="2200" b="1" dirty="0">
              <a:solidFill>
                <a:schemeClr val="tx1"/>
              </a:solidFill>
              <a:cs typeface="Times New Roman" pitchFamily="18" charset="0"/>
            </a:endParaRPr>
          </a:p>
          <a:p>
            <a:pPr marL="0" indent="0" eaLnBrk="1" hangingPunct="1">
              <a:buFont typeface="Symbol" panose="05050102010706020507" pitchFamily="18" charset="2"/>
              <a:buNone/>
              <a:defRPr/>
            </a:pPr>
            <a:endParaRPr lang="en-US" altLang="zh-CN" sz="2200" b="1" dirty="0">
              <a:solidFill>
                <a:schemeClr val="tx1"/>
              </a:solidFill>
              <a:cs typeface="Times New Roman" pitchFamily="18" charset="0"/>
            </a:endParaRPr>
          </a:p>
          <a:p>
            <a:pPr eaLnBrk="1" hangingPunct="1">
              <a:buClr>
                <a:schemeClr val="tx1"/>
              </a:buClr>
              <a:buFont typeface="Wingdings" pitchFamily="2" charset="2"/>
              <a:buChar char="Ø"/>
              <a:defRPr/>
            </a:pPr>
            <a:endParaRPr lang="en-US" altLang="zh-CN" sz="2200" b="1" dirty="0">
              <a:solidFill>
                <a:schemeClr val="tx1"/>
              </a:solidFill>
              <a:cs typeface="Times New Roman" pitchFamily="18" charset="0"/>
            </a:endParaRPr>
          </a:p>
        </p:txBody>
      </p:sp>
      <p:sp>
        <p:nvSpPr>
          <p:cNvPr id="234499" name="Rectangle 2">
            <a:extLst>
              <a:ext uri="{FF2B5EF4-FFF2-40B4-BE49-F238E27FC236}">
                <a16:creationId xmlns:a16="http://schemas.microsoft.com/office/drawing/2014/main" id="{2748AE1A-D8D7-40D8-9E02-2952C04D7C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marL="257175" indent="-257175" eaLnBrk="1" hangingPunct="1">
              <a:spcBef>
                <a:spcPct val="20000"/>
              </a:spcBef>
            </a:pPr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② 删除复制语句</a:t>
            </a:r>
            <a:endParaRPr lang="en-US" altLang="zh-CN" sz="3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42757" name="Text Box 5">
            <a:extLst>
              <a:ext uri="{FF2B5EF4-FFF2-40B4-BE49-F238E27FC236}">
                <a16:creationId xmlns:a16="http://schemas.microsoft.com/office/drawing/2014/main" id="{913FFD11-A12A-4AFC-BE6E-2304D2D5305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77579" y="2901950"/>
            <a:ext cx="1771650" cy="43858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square" lIns="68580" tIns="34290" rIns="68580" bIns="34290">
            <a:spAutoFit/>
          </a:bodyPr>
          <a:lstStyle/>
          <a:p>
            <a:pPr algn="ctr">
              <a:spcBef>
                <a:spcPct val="50000"/>
              </a:spcBef>
              <a:defRPr/>
            </a:pPr>
            <a:r>
              <a:rPr lang="en-US" altLang="zh-CN" sz="2400" dirty="0">
                <a:latin typeface="Times New Roman" charset="0"/>
              </a:rPr>
              <a:t> </a:t>
            </a:r>
            <a:r>
              <a:rPr kumimoji="1" lang="en-US" altLang="zh-CN" sz="2400" i="1" dirty="0">
                <a:solidFill>
                  <a:prstClr val="black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t</a:t>
            </a:r>
            <a:r>
              <a:rPr kumimoji="1" lang="en-US" altLang="zh-CN" sz="2400" i="1" baseline="-25000" dirty="0">
                <a:solidFill>
                  <a:prstClr val="black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1</a:t>
            </a:r>
            <a:r>
              <a:rPr kumimoji="1" lang="en-US" altLang="zh-CN" sz="2400" dirty="0">
                <a:solidFill>
                  <a:prstClr val="black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 = </a:t>
            </a:r>
            <a:r>
              <a:rPr kumimoji="1" lang="en-US" altLang="zh-CN" sz="2400" i="1" dirty="0">
                <a:solidFill>
                  <a:prstClr val="black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x </a:t>
            </a:r>
            <a:r>
              <a:rPr kumimoji="1" lang="en-US" altLang="zh-CN" sz="2400" dirty="0">
                <a:solidFill>
                  <a:prstClr val="black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* 2</a:t>
            </a:r>
          </a:p>
        </p:txBody>
      </p:sp>
      <p:sp>
        <p:nvSpPr>
          <p:cNvPr id="842759" name="Line 7">
            <a:extLst>
              <a:ext uri="{FF2B5EF4-FFF2-40B4-BE49-F238E27FC236}">
                <a16:creationId xmlns:a16="http://schemas.microsoft.com/office/drawing/2014/main" id="{E1E63CB6-01C8-466B-B17E-09A38FD36690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692029" y="2611437"/>
            <a:ext cx="596900" cy="220663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 type="triangle" w="lg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/>
          </a:p>
        </p:txBody>
      </p:sp>
      <p:sp>
        <p:nvSpPr>
          <p:cNvPr id="842760" name="Text Box 8">
            <a:extLst>
              <a:ext uri="{FF2B5EF4-FFF2-40B4-BE49-F238E27FC236}">
                <a16:creationId xmlns:a16="http://schemas.microsoft.com/office/drawing/2014/main" id="{19D01891-C2AA-4165-9C03-3B004CEE99C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07904" y="2133600"/>
            <a:ext cx="1600200" cy="43815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lIns="68580" tIns="34290" rIns="68580" bIns="34290">
            <a:spAutoFit/>
          </a:bodyPr>
          <a:lstStyle/>
          <a:p>
            <a:pPr algn="ctr">
              <a:spcBef>
                <a:spcPct val="50000"/>
              </a:spcBef>
              <a:defRPr/>
            </a:pPr>
            <a:r>
              <a:rPr kumimoji="1" lang="en-US" altLang="zh-CN" sz="2400" i="1" dirty="0">
                <a:solidFill>
                  <a:prstClr val="black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x</a:t>
            </a:r>
            <a:r>
              <a:rPr kumimoji="1" lang="en-US" altLang="zh-CN" sz="2400" dirty="0">
                <a:solidFill>
                  <a:prstClr val="black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 = </a:t>
            </a:r>
            <a:r>
              <a:rPr kumimoji="1" lang="en-US" altLang="zh-CN" sz="2400" i="1" dirty="0">
                <a:solidFill>
                  <a:prstClr val="black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y</a:t>
            </a:r>
          </a:p>
        </p:txBody>
      </p:sp>
      <p:sp>
        <p:nvSpPr>
          <p:cNvPr id="842761" name="Line 9">
            <a:extLst>
              <a:ext uri="{FF2B5EF4-FFF2-40B4-BE49-F238E27FC236}">
                <a16:creationId xmlns:a16="http://schemas.microsoft.com/office/drawing/2014/main" id="{5C914DA8-501E-40EA-A8BD-75F053F9685D}"/>
              </a:ext>
            </a:extLst>
          </p:cNvPr>
          <p:cNvSpPr>
            <a:spLocks noChangeShapeType="1"/>
          </p:cNvSpPr>
          <p:nvPr/>
        </p:nvSpPr>
        <p:spPr bwMode="auto">
          <a:xfrm>
            <a:off x="4776292" y="2611437"/>
            <a:ext cx="630237" cy="220663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 type="triangle" w="lg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/>
          </a:p>
        </p:txBody>
      </p:sp>
      <p:sp>
        <p:nvSpPr>
          <p:cNvPr id="842762" name="Text Box 10">
            <a:extLst>
              <a:ext uri="{FF2B5EF4-FFF2-40B4-BE49-F238E27FC236}">
                <a16:creationId xmlns:a16="http://schemas.microsoft.com/office/drawing/2014/main" id="{7D194857-C784-4F95-A8FD-FE1DE19AB61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20729" y="2901950"/>
            <a:ext cx="1771650" cy="43858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lIns="68580" tIns="34290" rIns="68580" bIns="34290">
            <a:spAutoFit/>
          </a:bodyPr>
          <a:lstStyle/>
          <a:p>
            <a:pPr algn="ctr">
              <a:spcBef>
                <a:spcPct val="50000"/>
              </a:spcBef>
              <a:defRPr/>
            </a:pPr>
            <a:r>
              <a:rPr kumimoji="1" lang="en-US" altLang="zh-CN" sz="2400" i="1" dirty="0">
                <a:solidFill>
                  <a:prstClr val="black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t</a:t>
            </a:r>
            <a:r>
              <a:rPr kumimoji="1" lang="en-US" altLang="zh-CN" sz="2400" i="1" baseline="-25000" dirty="0">
                <a:solidFill>
                  <a:prstClr val="black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2</a:t>
            </a:r>
            <a:r>
              <a:rPr kumimoji="1" lang="en-US" altLang="zh-CN" sz="2400" dirty="0">
                <a:solidFill>
                  <a:prstClr val="black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 = </a:t>
            </a:r>
            <a:r>
              <a:rPr kumimoji="1" lang="en-US" altLang="zh-CN" sz="2400" i="1" dirty="0">
                <a:solidFill>
                  <a:prstClr val="black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x</a:t>
            </a:r>
            <a:r>
              <a:rPr kumimoji="1" lang="en-US" altLang="zh-CN" sz="2400" dirty="0">
                <a:solidFill>
                  <a:prstClr val="black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 * 3</a:t>
            </a:r>
          </a:p>
        </p:txBody>
      </p:sp>
      <p:sp>
        <p:nvSpPr>
          <p:cNvPr id="842765" name="Rectangle 13">
            <a:extLst>
              <a:ext uri="{FF2B5EF4-FFF2-40B4-BE49-F238E27FC236}">
                <a16:creationId xmlns:a16="http://schemas.microsoft.com/office/drawing/2014/main" id="{1E338B30-BC95-4B6B-B0CB-9F38A09048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95092" y="3495675"/>
            <a:ext cx="1135062" cy="1952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68580" tIns="34290" rIns="68580" bIns="34290" anchor="ctr"/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zh-CN" altLang="en-US" sz="2400" dirty="0">
                <a:solidFill>
                  <a:srgbClr val="0070C0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可以复制传播</a:t>
            </a:r>
          </a:p>
        </p:txBody>
      </p:sp>
      <p:sp>
        <p:nvSpPr>
          <p:cNvPr id="842766" name="Rectangle 14">
            <a:extLst>
              <a:ext uri="{FF2B5EF4-FFF2-40B4-BE49-F238E27FC236}">
                <a16:creationId xmlns:a16="http://schemas.microsoft.com/office/drawing/2014/main" id="{F3025390-ECA9-4F90-B279-302510567C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03304" y="3476625"/>
            <a:ext cx="1284288" cy="1952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68580" tIns="34290" rIns="68580" bIns="34290" anchor="ctr"/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zh-CN" altLang="en-US" sz="2400" dirty="0">
                <a:solidFill>
                  <a:srgbClr val="0070C0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可以复制传播</a:t>
            </a:r>
          </a:p>
        </p:txBody>
      </p:sp>
      <p:sp>
        <p:nvSpPr>
          <p:cNvPr id="842769" name="Rectangle 17">
            <a:extLst>
              <a:ext uri="{FF2B5EF4-FFF2-40B4-BE49-F238E27FC236}">
                <a16:creationId xmlns:a16="http://schemas.microsoft.com/office/drawing/2014/main" id="{29BBD205-2A35-4D2B-8990-83D68B85593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15854" y="1819275"/>
            <a:ext cx="1330325" cy="1952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68580" tIns="34290" rIns="68580" bIns="34290" anchor="ctr"/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zh-CN" altLang="en-US" sz="2400" dirty="0">
                <a:solidFill>
                  <a:srgbClr val="0070C0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可删除</a:t>
            </a:r>
          </a:p>
        </p:txBody>
      </p:sp>
      <p:sp>
        <p:nvSpPr>
          <p:cNvPr id="16" name="Rectangle 25">
            <a:extLst>
              <a:ext uri="{FF2B5EF4-FFF2-40B4-BE49-F238E27FC236}">
                <a16:creationId xmlns:a16="http://schemas.microsoft.com/office/drawing/2014/main" id="{B8D5C7AE-DA54-439B-A61E-DFC64D77D39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24870" y="2172496"/>
            <a:ext cx="393750" cy="22066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just"/>
            <a:r>
              <a:rPr lang="en-US" altLang="zh-CN" sz="2000" i="1" dirty="0">
                <a:latin typeface="Times New Roman" panose="02020603050405020304" pitchFamily="18" charset="0"/>
              </a:rPr>
              <a:t>B</a:t>
            </a:r>
            <a:r>
              <a:rPr lang="en-US" altLang="zh-CN" sz="2000" baseline="-25000" dirty="0">
                <a:latin typeface="Times New Roman" panose="02020603050405020304" pitchFamily="18" charset="0"/>
              </a:rPr>
              <a:t>1</a:t>
            </a:r>
            <a:endParaRPr lang="en-US" altLang="zh-CN" sz="2000" dirty="0">
              <a:latin typeface="Times New Roman" panose="02020603050405020304" pitchFamily="18" charset="0"/>
            </a:endParaRPr>
          </a:p>
        </p:txBody>
      </p:sp>
      <p:sp>
        <p:nvSpPr>
          <p:cNvPr id="17" name="Rectangle 25">
            <a:extLst>
              <a:ext uri="{FF2B5EF4-FFF2-40B4-BE49-F238E27FC236}">
                <a16:creationId xmlns:a16="http://schemas.microsoft.com/office/drawing/2014/main" id="{307D243E-4A8A-4B00-99E8-11B6F3AD5C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82341" y="2957513"/>
            <a:ext cx="393750" cy="36591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just"/>
            <a:r>
              <a:rPr lang="en-US" altLang="zh-CN" sz="2000" i="1" dirty="0">
                <a:latin typeface="Times New Roman" panose="02020603050405020304" pitchFamily="18" charset="0"/>
              </a:rPr>
              <a:t>B</a:t>
            </a:r>
            <a:r>
              <a:rPr lang="en-US" altLang="zh-CN" sz="2000" baseline="-25000" dirty="0">
                <a:latin typeface="Times New Roman" panose="02020603050405020304" pitchFamily="18" charset="0"/>
              </a:rPr>
              <a:t>2</a:t>
            </a:r>
            <a:endParaRPr lang="en-US" altLang="zh-CN" sz="2000" dirty="0">
              <a:latin typeface="Times New Roman" panose="02020603050405020304" pitchFamily="18" charset="0"/>
            </a:endParaRPr>
          </a:p>
        </p:txBody>
      </p:sp>
      <p:sp>
        <p:nvSpPr>
          <p:cNvPr id="18" name="Rectangle 25">
            <a:extLst>
              <a:ext uri="{FF2B5EF4-FFF2-40B4-BE49-F238E27FC236}">
                <a16:creationId xmlns:a16="http://schemas.microsoft.com/office/drawing/2014/main" id="{AED80D00-3184-4D77-949F-DC4350D439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74693" y="3010910"/>
            <a:ext cx="393750" cy="22066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just"/>
            <a:r>
              <a:rPr lang="en-US" altLang="zh-CN" sz="2000" i="1" dirty="0">
                <a:latin typeface="Times New Roman" panose="02020603050405020304" pitchFamily="18" charset="0"/>
              </a:rPr>
              <a:t>B</a:t>
            </a:r>
            <a:r>
              <a:rPr lang="en-US" altLang="zh-CN" sz="2000" baseline="-25000" dirty="0">
                <a:latin typeface="Times New Roman" panose="02020603050405020304" pitchFamily="18" charset="0"/>
              </a:rPr>
              <a:t>3</a:t>
            </a:r>
            <a:endParaRPr lang="en-US" altLang="zh-CN" sz="2000" dirty="0">
              <a:latin typeface="Times New Roman" panose="02020603050405020304" pitchFamily="18" charset="0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F457157E-1FA0-483B-BBAC-EB19AA0DDC5C}"/>
              </a:ext>
            </a:extLst>
          </p:cNvPr>
          <p:cNvSpPr/>
          <p:nvPr/>
        </p:nvSpPr>
        <p:spPr>
          <a:xfrm>
            <a:off x="1660373" y="4100052"/>
            <a:ext cx="5641288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zh-CN" altLang="zh-CN" sz="2400" i="1" dirty="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x</a:t>
            </a:r>
            <a:r>
              <a:rPr lang="zh-CN" altLang="zh-CN" sz="2400" dirty="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=</a:t>
            </a:r>
            <a:r>
              <a:rPr lang="zh-CN" altLang="zh-CN" sz="2400" i="1" dirty="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y</a:t>
            </a:r>
            <a:r>
              <a:rPr lang="en-US" altLang="zh-CN" sz="2400" i="1" dirty="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 </a:t>
            </a:r>
            <a:r>
              <a:rPr lang="zh-CN" altLang="en-US" sz="2400" dirty="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在</a:t>
            </a:r>
            <a:r>
              <a:rPr lang="en-US" altLang="zh-CN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lang="en-US" altLang="zh-CN" sz="24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zh-CN" altLang="en-US" sz="2400" dirty="0">
                <a:latin typeface="华文楷体" panose="02010600040101010101" pitchFamily="2" charset="-122"/>
                <a:ea typeface="华文楷体" panose="02010600040101010101" pitchFamily="2" charset="-122"/>
                <a:cs typeface="Times New Roman" panose="02020603050405020304" pitchFamily="18" charset="0"/>
              </a:rPr>
              <a:t>和</a:t>
            </a:r>
            <a:r>
              <a:rPr lang="en-US" altLang="zh-CN" sz="2400" i="1" dirty="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t</a:t>
            </a:r>
            <a:r>
              <a:rPr lang="en-US" altLang="zh-CN" sz="2400" baseline="-25000" dirty="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2</a:t>
            </a:r>
            <a:r>
              <a:rPr lang="zh-CN" altLang="en-US" sz="2400" dirty="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中</a:t>
            </a:r>
            <a:r>
              <a:rPr lang="en-US" altLang="zh-CN" sz="2400" i="1" dirty="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x</a:t>
            </a:r>
            <a:r>
              <a:rPr lang="zh-CN" altLang="en-US" sz="2400" dirty="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的引用点都是“</a:t>
            </a:r>
            <a:r>
              <a:rPr lang="zh-CN" altLang="en-US" sz="2400" dirty="0">
                <a:solidFill>
                  <a:srgbClr val="0070C0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可用</a:t>
            </a:r>
            <a:r>
              <a:rPr lang="zh-CN" altLang="en-US" sz="2400" dirty="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”的</a:t>
            </a:r>
            <a:r>
              <a:rPr lang="en-US" altLang="zh-CN" sz="2400" dirty="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 </a:t>
            </a:r>
            <a:endParaRPr lang="zh-CN" altLang="en-US" sz="2400" dirty="0"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27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8427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8427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8427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 nodeType="clickPar">
                      <p:stCondLst>
                        <p:cond delay="indefinite"/>
                      </p:stCondLst>
                      <p:childTnLst>
                        <p:par>
                          <p:cTn id="1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276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84276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84276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84276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53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27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84275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84275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8427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27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84275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84275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8427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53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27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84276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84276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8427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27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84276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84276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8427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53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27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84276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500" fill="hold"/>
                                        <p:tgtEl>
                                          <p:spTgt spid="84276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8427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 nodeType="clickPar">
                      <p:stCondLst>
                        <p:cond delay="indefinite"/>
                      </p:stCondLst>
                      <p:childTnLst>
                        <p:par>
                          <p:cTn id="5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3" presetID="53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27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8427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500" fill="hold"/>
                                        <p:tgtEl>
                                          <p:spTgt spid="8427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8427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53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27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2" dur="500" fill="hold"/>
                                        <p:tgtEl>
                                          <p:spTgt spid="8427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3" dur="500" fill="hold"/>
                                        <p:tgtEl>
                                          <p:spTgt spid="8427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8427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 nodeType="clickPar">
                      <p:stCondLst>
                        <p:cond delay="indefinite"/>
                      </p:stCondLst>
                      <p:childTnLst>
                        <p:par>
                          <p:cTn id="6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7" presetID="53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27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9" dur="500" fill="hold"/>
                                        <p:tgtEl>
                                          <p:spTgt spid="84276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500" fill="hold"/>
                                        <p:tgtEl>
                                          <p:spTgt spid="84276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8427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42757" grpId="0" animBg="1"/>
      <p:bldP spid="842760" grpId="0" animBg="1"/>
      <p:bldP spid="842762" grpId="0" animBg="1"/>
      <p:bldP spid="842765" grpId="0"/>
      <p:bldP spid="842766" grpId="0"/>
      <p:bldP spid="842769" grpId="0"/>
      <p:bldP spid="16" grpId="0"/>
      <p:bldP spid="17" grpId="0"/>
      <p:bldP spid="18" grpId="0"/>
      <p:bldP spid="15" grpId="0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2767" name="Rectangle 15">
            <a:extLst>
              <a:ext uri="{FF2B5EF4-FFF2-40B4-BE49-F238E27FC236}">
                <a16:creationId xmlns:a16="http://schemas.microsoft.com/office/drawing/2014/main" id="{F35F923B-656A-4DA0-B6DF-FA0D4BF278DD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04863" y="842963"/>
            <a:ext cx="7696200" cy="3960812"/>
          </a:xfrm>
        </p:spPr>
        <p:txBody>
          <a:bodyPr vert="horz" wrap="square" numCol="1" anchor="t" anchorCtr="0" compatLnSpc="1">
            <a:prstTxWarp prst="textNoShape">
              <a:avLst/>
            </a:prstTxWarp>
          </a:bodyPr>
          <a:lstStyle/>
          <a:p>
            <a:pPr algn="just" eaLnBrk="1" hangingPunct="1">
              <a:buClr>
                <a:schemeClr val="tx1"/>
              </a:buClr>
              <a:buFont typeface="Wingdings" pitchFamily="2" charset="2"/>
              <a:buChar char="Ø"/>
              <a:defRPr/>
            </a:pPr>
            <a:r>
              <a:rPr lang="zh-CN" altLang="en-US" sz="2200" b="1" dirty="0">
                <a:solidFill>
                  <a:schemeClr val="tx1"/>
                </a:solidFill>
                <a:cs typeface="Times New Roman" pitchFamily="18" charset="0"/>
              </a:rPr>
              <a:t>对于</a:t>
            </a:r>
            <a:r>
              <a:rPr lang="zh-CN" altLang="en-US" sz="2200" b="1" dirty="0">
                <a:solidFill>
                  <a:srgbClr val="0070C0"/>
                </a:solidFill>
                <a:cs typeface="Times New Roman" pitchFamily="18" charset="0"/>
              </a:rPr>
              <a:t>复制语句</a:t>
            </a:r>
            <a:r>
              <a:rPr lang="en-US" altLang="zh-CN" sz="2200" b="1" i="1" dirty="0">
                <a:solidFill>
                  <a:schemeClr val="tx1"/>
                </a:solidFill>
                <a:cs typeface="Times New Roman" pitchFamily="18" charset="0"/>
              </a:rPr>
              <a:t>s</a:t>
            </a:r>
            <a:r>
              <a:rPr lang="zh-CN" altLang="zh-CN" sz="2200" b="1" dirty="0">
                <a:solidFill>
                  <a:schemeClr val="tx1"/>
                </a:solidFill>
                <a:cs typeface="Times New Roman" pitchFamily="18" charset="0"/>
              </a:rPr>
              <a:t>: </a:t>
            </a:r>
            <a:r>
              <a:rPr lang="zh-CN" altLang="zh-CN" sz="2200" b="1" i="1" dirty="0">
                <a:solidFill>
                  <a:schemeClr val="tx1"/>
                </a:solidFill>
                <a:cs typeface="Times New Roman" pitchFamily="18" charset="0"/>
              </a:rPr>
              <a:t>x</a:t>
            </a:r>
            <a:r>
              <a:rPr lang="zh-CN" altLang="zh-CN" sz="2200" b="1" dirty="0">
                <a:solidFill>
                  <a:schemeClr val="tx1"/>
                </a:solidFill>
                <a:cs typeface="Times New Roman" pitchFamily="18" charset="0"/>
              </a:rPr>
              <a:t>=</a:t>
            </a:r>
            <a:r>
              <a:rPr lang="zh-CN" altLang="zh-CN" sz="2200" b="1" i="1" dirty="0">
                <a:solidFill>
                  <a:schemeClr val="tx1"/>
                </a:solidFill>
                <a:cs typeface="Times New Roman" pitchFamily="18" charset="0"/>
              </a:rPr>
              <a:t>y</a:t>
            </a:r>
            <a:r>
              <a:rPr lang="zh-CN" altLang="en-US" sz="2200" b="1" dirty="0">
                <a:solidFill>
                  <a:schemeClr val="tx1"/>
                </a:solidFill>
                <a:cs typeface="Times New Roman" pitchFamily="18" charset="0"/>
              </a:rPr>
              <a:t>，如果在</a:t>
            </a:r>
            <a:r>
              <a:rPr lang="en-US" altLang="zh-CN" sz="2200" b="1" i="1" dirty="0">
                <a:solidFill>
                  <a:srgbClr val="0070C0"/>
                </a:solidFill>
                <a:cs typeface="Times New Roman" pitchFamily="18" charset="0"/>
              </a:rPr>
              <a:t>x</a:t>
            </a:r>
            <a:r>
              <a:rPr lang="zh-CN" altLang="en-US" sz="2200" b="1" dirty="0">
                <a:solidFill>
                  <a:schemeClr val="tx1"/>
                </a:solidFill>
                <a:cs typeface="Times New Roman" pitchFamily="18" charset="0"/>
              </a:rPr>
              <a:t>的</a:t>
            </a:r>
            <a:r>
              <a:rPr lang="zh-CN" altLang="en-US" sz="2200" b="1" dirty="0">
                <a:solidFill>
                  <a:srgbClr val="FF0000"/>
                </a:solidFill>
                <a:cs typeface="Times New Roman" pitchFamily="18" charset="0"/>
              </a:rPr>
              <a:t>所有</a:t>
            </a:r>
            <a:r>
              <a:rPr lang="zh-CN" altLang="en-US" sz="2200" b="1" dirty="0">
                <a:solidFill>
                  <a:srgbClr val="0070C0"/>
                </a:solidFill>
                <a:cs typeface="Times New Roman" pitchFamily="18" charset="0"/>
              </a:rPr>
              <a:t>引用点</a:t>
            </a:r>
            <a:r>
              <a:rPr lang="zh-CN" altLang="en-US" sz="2200" b="1" dirty="0">
                <a:solidFill>
                  <a:schemeClr val="tx1"/>
                </a:solidFill>
                <a:cs typeface="Times New Roman" pitchFamily="18" charset="0"/>
              </a:rPr>
              <a:t>都可以用对</a:t>
            </a:r>
            <a:r>
              <a:rPr lang="en-US" altLang="zh-CN" sz="2200" b="1" i="1" dirty="0">
                <a:solidFill>
                  <a:srgbClr val="0070C0"/>
                </a:solidFill>
                <a:cs typeface="Times New Roman" pitchFamily="18" charset="0"/>
              </a:rPr>
              <a:t>y</a:t>
            </a:r>
            <a:r>
              <a:rPr lang="zh-CN" altLang="en-US" sz="2200" b="1" dirty="0">
                <a:solidFill>
                  <a:srgbClr val="0070C0"/>
                </a:solidFill>
                <a:cs typeface="Times New Roman" pitchFamily="18" charset="0"/>
              </a:rPr>
              <a:t>的引用代替对</a:t>
            </a:r>
            <a:r>
              <a:rPr lang="en-US" altLang="zh-CN" sz="2200" b="1" i="1" dirty="0">
                <a:solidFill>
                  <a:srgbClr val="0070C0"/>
                </a:solidFill>
                <a:cs typeface="Times New Roman" pitchFamily="18" charset="0"/>
              </a:rPr>
              <a:t>x</a:t>
            </a:r>
            <a:r>
              <a:rPr lang="zh-CN" altLang="en-US" sz="2200" b="1" dirty="0">
                <a:solidFill>
                  <a:srgbClr val="0070C0"/>
                </a:solidFill>
                <a:cs typeface="Times New Roman" pitchFamily="18" charset="0"/>
              </a:rPr>
              <a:t>的引用</a:t>
            </a:r>
            <a:r>
              <a:rPr lang="en-US" altLang="zh-CN" sz="2200" b="1" dirty="0">
                <a:solidFill>
                  <a:schemeClr val="tx1"/>
                </a:solidFill>
                <a:ea typeface="楷体_GB2312"/>
                <a:cs typeface="Times New Roman" pitchFamily="18" charset="0"/>
              </a:rPr>
              <a:t>(</a:t>
            </a:r>
            <a:r>
              <a:rPr lang="zh-CN" altLang="en-US" sz="2200" b="1" dirty="0">
                <a:solidFill>
                  <a:schemeClr val="tx1"/>
                </a:solidFill>
                <a:cs typeface="Times New Roman" pitchFamily="18" charset="0"/>
              </a:rPr>
              <a:t>复制传播</a:t>
            </a:r>
            <a:r>
              <a:rPr lang="en-US" altLang="zh-CN" sz="2200" b="1" dirty="0">
                <a:solidFill>
                  <a:schemeClr val="tx1"/>
                </a:solidFill>
                <a:ea typeface="楷体_GB2312"/>
                <a:cs typeface="Times New Roman" pitchFamily="18" charset="0"/>
              </a:rPr>
              <a:t>)</a:t>
            </a:r>
            <a:r>
              <a:rPr lang="zh-CN" altLang="en-US" sz="2200" b="1" dirty="0">
                <a:solidFill>
                  <a:schemeClr val="tx1"/>
                </a:solidFill>
                <a:cs typeface="Times New Roman" pitchFamily="18" charset="0"/>
              </a:rPr>
              <a:t>，那么可以删除复制语句</a:t>
            </a:r>
            <a:r>
              <a:rPr lang="zh-CN" altLang="zh-CN" sz="2200" b="1" dirty="0">
                <a:solidFill>
                  <a:schemeClr val="tx1"/>
                </a:solidFill>
                <a:cs typeface="Times New Roman" pitchFamily="18" charset="0"/>
              </a:rPr>
              <a:t> </a:t>
            </a:r>
            <a:r>
              <a:rPr lang="zh-CN" altLang="zh-CN" sz="2200" b="1" i="1" dirty="0">
                <a:solidFill>
                  <a:schemeClr val="tx1"/>
                </a:solidFill>
                <a:cs typeface="Times New Roman" pitchFamily="18" charset="0"/>
              </a:rPr>
              <a:t>x</a:t>
            </a:r>
            <a:r>
              <a:rPr lang="zh-CN" altLang="zh-CN" sz="2200" b="1" dirty="0">
                <a:solidFill>
                  <a:schemeClr val="tx1"/>
                </a:solidFill>
                <a:cs typeface="Times New Roman" pitchFamily="18" charset="0"/>
              </a:rPr>
              <a:t>=</a:t>
            </a:r>
            <a:r>
              <a:rPr lang="zh-CN" altLang="zh-CN" sz="2200" b="1" i="1" dirty="0">
                <a:solidFill>
                  <a:schemeClr val="tx1"/>
                </a:solidFill>
                <a:cs typeface="Times New Roman" pitchFamily="18" charset="0"/>
              </a:rPr>
              <a:t>y</a:t>
            </a:r>
            <a:endParaRPr lang="zh-CN" altLang="en-US" sz="2200" b="1" i="1" dirty="0">
              <a:solidFill>
                <a:schemeClr val="tx1"/>
              </a:solidFill>
              <a:cs typeface="Times New Roman" pitchFamily="18" charset="0"/>
            </a:endParaRPr>
          </a:p>
          <a:p>
            <a:pPr lvl="1" eaLnBrk="1" hangingPunct="1">
              <a:buClr>
                <a:prstClr val="black"/>
              </a:buClr>
              <a:buFont typeface="Wingdings" pitchFamily="2" charset="2"/>
              <a:buChar char="Ø"/>
              <a:defRPr/>
            </a:pPr>
            <a:r>
              <a:rPr lang="zh-CN" altLang="en-US" b="1" dirty="0">
                <a:solidFill>
                  <a:prstClr val="black"/>
                </a:solidFill>
                <a:cs typeface="Times New Roman" pitchFamily="18" charset="0"/>
              </a:rPr>
              <a:t>例</a:t>
            </a:r>
            <a:endParaRPr lang="en-US" altLang="zh-CN" b="1" dirty="0">
              <a:solidFill>
                <a:prstClr val="black"/>
              </a:solidFill>
              <a:cs typeface="Times New Roman" pitchFamily="18" charset="0"/>
            </a:endParaRPr>
          </a:p>
          <a:p>
            <a:pPr algn="just" eaLnBrk="1" hangingPunct="1">
              <a:buFont typeface="Symbol" panose="05050102010706020507" pitchFamily="18" charset="2"/>
              <a:buNone/>
              <a:defRPr/>
            </a:pPr>
            <a:endParaRPr lang="zh-CN" altLang="zh-CN" sz="2200" b="1" dirty="0">
              <a:solidFill>
                <a:schemeClr val="tx1"/>
              </a:solidFill>
              <a:cs typeface="Times New Roman" pitchFamily="18" charset="0"/>
            </a:endParaRPr>
          </a:p>
          <a:p>
            <a:pPr eaLnBrk="1" hangingPunct="1">
              <a:defRPr/>
            </a:pPr>
            <a:endParaRPr lang="en-US" altLang="zh-CN" sz="2200" b="1" dirty="0">
              <a:solidFill>
                <a:schemeClr val="tx1"/>
              </a:solidFill>
              <a:cs typeface="Times New Roman" pitchFamily="18" charset="0"/>
            </a:endParaRPr>
          </a:p>
          <a:p>
            <a:pPr eaLnBrk="1" hangingPunct="1">
              <a:defRPr/>
            </a:pPr>
            <a:endParaRPr lang="en-US" altLang="zh-CN" sz="2200" b="1" dirty="0">
              <a:solidFill>
                <a:schemeClr val="tx1"/>
              </a:solidFill>
              <a:cs typeface="Times New Roman" pitchFamily="18" charset="0"/>
            </a:endParaRPr>
          </a:p>
          <a:p>
            <a:pPr marL="0" indent="0" eaLnBrk="1" hangingPunct="1">
              <a:buFont typeface="Symbol" panose="05050102010706020507" pitchFamily="18" charset="2"/>
              <a:buNone/>
              <a:defRPr/>
            </a:pPr>
            <a:endParaRPr lang="en-US" altLang="zh-CN" sz="2200" b="1" dirty="0">
              <a:solidFill>
                <a:schemeClr val="tx1"/>
              </a:solidFill>
              <a:cs typeface="Times New Roman" pitchFamily="18" charset="0"/>
            </a:endParaRPr>
          </a:p>
          <a:p>
            <a:pPr marL="0" indent="0" eaLnBrk="1" hangingPunct="1">
              <a:buClr>
                <a:schemeClr val="tx1"/>
              </a:buClr>
              <a:buNone/>
              <a:defRPr/>
            </a:pPr>
            <a:endParaRPr lang="en-US" altLang="zh-CN" sz="2200" b="1" dirty="0">
              <a:solidFill>
                <a:schemeClr val="tx1"/>
              </a:solidFill>
              <a:cs typeface="Times New Roman" pitchFamily="18" charset="0"/>
            </a:endParaRPr>
          </a:p>
        </p:txBody>
      </p:sp>
      <p:sp>
        <p:nvSpPr>
          <p:cNvPr id="234499" name="Rectangle 2">
            <a:extLst>
              <a:ext uri="{FF2B5EF4-FFF2-40B4-BE49-F238E27FC236}">
                <a16:creationId xmlns:a16="http://schemas.microsoft.com/office/drawing/2014/main" id="{2748AE1A-D8D7-40D8-9E02-2952C04D7C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marL="257175" indent="-257175" eaLnBrk="1" hangingPunct="1">
              <a:spcBef>
                <a:spcPct val="20000"/>
              </a:spcBef>
            </a:pPr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② 删除复制语句</a:t>
            </a:r>
            <a:endParaRPr lang="en-US" altLang="zh-CN" sz="3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42757" name="Text Box 5">
            <a:extLst>
              <a:ext uri="{FF2B5EF4-FFF2-40B4-BE49-F238E27FC236}">
                <a16:creationId xmlns:a16="http://schemas.microsoft.com/office/drawing/2014/main" id="{913FFD11-A12A-4AFC-BE6E-2304D2D5305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87624" y="3003798"/>
            <a:ext cx="1600200" cy="43815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lIns="68580" tIns="34290" rIns="68580" bIns="34290">
            <a:spAutoFit/>
          </a:bodyPr>
          <a:lstStyle/>
          <a:p>
            <a:pPr algn="ctr">
              <a:spcBef>
                <a:spcPct val="50000"/>
              </a:spcBef>
              <a:defRPr/>
            </a:pPr>
            <a:r>
              <a:rPr kumimoji="1" lang="en-US" altLang="zh-CN" sz="2400" i="1" dirty="0">
                <a:solidFill>
                  <a:prstClr val="black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t</a:t>
            </a:r>
            <a:r>
              <a:rPr kumimoji="1" lang="en-US" altLang="zh-CN" sz="2400" i="1" baseline="-25000" dirty="0">
                <a:solidFill>
                  <a:prstClr val="black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1</a:t>
            </a:r>
            <a:r>
              <a:rPr kumimoji="1" lang="en-US" altLang="zh-CN" sz="2400" dirty="0">
                <a:solidFill>
                  <a:prstClr val="black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 = </a:t>
            </a:r>
            <a:r>
              <a:rPr kumimoji="1" lang="en-US" altLang="zh-CN" sz="2400" i="1" dirty="0">
                <a:solidFill>
                  <a:prstClr val="black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x </a:t>
            </a:r>
            <a:r>
              <a:rPr kumimoji="1" lang="en-US" altLang="zh-CN" sz="2400" dirty="0">
                <a:solidFill>
                  <a:prstClr val="black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* 2</a:t>
            </a:r>
          </a:p>
        </p:txBody>
      </p:sp>
      <p:sp>
        <p:nvSpPr>
          <p:cNvPr id="842759" name="Line 7">
            <a:extLst>
              <a:ext uri="{FF2B5EF4-FFF2-40B4-BE49-F238E27FC236}">
                <a16:creationId xmlns:a16="http://schemas.microsoft.com/office/drawing/2014/main" id="{E1E63CB6-01C8-466B-B17E-09A38FD36690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2330624" y="2713285"/>
            <a:ext cx="596900" cy="220663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 type="triangle" w="lg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/>
          </a:p>
        </p:txBody>
      </p:sp>
      <p:sp>
        <p:nvSpPr>
          <p:cNvPr id="842760" name="Text Box 8">
            <a:extLst>
              <a:ext uri="{FF2B5EF4-FFF2-40B4-BE49-F238E27FC236}">
                <a16:creationId xmlns:a16="http://schemas.microsoft.com/office/drawing/2014/main" id="{19D01891-C2AA-4165-9C03-3B004CEE99C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46499" y="2235448"/>
            <a:ext cx="1600200" cy="43815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lIns="68580" tIns="34290" rIns="68580" bIns="34290">
            <a:spAutoFit/>
          </a:bodyPr>
          <a:lstStyle/>
          <a:p>
            <a:pPr algn="ctr">
              <a:spcBef>
                <a:spcPct val="50000"/>
              </a:spcBef>
              <a:defRPr/>
            </a:pPr>
            <a:r>
              <a:rPr kumimoji="1" lang="en-US" altLang="zh-CN" sz="2400" i="1" dirty="0">
                <a:solidFill>
                  <a:prstClr val="black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x</a:t>
            </a:r>
            <a:r>
              <a:rPr kumimoji="1" lang="en-US" altLang="zh-CN" sz="2400" dirty="0">
                <a:solidFill>
                  <a:prstClr val="black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 = </a:t>
            </a:r>
            <a:r>
              <a:rPr kumimoji="1" lang="en-US" altLang="zh-CN" sz="2400" i="1" dirty="0">
                <a:solidFill>
                  <a:prstClr val="black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y</a:t>
            </a:r>
          </a:p>
        </p:txBody>
      </p:sp>
      <p:sp>
        <p:nvSpPr>
          <p:cNvPr id="842761" name="Line 9">
            <a:extLst>
              <a:ext uri="{FF2B5EF4-FFF2-40B4-BE49-F238E27FC236}">
                <a16:creationId xmlns:a16="http://schemas.microsoft.com/office/drawing/2014/main" id="{5C914DA8-501E-40EA-A8BD-75F053F9685D}"/>
              </a:ext>
            </a:extLst>
          </p:cNvPr>
          <p:cNvSpPr>
            <a:spLocks noChangeShapeType="1"/>
          </p:cNvSpPr>
          <p:nvPr/>
        </p:nvSpPr>
        <p:spPr bwMode="auto">
          <a:xfrm>
            <a:off x="3414887" y="2713285"/>
            <a:ext cx="630237" cy="220663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 type="triangle" w="lg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/>
          </a:p>
        </p:txBody>
      </p:sp>
      <p:sp>
        <p:nvSpPr>
          <p:cNvPr id="842762" name="Text Box 10">
            <a:extLst>
              <a:ext uri="{FF2B5EF4-FFF2-40B4-BE49-F238E27FC236}">
                <a16:creationId xmlns:a16="http://schemas.microsoft.com/office/drawing/2014/main" id="{7D194857-C784-4F95-A8FD-FE1DE19AB61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59324" y="3003798"/>
            <a:ext cx="1771650" cy="43815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lIns="68580" tIns="34290" rIns="68580" bIns="34290">
            <a:spAutoFit/>
          </a:bodyPr>
          <a:lstStyle/>
          <a:p>
            <a:pPr algn="ctr">
              <a:spcBef>
                <a:spcPct val="50000"/>
              </a:spcBef>
              <a:defRPr/>
            </a:pPr>
            <a:r>
              <a:rPr kumimoji="1" lang="en-US" altLang="zh-CN" sz="2400" i="1" dirty="0">
                <a:solidFill>
                  <a:prstClr val="black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t</a:t>
            </a:r>
            <a:r>
              <a:rPr kumimoji="1" lang="en-US" altLang="zh-CN" sz="2400" i="1" baseline="-25000" dirty="0">
                <a:solidFill>
                  <a:prstClr val="black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2</a:t>
            </a:r>
            <a:r>
              <a:rPr kumimoji="1" lang="en-US" altLang="zh-CN" sz="2400" dirty="0">
                <a:solidFill>
                  <a:prstClr val="black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 = </a:t>
            </a:r>
            <a:r>
              <a:rPr kumimoji="1" lang="en-US" altLang="zh-CN" sz="2400" i="1" dirty="0">
                <a:solidFill>
                  <a:prstClr val="black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x</a:t>
            </a:r>
            <a:r>
              <a:rPr kumimoji="1" lang="en-US" altLang="zh-CN" sz="2400" dirty="0">
                <a:solidFill>
                  <a:prstClr val="black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 * 3</a:t>
            </a:r>
          </a:p>
        </p:txBody>
      </p:sp>
      <p:grpSp>
        <p:nvGrpSpPr>
          <p:cNvPr id="2" name="组合 1">
            <a:extLst>
              <a:ext uri="{FF2B5EF4-FFF2-40B4-BE49-F238E27FC236}">
                <a16:creationId xmlns:a16="http://schemas.microsoft.com/office/drawing/2014/main" id="{37315D7C-28DA-4342-BA4B-F040FCE961AF}"/>
              </a:ext>
            </a:extLst>
          </p:cNvPr>
          <p:cNvGrpSpPr/>
          <p:nvPr/>
        </p:nvGrpSpPr>
        <p:grpSpPr>
          <a:xfrm>
            <a:off x="4502324" y="2235448"/>
            <a:ext cx="1754188" cy="698500"/>
            <a:chOff x="4791075" y="2093913"/>
            <a:chExt cx="1754188" cy="698500"/>
          </a:xfrm>
          <a:solidFill>
            <a:schemeClr val="bg1">
              <a:lumMod val="85000"/>
            </a:schemeClr>
          </a:solidFill>
        </p:grpSpPr>
        <p:sp>
          <p:nvSpPr>
            <p:cNvPr id="842763" name="Text Box 11">
              <a:extLst>
                <a:ext uri="{FF2B5EF4-FFF2-40B4-BE49-F238E27FC236}">
                  <a16:creationId xmlns:a16="http://schemas.microsoft.com/office/drawing/2014/main" id="{D6C99D92-545B-4599-98AF-780722994BA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945063" y="2093913"/>
              <a:ext cx="1600200" cy="438150"/>
            </a:xfrm>
            <a:prstGeom prst="rect">
              <a:avLst/>
            </a:prstGeom>
            <a:grp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8580" tIns="34290" rIns="68580" bIns="34290">
              <a:spAutoFit/>
            </a:bodyPr>
            <a:lstStyle/>
            <a:p>
              <a:pPr algn="ctr">
                <a:spcBef>
                  <a:spcPct val="50000"/>
                </a:spcBef>
                <a:defRPr/>
              </a:pPr>
              <a:r>
                <a:rPr kumimoji="1" lang="en-US" altLang="zh-CN" sz="2400" i="1" dirty="0">
                  <a:solidFill>
                    <a:prstClr val="black"/>
                  </a:solidFill>
                  <a:latin typeface="Times New Roman" pitchFamily="18" charset="0"/>
                  <a:ea typeface="楷体" pitchFamily="49" charset="-122"/>
                  <a:cs typeface="Times New Roman" pitchFamily="18" charset="0"/>
                </a:rPr>
                <a:t>x</a:t>
              </a:r>
              <a:r>
                <a:rPr kumimoji="1" lang="en-US" altLang="zh-CN" sz="2400" dirty="0">
                  <a:solidFill>
                    <a:prstClr val="black"/>
                  </a:solidFill>
                  <a:latin typeface="Times New Roman" pitchFamily="18" charset="0"/>
                  <a:ea typeface="楷体" pitchFamily="49" charset="-122"/>
                  <a:cs typeface="Times New Roman" pitchFamily="18" charset="0"/>
                </a:rPr>
                <a:t> = </a:t>
              </a:r>
              <a:r>
                <a:rPr kumimoji="1" lang="en-US" altLang="zh-CN" sz="2400" i="1" dirty="0">
                  <a:solidFill>
                    <a:prstClr val="black"/>
                  </a:solidFill>
                  <a:latin typeface="Times New Roman" pitchFamily="18" charset="0"/>
                  <a:ea typeface="楷体" pitchFamily="49" charset="-122"/>
                  <a:cs typeface="Times New Roman" pitchFamily="18" charset="0"/>
                </a:rPr>
                <a:t>y</a:t>
              </a:r>
              <a:r>
                <a:rPr kumimoji="1" lang="en-US" altLang="zh-CN" sz="2400" dirty="0">
                  <a:solidFill>
                    <a:prstClr val="black"/>
                  </a:solidFill>
                  <a:latin typeface="Times New Roman" pitchFamily="18" charset="0"/>
                  <a:ea typeface="楷体" pitchFamily="49" charset="-122"/>
                  <a:cs typeface="Times New Roman" pitchFamily="18" charset="0"/>
                </a:rPr>
                <a:t> + 1</a:t>
              </a:r>
            </a:p>
          </p:txBody>
        </p:sp>
        <p:sp>
          <p:nvSpPr>
            <p:cNvPr id="842764" name="Line 12">
              <a:extLst>
                <a:ext uri="{FF2B5EF4-FFF2-40B4-BE49-F238E27FC236}">
                  <a16:creationId xmlns:a16="http://schemas.microsoft.com/office/drawing/2014/main" id="{C36CEC95-E94A-4D59-9EFF-DDDA5283A02F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4791075" y="2601913"/>
              <a:ext cx="795338" cy="190500"/>
            </a:xfrm>
            <a:prstGeom prst="line">
              <a:avLst/>
            </a:prstGeom>
            <a:grpFill/>
            <a:ln w="25400">
              <a:solidFill>
                <a:schemeClr val="tx1"/>
              </a:solidFill>
              <a:round/>
              <a:headEnd/>
              <a:tailEnd type="triangle" w="lg" len="med"/>
            </a:ln>
          </p:spPr>
          <p:txBody>
            <a:bodyPr lIns="68580" tIns="34290" rIns="68580" bIns="34290"/>
            <a:lstStyle/>
            <a:p>
              <a:endParaRPr lang="zh-CN" altLang="en-US" dirty="0"/>
            </a:p>
          </p:txBody>
        </p:sp>
      </p:grpSp>
      <p:sp>
        <p:nvSpPr>
          <p:cNvPr id="842765" name="Rectangle 13">
            <a:extLst>
              <a:ext uri="{FF2B5EF4-FFF2-40B4-BE49-F238E27FC236}">
                <a16:creationId xmlns:a16="http://schemas.microsoft.com/office/drawing/2014/main" id="{1E338B30-BC95-4B6B-B0CB-9F38A09048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33687" y="3597523"/>
            <a:ext cx="1135062" cy="1952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68580" tIns="34290" rIns="68580" bIns="34290" anchor="ctr"/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zh-CN" altLang="en-US" sz="2400" dirty="0">
                <a:solidFill>
                  <a:srgbClr val="0070C0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可以复制传播</a:t>
            </a:r>
          </a:p>
        </p:txBody>
      </p:sp>
      <p:sp>
        <p:nvSpPr>
          <p:cNvPr id="842766" name="Rectangle 14">
            <a:extLst>
              <a:ext uri="{FF2B5EF4-FFF2-40B4-BE49-F238E27FC236}">
                <a16:creationId xmlns:a16="http://schemas.microsoft.com/office/drawing/2014/main" id="{F3025390-ECA9-4F90-B279-302510567C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41899" y="3578473"/>
            <a:ext cx="1284288" cy="1952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68580" tIns="34290" rIns="68580" bIns="34290" anchor="ctr"/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zh-CN" altLang="en-US" sz="2400" dirty="0">
                <a:solidFill>
                  <a:srgbClr val="0070C0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不可以复制传播</a:t>
            </a:r>
          </a:p>
        </p:txBody>
      </p:sp>
      <p:sp>
        <p:nvSpPr>
          <p:cNvPr id="842769" name="Rectangle 17">
            <a:extLst>
              <a:ext uri="{FF2B5EF4-FFF2-40B4-BE49-F238E27FC236}">
                <a16:creationId xmlns:a16="http://schemas.microsoft.com/office/drawing/2014/main" id="{29BBD205-2A35-4D2B-8990-83D68B85593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54449" y="1921123"/>
            <a:ext cx="1330325" cy="1952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68580" tIns="34290" rIns="68580" bIns="34290" anchor="ctr"/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zh-CN" altLang="en-US" sz="2400" dirty="0">
                <a:solidFill>
                  <a:srgbClr val="0070C0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不可删除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5219CBC1-15B9-4767-A4D9-AF6B10A0F379}"/>
              </a:ext>
            </a:extLst>
          </p:cNvPr>
          <p:cNvSpPr/>
          <p:nvPr/>
        </p:nvSpPr>
        <p:spPr>
          <a:xfrm>
            <a:off x="5702474" y="2934116"/>
            <a:ext cx="2798589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zh-CN" altLang="zh-CN" sz="2400" i="1" dirty="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x</a:t>
            </a:r>
            <a:r>
              <a:rPr lang="zh-CN" altLang="zh-CN" sz="2400" dirty="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=</a:t>
            </a:r>
            <a:r>
              <a:rPr lang="zh-CN" altLang="zh-CN" sz="2400" i="1" dirty="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y</a:t>
            </a:r>
            <a:r>
              <a:rPr lang="en-US" altLang="zh-CN" sz="2400" i="1" dirty="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 </a:t>
            </a:r>
            <a:r>
              <a:rPr lang="zh-CN" altLang="en-US" sz="2400" dirty="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在</a:t>
            </a:r>
            <a:r>
              <a:rPr lang="en-US" altLang="zh-CN" sz="2400" i="1" dirty="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t</a:t>
            </a:r>
            <a:r>
              <a:rPr lang="en-US" altLang="zh-CN" sz="2400" baseline="-25000" dirty="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2</a:t>
            </a:r>
            <a:r>
              <a:rPr lang="zh-CN" altLang="en-US" sz="2400" dirty="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中</a:t>
            </a:r>
            <a:r>
              <a:rPr lang="en-US" altLang="zh-CN" sz="2400" i="1" dirty="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x</a:t>
            </a:r>
            <a:r>
              <a:rPr lang="zh-CN" altLang="en-US" sz="2400" dirty="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的引用点是“</a:t>
            </a:r>
            <a:r>
              <a:rPr lang="zh-CN" altLang="en-US" sz="2400" dirty="0">
                <a:solidFill>
                  <a:srgbClr val="0070C0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不可用</a:t>
            </a:r>
            <a:r>
              <a:rPr lang="zh-CN" altLang="en-US" sz="2400" dirty="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”的</a:t>
            </a:r>
            <a:r>
              <a:rPr lang="en-US" altLang="zh-CN" sz="2400" dirty="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 </a:t>
            </a:r>
            <a:endParaRPr lang="zh-CN" altLang="en-US" sz="2400" dirty="0"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3601AC9E-146C-4ADB-8438-C6746D2F5E88}"/>
              </a:ext>
            </a:extLst>
          </p:cNvPr>
          <p:cNvSpPr/>
          <p:nvPr/>
        </p:nvSpPr>
        <p:spPr>
          <a:xfrm>
            <a:off x="887707" y="3886570"/>
            <a:ext cx="5916541" cy="10614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eaLnBrk="1" hangingPunct="1">
              <a:lnSpc>
                <a:spcPct val="150000"/>
              </a:lnSpc>
              <a:buClr>
                <a:schemeClr val="tx1"/>
              </a:buClr>
              <a:buFont typeface="Wingdings" pitchFamily="2" charset="2"/>
              <a:buChar char="Ø"/>
              <a:defRPr/>
            </a:pPr>
            <a:r>
              <a:rPr lang="en-US" altLang="zh-CN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zh-CN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 </a:t>
            </a:r>
            <a:r>
              <a:rPr lang="zh-CN" altLang="zh-CN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zh-CN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=</a:t>
            </a:r>
            <a:r>
              <a:rPr lang="zh-CN" altLang="zh-CN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zh-CN" altLang="en-US" sz="2400" dirty="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在</a:t>
            </a:r>
            <a:r>
              <a:rPr lang="en-US" altLang="zh-CN" sz="2400" i="1" dirty="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x</a:t>
            </a:r>
            <a:r>
              <a:rPr lang="zh-CN" altLang="en-US" sz="2400" dirty="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的引用点</a:t>
            </a:r>
            <a:r>
              <a:rPr lang="en-US" altLang="zh-CN" sz="2400" i="1" dirty="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u</a:t>
            </a:r>
            <a:r>
              <a:rPr lang="zh-CN" altLang="en-US" sz="2400" dirty="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可用</a:t>
            </a:r>
            <a:r>
              <a:rPr lang="en-US" altLang="zh-CN" sz="2400" i="1" dirty="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y</a:t>
            </a:r>
            <a:r>
              <a:rPr lang="zh-CN" altLang="en-US" sz="2400" dirty="0">
                <a:solidFill>
                  <a:srgbClr val="0070C0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代替</a:t>
            </a:r>
            <a:r>
              <a:rPr lang="en-US" altLang="zh-CN" sz="2400" i="1" dirty="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x</a:t>
            </a:r>
            <a:r>
              <a:rPr lang="en-US" altLang="zh-CN" sz="2400" dirty="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 </a:t>
            </a:r>
            <a:r>
              <a:rPr lang="zh-CN" altLang="en-US" sz="2400" dirty="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的</a:t>
            </a:r>
            <a:r>
              <a:rPr lang="zh-CN" altLang="en-US" sz="2400" dirty="0">
                <a:solidFill>
                  <a:srgbClr val="0070C0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条件</a:t>
            </a:r>
            <a:endParaRPr lang="en-US" altLang="zh-CN" sz="2400" dirty="0">
              <a:solidFill>
                <a:srgbClr val="0070C0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lvl="1" eaLnBrk="1" hangingPunct="1">
              <a:lnSpc>
                <a:spcPct val="150000"/>
              </a:lnSpc>
              <a:buClr>
                <a:schemeClr val="tx1"/>
              </a:buClr>
              <a:buFont typeface="Wingdings" pitchFamily="2" charset="2"/>
              <a:buChar char="Ø"/>
              <a:defRPr/>
            </a:pPr>
            <a:r>
              <a:rPr lang="en-US" altLang="zh-CN" sz="2000" i="1" dirty="0">
                <a:solidFill>
                  <a:srgbClr val="0070C0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s</a:t>
            </a:r>
            <a:r>
              <a:rPr lang="zh-CN" altLang="zh-CN" sz="2000" dirty="0">
                <a:solidFill>
                  <a:srgbClr val="0070C0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: </a:t>
            </a:r>
            <a:r>
              <a:rPr lang="zh-CN" altLang="zh-CN" sz="2000" i="1" dirty="0">
                <a:solidFill>
                  <a:srgbClr val="0070C0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x</a:t>
            </a:r>
            <a:r>
              <a:rPr lang="zh-CN" altLang="zh-CN" sz="2000" dirty="0">
                <a:solidFill>
                  <a:srgbClr val="0070C0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=</a:t>
            </a:r>
            <a:r>
              <a:rPr lang="zh-CN" altLang="zh-CN" sz="2000" i="1" dirty="0">
                <a:solidFill>
                  <a:srgbClr val="0070C0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y</a:t>
            </a:r>
            <a:r>
              <a:rPr lang="zh-CN" altLang="en-US" sz="2000" dirty="0">
                <a:solidFill>
                  <a:srgbClr val="0070C0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在</a:t>
            </a:r>
            <a:r>
              <a:rPr lang="en-US" altLang="zh-CN" sz="2000" i="1" dirty="0">
                <a:solidFill>
                  <a:srgbClr val="0070C0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u</a:t>
            </a:r>
            <a:r>
              <a:rPr lang="zh-CN" altLang="en-US" sz="2000" dirty="0">
                <a:solidFill>
                  <a:srgbClr val="0070C0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点“可用”</a:t>
            </a:r>
            <a:r>
              <a:rPr lang="en-US" altLang="zh-CN" sz="2000" dirty="0">
                <a:solidFill>
                  <a:srgbClr val="0070C0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1710885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3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27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8427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8427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8427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53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27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84276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84276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8427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42766" grpId="0"/>
      <p:bldP spid="842769" grpId="0"/>
      <p:bldP spid="3" grpId="0"/>
      <p:bldP spid="5" grpId="0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499" name="Rectangle 2">
            <a:extLst>
              <a:ext uri="{FF2B5EF4-FFF2-40B4-BE49-F238E27FC236}">
                <a16:creationId xmlns:a16="http://schemas.microsoft.com/office/drawing/2014/main" id="{2748AE1A-D8D7-40D8-9E02-2952C04D7C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marL="257175" indent="-257175" eaLnBrk="1" hangingPunct="1">
              <a:spcBef>
                <a:spcPct val="20000"/>
              </a:spcBef>
            </a:pPr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② 删除复制语句</a:t>
            </a:r>
            <a:endParaRPr lang="en-US" altLang="zh-CN" sz="3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42757" name="Text Box 5">
            <a:extLst>
              <a:ext uri="{FF2B5EF4-FFF2-40B4-BE49-F238E27FC236}">
                <a16:creationId xmlns:a16="http://schemas.microsoft.com/office/drawing/2014/main" id="{913FFD11-A12A-4AFC-BE6E-2304D2D5305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61645" y="2862263"/>
            <a:ext cx="1600200" cy="133113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lIns="68580" tIns="34290" rIns="68580" bIns="34290">
            <a:spAutoFit/>
          </a:bodyPr>
          <a:lstStyle/>
          <a:p>
            <a:pPr algn="ctr">
              <a:spcBef>
                <a:spcPts val="600"/>
              </a:spcBef>
              <a:defRPr/>
            </a:pPr>
            <a:r>
              <a:rPr kumimoji="1" lang="en-US" altLang="zh-CN" sz="2400" i="1" dirty="0">
                <a:solidFill>
                  <a:prstClr val="black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……</a:t>
            </a:r>
          </a:p>
          <a:p>
            <a:pPr algn="ctr">
              <a:spcBef>
                <a:spcPts val="600"/>
              </a:spcBef>
              <a:defRPr/>
            </a:pPr>
            <a:r>
              <a:rPr kumimoji="1" lang="en-US" altLang="zh-CN" sz="2400" i="1" dirty="0">
                <a:solidFill>
                  <a:prstClr val="black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t</a:t>
            </a:r>
            <a:r>
              <a:rPr kumimoji="1" lang="en-US" altLang="zh-CN" sz="2400" i="1" baseline="-25000" dirty="0">
                <a:solidFill>
                  <a:prstClr val="black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1</a:t>
            </a:r>
            <a:r>
              <a:rPr kumimoji="1" lang="en-US" altLang="zh-CN" sz="2400" dirty="0">
                <a:solidFill>
                  <a:prstClr val="black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 = </a:t>
            </a:r>
            <a:r>
              <a:rPr kumimoji="1" lang="en-US" altLang="zh-CN" sz="2400" i="1" dirty="0">
                <a:solidFill>
                  <a:srgbClr val="0070C0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x</a:t>
            </a:r>
            <a:r>
              <a:rPr kumimoji="1" lang="en-US" altLang="zh-CN" sz="2400" i="1" dirty="0">
                <a:solidFill>
                  <a:prstClr val="black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 </a:t>
            </a:r>
            <a:r>
              <a:rPr kumimoji="1" lang="en-US" altLang="zh-CN" sz="2400" dirty="0">
                <a:solidFill>
                  <a:prstClr val="black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* 2</a:t>
            </a:r>
          </a:p>
          <a:p>
            <a:pPr algn="ctr">
              <a:spcBef>
                <a:spcPts val="600"/>
              </a:spcBef>
              <a:defRPr/>
            </a:pPr>
            <a:r>
              <a:rPr kumimoji="1" lang="en-US" altLang="zh-CN" sz="2400" dirty="0">
                <a:solidFill>
                  <a:prstClr val="black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……</a:t>
            </a:r>
          </a:p>
        </p:txBody>
      </p:sp>
      <p:sp>
        <p:nvSpPr>
          <p:cNvPr id="842759" name="Line 7">
            <a:extLst>
              <a:ext uri="{FF2B5EF4-FFF2-40B4-BE49-F238E27FC236}">
                <a16:creationId xmlns:a16="http://schemas.microsoft.com/office/drawing/2014/main" id="{E1E63CB6-01C8-466B-B17E-09A38FD36690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004645" y="2571750"/>
            <a:ext cx="769620" cy="220663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 type="triangle" w="lg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/>
          </a:p>
        </p:txBody>
      </p:sp>
      <p:sp>
        <p:nvSpPr>
          <p:cNvPr id="842760" name="Text Box 8">
            <a:extLst>
              <a:ext uri="{FF2B5EF4-FFF2-40B4-BE49-F238E27FC236}">
                <a16:creationId xmlns:a16="http://schemas.microsoft.com/office/drawing/2014/main" id="{19D01891-C2AA-4165-9C03-3B004CEE99C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89745" y="990248"/>
            <a:ext cx="1600200" cy="154657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lIns="68580" tIns="34290" rIns="68580" bIns="34290">
            <a:spAutoFit/>
          </a:bodyPr>
          <a:lstStyle/>
          <a:p>
            <a:pPr algn="ctr">
              <a:spcBef>
                <a:spcPct val="50000"/>
              </a:spcBef>
              <a:defRPr/>
            </a:pPr>
            <a:r>
              <a:rPr kumimoji="1" lang="en-US" altLang="zh-CN" sz="2400" i="1" dirty="0">
                <a:solidFill>
                  <a:prstClr val="black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…….</a:t>
            </a:r>
          </a:p>
          <a:p>
            <a:pPr algn="ctr">
              <a:spcBef>
                <a:spcPct val="50000"/>
              </a:spcBef>
              <a:defRPr/>
            </a:pPr>
            <a:r>
              <a:rPr kumimoji="1" lang="en-US" altLang="zh-CN" sz="2400" i="1" dirty="0">
                <a:solidFill>
                  <a:srgbClr val="0070C0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x</a:t>
            </a:r>
            <a:r>
              <a:rPr kumimoji="1" lang="en-US" altLang="zh-CN" sz="2400" dirty="0">
                <a:solidFill>
                  <a:srgbClr val="0070C0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 = </a:t>
            </a:r>
            <a:r>
              <a:rPr kumimoji="1" lang="en-US" altLang="zh-CN" sz="2400" i="1" dirty="0">
                <a:solidFill>
                  <a:srgbClr val="0070C0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y</a:t>
            </a:r>
          </a:p>
          <a:p>
            <a:pPr algn="ctr">
              <a:spcBef>
                <a:spcPct val="50000"/>
              </a:spcBef>
              <a:defRPr/>
            </a:pPr>
            <a:r>
              <a:rPr kumimoji="1" lang="en-US" altLang="zh-CN" sz="2400" i="1" dirty="0">
                <a:solidFill>
                  <a:prstClr val="black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……</a:t>
            </a:r>
          </a:p>
        </p:txBody>
      </p:sp>
      <p:sp>
        <p:nvSpPr>
          <p:cNvPr id="842761" name="Line 9">
            <a:extLst>
              <a:ext uri="{FF2B5EF4-FFF2-40B4-BE49-F238E27FC236}">
                <a16:creationId xmlns:a16="http://schemas.microsoft.com/office/drawing/2014/main" id="{5C914DA8-501E-40EA-A8BD-75F053F9685D}"/>
              </a:ext>
            </a:extLst>
          </p:cNvPr>
          <p:cNvSpPr>
            <a:spLocks noChangeShapeType="1"/>
          </p:cNvSpPr>
          <p:nvPr/>
        </p:nvSpPr>
        <p:spPr bwMode="auto">
          <a:xfrm>
            <a:off x="4088908" y="2571750"/>
            <a:ext cx="630237" cy="220663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 type="triangle" w="lg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/>
          </a:p>
        </p:txBody>
      </p:sp>
      <p:sp>
        <p:nvSpPr>
          <p:cNvPr id="842762" name="Text Box 10">
            <a:extLst>
              <a:ext uri="{FF2B5EF4-FFF2-40B4-BE49-F238E27FC236}">
                <a16:creationId xmlns:a16="http://schemas.microsoft.com/office/drawing/2014/main" id="{7D194857-C784-4F95-A8FD-FE1DE19AB61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33345" y="2862263"/>
            <a:ext cx="1771650" cy="43815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lIns="68580" tIns="34290" rIns="68580" bIns="34290">
            <a:spAutoFit/>
          </a:bodyPr>
          <a:lstStyle/>
          <a:p>
            <a:pPr algn="ctr">
              <a:spcBef>
                <a:spcPct val="50000"/>
              </a:spcBef>
              <a:defRPr/>
            </a:pPr>
            <a:r>
              <a:rPr kumimoji="1" lang="en-US" altLang="zh-CN" sz="2400" i="1" dirty="0">
                <a:solidFill>
                  <a:prstClr val="black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t</a:t>
            </a:r>
            <a:r>
              <a:rPr kumimoji="1" lang="en-US" altLang="zh-CN" sz="2400" i="1" baseline="-25000" dirty="0">
                <a:solidFill>
                  <a:prstClr val="black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2</a:t>
            </a:r>
            <a:r>
              <a:rPr kumimoji="1" lang="en-US" altLang="zh-CN" sz="2400" dirty="0">
                <a:solidFill>
                  <a:prstClr val="black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 = </a:t>
            </a:r>
            <a:r>
              <a:rPr kumimoji="1" lang="en-US" altLang="zh-CN" sz="2400" i="1" dirty="0">
                <a:solidFill>
                  <a:srgbClr val="0070C0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x</a:t>
            </a:r>
            <a:r>
              <a:rPr kumimoji="1" lang="en-US" altLang="zh-CN" sz="2400" dirty="0">
                <a:solidFill>
                  <a:prstClr val="black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 * 3</a:t>
            </a:r>
          </a:p>
        </p:txBody>
      </p:sp>
      <p:sp>
        <p:nvSpPr>
          <p:cNvPr id="14" name="Rectangle 17">
            <a:extLst>
              <a:ext uri="{FF2B5EF4-FFF2-40B4-BE49-F238E27FC236}">
                <a16:creationId xmlns:a16="http://schemas.microsoft.com/office/drawing/2014/main" id="{1B562C71-7C9E-4FEF-9CD8-119281E037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35951" y="984816"/>
            <a:ext cx="795673" cy="2685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68580" tIns="34290" rIns="68580" bIns="34290" anchor="ctr"/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-US" altLang="zh-CN" sz="2400" i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B1</a:t>
            </a:r>
            <a:endParaRPr lang="zh-CN" altLang="en-US" sz="2400" i="1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</p:txBody>
      </p:sp>
      <p:sp>
        <p:nvSpPr>
          <p:cNvPr id="15" name="Rectangle 17">
            <a:extLst>
              <a:ext uri="{FF2B5EF4-FFF2-40B4-BE49-F238E27FC236}">
                <a16:creationId xmlns:a16="http://schemas.microsoft.com/office/drawing/2014/main" id="{D5FDB608-B57F-45C8-9BEE-C6B4063DA1D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16797" y="3518626"/>
            <a:ext cx="795673" cy="2685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68580" tIns="34290" rIns="68580" bIns="34290" anchor="ctr"/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-US" altLang="zh-CN" sz="2400" i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B2</a:t>
            </a:r>
            <a:endParaRPr lang="zh-CN" altLang="en-US" sz="2400" i="1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</p:txBody>
      </p:sp>
      <p:sp>
        <p:nvSpPr>
          <p:cNvPr id="16" name="Rectangle 17">
            <a:extLst>
              <a:ext uri="{FF2B5EF4-FFF2-40B4-BE49-F238E27FC236}">
                <a16:creationId xmlns:a16="http://schemas.microsoft.com/office/drawing/2014/main" id="{E805AEC2-7424-4E32-8B82-42E38C8654B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11020" y="2960843"/>
            <a:ext cx="795673" cy="2685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68580" tIns="34290" rIns="68580" bIns="34290" anchor="ctr"/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-US" altLang="zh-CN" sz="2400" i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B3</a:t>
            </a:r>
            <a:endParaRPr lang="zh-CN" altLang="en-US" sz="2400" i="1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</p:txBody>
      </p:sp>
      <p:sp>
        <p:nvSpPr>
          <p:cNvPr id="17" name="Rectangle 17">
            <a:extLst>
              <a:ext uri="{FF2B5EF4-FFF2-40B4-BE49-F238E27FC236}">
                <a16:creationId xmlns:a16="http://schemas.microsoft.com/office/drawing/2014/main" id="{510064C4-3596-4E77-9776-125DDC2208C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1520" y="2411766"/>
            <a:ext cx="2714540" cy="358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68580" tIns="34290" rIns="68580" bIns="34290" anchor="ctr"/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-US" altLang="zh-CN" sz="2400" i="1" dirty="0">
                <a:solidFill>
                  <a:srgbClr val="0070C0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IN(B2)</a:t>
            </a:r>
            <a:r>
              <a:rPr lang="en-US" altLang="zh-CN" sz="2400" i="1" dirty="0">
                <a:solidFill>
                  <a:schemeClr val="tx2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 </a:t>
            </a:r>
            <a:r>
              <a:rPr lang="en-US" altLang="zh-CN" sz="2400" i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= </a:t>
            </a:r>
            <a:r>
              <a:rPr lang="en-US" altLang="zh-CN" sz="24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{</a:t>
            </a:r>
            <a:r>
              <a:rPr lang="en-US" altLang="zh-CN" sz="2400" i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…, x=y, …</a:t>
            </a:r>
            <a:r>
              <a:rPr lang="en-US" altLang="zh-CN" sz="24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}</a:t>
            </a:r>
            <a:endParaRPr lang="zh-CN" altLang="en-US" sz="2400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6BAB783-6E6D-45D6-AAE6-8E23269A27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60032" y="2303581"/>
            <a:ext cx="3235470" cy="358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68580" tIns="34290" rIns="68580" bIns="34290" anchor="ctr"/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-US" altLang="zh-CN" sz="2400" i="1" dirty="0">
                <a:solidFill>
                  <a:srgbClr val="0070C0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IN(B3)</a:t>
            </a:r>
            <a:r>
              <a:rPr lang="en-US" altLang="zh-CN" sz="2400" i="1" dirty="0">
                <a:solidFill>
                  <a:schemeClr val="tx2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 </a:t>
            </a:r>
            <a:r>
              <a:rPr lang="en-US" altLang="zh-CN" sz="2400" i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= </a:t>
            </a:r>
            <a:r>
              <a:rPr lang="en-US" altLang="zh-CN" sz="24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{ </a:t>
            </a:r>
            <a:r>
              <a:rPr lang="en-US" altLang="zh-CN" sz="2400" i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…, x=y, … </a:t>
            </a:r>
            <a:r>
              <a:rPr lang="en-US" altLang="zh-CN" sz="24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}</a:t>
            </a:r>
            <a:endParaRPr lang="zh-CN" altLang="en-US" sz="2400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</p:txBody>
      </p:sp>
      <p:sp>
        <p:nvSpPr>
          <p:cNvPr id="19" name="Rectangle 17">
            <a:extLst>
              <a:ext uri="{FF2B5EF4-FFF2-40B4-BE49-F238E27FC236}">
                <a16:creationId xmlns:a16="http://schemas.microsoft.com/office/drawing/2014/main" id="{D272ED04-B715-4747-8388-F930FB876F8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35951" y="1587905"/>
            <a:ext cx="4400545" cy="358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68580" tIns="34290" rIns="68580" bIns="34290" anchor="ctr"/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-US" altLang="zh-CN" sz="2400" i="1" dirty="0">
                <a:solidFill>
                  <a:srgbClr val="0070C0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du</a:t>
            </a:r>
            <a:r>
              <a:rPr lang="en-US" altLang="zh-CN" sz="2400" dirty="0">
                <a:solidFill>
                  <a:srgbClr val="0070C0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(</a:t>
            </a:r>
            <a:r>
              <a:rPr lang="en-US" altLang="zh-CN" sz="2400" i="1" dirty="0">
                <a:solidFill>
                  <a:srgbClr val="0070C0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x=y</a:t>
            </a:r>
            <a:r>
              <a:rPr lang="en-US" altLang="zh-CN" sz="2400" dirty="0">
                <a:solidFill>
                  <a:srgbClr val="0070C0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)</a:t>
            </a:r>
            <a:r>
              <a:rPr lang="en-US" altLang="zh-CN" sz="2400" i="1" dirty="0">
                <a:solidFill>
                  <a:schemeClr val="tx2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 </a:t>
            </a:r>
            <a:r>
              <a:rPr lang="en-US" altLang="zh-CN" sz="2400" i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= </a:t>
            </a:r>
            <a:r>
              <a:rPr lang="en-US" altLang="zh-CN" sz="24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{ </a:t>
            </a:r>
            <a:r>
              <a:rPr kumimoji="1" lang="en-US" altLang="zh-CN" sz="2400" i="1" dirty="0">
                <a:solidFill>
                  <a:prstClr val="black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t</a:t>
            </a:r>
            <a:r>
              <a:rPr kumimoji="1" lang="en-US" altLang="zh-CN" sz="2400" i="1" baseline="-25000" dirty="0">
                <a:solidFill>
                  <a:prstClr val="black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1</a:t>
            </a:r>
            <a:r>
              <a:rPr kumimoji="1" lang="en-US" altLang="zh-CN" sz="2400" dirty="0">
                <a:solidFill>
                  <a:prstClr val="black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 = </a:t>
            </a:r>
            <a:r>
              <a:rPr kumimoji="1" lang="en-US" altLang="zh-CN" sz="2400" i="1" dirty="0">
                <a:solidFill>
                  <a:prstClr val="black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x </a:t>
            </a:r>
            <a:r>
              <a:rPr kumimoji="1" lang="en-US" altLang="zh-CN" sz="2400" dirty="0">
                <a:solidFill>
                  <a:prstClr val="black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* 2</a:t>
            </a:r>
            <a:r>
              <a:rPr lang="en-US" altLang="zh-CN" sz="2400" i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, </a:t>
            </a:r>
            <a:r>
              <a:rPr kumimoji="1" lang="en-US" altLang="zh-CN" sz="2400" i="1" dirty="0">
                <a:solidFill>
                  <a:prstClr val="black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t</a:t>
            </a:r>
            <a:r>
              <a:rPr kumimoji="1" lang="en-US" altLang="zh-CN" sz="2400" i="1" baseline="-25000" dirty="0">
                <a:solidFill>
                  <a:prstClr val="black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2</a:t>
            </a:r>
            <a:r>
              <a:rPr kumimoji="1" lang="en-US" altLang="zh-CN" sz="2400" dirty="0">
                <a:solidFill>
                  <a:prstClr val="black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 = </a:t>
            </a:r>
            <a:r>
              <a:rPr kumimoji="1" lang="en-US" altLang="zh-CN" sz="2400" i="1" dirty="0">
                <a:solidFill>
                  <a:prstClr val="black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x</a:t>
            </a:r>
            <a:r>
              <a:rPr kumimoji="1" lang="en-US" altLang="zh-CN" sz="2400" dirty="0">
                <a:solidFill>
                  <a:prstClr val="black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 * 3 </a:t>
            </a:r>
            <a:r>
              <a:rPr lang="en-US" altLang="zh-CN" sz="24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}</a:t>
            </a:r>
            <a:endParaRPr lang="zh-CN" altLang="en-US" sz="2400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</p:txBody>
      </p:sp>
      <p:grpSp>
        <p:nvGrpSpPr>
          <p:cNvPr id="3" name="组合 2">
            <a:extLst>
              <a:ext uri="{FF2B5EF4-FFF2-40B4-BE49-F238E27FC236}">
                <a16:creationId xmlns:a16="http://schemas.microsoft.com/office/drawing/2014/main" id="{2C8D2520-281C-43B5-A194-AC78A3704F36}"/>
              </a:ext>
            </a:extLst>
          </p:cNvPr>
          <p:cNvGrpSpPr/>
          <p:nvPr/>
        </p:nvGrpSpPr>
        <p:grpSpPr>
          <a:xfrm>
            <a:off x="306652" y="2871319"/>
            <a:ext cx="1454435" cy="510728"/>
            <a:chOff x="306652" y="2871319"/>
            <a:chExt cx="1454435" cy="510728"/>
          </a:xfrm>
        </p:grpSpPr>
        <p:sp>
          <p:nvSpPr>
            <p:cNvPr id="2" name="左大括号 1">
              <a:extLst>
                <a:ext uri="{FF2B5EF4-FFF2-40B4-BE49-F238E27FC236}">
                  <a16:creationId xmlns:a16="http://schemas.microsoft.com/office/drawing/2014/main" id="{5B649DBB-9702-4A7D-907A-B2BB6570D6E6}"/>
                </a:ext>
              </a:extLst>
            </p:cNvPr>
            <p:cNvSpPr/>
            <p:nvPr/>
          </p:nvSpPr>
          <p:spPr>
            <a:xfrm>
              <a:off x="1581475" y="2871319"/>
              <a:ext cx="179612" cy="510728"/>
            </a:xfrm>
            <a:prstGeom prst="leftBrace">
              <a:avLst/>
            </a:prstGeom>
            <a:ln w="28575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1" name="Rectangle 17">
              <a:extLst>
                <a:ext uri="{FF2B5EF4-FFF2-40B4-BE49-F238E27FC236}">
                  <a16:creationId xmlns:a16="http://schemas.microsoft.com/office/drawing/2014/main" id="{63324E79-2AAD-4BEF-AE60-7344F18B024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6652" y="2987470"/>
              <a:ext cx="1145980" cy="2685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68580" tIns="34290" rIns="68580" bIns="34290" anchor="ctr"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zh-CN" altLang="en-US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未对</a:t>
              </a:r>
              <a:r>
                <a:rPr lang="en-US" altLang="zh-CN" i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x</a:t>
              </a:r>
              <a:r>
                <a:rPr lang="zh-CN" altLang="en-US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或</a:t>
              </a:r>
              <a:r>
                <a:rPr lang="en-US" altLang="zh-CN" i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y</a:t>
              </a:r>
              <a:r>
                <a:rPr lang="zh-CN" altLang="en-US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定值</a:t>
              </a:r>
            </a:p>
          </p:txBody>
        </p:sp>
      </p:grpSp>
      <p:grpSp>
        <p:nvGrpSpPr>
          <p:cNvPr id="5" name="组合 4">
            <a:extLst>
              <a:ext uri="{FF2B5EF4-FFF2-40B4-BE49-F238E27FC236}">
                <a16:creationId xmlns:a16="http://schemas.microsoft.com/office/drawing/2014/main" id="{8F4AA043-72FE-4E87-8C7F-A281EF9F69C1}"/>
              </a:ext>
            </a:extLst>
          </p:cNvPr>
          <p:cNvGrpSpPr/>
          <p:nvPr/>
        </p:nvGrpSpPr>
        <p:grpSpPr>
          <a:xfrm>
            <a:off x="3533853" y="3561785"/>
            <a:ext cx="2766339" cy="1469575"/>
            <a:chOff x="2955655" y="3561785"/>
            <a:chExt cx="2766339" cy="1469575"/>
          </a:xfrm>
          <a:solidFill>
            <a:schemeClr val="accent1">
              <a:lumMod val="20000"/>
              <a:lumOff val="80000"/>
            </a:schemeClr>
          </a:solidFill>
        </p:grpSpPr>
        <p:sp>
          <p:nvSpPr>
            <p:cNvPr id="4" name="箭头: 右 3">
              <a:extLst>
                <a:ext uri="{FF2B5EF4-FFF2-40B4-BE49-F238E27FC236}">
                  <a16:creationId xmlns:a16="http://schemas.microsoft.com/office/drawing/2014/main" id="{16C2F563-8255-4EC3-8C12-A42276A30068}"/>
                </a:ext>
              </a:extLst>
            </p:cNvPr>
            <p:cNvSpPr/>
            <p:nvPr/>
          </p:nvSpPr>
          <p:spPr>
            <a:xfrm>
              <a:off x="2955655" y="3561785"/>
              <a:ext cx="1110155" cy="937396"/>
            </a:xfrm>
            <a:prstGeom prst="rightArrow">
              <a:avLst>
                <a:gd name="adj1" fmla="val 50000"/>
                <a:gd name="adj2" fmla="val 20736"/>
              </a:avLst>
            </a:pr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i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y</a:t>
              </a:r>
              <a:r>
                <a:rPr lang="zh-CN" altLang="en-US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替换</a:t>
              </a:r>
              <a:r>
                <a:rPr lang="en-US" altLang="zh-CN" i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x</a:t>
              </a:r>
              <a:endParaRPr lang="zh-CN" altLang="en-US" i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  <p:sp>
          <p:nvSpPr>
            <p:cNvPr id="26" name="Text Box 5">
              <a:extLst>
                <a:ext uri="{FF2B5EF4-FFF2-40B4-BE49-F238E27FC236}">
                  <a16:creationId xmlns:a16="http://schemas.microsoft.com/office/drawing/2014/main" id="{62784E4A-4AF2-4A60-A8C5-FE6AC52F2D5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121794" y="3700226"/>
              <a:ext cx="1600200" cy="1331134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8580" tIns="34290" rIns="68580" bIns="34290">
              <a:spAutoFit/>
            </a:bodyPr>
            <a:lstStyle/>
            <a:p>
              <a:pPr algn="ctr">
                <a:spcBef>
                  <a:spcPts val="600"/>
                </a:spcBef>
                <a:defRPr/>
              </a:pPr>
              <a:r>
                <a:rPr kumimoji="1" lang="en-US" altLang="zh-CN" sz="2400" i="1" dirty="0">
                  <a:solidFill>
                    <a:prstClr val="black"/>
                  </a:solidFill>
                  <a:latin typeface="Times New Roman" pitchFamily="18" charset="0"/>
                  <a:ea typeface="楷体" pitchFamily="49" charset="-122"/>
                  <a:cs typeface="Times New Roman" pitchFamily="18" charset="0"/>
                </a:rPr>
                <a:t>……</a:t>
              </a:r>
            </a:p>
            <a:p>
              <a:pPr algn="ctr">
                <a:spcBef>
                  <a:spcPts val="600"/>
                </a:spcBef>
                <a:defRPr/>
              </a:pPr>
              <a:r>
                <a:rPr kumimoji="1" lang="en-US" altLang="zh-CN" sz="2400" i="1" dirty="0">
                  <a:solidFill>
                    <a:prstClr val="black"/>
                  </a:solidFill>
                  <a:latin typeface="Times New Roman" pitchFamily="18" charset="0"/>
                  <a:ea typeface="楷体" pitchFamily="49" charset="-122"/>
                  <a:cs typeface="Times New Roman" pitchFamily="18" charset="0"/>
                </a:rPr>
                <a:t>t</a:t>
              </a:r>
              <a:r>
                <a:rPr kumimoji="1" lang="en-US" altLang="zh-CN" sz="2400" i="1" baseline="-25000" dirty="0">
                  <a:solidFill>
                    <a:prstClr val="black"/>
                  </a:solidFill>
                  <a:latin typeface="Times New Roman" pitchFamily="18" charset="0"/>
                  <a:ea typeface="楷体" pitchFamily="49" charset="-122"/>
                  <a:cs typeface="Times New Roman" pitchFamily="18" charset="0"/>
                </a:rPr>
                <a:t>1</a:t>
              </a:r>
              <a:r>
                <a:rPr kumimoji="1" lang="en-US" altLang="zh-CN" sz="2400" dirty="0">
                  <a:solidFill>
                    <a:prstClr val="black"/>
                  </a:solidFill>
                  <a:latin typeface="Times New Roman" pitchFamily="18" charset="0"/>
                  <a:ea typeface="楷体" pitchFamily="49" charset="-122"/>
                  <a:cs typeface="Times New Roman" pitchFamily="18" charset="0"/>
                </a:rPr>
                <a:t> = </a:t>
              </a:r>
              <a:r>
                <a:rPr kumimoji="1" lang="en-US" altLang="zh-CN" sz="2400" i="1" dirty="0">
                  <a:solidFill>
                    <a:srgbClr val="FF0000"/>
                  </a:solidFill>
                  <a:latin typeface="Times New Roman" pitchFamily="18" charset="0"/>
                  <a:ea typeface="楷体" pitchFamily="49" charset="-122"/>
                  <a:cs typeface="Times New Roman" pitchFamily="18" charset="0"/>
                </a:rPr>
                <a:t>y</a:t>
              </a:r>
              <a:r>
                <a:rPr kumimoji="1" lang="en-US" altLang="zh-CN" sz="2400" i="1" dirty="0">
                  <a:solidFill>
                    <a:prstClr val="black"/>
                  </a:solidFill>
                  <a:latin typeface="Times New Roman" pitchFamily="18" charset="0"/>
                  <a:ea typeface="楷体" pitchFamily="49" charset="-122"/>
                  <a:cs typeface="Times New Roman" pitchFamily="18" charset="0"/>
                </a:rPr>
                <a:t> </a:t>
              </a:r>
              <a:r>
                <a:rPr kumimoji="1" lang="en-US" altLang="zh-CN" sz="2400" dirty="0">
                  <a:solidFill>
                    <a:prstClr val="black"/>
                  </a:solidFill>
                  <a:latin typeface="Times New Roman" pitchFamily="18" charset="0"/>
                  <a:ea typeface="楷体" pitchFamily="49" charset="-122"/>
                  <a:cs typeface="Times New Roman" pitchFamily="18" charset="0"/>
                </a:rPr>
                <a:t>* 2</a:t>
              </a:r>
            </a:p>
            <a:p>
              <a:pPr algn="ctr">
                <a:spcBef>
                  <a:spcPts val="600"/>
                </a:spcBef>
                <a:defRPr/>
              </a:pPr>
              <a:r>
                <a:rPr kumimoji="1" lang="en-US" altLang="zh-CN" sz="2400" dirty="0">
                  <a:solidFill>
                    <a:prstClr val="black"/>
                  </a:solidFill>
                  <a:latin typeface="Times New Roman" pitchFamily="18" charset="0"/>
                  <a:ea typeface="楷体" pitchFamily="49" charset="-122"/>
                  <a:cs typeface="Times New Roman" pitchFamily="18" charset="0"/>
                </a:rPr>
                <a:t>……</a:t>
              </a:r>
            </a:p>
          </p:txBody>
        </p:sp>
      </p:grpSp>
      <p:grpSp>
        <p:nvGrpSpPr>
          <p:cNvPr id="6" name="组合 5">
            <a:extLst>
              <a:ext uri="{FF2B5EF4-FFF2-40B4-BE49-F238E27FC236}">
                <a16:creationId xmlns:a16="http://schemas.microsoft.com/office/drawing/2014/main" id="{E6937C92-348C-45E7-90B2-64F176DE1F7B}"/>
              </a:ext>
            </a:extLst>
          </p:cNvPr>
          <p:cNvGrpSpPr/>
          <p:nvPr/>
        </p:nvGrpSpPr>
        <p:grpSpPr>
          <a:xfrm>
            <a:off x="5868144" y="2725926"/>
            <a:ext cx="2492603" cy="706022"/>
            <a:chOff x="5823813" y="2712155"/>
            <a:chExt cx="2492603" cy="706022"/>
          </a:xfrm>
        </p:grpSpPr>
        <p:sp>
          <p:nvSpPr>
            <p:cNvPr id="28" name="箭头: 右 27">
              <a:extLst>
                <a:ext uri="{FF2B5EF4-FFF2-40B4-BE49-F238E27FC236}">
                  <a16:creationId xmlns:a16="http://schemas.microsoft.com/office/drawing/2014/main" id="{E4E61187-D0FD-412A-9F9A-239C5B8D0F36}"/>
                </a:ext>
              </a:extLst>
            </p:cNvPr>
            <p:cNvSpPr/>
            <p:nvPr/>
          </p:nvSpPr>
          <p:spPr>
            <a:xfrm>
              <a:off x="5823813" y="2712155"/>
              <a:ext cx="1152127" cy="706022"/>
            </a:xfrm>
            <a:prstGeom prst="rightArrow">
              <a:avLst/>
            </a:pr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i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y</a:t>
              </a:r>
              <a:r>
                <a:rPr lang="zh-CN" altLang="en-US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替换</a:t>
              </a:r>
              <a:r>
                <a:rPr lang="en-US" altLang="zh-CN" i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x</a:t>
              </a:r>
              <a:endParaRPr lang="zh-CN" altLang="en-US" i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  <p:sp>
          <p:nvSpPr>
            <p:cNvPr id="29" name="Text Box 10">
              <a:extLst>
                <a:ext uri="{FF2B5EF4-FFF2-40B4-BE49-F238E27FC236}">
                  <a16:creationId xmlns:a16="http://schemas.microsoft.com/office/drawing/2014/main" id="{343EC2EB-9A67-434F-AC85-834FA729E23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047949" y="2862263"/>
              <a:ext cx="1268467" cy="438150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 lIns="68580" tIns="34290" rIns="68580" bIns="34290">
              <a:spAutoFit/>
            </a:bodyPr>
            <a:lstStyle/>
            <a:p>
              <a:pPr algn="ctr">
                <a:spcBef>
                  <a:spcPct val="50000"/>
                </a:spcBef>
                <a:defRPr/>
              </a:pPr>
              <a:r>
                <a:rPr kumimoji="1" lang="en-US" altLang="zh-CN" sz="2400" i="1" dirty="0">
                  <a:solidFill>
                    <a:prstClr val="black"/>
                  </a:solidFill>
                  <a:latin typeface="Times New Roman" pitchFamily="18" charset="0"/>
                  <a:ea typeface="楷体" pitchFamily="49" charset="-122"/>
                  <a:cs typeface="Times New Roman" pitchFamily="18" charset="0"/>
                </a:rPr>
                <a:t>t</a:t>
              </a:r>
              <a:r>
                <a:rPr kumimoji="1" lang="en-US" altLang="zh-CN" sz="2400" i="1" baseline="-25000" dirty="0">
                  <a:solidFill>
                    <a:prstClr val="black"/>
                  </a:solidFill>
                  <a:latin typeface="Times New Roman" pitchFamily="18" charset="0"/>
                  <a:ea typeface="楷体" pitchFamily="49" charset="-122"/>
                  <a:cs typeface="Times New Roman" pitchFamily="18" charset="0"/>
                </a:rPr>
                <a:t>2</a:t>
              </a:r>
              <a:r>
                <a:rPr kumimoji="1" lang="en-US" altLang="zh-CN" sz="2400" dirty="0">
                  <a:solidFill>
                    <a:prstClr val="black"/>
                  </a:solidFill>
                  <a:latin typeface="Times New Roman" pitchFamily="18" charset="0"/>
                  <a:ea typeface="楷体" pitchFamily="49" charset="-122"/>
                  <a:cs typeface="Times New Roman" pitchFamily="18" charset="0"/>
                </a:rPr>
                <a:t> = </a:t>
              </a:r>
              <a:r>
                <a:rPr kumimoji="1" lang="en-US" altLang="zh-CN" sz="2400" i="1" dirty="0">
                  <a:solidFill>
                    <a:srgbClr val="FF0000"/>
                  </a:solidFill>
                  <a:latin typeface="Times New Roman" pitchFamily="18" charset="0"/>
                  <a:ea typeface="楷体" pitchFamily="49" charset="-122"/>
                  <a:cs typeface="Times New Roman" pitchFamily="18" charset="0"/>
                </a:rPr>
                <a:t>y</a:t>
              </a:r>
              <a:r>
                <a:rPr kumimoji="1" lang="en-US" altLang="zh-CN" sz="2400" dirty="0">
                  <a:solidFill>
                    <a:prstClr val="black"/>
                  </a:solidFill>
                  <a:latin typeface="Times New Roman" pitchFamily="18" charset="0"/>
                  <a:ea typeface="楷体" pitchFamily="49" charset="-122"/>
                  <a:cs typeface="Times New Roman" pitchFamily="18" charset="0"/>
                </a:rPr>
                <a:t> * 3</a:t>
              </a:r>
            </a:p>
          </p:txBody>
        </p:sp>
      </p:grp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6EAD1EC0-0177-41F3-902C-643FA0A32C44}"/>
              </a:ext>
            </a:extLst>
          </p:cNvPr>
          <p:cNvCxnSpPr/>
          <p:nvPr/>
        </p:nvCxnSpPr>
        <p:spPr>
          <a:xfrm>
            <a:off x="3461845" y="1782586"/>
            <a:ext cx="942181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Rectangle 17">
            <a:extLst>
              <a:ext uri="{FF2B5EF4-FFF2-40B4-BE49-F238E27FC236}">
                <a16:creationId xmlns:a16="http://schemas.microsoft.com/office/drawing/2014/main" id="{3EBB1F41-16C8-49D8-B757-18026B11F4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7363" y="1016373"/>
            <a:ext cx="2714540" cy="358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68580" tIns="34290" rIns="68580" bIns="34290" anchor="ctr"/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-US" altLang="zh-CN" sz="2400" i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IN(X)</a:t>
            </a:r>
            <a:r>
              <a:rPr lang="en-US" altLang="zh-CN" sz="24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:</a:t>
            </a:r>
            <a:r>
              <a:rPr lang="zh-CN" altLang="en-US" sz="24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可用表达式</a:t>
            </a:r>
          </a:p>
        </p:txBody>
      </p:sp>
    </p:spTree>
    <p:extLst>
      <p:ext uri="{BB962C8B-B14F-4D97-AF65-F5344CB8AC3E}">
        <p14:creationId xmlns:p14="http://schemas.microsoft.com/office/powerpoint/2010/main" val="22636637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53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53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/>
      <p:bldP spid="35" grpId="0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1731" name="Rectangle 3">
            <a:extLst>
              <a:ext uri="{FF2B5EF4-FFF2-40B4-BE49-F238E27FC236}">
                <a16:creationId xmlns:a16="http://schemas.microsoft.com/office/drawing/2014/main" id="{2994D28B-F5FA-4E4F-8F77-6C910838E195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430213" y="785812"/>
            <a:ext cx="8142287" cy="4089399"/>
          </a:xfrm>
        </p:spPr>
        <p:txBody>
          <a:bodyPr vert="horz"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lnSpc>
                <a:spcPts val="28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2200" b="1" dirty="0">
                <a:solidFill>
                  <a:schemeClr val="tx1"/>
                </a:solidFill>
                <a:cs typeface="Times New Roman" panose="02020603050405020304" pitchFamily="18" charset="0"/>
              </a:rPr>
              <a:t>输入：流图</a:t>
            </a:r>
            <a:r>
              <a:rPr lang="en-US" altLang="zh-CN" sz="22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G</a:t>
            </a:r>
            <a:r>
              <a:rPr lang="zh-CN" altLang="en-US" sz="2200" b="1" dirty="0">
                <a:solidFill>
                  <a:schemeClr val="tx1"/>
                </a:solidFill>
                <a:cs typeface="Times New Roman" panose="02020603050405020304" pitchFamily="18" charset="0"/>
              </a:rPr>
              <a:t> 、</a:t>
            </a:r>
            <a:r>
              <a:rPr lang="en-US" altLang="zh-CN" sz="2200" b="1" i="1" dirty="0">
                <a:solidFill>
                  <a:srgbClr val="0070C0"/>
                </a:solidFill>
                <a:cs typeface="Times New Roman" panose="02020603050405020304" pitchFamily="18" charset="0"/>
              </a:rPr>
              <a:t>du</a:t>
            </a:r>
            <a:r>
              <a:rPr lang="zh-CN" altLang="en-US" sz="2200" b="1" dirty="0">
                <a:solidFill>
                  <a:srgbClr val="0070C0"/>
                </a:solidFill>
                <a:cs typeface="Times New Roman" panose="02020603050405020304" pitchFamily="18" charset="0"/>
              </a:rPr>
              <a:t>链</a:t>
            </a:r>
            <a:r>
              <a:rPr lang="zh-CN" altLang="en-US" sz="2200" b="1" dirty="0">
                <a:solidFill>
                  <a:schemeClr val="tx1"/>
                </a:solidFill>
                <a:cs typeface="Times New Roman" panose="02020603050405020304" pitchFamily="18" charset="0"/>
              </a:rPr>
              <a:t>、各基本块</a:t>
            </a:r>
            <a:r>
              <a:rPr lang="en-US" altLang="zh-CN" sz="22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B</a:t>
            </a:r>
            <a:r>
              <a:rPr lang="zh-CN" altLang="en-US" sz="2200" b="1" dirty="0">
                <a:solidFill>
                  <a:schemeClr val="tx1"/>
                </a:solidFill>
                <a:cs typeface="Times New Roman" panose="02020603050405020304" pitchFamily="18" charset="0"/>
              </a:rPr>
              <a:t>入口处的</a:t>
            </a:r>
            <a:r>
              <a:rPr lang="zh-CN" altLang="en-US" sz="2200" b="1" dirty="0">
                <a:solidFill>
                  <a:srgbClr val="0070C0"/>
                </a:solidFill>
                <a:cs typeface="Times New Roman" panose="02020603050405020304" pitchFamily="18" charset="0"/>
              </a:rPr>
              <a:t>可用复制语句</a:t>
            </a:r>
            <a:r>
              <a:rPr lang="zh-CN" altLang="en-US" sz="2200" b="1" dirty="0">
                <a:solidFill>
                  <a:schemeClr val="tx1"/>
                </a:solidFill>
                <a:cs typeface="Times New Roman" panose="02020603050405020304" pitchFamily="18" charset="0"/>
              </a:rPr>
              <a:t>集合</a:t>
            </a:r>
          </a:p>
          <a:p>
            <a:pPr eaLnBrk="1" hangingPunct="1">
              <a:lnSpc>
                <a:spcPts val="28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2200" b="1" dirty="0">
                <a:solidFill>
                  <a:schemeClr val="tx1"/>
                </a:solidFill>
                <a:cs typeface="Times New Roman" panose="02020603050405020304" pitchFamily="18" charset="0"/>
              </a:rPr>
              <a:t>输出：修改后的流图</a:t>
            </a:r>
            <a:endParaRPr lang="en-US" altLang="zh-CN" sz="22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eaLnBrk="1" hangingPunct="1">
              <a:lnSpc>
                <a:spcPts val="28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2200" b="1" dirty="0">
                <a:solidFill>
                  <a:schemeClr val="tx1"/>
                </a:solidFill>
                <a:cs typeface="Times New Roman" panose="02020603050405020304" pitchFamily="18" charset="0"/>
              </a:rPr>
              <a:t>方法：</a:t>
            </a:r>
            <a:endParaRPr lang="en-US" altLang="zh-CN" sz="22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lvl="1" eaLnBrk="1" hangingPunct="1">
              <a:lnSpc>
                <a:spcPts val="28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对于每个复制语句</a:t>
            </a:r>
            <a:r>
              <a:rPr lang="en-US" altLang="zh-CN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x</a:t>
            </a:r>
            <a:r>
              <a:rPr lang="en-US" altLang="zh-CN" b="1" dirty="0">
                <a:solidFill>
                  <a:schemeClr val="tx1"/>
                </a:solidFill>
                <a:cs typeface="Times New Roman" panose="02020603050405020304" pitchFamily="18" charset="0"/>
              </a:rPr>
              <a:t>=</a:t>
            </a:r>
            <a:r>
              <a:rPr lang="en-US" altLang="zh-CN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y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，执行下列步骤</a:t>
            </a:r>
          </a:p>
          <a:p>
            <a:pPr lvl="2" eaLnBrk="1" hangingPunct="1">
              <a:lnSpc>
                <a:spcPts val="2800"/>
              </a:lnSpc>
              <a:buClr>
                <a:srgbClr val="3333CC"/>
              </a:buClr>
              <a:buFont typeface="Symbol" panose="05050102010706020507" pitchFamily="18" charset="2"/>
              <a:buNone/>
              <a:defRPr/>
            </a:pPr>
            <a:r>
              <a:rPr lang="zh-CN" altLang="en-US" sz="2200" b="1" dirty="0">
                <a:solidFill>
                  <a:schemeClr val="tx1"/>
                </a:solidFill>
                <a:cs typeface="Times New Roman" panose="02020603050405020304" pitchFamily="18" charset="0"/>
              </a:rPr>
              <a:t>① 根据</a:t>
            </a:r>
            <a:r>
              <a:rPr lang="en-US" altLang="zh-CN" sz="22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du</a:t>
            </a:r>
            <a:r>
              <a:rPr lang="zh-CN" altLang="en-US" sz="2200" b="1" dirty="0">
                <a:solidFill>
                  <a:schemeClr val="tx1"/>
                </a:solidFill>
                <a:cs typeface="Times New Roman" panose="02020603050405020304" pitchFamily="18" charset="0"/>
              </a:rPr>
              <a:t>链找出该定值所能够到达的那些对</a:t>
            </a:r>
            <a:r>
              <a:rPr lang="en-US" altLang="zh-CN" sz="22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x</a:t>
            </a:r>
            <a:r>
              <a:rPr lang="zh-CN" altLang="en-US" sz="2200" b="1" dirty="0">
                <a:solidFill>
                  <a:schemeClr val="tx1"/>
                </a:solidFill>
                <a:cs typeface="Times New Roman" panose="02020603050405020304" pitchFamily="18" charset="0"/>
              </a:rPr>
              <a:t>的引用</a:t>
            </a:r>
          </a:p>
          <a:p>
            <a:pPr lvl="2" eaLnBrk="1" hangingPunct="1">
              <a:lnSpc>
                <a:spcPts val="2800"/>
              </a:lnSpc>
              <a:buClr>
                <a:srgbClr val="3333CC"/>
              </a:buClr>
              <a:buFont typeface="Symbol" panose="05050102010706020507" pitchFamily="18" charset="2"/>
              <a:buNone/>
              <a:defRPr/>
            </a:pPr>
            <a:r>
              <a:rPr lang="zh-CN" altLang="en-US" sz="2200" b="1" dirty="0">
                <a:solidFill>
                  <a:schemeClr val="tx1"/>
                </a:solidFill>
                <a:cs typeface="Times New Roman" panose="02020603050405020304" pitchFamily="18" charset="0"/>
              </a:rPr>
              <a:t>② 确定是否对于</a:t>
            </a:r>
            <a:r>
              <a:rPr lang="zh-CN" altLang="en-US" sz="2200" b="1" dirty="0">
                <a:solidFill>
                  <a:srgbClr val="0070C0"/>
                </a:solidFill>
                <a:cs typeface="Times New Roman" panose="02020603050405020304" pitchFamily="18" charset="0"/>
              </a:rPr>
              <a:t>每个</a:t>
            </a:r>
            <a:r>
              <a:rPr lang="zh-CN" altLang="en-US" sz="2200" b="1" dirty="0">
                <a:solidFill>
                  <a:schemeClr val="tx1"/>
                </a:solidFill>
                <a:cs typeface="Times New Roman" panose="02020603050405020304" pitchFamily="18" charset="0"/>
              </a:rPr>
              <a:t>这样的引用，</a:t>
            </a:r>
            <a:r>
              <a:rPr lang="en-US" altLang="zh-CN" sz="22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x</a:t>
            </a:r>
            <a:r>
              <a:rPr lang="en-US" altLang="zh-CN" sz="2200" b="1" dirty="0">
                <a:solidFill>
                  <a:schemeClr val="tx1"/>
                </a:solidFill>
                <a:cs typeface="Times New Roman" panose="02020603050405020304" pitchFamily="18" charset="0"/>
              </a:rPr>
              <a:t>=</a:t>
            </a:r>
            <a:r>
              <a:rPr lang="en-US" altLang="zh-CN" sz="22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y</a:t>
            </a:r>
            <a:r>
              <a:rPr lang="zh-CN" altLang="en-US" sz="2200" b="1" dirty="0">
                <a:solidFill>
                  <a:schemeClr val="tx1"/>
                </a:solidFill>
                <a:cs typeface="Times New Roman" panose="02020603050405020304" pitchFamily="18" charset="0"/>
              </a:rPr>
              <a:t>都在</a:t>
            </a:r>
            <a:r>
              <a:rPr lang="en-US" altLang="zh-CN" sz="22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 IN</a:t>
            </a:r>
            <a:r>
              <a:rPr lang="en-US" altLang="zh-CN" sz="2200" b="1" dirty="0">
                <a:solidFill>
                  <a:schemeClr val="tx1"/>
                </a:solidFill>
                <a:cs typeface="Times New Roman" panose="02020603050405020304" pitchFamily="18" charset="0"/>
              </a:rPr>
              <a:t>[</a:t>
            </a:r>
            <a:r>
              <a:rPr lang="en-US" altLang="zh-CN" sz="22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B</a:t>
            </a:r>
            <a:r>
              <a:rPr lang="en-US" altLang="zh-CN" sz="2200" b="1" dirty="0">
                <a:solidFill>
                  <a:schemeClr val="tx1"/>
                </a:solidFill>
                <a:cs typeface="Times New Roman" panose="02020603050405020304" pitchFamily="18" charset="0"/>
              </a:rPr>
              <a:t>]</a:t>
            </a:r>
            <a:r>
              <a:rPr lang="zh-CN" altLang="en-US" sz="2200" b="1" dirty="0">
                <a:solidFill>
                  <a:schemeClr val="tx1"/>
                </a:solidFill>
                <a:cs typeface="Times New Roman" panose="02020603050405020304" pitchFamily="18" charset="0"/>
              </a:rPr>
              <a:t>中</a:t>
            </a:r>
            <a:r>
              <a:rPr lang="en-US" altLang="zh-CN" sz="2400" b="1" dirty="0">
                <a:solidFill>
                  <a:schemeClr val="tx1"/>
                </a:solidFill>
                <a:cs typeface="Times New Roman" panose="02020603050405020304" pitchFamily="18" charset="0"/>
              </a:rPr>
              <a:t>(</a:t>
            </a:r>
            <a:r>
              <a:rPr lang="en-US" altLang="zh-CN" sz="22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B</a:t>
            </a:r>
            <a:r>
              <a:rPr lang="zh-CN" altLang="en-US" sz="2200" b="1" dirty="0">
                <a:solidFill>
                  <a:schemeClr val="tx1"/>
                </a:solidFill>
                <a:cs typeface="Times New Roman" panose="02020603050405020304" pitchFamily="18" charset="0"/>
              </a:rPr>
              <a:t>是包含这个引用的基本块</a:t>
            </a:r>
            <a:r>
              <a:rPr lang="en-US" altLang="zh-CN" sz="2400" b="1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) </a:t>
            </a:r>
            <a:r>
              <a:rPr lang="zh-CN" altLang="en-US" sz="2200" b="1" dirty="0">
                <a:solidFill>
                  <a:schemeClr val="tx1"/>
                </a:solidFill>
                <a:cs typeface="Times New Roman" panose="02020603050405020304" pitchFamily="18" charset="0"/>
              </a:rPr>
              <a:t>，并且</a:t>
            </a:r>
            <a:r>
              <a:rPr lang="en-US" altLang="zh-CN" sz="22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B</a:t>
            </a:r>
            <a:r>
              <a:rPr lang="zh-CN" altLang="en-US" sz="2200" b="1" dirty="0">
                <a:solidFill>
                  <a:schemeClr val="tx1"/>
                </a:solidFill>
                <a:cs typeface="Times New Roman" panose="02020603050405020304" pitchFamily="18" charset="0"/>
              </a:rPr>
              <a:t>中该引用的前面没有</a:t>
            </a:r>
            <a:r>
              <a:rPr lang="en-US" altLang="zh-CN" sz="22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x</a:t>
            </a:r>
            <a:r>
              <a:rPr lang="zh-CN" altLang="en-US" sz="2200" b="1" dirty="0">
                <a:solidFill>
                  <a:schemeClr val="tx1"/>
                </a:solidFill>
                <a:cs typeface="Times New Roman" panose="02020603050405020304" pitchFamily="18" charset="0"/>
              </a:rPr>
              <a:t>或者</a:t>
            </a:r>
            <a:r>
              <a:rPr lang="en-US" altLang="zh-CN" sz="22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y</a:t>
            </a:r>
            <a:r>
              <a:rPr lang="zh-CN" altLang="en-US" sz="2200" b="1" dirty="0">
                <a:solidFill>
                  <a:schemeClr val="tx1"/>
                </a:solidFill>
                <a:cs typeface="Times New Roman" panose="02020603050405020304" pitchFamily="18" charset="0"/>
              </a:rPr>
              <a:t>的定值</a:t>
            </a:r>
            <a:r>
              <a:rPr lang="en-US" altLang="zh-CN" sz="2200" b="1" dirty="0">
                <a:solidFill>
                  <a:schemeClr val="tx1"/>
                </a:solidFill>
                <a:cs typeface="Times New Roman" panose="02020603050405020304" pitchFamily="18" charset="0"/>
              </a:rPr>
              <a:t>( </a:t>
            </a:r>
            <a:r>
              <a:rPr lang="zh-CN" altLang="en-US" sz="2200" b="1" dirty="0">
                <a:solidFill>
                  <a:schemeClr val="tx1"/>
                </a:solidFill>
                <a:cs typeface="Times New Roman" panose="02020603050405020304" pitchFamily="18" charset="0"/>
              </a:rPr>
              <a:t>即对于每个引用点，</a:t>
            </a:r>
            <a:r>
              <a:rPr lang="en-US" altLang="zh-CN" sz="22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x</a:t>
            </a:r>
            <a:r>
              <a:rPr lang="en-US" altLang="zh-CN" sz="2200" b="1" dirty="0">
                <a:solidFill>
                  <a:schemeClr val="tx1"/>
                </a:solidFill>
                <a:cs typeface="Times New Roman" panose="02020603050405020304" pitchFamily="18" charset="0"/>
              </a:rPr>
              <a:t>=</a:t>
            </a:r>
            <a:r>
              <a:rPr lang="en-US" altLang="zh-CN" sz="2200" b="1" i="1" dirty="0">
                <a:cs typeface="Times New Roman" panose="02020603050405020304" pitchFamily="18" charset="0"/>
              </a:rPr>
              <a:t>y</a:t>
            </a:r>
            <a:r>
              <a:rPr lang="zh-CN" altLang="en-US" sz="2200" b="1" dirty="0">
                <a:cs typeface="Times New Roman" panose="02020603050405020304" pitchFamily="18" charset="0"/>
              </a:rPr>
              <a:t>都是可用的 </a:t>
            </a:r>
            <a:r>
              <a:rPr lang="en-US" altLang="zh-CN" sz="2200" b="1" dirty="0">
                <a:solidFill>
                  <a:schemeClr val="tx1"/>
                </a:solidFill>
                <a:cs typeface="Times New Roman" panose="02020603050405020304" pitchFamily="18" charset="0"/>
              </a:rPr>
              <a:t>)</a:t>
            </a:r>
            <a:endParaRPr lang="zh-CN" altLang="en-US" sz="22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lvl="2" eaLnBrk="1" hangingPunct="1">
              <a:lnSpc>
                <a:spcPts val="2800"/>
              </a:lnSpc>
              <a:buClr>
                <a:srgbClr val="3333CC"/>
              </a:buClr>
              <a:buFont typeface="Symbol" panose="05050102010706020507" pitchFamily="18" charset="2"/>
              <a:buNone/>
              <a:defRPr/>
            </a:pPr>
            <a:r>
              <a:rPr lang="zh-CN" altLang="en-US" sz="2200" b="1" dirty="0">
                <a:solidFill>
                  <a:schemeClr val="tx1"/>
                </a:solidFill>
                <a:cs typeface="Times New Roman" panose="02020603050405020304" pitchFamily="18" charset="0"/>
              </a:rPr>
              <a:t>③ 如果</a:t>
            </a:r>
            <a:r>
              <a:rPr lang="en-US" altLang="zh-CN" sz="22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x</a:t>
            </a:r>
            <a:r>
              <a:rPr lang="en-US" altLang="zh-CN" sz="2200" b="1" dirty="0">
                <a:solidFill>
                  <a:schemeClr val="tx1"/>
                </a:solidFill>
                <a:cs typeface="Times New Roman" panose="02020603050405020304" pitchFamily="18" charset="0"/>
              </a:rPr>
              <a:t>=</a:t>
            </a:r>
            <a:r>
              <a:rPr lang="en-US" altLang="zh-CN" sz="22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y</a:t>
            </a:r>
            <a:r>
              <a:rPr lang="zh-CN" altLang="en-US" sz="2200" b="1" dirty="0">
                <a:solidFill>
                  <a:schemeClr val="tx1"/>
                </a:solidFill>
                <a:cs typeface="Times New Roman" panose="02020603050405020304" pitchFamily="18" charset="0"/>
              </a:rPr>
              <a:t>满足第②步的条件，删除</a:t>
            </a:r>
            <a:r>
              <a:rPr lang="en-US" altLang="zh-CN" sz="22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x</a:t>
            </a:r>
            <a:r>
              <a:rPr lang="en-US" altLang="zh-CN" sz="2200" b="1" dirty="0">
                <a:solidFill>
                  <a:schemeClr val="tx1"/>
                </a:solidFill>
                <a:cs typeface="Times New Roman" panose="02020603050405020304" pitchFamily="18" charset="0"/>
              </a:rPr>
              <a:t>=</a:t>
            </a:r>
            <a:r>
              <a:rPr lang="en-US" altLang="zh-CN" sz="22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y </a:t>
            </a:r>
            <a:r>
              <a:rPr lang="zh-CN" altLang="en-US" sz="2200" b="1" dirty="0">
                <a:solidFill>
                  <a:schemeClr val="tx1"/>
                </a:solidFill>
                <a:cs typeface="Times New Roman" panose="02020603050405020304" pitchFamily="18" charset="0"/>
              </a:rPr>
              <a:t>，且把步骤①中找到的对</a:t>
            </a:r>
            <a:r>
              <a:rPr lang="en-US" altLang="zh-CN" sz="22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x</a:t>
            </a:r>
            <a:r>
              <a:rPr lang="zh-CN" altLang="en-US" sz="2200" b="1" dirty="0">
                <a:solidFill>
                  <a:schemeClr val="tx1"/>
                </a:solidFill>
                <a:cs typeface="Times New Roman" panose="02020603050405020304" pitchFamily="18" charset="0"/>
              </a:rPr>
              <a:t>的引用用</a:t>
            </a:r>
            <a:r>
              <a:rPr lang="en-US" altLang="zh-CN" sz="22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y</a:t>
            </a:r>
            <a:r>
              <a:rPr lang="zh-CN" altLang="en-US" sz="2200" b="1" dirty="0">
                <a:solidFill>
                  <a:schemeClr val="tx1"/>
                </a:solidFill>
                <a:cs typeface="Times New Roman" panose="02020603050405020304" pitchFamily="18" charset="0"/>
              </a:rPr>
              <a:t>代替</a:t>
            </a:r>
          </a:p>
        </p:txBody>
      </p:sp>
      <p:sp>
        <p:nvSpPr>
          <p:cNvPr id="236547" name="Rectangle 2">
            <a:extLst>
              <a:ext uri="{FF2B5EF4-FFF2-40B4-BE49-F238E27FC236}">
                <a16:creationId xmlns:a16="http://schemas.microsoft.com/office/drawing/2014/main" id="{79073F58-1F4D-48E4-A6D1-21DBBCBA60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删除复制语句的算法</a:t>
            </a:r>
            <a:endParaRPr lang="zh-CN" altLang="en-US" sz="3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17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8417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8417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8417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173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84173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84173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84173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173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84173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84173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84173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173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84173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84173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84173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173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84173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84173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84173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173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84173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84173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84173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173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84173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84173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84173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0467" name="Rectangle 3">
            <a:extLst>
              <a:ext uri="{FF2B5EF4-FFF2-40B4-BE49-F238E27FC236}">
                <a16:creationId xmlns:a16="http://schemas.microsoft.com/office/drawing/2014/main" id="{DB0AB64C-FEA6-4D11-9EC0-3B1238BEE943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01650" y="846138"/>
            <a:ext cx="7999413" cy="322580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lnSpc>
                <a:spcPts val="3500"/>
              </a:lnSpc>
              <a:buClrTx/>
              <a:buFont typeface="Wingdings" panose="05000000000000000000" pitchFamily="2" charset="2"/>
              <a:buChar char="Ø"/>
            </a:pP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循环不变计算的检测</a:t>
            </a:r>
            <a:endParaRPr lang="en-US" altLang="zh-CN" sz="25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eaLnBrk="1" hangingPunct="1">
              <a:lnSpc>
                <a:spcPts val="3500"/>
              </a:lnSpc>
              <a:buClrTx/>
              <a:buFont typeface="Wingdings" panose="05000000000000000000" pitchFamily="2" charset="2"/>
              <a:buChar char="Ø"/>
            </a:pPr>
            <a:r>
              <a:rPr lang="zh-CN" altLang="en-US" sz="2500" b="1" dirty="0">
                <a:solidFill>
                  <a:srgbClr val="000000"/>
                </a:solidFill>
                <a:cs typeface="Times New Roman" panose="02020603050405020304" pitchFamily="18" charset="0"/>
              </a:rPr>
              <a:t>代码外提</a:t>
            </a:r>
            <a:endParaRPr lang="en-US" altLang="zh-CN" sz="2500" b="1" dirty="0">
              <a:solidFill>
                <a:srgbClr val="000000"/>
              </a:solidFill>
              <a:cs typeface="Times New Roman" panose="02020603050405020304" pitchFamily="18" charset="0"/>
            </a:endParaRPr>
          </a:p>
          <a:p>
            <a:pPr lvl="1" eaLnBrk="1" hangingPunct="1">
              <a:lnSpc>
                <a:spcPts val="3500"/>
              </a:lnSpc>
              <a:buClrTx/>
              <a:buFont typeface="Wingdings" panose="05000000000000000000" pitchFamily="2" charset="2"/>
              <a:buChar char="Ø"/>
            </a:pPr>
            <a:endParaRPr lang="zh-CN" altLang="en-US" sz="25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</p:txBody>
      </p:sp>
      <p:sp>
        <p:nvSpPr>
          <p:cNvPr id="238595" name="Rectangle 2">
            <a:extLst>
              <a:ext uri="{FF2B5EF4-FFF2-40B4-BE49-F238E27FC236}">
                <a16:creationId xmlns:a16="http://schemas.microsoft.com/office/drawing/2014/main" id="{BD2E8CFD-3DAA-43DF-A23A-C8574C2D2F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③ 代码移动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04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8304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8304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8304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046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83046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83046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83046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1443" name="Rectangle 3">
            <a:extLst>
              <a:ext uri="{FF2B5EF4-FFF2-40B4-BE49-F238E27FC236}">
                <a16:creationId xmlns:a16="http://schemas.microsoft.com/office/drawing/2014/main" id="{9614D952-3130-4D89-B536-6539743FAD6F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428625" y="774700"/>
            <a:ext cx="8286750" cy="3957638"/>
          </a:xfrm>
          <a:ln>
            <a:miter lim="800000"/>
            <a:headEnd/>
            <a:tailEnd/>
          </a:ln>
        </p:spPr>
        <p:txBody>
          <a:bodyPr vert="horz"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lnSpc>
                <a:spcPts val="2800"/>
              </a:lnSpc>
              <a:buClrTx/>
              <a:buFont typeface="Wingdings" pitchFamily="2" charset="2"/>
              <a:buChar char="Ø"/>
              <a:defRPr/>
            </a:pPr>
            <a:r>
              <a:rPr lang="zh-CN" altLang="en-US" sz="2200" b="1" dirty="0">
                <a:solidFill>
                  <a:schemeClr val="tx1"/>
                </a:solidFill>
                <a:cs typeface="Times New Roman" pitchFamily="18" charset="0"/>
              </a:rPr>
              <a:t>输入：循环</a:t>
            </a:r>
            <a:r>
              <a:rPr lang="en-US" altLang="zh-CN" sz="2200" b="1" i="1" dirty="0">
                <a:solidFill>
                  <a:schemeClr val="tx1"/>
                </a:solidFill>
                <a:cs typeface="Times New Roman" pitchFamily="18" charset="0"/>
              </a:rPr>
              <a:t>L</a:t>
            </a:r>
            <a:r>
              <a:rPr lang="zh-CN" altLang="en-US" sz="2200" b="1" dirty="0">
                <a:solidFill>
                  <a:schemeClr val="tx1"/>
                </a:solidFill>
                <a:cs typeface="Times New Roman" pitchFamily="18" charset="0"/>
              </a:rPr>
              <a:t>，每个三地址指令的</a:t>
            </a:r>
            <a:r>
              <a:rPr lang="en-US" altLang="zh-CN" sz="2200" b="1" i="1" dirty="0" err="1">
                <a:solidFill>
                  <a:srgbClr val="0070C0"/>
                </a:solidFill>
                <a:cs typeface="Times New Roman" pitchFamily="18" charset="0"/>
              </a:rPr>
              <a:t>ud</a:t>
            </a:r>
            <a:r>
              <a:rPr lang="zh-CN" altLang="en-US" sz="2200" b="1" dirty="0">
                <a:solidFill>
                  <a:srgbClr val="0070C0"/>
                </a:solidFill>
                <a:cs typeface="Times New Roman" pitchFamily="18" charset="0"/>
              </a:rPr>
              <a:t>链</a:t>
            </a:r>
            <a:endParaRPr lang="en-US" altLang="zh-CN" sz="2200" b="1" dirty="0">
              <a:solidFill>
                <a:srgbClr val="0070C0"/>
              </a:solidFill>
              <a:cs typeface="Times New Roman" pitchFamily="18" charset="0"/>
            </a:endParaRPr>
          </a:p>
          <a:p>
            <a:pPr eaLnBrk="1" hangingPunct="1">
              <a:lnSpc>
                <a:spcPts val="2800"/>
              </a:lnSpc>
              <a:buClrTx/>
              <a:buFont typeface="Wingdings" pitchFamily="2" charset="2"/>
              <a:buChar char="Ø"/>
              <a:defRPr/>
            </a:pPr>
            <a:r>
              <a:rPr lang="zh-CN" altLang="en-US" sz="2200" b="1" dirty="0">
                <a:solidFill>
                  <a:schemeClr val="tx1"/>
                </a:solidFill>
                <a:cs typeface="Times New Roman" pitchFamily="18" charset="0"/>
              </a:rPr>
              <a:t>输出：</a:t>
            </a:r>
            <a:r>
              <a:rPr lang="en-US" altLang="zh-CN" sz="2200" b="1" i="1" dirty="0">
                <a:solidFill>
                  <a:schemeClr val="tx1"/>
                </a:solidFill>
                <a:cs typeface="Times New Roman" pitchFamily="18" charset="0"/>
              </a:rPr>
              <a:t> L</a:t>
            </a:r>
            <a:r>
              <a:rPr lang="zh-CN" altLang="en-US" sz="2200" b="1" dirty="0">
                <a:solidFill>
                  <a:schemeClr val="tx1"/>
                </a:solidFill>
                <a:cs typeface="Times New Roman" pitchFamily="18" charset="0"/>
              </a:rPr>
              <a:t>的循环不变计算语句</a:t>
            </a:r>
            <a:endParaRPr lang="en-US" altLang="zh-CN" sz="2200" b="1" dirty="0">
              <a:solidFill>
                <a:schemeClr val="tx1"/>
              </a:solidFill>
              <a:cs typeface="Times New Roman" pitchFamily="18" charset="0"/>
            </a:endParaRPr>
          </a:p>
          <a:p>
            <a:pPr eaLnBrk="1" hangingPunct="1">
              <a:lnSpc>
                <a:spcPts val="2800"/>
              </a:lnSpc>
              <a:buClrTx/>
              <a:buFont typeface="Wingdings" pitchFamily="2" charset="2"/>
              <a:buChar char="Ø"/>
              <a:defRPr/>
            </a:pPr>
            <a:r>
              <a:rPr lang="zh-CN" altLang="en-US" sz="2200" b="1" dirty="0">
                <a:solidFill>
                  <a:schemeClr val="tx1"/>
                </a:solidFill>
                <a:cs typeface="Times New Roman" pitchFamily="18" charset="0"/>
              </a:rPr>
              <a:t>方法</a:t>
            </a:r>
            <a:endParaRPr lang="en-US" altLang="zh-CN" sz="2200" b="1" dirty="0">
              <a:solidFill>
                <a:schemeClr val="tx1"/>
              </a:solidFill>
              <a:cs typeface="Times New Roman" pitchFamily="18" charset="0"/>
            </a:endParaRPr>
          </a:p>
          <a:p>
            <a:pPr lvl="1" eaLnBrk="1" hangingPunct="1">
              <a:lnSpc>
                <a:spcPts val="2800"/>
              </a:lnSpc>
              <a:buClrTx/>
              <a:buFont typeface="Symbol" panose="05050102010706020507" pitchFamily="18" charset="2"/>
              <a:buNone/>
              <a:defRPr/>
            </a:pPr>
            <a:r>
              <a:rPr lang="en-US" altLang="zh-CN" b="1" dirty="0">
                <a:solidFill>
                  <a:schemeClr val="tx1"/>
                </a:solidFill>
                <a:cs typeface="Times New Roman" pitchFamily="18" charset="0"/>
              </a:rPr>
              <a:t>1. </a:t>
            </a:r>
            <a:r>
              <a:rPr lang="zh-CN" altLang="en-US" sz="2000" b="1" dirty="0">
                <a:solidFill>
                  <a:schemeClr val="tx1"/>
                </a:solidFill>
                <a:cs typeface="Times New Roman" pitchFamily="18" charset="0"/>
              </a:rPr>
              <a:t>将下面这样的语句标记为“</a:t>
            </a:r>
            <a:r>
              <a:rPr lang="zh-CN" altLang="en-US" sz="2000" b="1" dirty="0">
                <a:solidFill>
                  <a:srgbClr val="0070C0"/>
                </a:solidFill>
                <a:cs typeface="Times New Roman" pitchFamily="18" charset="0"/>
              </a:rPr>
              <a:t>不变</a:t>
            </a:r>
            <a:r>
              <a:rPr lang="zh-CN" altLang="en-US" sz="2000" b="1" dirty="0">
                <a:solidFill>
                  <a:schemeClr val="tx1"/>
                </a:solidFill>
                <a:cs typeface="Times New Roman" pitchFamily="18" charset="0"/>
              </a:rPr>
              <a:t>”：语句的各运算分量或者是</a:t>
            </a:r>
            <a:r>
              <a:rPr lang="zh-CN" altLang="en-US" sz="2000" b="1" dirty="0">
                <a:solidFill>
                  <a:srgbClr val="0070C0"/>
                </a:solidFill>
                <a:cs typeface="Times New Roman" pitchFamily="18" charset="0"/>
              </a:rPr>
              <a:t>常数</a:t>
            </a:r>
            <a:r>
              <a:rPr lang="zh-CN" altLang="en-US" sz="2000" b="1" dirty="0">
                <a:solidFill>
                  <a:schemeClr val="tx1"/>
                </a:solidFill>
                <a:cs typeface="Times New Roman" pitchFamily="18" charset="0"/>
              </a:rPr>
              <a:t>，或者其</a:t>
            </a:r>
            <a:r>
              <a:rPr lang="zh-CN" altLang="en-US" sz="2000" b="1" dirty="0">
                <a:solidFill>
                  <a:srgbClr val="0070C0"/>
                </a:solidFill>
                <a:cs typeface="Times New Roman" pitchFamily="18" charset="0"/>
              </a:rPr>
              <a:t>所有定值点都在循环</a:t>
            </a:r>
            <a:r>
              <a:rPr lang="en-US" altLang="zh-CN" sz="2000" b="1" i="1" dirty="0">
                <a:solidFill>
                  <a:srgbClr val="0070C0"/>
                </a:solidFill>
                <a:cs typeface="Times New Roman" pitchFamily="18" charset="0"/>
              </a:rPr>
              <a:t>L</a:t>
            </a:r>
            <a:r>
              <a:rPr lang="zh-CN" altLang="en-US" sz="2000" b="1" dirty="0">
                <a:solidFill>
                  <a:srgbClr val="0070C0"/>
                </a:solidFill>
                <a:cs typeface="Times New Roman" pitchFamily="18" charset="0"/>
              </a:rPr>
              <a:t>外部</a:t>
            </a:r>
            <a:endParaRPr lang="en-US" altLang="zh-CN" sz="2000" b="1" dirty="0">
              <a:solidFill>
                <a:srgbClr val="0070C0"/>
              </a:solidFill>
              <a:cs typeface="Times New Roman" pitchFamily="18" charset="0"/>
            </a:endParaRPr>
          </a:p>
          <a:p>
            <a:pPr lvl="1" eaLnBrk="1" hangingPunct="1">
              <a:lnSpc>
                <a:spcPts val="2800"/>
              </a:lnSpc>
              <a:buClrTx/>
              <a:buFont typeface="Symbol" panose="05050102010706020507" pitchFamily="18" charset="2"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itchFamily="18" charset="0"/>
              </a:rPr>
              <a:t>2. </a:t>
            </a:r>
            <a:r>
              <a:rPr lang="zh-CN" altLang="en-US" sz="2000" b="1" dirty="0">
                <a:solidFill>
                  <a:schemeClr val="tx1"/>
                </a:solidFill>
                <a:cs typeface="Times New Roman" pitchFamily="18" charset="0"/>
              </a:rPr>
              <a:t>重复执行步骤</a:t>
            </a:r>
            <a:r>
              <a:rPr lang="en-US" altLang="zh-CN" sz="2000" b="1" dirty="0">
                <a:solidFill>
                  <a:schemeClr val="tx1"/>
                </a:solidFill>
                <a:cs typeface="Times New Roman" pitchFamily="18" charset="0"/>
              </a:rPr>
              <a:t>(3)</a:t>
            </a:r>
            <a:r>
              <a:rPr lang="zh-CN" altLang="en-US" sz="2000" b="1" dirty="0">
                <a:solidFill>
                  <a:schemeClr val="tx1"/>
                </a:solidFill>
                <a:cs typeface="Times New Roman" pitchFamily="18" charset="0"/>
              </a:rPr>
              <a:t>，直到某次没有新的语句可标记为“</a:t>
            </a:r>
            <a:r>
              <a:rPr lang="zh-CN" altLang="en-US" sz="2000" b="1" dirty="0">
                <a:solidFill>
                  <a:srgbClr val="0070C0"/>
                </a:solidFill>
                <a:cs typeface="Times New Roman" pitchFamily="18" charset="0"/>
              </a:rPr>
              <a:t>不变</a:t>
            </a:r>
            <a:r>
              <a:rPr lang="zh-CN" altLang="en-US" sz="2000" b="1" dirty="0">
                <a:solidFill>
                  <a:schemeClr val="tx1"/>
                </a:solidFill>
                <a:cs typeface="Times New Roman" pitchFamily="18" charset="0"/>
              </a:rPr>
              <a:t>”为止</a:t>
            </a:r>
            <a:endParaRPr lang="en-US" altLang="zh-CN" sz="2000" b="1" dirty="0">
              <a:solidFill>
                <a:schemeClr val="tx1"/>
              </a:solidFill>
              <a:cs typeface="Times New Roman" pitchFamily="18" charset="0"/>
            </a:endParaRPr>
          </a:p>
          <a:p>
            <a:pPr lvl="1" eaLnBrk="1" hangingPunct="1">
              <a:lnSpc>
                <a:spcPts val="2800"/>
              </a:lnSpc>
              <a:buClrTx/>
              <a:buFont typeface="Symbol" panose="05050102010706020507" pitchFamily="18" charset="2"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itchFamily="18" charset="0"/>
              </a:rPr>
              <a:t>3. </a:t>
            </a:r>
            <a:r>
              <a:rPr lang="zh-CN" altLang="en-US" sz="2000" b="1" dirty="0">
                <a:solidFill>
                  <a:schemeClr val="tx1"/>
                </a:solidFill>
                <a:cs typeface="Times New Roman" pitchFamily="18" charset="0"/>
              </a:rPr>
              <a:t>将下面这样的语句标记为“</a:t>
            </a:r>
            <a:r>
              <a:rPr lang="zh-CN" altLang="en-US" sz="2000" b="1" dirty="0">
                <a:solidFill>
                  <a:srgbClr val="0070C0"/>
                </a:solidFill>
                <a:cs typeface="Times New Roman" pitchFamily="18" charset="0"/>
              </a:rPr>
              <a:t>不变</a:t>
            </a:r>
            <a:r>
              <a:rPr lang="zh-CN" altLang="en-US" sz="2000" b="1" dirty="0">
                <a:solidFill>
                  <a:schemeClr val="tx1"/>
                </a:solidFill>
                <a:cs typeface="Times New Roman" pitchFamily="18" charset="0"/>
              </a:rPr>
              <a:t>”：先前没有被标记过，且各运算分量或者是</a:t>
            </a:r>
            <a:r>
              <a:rPr lang="zh-CN" altLang="en-US" sz="2000" b="1" dirty="0">
                <a:solidFill>
                  <a:srgbClr val="0070C0"/>
                </a:solidFill>
                <a:cs typeface="Times New Roman" pitchFamily="18" charset="0"/>
              </a:rPr>
              <a:t>常数</a:t>
            </a:r>
            <a:r>
              <a:rPr lang="zh-CN" altLang="en-US" sz="2000" b="1" dirty="0">
                <a:solidFill>
                  <a:schemeClr val="tx1"/>
                </a:solidFill>
                <a:cs typeface="Times New Roman" pitchFamily="18" charset="0"/>
              </a:rPr>
              <a:t>，或者</a:t>
            </a:r>
            <a:r>
              <a:rPr lang="zh-CN" altLang="en-US" sz="2000" b="1" dirty="0">
                <a:solidFill>
                  <a:srgbClr val="0070C0"/>
                </a:solidFill>
                <a:cs typeface="Times New Roman" pitchFamily="18" charset="0"/>
              </a:rPr>
              <a:t>其所有定值点都在循环</a:t>
            </a:r>
            <a:r>
              <a:rPr lang="en-US" altLang="zh-CN" sz="2000" b="1" i="1" dirty="0">
                <a:solidFill>
                  <a:srgbClr val="0070C0"/>
                </a:solidFill>
                <a:cs typeface="Times New Roman" pitchFamily="18" charset="0"/>
              </a:rPr>
              <a:t>L</a:t>
            </a:r>
            <a:r>
              <a:rPr lang="zh-CN" altLang="en-US" sz="2000" b="1" dirty="0">
                <a:solidFill>
                  <a:srgbClr val="0070C0"/>
                </a:solidFill>
                <a:cs typeface="Times New Roman" pitchFamily="18" charset="0"/>
              </a:rPr>
              <a:t>外部</a:t>
            </a:r>
            <a:r>
              <a:rPr lang="zh-CN" altLang="en-US" sz="2000" b="1" dirty="0">
                <a:solidFill>
                  <a:schemeClr val="tx1"/>
                </a:solidFill>
                <a:cs typeface="Times New Roman" pitchFamily="18" charset="0"/>
              </a:rPr>
              <a:t>，或者</a:t>
            </a:r>
            <a:r>
              <a:rPr lang="zh-CN" altLang="en-US" sz="2000" b="1" dirty="0">
                <a:solidFill>
                  <a:srgbClr val="0070C0"/>
                </a:solidFill>
                <a:cs typeface="Times New Roman" pitchFamily="18" charset="0"/>
              </a:rPr>
              <a:t>只有一个到达定值，该定值是循环中已经被标记为“不变”的语句 </a:t>
            </a:r>
            <a:endParaRPr lang="en-US" altLang="zh-CN" sz="2000" b="1" dirty="0">
              <a:solidFill>
                <a:srgbClr val="0070C0"/>
              </a:solidFill>
              <a:cs typeface="Times New Roman" pitchFamily="18" charset="0"/>
            </a:endParaRPr>
          </a:p>
        </p:txBody>
      </p:sp>
      <p:sp>
        <p:nvSpPr>
          <p:cNvPr id="240643" name="Rectangle 2">
            <a:extLst>
              <a:ext uri="{FF2B5EF4-FFF2-40B4-BE49-F238E27FC236}">
                <a16:creationId xmlns:a16="http://schemas.microsoft.com/office/drawing/2014/main" id="{91930537-DD2A-4A49-A758-B952C84DB4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循环不变计算检测算法</a:t>
            </a:r>
            <a:endParaRPr lang="en-US" altLang="zh-CN" sz="3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14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7014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7014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7014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144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0144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0144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70144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144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70144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70144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70144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144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70144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70144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70144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144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70144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70144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70144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144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70144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70144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70144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625" name="Rectangle 3">
            <a:extLst>
              <a:ext uri="{FF2B5EF4-FFF2-40B4-BE49-F238E27FC236}">
                <a16:creationId xmlns:a16="http://schemas.microsoft.com/office/drawing/2014/main" id="{E12A6D62-DEF1-48A6-860E-6C4B84F6FBAA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430213" y="785813"/>
            <a:ext cx="8213725" cy="3225800"/>
          </a:xfrm>
          <a:ln>
            <a:miter lim="800000"/>
            <a:headEnd/>
            <a:tailEnd/>
          </a:ln>
        </p:spPr>
        <p:txBody>
          <a:bodyPr vert="horz"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lnSpc>
                <a:spcPts val="3000"/>
              </a:lnSpc>
              <a:buClrTx/>
              <a:buFont typeface="Wingdings" pitchFamily="2" charset="2"/>
              <a:buChar char="Ø"/>
              <a:defRPr/>
            </a:pPr>
            <a:r>
              <a:rPr lang="zh-CN" altLang="en-US" sz="2500" b="1" dirty="0">
                <a:solidFill>
                  <a:schemeClr val="tx1"/>
                </a:solidFill>
                <a:cs typeface="Times New Roman" pitchFamily="18" charset="0"/>
              </a:rPr>
              <a:t>前置首结点 </a:t>
            </a:r>
            <a:r>
              <a:rPr lang="en-US" altLang="zh-CN" sz="2000" b="1" dirty="0">
                <a:solidFill>
                  <a:schemeClr val="tx1"/>
                </a:solidFill>
                <a:cs typeface="Times New Roman" pitchFamily="18" charset="0"/>
              </a:rPr>
              <a:t>(</a:t>
            </a:r>
            <a:r>
              <a:rPr lang="en-US" altLang="zh-CN" sz="2000" b="1" i="1" dirty="0" err="1">
                <a:solidFill>
                  <a:schemeClr val="tx1"/>
                </a:solidFill>
                <a:cs typeface="Times New Roman" pitchFamily="18" charset="0"/>
              </a:rPr>
              <a:t>preheader</a:t>
            </a:r>
            <a:r>
              <a:rPr lang="en-US" altLang="zh-CN" sz="2000" b="1" dirty="0">
                <a:solidFill>
                  <a:schemeClr val="tx1"/>
                </a:solidFill>
                <a:cs typeface="Times New Roman" pitchFamily="18" charset="0"/>
              </a:rPr>
              <a:t>)</a:t>
            </a:r>
          </a:p>
          <a:p>
            <a:pPr lvl="1" eaLnBrk="1" hangingPunct="1">
              <a:lnSpc>
                <a:spcPts val="3000"/>
              </a:lnSpc>
              <a:buClrTx/>
              <a:buFont typeface="Wingdings" pitchFamily="2" charset="2"/>
              <a:buChar char="Ø"/>
              <a:defRPr/>
            </a:pPr>
            <a:r>
              <a:rPr lang="zh-CN" altLang="en-US" b="1" dirty="0">
                <a:solidFill>
                  <a:schemeClr val="tx1"/>
                </a:solidFill>
                <a:cs typeface="Times New Roman" pitchFamily="18" charset="0"/>
              </a:rPr>
              <a:t>循环不变计算将被移至首结点之前，为此创建一个称为</a:t>
            </a:r>
            <a:r>
              <a:rPr lang="zh-CN" altLang="en-US" b="1" dirty="0">
                <a:solidFill>
                  <a:srgbClr val="FF0000"/>
                </a:solidFill>
                <a:cs typeface="Times New Roman" pitchFamily="18" charset="0"/>
              </a:rPr>
              <a:t>前置首结点</a:t>
            </a:r>
            <a:r>
              <a:rPr lang="zh-CN" altLang="en-US" b="1" dirty="0">
                <a:solidFill>
                  <a:schemeClr val="tx1"/>
                </a:solidFill>
                <a:cs typeface="Times New Roman" pitchFamily="18" charset="0"/>
              </a:rPr>
              <a:t>的</a:t>
            </a:r>
            <a:r>
              <a:rPr lang="zh-CN" altLang="en-US" b="1" dirty="0">
                <a:solidFill>
                  <a:srgbClr val="0070C0"/>
                </a:solidFill>
                <a:cs typeface="Times New Roman" pitchFamily="18" charset="0"/>
              </a:rPr>
              <a:t>新块</a:t>
            </a:r>
            <a:r>
              <a:rPr lang="zh-CN" altLang="en-US" b="1" dirty="0">
                <a:solidFill>
                  <a:schemeClr val="tx1"/>
                </a:solidFill>
                <a:cs typeface="Times New Roman" pitchFamily="18" charset="0"/>
              </a:rPr>
              <a:t>。前置首结点</a:t>
            </a:r>
            <a:r>
              <a:rPr lang="en-US" altLang="zh-CN" b="1" dirty="0">
                <a:solidFill>
                  <a:schemeClr val="tx1"/>
                </a:solidFill>
                <a:cs typeface="Times New Roman" pitchFamily="18" charset="0"/>
              </a:rPr>
              <a:t> </a:t>
            </a:r>
            <a:r>
              <a:rPr lang="zh-CN" altLang="en-US" b="1" dirty="0">
                <a:solidFill>
                  <a:schemeClr val="tx1"/>
                </a:solidFill>
                <a:cs typeface="Times New Roman" pitchFamily="18" charset="0"/>
              </a:rPr>
              <a:t>的</a:t>
            </a:r>
            <a:r>
              <a:rPr lang="zh-CN" altLang="en-US" b="1" dirty="0">
                <a:solidFill>
                  <a:srgbClr val="0070C0"/>
                </a:solidFill>
                <a:cs typeface="Times New Roman" pitchFamily="18" charset="0"/>
              </a:rPr>
              <a:t>唯一后继</a:t>
            </a:r>
            <a:r>
              <a:rPr lang="zh-CN" altLang="en-US" b="1" dirty="0">
                <a:solidFill>
                  <a:schemeClr val="tx1"/>
                </a:solidFill>
                <a:cs typeface="Times New Roman" pitchFamily="18" charset="0"/>
              </a:rPr>
              <a:t>是</a:t>
            </a:r>
            <a:r>
              <a:rPr lang="zh-CN" altLang="en-US" b="1" dirty="0">
                <a:solidFill>
                  <a:srgbClr val="0070C0"/>
                </a:solidFill>
                <a:cs typeface="Times New Roman" pitchFamily="18" charset="0"/>
              </a:rPr>
              <a:t>首结点</a:t>
            </a:r>
            <a:r>
              <a:rPr lang="zh-CN" altLang="en-US" b="1" dirty="0">
                <a:solidFill>
                  <a:schemeClr val="tx1"/>
                </a:solidFill>
                <a:cs typeface="Times New Roman" pitchFamily="18" charset="0"/>
              </a:rPr>
              <a:t>，并且原来从</a:t>
            </a:r>
            <a:r>
              <a:rPr lang="zh-CN" altLang="en-US" b="1" dirty="0">
                <a:solidFill>
                  <a:srgbClr val="0070C0"/>
                </a:solidFill>
                <a:cs typeface="Times New Roman" pitchFamily="18" charset="0"/>
              </a:rPr>
              <a:t>循环</a:t>
            </a:r>
            <a:r>
              <a:rPr lang="en-US" altLang="zh-CN" b="1" i="1" dirty="0">
                <a:solidFill>
                  <a:srgbClr val="0070C0"/>
                </a:solidFill>
                <a:cs typeface="Times New Roman" pitchFamily="18" charset="0"/>
              </a:rPr>
              <a:t>L</a:t>
            </a:r>
            <a:r>
              <a:rPr lang="zh-CN" altLang="en-US" b="1" dirty="0">
                <a:solidFill>
                  <a:srgbClr val="0070C0"/>
                </a:solidFill>
                <a:cs typeface="Times New Roman" pitchFamily="18" charset="0"/>
              </a:rPr>
              <a:t>外</a:t>
            </a:r>
            <a:r>
              <a:rPr lang="zh-CN" altLang="en-US" b="1" dirty="0">
                <a:solidFill>
                  <a:schemeClr val="tx1"/>
                </a:solidFill>
                <a:cs typeface="Times New Roman" pitchFamily="18" charset="0"/>
              </a:rPr>
              <a:t>到达</a:t>
            </a:r>
            <a:r>
              <a:rPr lang="en-US" altLang="zh-CN" b="1" i="1" dirty="0">
                <a:solidFill>
                  <a:schemeClr val="tx1"/>
                </a:solidFill>
                <a:cs typeface="Times New Roman" pitchFamily="18" charset="0"/>
              </a:rPr>
              <a:t>L</a:t>
            </a:r>
            <a:r>
              <a:rPr lang="zh-CN" altLang="en-US" b="1" dirty="0">
                <a:solidFill>
                  <a:srgbClr val="0070C0"/>
                </a:solidFill>
                <a:cs typeface="Times New Roman" pitchFamily="18" charset="0"/>
              </a:rPr>
              <a:t>首结点</a:t>
            </a:r>
            <a:r>
              <a:rPr lang="zh-CN" altLang="en-US" b="1" dirty="0">
                <a:solidFill>
                  <a:schemeClr val="tx1"/>
                </a:solidFill>
                <a:cs typeface="Times New Roman" pitchFamily="18" charset="0"/>
              </a:rPr>
              <a:t>的边都改成进入</a:t>
            </a:r>
            <a:r>
              <a:rPr lang="zh-CN" altLang="en-US" b="1" dirty="0">
                <a:solidFill>
                  <a:srgbClr val="0070C0"/>
                </a:solidFill>
                <a:cs typeface="Times New Roman" pitchFamily="18" charset="0"/>
              </a:rPr>
              <a:t>前置首结点</a:t>
            </a:r>
            <a:r>
              <a:rPr lang="zh-CN" altLang="en-US" b="1" dirty="0">
                <a:solidFill>
                  <a:schemeClr val="tx1"/>
                </a:solidFill>
                <a:cs typeface="Times New Roman" pitchFamily="18" charset="0"/>
              </a:rPr>
              <a:t>。</a:t>
            </a:r>
            <a:r>
              <a:rPr lang="en-US" altLang="zh-CN" b="1" dirty="0">
                <a:solidFill>
                  <a:schemeClr val="tx1"/>
                </a:solidFill>
                <a:cs typeface="Times New Roman" pitchFamily="18" charset="0"/>
              </a:rPr>
              <a:t> </a:t>
            </a:r>
            <a:r>
              <a:rPr lang="zh-CN" altLang="en-US" b="1" dirty="0">
                <a:solidFill>
                  <a:schemeClr val="tx1"/>
                </a:solidFill>
                <a:cs typeface="Times New Roman" pitchFamily="18" charset="0"/>
              </a:rPr>
              <a:t>从</a:t>
            </a:r>
            <a:r>
              <a:rPr lang="zh-CN" altLang="en-US" b="1" dirty="0">
                <a:solidFill>
                  <a:srgbClr val="0070C0"/>
                </a:solidFill>
                <a:cs typeface="Times New Roman" pitchFamily="18" charset="0"/>
              </a:rPr>
              <a:t>循环</a:t>
            </a:r>
            <a:r>
              <a:rPr lang="en-US" altLang="zh-CN" b="1" i="1" dirty="0">
                <a:solidFill>
                  <a:srgbClr val="0070C0"/>
                </a:solidFill>
                <a:cs typeface="Times New Roman" pitchFamily="18" charset="0"/>
              </a:rPr>
              <a:t>L</a:t>
            </a:r>
            <a:r>
              <a:rPr lang="zh-CN" altLang="en-US" b="1" dirty="0">
                <a:solidFill>
                  <a:srgbClr val="0070C0"/>
                </a:solidFill>
                <a:cs typeface="Times New Roman" pitchFamily="18" charset="0"/>
              </a:rPr>
              <a:t>里面</a:t>
            </a:r>
            <a:r>
              <a:rPr lang="zh-CN" altLang="en-US" b="1" dirty="0">
                <a:solidFill>
                  <a:schemeClr val="tx1"/>
                </a:solidFill>
                <a:cs typeface="Times New Roman" pitchFamily="18" charset="0"/>
              </a:rPr>
              <a:t>到达</a:t>
            </a:r>
            <a:r>
              <a:rPr lang="zh-CN" altLang="en-US" b="1" dirty="0">
                <a:solidFill>
                  <a:srgbClr val="0070C0"/>
                </a:solidFill>
                <a:cs typeface="Times New Roman" pitchFamily="18" charset="0"/>
              </a:rPr>
              <a:t>首结点</a:t>
            </a:r>
            <a:r>
              <a:rPr lang="zh-CN" altLang="en-US" b="1" dirty="0">
                <a:solidFill>
                  <a:schemeClr val="tx1"/>
                </a:solidFill>
                <a:cs typeface="Times New Roman" pitchFamily="18" charset="0"/>
              </a:rPr>
              <a:t>的边不变</a:t>
            </a:r>
            <a:endParaRPr lang="en-US" altLang="zh-CN" b="1" dirty="0">
              <a:solidFill>
                <a:schemeClr val="tx1"/>
              </a:solidFill>
              <a:cs typeface="Times New Roman" pitchFamily="18" charset="0"/>
            </a:endParaRPr>
          </a:p>
        </p:txBody>
      </p:sp>
      <p:sp>
        <p:nvSpPr>
          <p:cNvPr id="242691" name="Rectangle 2">
            <a:extLst>
              <a:ext uri="{FF2B5EF4-FFF2-40B4-BE49-F238E27FC236}">
                <a16:creationId xmlns:a16="http://schemas.microsoft.com/office/drawing/2014/main" id="{E2435AB5-3EA3-4B48-B7BF-935462C2A2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代码外提</a:t>
            </a:r>
            <a:endParaRPr lang="zh-CN" altLang="en-US" sz="2500">
              <a:solidFill>
                <a:schemeClr val="tx1"/>
              </a:solidFill>
              <a:cs typeface="楷体_GB2312" charset="0"/>
            </a:endParaRPr>
          </a:p>
        </p:txBody>
      </p:sp>
      <p:sp>
        <p:nvSpPr>
          <p:cNvPr id="1060870" name="AutoShape 6">
            <a:extLst>
              <a:ext uri="{FF2B5EF4-FFF2-40B4-BE49-F238E27FC236}">
                <a16:creationId xmlns:a16="http://schemas.microsoft.com/office/drawing/2014/main" id="{EEAF8007-086B-4F02-B319-8372227DDD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57688" y="3544888"/>
            <a:ext cx="541337" cy="785812"/>
          </a:xfrm>
          <a:prstGeom prst="rightArrow">
            <a:avLst>
              <a:gd name="adj1" fmla="val 49102"/>
              <a:gd name="adj2" fmla="val 43519"/>
            </a:avLst>
          </a:prstGeom>
          <a:solidFill>
            <a:schemeClr val="tx2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lIns="68580" tIns="34290" rIns="68580" bIns="34290" anchor="ctr"/>
          <a:lstStyle/>
          <a:p>
            <a:pPr eaLnBrk="1" hangingPunct="1">
              <a:defRPr/>
            </a:pPr>
            <a:endParaRPr lang="zh-CN" altLang="en-US">
              <a:solidFill>
                <a:srgbClr val="000000"/>
              </a:solidFill>
              <a:cs typeface="楷体_GB2312" charset="0"/>
            </a:endParaRPr>
          </a:p>
        </p:txBody>
      </p:sp>
      <p:grpSp>
        <p:nvGrpSpPr>
          <p:cNvPr id="2" name="组合 29">
            <a:extLst>
              <a:ext uri="{FF2B5EF4-FFF2-40B4-BE49-F238E27FC236}">
                <a16:creationId xmlns:a16="http://schemas.microsoft.com/office/drawing/2014/main" id="{FDB8CA5D-8855-42A3-BCA6-1F6CCE3AAEC0}"/>
              </a:ext>
            </a:extLst>
          </p:cNvPr>
          <p:cNvGrpSpPr>
            <a:grpSpLocks/>
          </p:cNvGrpSpPr>
          <p:nvPr/>
        </p:nvGrpSpPr>
        <p:grpSpPr bwMode="auto">
          <a:xfrm>
            <a:off x="1616075" y="3330575"/>
            <a:ext cx="2170113" cy="1285875"/>
            <a:chOff x="475637" y="2571750"/>
            <a:chExt cx="2169590" cy="1285884"/>
          </a:xfrm>
        </p:grpSpPr>
        <p:sp>
          <p:nvSpPr>
            <p:cNvPr id="242704" name="Freeform 42">
              <a:extLst>
                <a:ext uri="{FF2B5EF4-FFF2-40B4-BE49-F238E27FC236}">
                  <a16:creationId xmlns:a16="http://schemas.microsoft.com/office/drawing/2014/main" id="{14A06F62-A84C-4DBF-A600-4787D0C305FA}"/>
                </a:ext>
              </a:extLst>
            </p:cNvPr>
            <p:cNvSpPr>
              <a:spLocks/>
            </p:cNvSpPr>
            <p:nvPr/>
          </p:nvSpPr>
          <p:spPr bwMode="auto">
            <a:xfrm rot="-906172">
              <a:off x="475637" y="2782977"/>
              <a:ext cx="559512" cy="983609"/>
            </a:xfrm>
            <a:custGeom>
              <a:avLst/>
              <a:gdLst>
                <a:gd name="T0" fmla="*/ 2147483646 w 627"/>
                <a:gd name="T1" fmla="*/ 2147483646 h 3190"/>
                <a:gd name="T2" fmla="*/ 2147483646 w 627"/>
                <a:gd name="T3" fmla="*/ 2147483646 h 3190"/>
                <a:gd name="T4" fmla="*/ 2147483646 w 627"/>
                <a:gd name="T5" fmla="*/ 2147483646 h 3190"/>
                <a:gd name="T6" fmla="*/ 2147483646 w 627"/>
                <a:gd name="T7" fmla="*/ 2147483646 h 3190"/>
                <a:gd name="T8" fmla="*/ 2147483646 w 627"/>
                <a:gd name="T9" fmla="*/ 2147483646 h 319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627"/>
                <a:gd name="T16" fmla="*/ 0 h 3190"/>
                <a:gd name="T17" fmla="*/ 627 w 627"/>
                <a:gd name="T18" fmla="*/ 3190 h 319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627" h="3190">
                  <a:moveTo>
                    <a:pt x="491" y="2994"/>
                  </a:moveTo>
                  <a:cubicBezTo>
                    <a:pt x="430" y="3092"/>
                    <a:pt x="369" y="3190"/>
                    <a:pt x="309" y="3130"/>
                  </a:cubicBezTo>
                  <a:cubicBezTo>
                    <a:pt x="249" y="3070"/>
                    <a:pt x="166" y="3092"/>
                    <a:pt x="128" y="2631"/>
                  </a:cubicBezTo>
                  <a:cubicBezTo>
                    <a:pt x="90" y="2170"/>
                    <a:pt x="0" y="726"/>
                    <a:pt x="83" y="363"/>
                  </a:cubicBezTo>
                  <a:cubicBezTo>
                    <a:pt x="166" y="0"/>
                    <a:pt x="396" y="227"/>
                    <a:pt x="627" y="454"/>
                  </a:cubicBezTo>
                </a:path>
              </a:pathLst>
            </a:cu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23" name="Rectangle 23">
              <a:extLst>
                <a:ext uri="{FF2B5EF4-FFF2-40B4-BE49-F238E27FC236}">
                  <a16:creationId xmlns:a16="http://schemas.microsoft.com/office/drawing/2014/main" id="{7BD12C79-6FA6-4C7B-98D8-6F7E2C61E01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27966" y="2857502"/>
              <a:ext cx="1215732" cy="357191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8580" tIns="27000" rIns="68580" bIns="0" anchor="ctr"/>
            <a:lstStyle>
              <a:lvl1pPr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ctr">
                <a:lnSpc>
                  <a:spcPct val="70000"/>
                </a:lnSpc>
                <a:defRPr/>
              </a:pPr>
              <a:r>
                <a:rPr lang="zh-CN" altLang="en-US" sz="2000" dirty="0">
                  <a:solidFill>
                    <a:prstClr val="black"/>
                  </a:solidFill>
                  <a:latin typeface="华文楷体" panose="02010600040101010101" pitchFamily="2" charset="-122"/>
                  <a:ea typeface="华文楷体" panose="02010600040101010101" pitchFamily="2" charset="-122"/>
                </a:rPr>
                <a:t>首结点</a:t>
              </a:r>
              <a:endParaRPr lang="en-US" altLang="zh-CN" sz="2000" dirty="0">
                <a:solidFill>
                  <a:prstClr val="black"/>
                </a:solidFill>
                <a:latin typeface="华文楷体" panose="02010600040101010101" pitchFamily="2" charset="-122"/>
                <a:ea typeface="华文楷体" panose="02010600040101010101" pitchFamily="2" charset="-122"/>
              </a:endParaRPr>
            </a:p>
          </p:txBody>
        </p:sp>
        <p:sp>
          <p:nvSpPr>
            <p:cNvPr id="242706" name="Line 28">
              <a:extLst>
                <a:ext uri="{FF2B5EF4-FFF2-40B4-BE49-F238E27FC236}">
                  <a16:creationId xmlns:a16="http://schemas.microsoft.com/office/drawing/2014/main" id="{920441AC-A967-453B-8E3D-DA3AE672092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42976" y="2571750"/>
              <a:ext cx="214314" cy="259374"/>
            </a:xfrm>
            <a:prstGeom prst="line">
              <a:avLst/>
            </a:prstGeom>
            <a:noFill/>
            <a:ln w="25400">
              <a:solidFill>
                <a:srgbClr val="0070C0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242707" name="Freeform 42">
              <a:extLst>
                <a:ext uri="{FF2B5EF4-FFF2-40B4-BE49-F238E27FC236}">
                  <a16:creationId xmlns:a16="http://schemas.microsoft.com/office/drawing/2014/main" id="{C8144459-25DD-43DD-BDC6-84D6DE552E6A}"/>
                </a:ext>
              </a:extLst>
            </p:cNvPr>
            <p:cNvSpPr>
              <a:spLocks/>
            </p:cNvSpPr>
            <p:nvPr/>
          </p:nvSpPr>
          <p:spPr bwMode="auto">
            <a:xfrm rot="813194" flipH="1">
              <a:off x="2044406" y="2793653"/>
              <a:ext cx="600821" cy="980407"/>
            </a:xfrm>
            <a:custGeom>
              <a:avLst/>
              <a:gdLst>
                <a:gd name="T0" fmla="*/ 2147483646 w 627"/>
                <a:gd name="T1" fmla="*/ 2147483646 h 3190"/>
                <a:gd name="T2" fmla="*/ 2147483646 w 627"/>
                <a:gd name="T3" fmla="*/ 2147483646 h 3190"/>
                <a:gd name="T4" fmla="*/ 2147483646 w 627"/>
                <a:gd name="T5" fmla="*/ 2147483646 h 3190"/>
                <a:gd name="T6" fmla="*/ 2147483646 w 627"/>
                <a:gd name="T7" fmla="*/ 2147483646 h 3190"/>
                <a:gd name="T8" fmla="*/ 2147483646 w 627"/>
                <a:gd name="T9" fmla="*/ 2147483646 h 319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627"/>
                <a:gd name="T16" fmla="*/ 0 h 3190"/>
                <a:gd name="T17" fmla="*/ 627 w 627"/>
                <a:gd name="T18" fmla="*/ 3190 h 319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627" h="3190">
                  <a:moveTo>
                    <a:pt x="491" y="2994"/>
                  </a:moveTo>
                  <a:cubicBezTo>
                    <a:pt x="430" y="3092"/>
                    <a:pt x="369" y="3190"/>
                    <a:pt x="309" y="3130"/>
                  </a:cubicBezTo>
                  <a:cubicBezTo>
                    <a:pt x="249" y="3070"/>
                    <a:pt x="166" y="3092"/>
                    <a:pt x="128" y="2631"/>
                  </a:cubicBezTo>
                  <a:cubicBezTo>
                    <a:pt x="90" y="2170"/>
                    <a:pt x="0" y="726"/>
                    <a:pt x="83" y="363"/>
                  </a:cubicBezTo>
                  <a:cubicBezTo>
                    <a:pt x="166" y="0"/>
                    <a:pt x="396" y="227"/>
                    <a:pt x="627" y="454"/>
                  </a:cubicBezTo>
                </a:path>
              </a:pathLst>
            </a:cu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242708" name="Line 28">
              <a:extLst>
                <a:ext uri="{FF2B5EF4-FFF2-40B4-BE49-F238E27FC236}">
                  <a16:creationId xmlns:a16="http://schemas.microsoft.com/office/drawing/2014/main" id="{D4774E02-5B68-4698-8FC8-52E765FFB885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714480" y="2571750"/>
              <a:ext cx="214314" cy="259374"/>
            </a:xfrm>
            <a:prstGeom prst="line">
              <a:avLst/>
            </a:prstGeom>
            <a:noFill/>
            <a:ln w="25400">
              <a:solidFill>
                <a:srgbClr val="0070C0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242709" name="Rectangle 3">
              <a:extLst>
                <a:ext uri="{FF2B5EF4-FFF2-40B4-BE49-F238E27FC236}">
                  <a16:creationId xmlns:a16="http://schemas.microsoft.com/office/drawing/2014/main" id="{593B0F96-BCD3-4DD2-BB7F-AFAB38BE2A6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153337" y="3417894"/>
              <a:ext cx="1061781" cy="43974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 marL="271463" indent="-271463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>
                <a:lnSpc>
                  <a:spcPts val="3000"/>
                </a:lnSpc>
                <a:spcBef>
                  <a:spcPct val="20000"/>
                </a:spcBef>
                <a:buSzPct val="100000"/>
              </a:pPr>
              <a:r>
                <a:rPr lang="zh-CN" altLang="en-US" sz="2000">
                  <a:solidFill>
                    <a:srgbClr val="000000"/>
                  </a:solidFill>
                  <a:latin typeface="Times New Roman" panose="02020603050405020304" pitchFamily="18" charset="0"/>
                  <a:ea typeface="华文楷体" panose="02010600040101010101" pitchFamily="2" charset="-122"/>
                  <a:cs typeface="Times New Roman" panose="02020603050405020304" pitchFamily="18" charset="0"/>
                </a:rPr>
                <a:t>循环</a:t>
              </a:r>
              <a:r>
                <a:rPr lang="en-US" altLang="zh-CN" sz="2000" i="1">
                  <a:solidFill>
                    <a:srgbClr val="000000"/>
                  </a:solidFill>
                  <a:latin typeface="Times New Roman" panose="02020603050405020304" pitchFamily="18" charset="0"/>
                  <a:ea typeface="华文楷体" panose="02010600040101010101" pitchFamily="2" charset="-122"/>
                  <a:cs typeface="Times New Roman" panose="02020603050405020304" pitchFamily="18" charset="0"/>
                </a:rPr>
                <a:t>L</a:t>
              </a:r>
              <a:endParaRPr lang="en-US" altLang="zh-CN" sz="2000">
                <a:solidFill>
                  <a:srgbClr val="00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endParaRPr>
            </a:p>
          </p:txBody>
        </p:sp>
      </p:grpSp>
      <p:grpSp>
        <p:nvGrpSpPr>
          <p:cNvPr id="3" name="组合 39">
            <a:extLst>
              <a:ext uri="{FF2B5EF4-FFF2-40B4-BE49-F238E27FC236}">
                <a16:creationId xmlns:a16="http://schemas.microsoft.com/office/drawing/2014/main" id="{1247F4CD-B04C-42AE-A79C-8083D65D6780}"/>
              </a:ext>
            </a:extLst>
          </p:cNvPr>
          <p:cNvGrpSpPr>
            <a:grpSpLocks/>
          </p:cNvGrpSpPr>
          <p:nvPr/>
        </p:nvGrpSpPr>
        <p:grpSpPr bwMode="auto">
          <a:xfrm>
            <a:off x="5545138" y="2643188"/>
            <a:ext cx="2170112" cy="1973262"/>
            <a:chOff x="5545682" y="2098062"/>
            <a:chExt cx="2169590" cy="1973886"/>
          </a:xfrm>
        </p:grpSpPr>
        <p:grpSp>
          <p:nvGrpSpPr>
            <p:cNvPr id="242695" name="组合 30">
              <a:extLst>
                <a:ext uri="{FF2B5EF4-FFF2-40B4-BE49-F238E27FC236}">
                  <a16:creationId xmlns:a16="http://schemas.microsoft.com/office/drawing/2014/main" id="{585A8E9A-B957-4AD2-B7C0-6EBFA715436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545682" y="2098062"/>
              <a:ext cx="2169590" cy="1973886"/>
              <a:chOff x="475637" y="1883748"/>
              <a:chExt cx="2169590" cy="1973886"/>
            </a:xfrm>
          </p:grpSpPr>
          <p:sp>
            <p:nvSpPr>
              <p:cNvPr id="242698" name="Freeform 42">
                <a:extLst>
                  <a:ext uri="{FF2B5EF4-FFF2-40B4-BE49-F238E27FC236}">
                    <a16:creationId xmlns:a16="http://schemas.microsoft.com/office/drawing/2014/main" id="{A3C8AE7B-0020-47C0-94F4-9B105C2E4878}"/>
                  </a:ext>
                </a:extLst>
              </p:cNvPr>
              <p:cNvSpPr>
                <a:spLocks/>
              </p:cNvSpPr>
              <p:nvPr/>
            </p:nvSpPr>
            <p:spPr bwMode="auto">
              <a:xfrm rot="-906172">
                <a:off x="475637" y="2782977"/>
                <a:ext cx="559512" cy="983609"/>
              </a:xfrm>
              <a:custGeom>
                <a:avLst/>
                <a:gdLst>
                  <a:gd name="T0" fmla="*/ 2147483646 w 627"/>
                  <a:gd name="T1" fmla="*/ 2147483646 h 3190"/>
                  <a:gd name="T2" fmla="*/ 2147483646 w 627"/>
                  <a:gd name="T3" fmla="*/ 2147483646 h 3190"/>
                  <a:gd name="T4" fmla="*/ 2147483646 w 627"/>
                  <a:gd name="T5" fmla="*/ 2147483646 h 3190"/>
                  <a:gd name="T6" fmla="*/ 2147483646 w 627"/>
                  <a:gd name="T7" fmla="*/ 2147483646 h 3190"/>
                  <a:gd name="T8" fmla="*/ 2147483646 w 627"/>
                  <a:gd name="T9" fmla="*/ 2147483646 h 319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627"/>
                  <a:gd name="T16" fmla="*/ 0 h 3190"/>
                  <a:gd name="T17" fmla="*/ 627 w 627"/>
                  <a:gd name="T18" fmla="*/ 3190 h 319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627" h="3190">
                    <a:moveTo>
                      <a:pt x="491" y="2994"/>
                    </a:moveTo>
                    <a:cubicBezTo>
                      <a:pt x="430" y="3092"/>
                      <a:pt x="369" y="3190"/>
                      <a:pt x="309" y="3130"/>
                    </a:cubicBezTo>
                    <a:cubicBezTo>
                      <a:pt x="249" y="3070"/>
                      <a:pt x="166" y="3092"/>
                      <a:pt x="128" y="2631"/>
                    </a:cubicBezTo>
                    <a:cubicBezTo>
                      <a:pt x="90" y="2170"/>
                      <a:pt x="0" y="726"/>
                      <a:pt x="83" y="363"/>
                    </a:cubicBezTo>
                    <a:cubicBezTo>
                      <a:pt x="166" y="0"/>
                      <a:pt x="396" y="227"/>
                      <a:pt x="627" y="454"/>
                    </a:cubicBezTo>
                  </a:path>
                </a:pathLst>
              </a:custGeom>
              <a:noFill/>
              <a:ln w="25400">
                <a:solidFill>
                  <a:schemeClr val="tx1"/>
                </a:solidFill>
                <a:round/>
                <a:headEnd/>
                <a:tailEnd type="stealth" w="lg" len="lg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lIns="68580" tIns="34290" rIns="68580" bIns="34290"/>
              <a:lstStyle/>
              <a:p>
                <a:endParaRPr lang="zh-CN" altLang="en-US"/>
              </a:p>
            </p:txBody>
          </p:sp>
          <p:sp>
            <p:nvSpPr>
              <p:cNvPr id="33" name="Rectangle 23">
                <a:extLst>
                  <a:ext uri="{FF2B5EF4-FFF2-40B4-BE49-F238E27FC236}">
                    <a16:creationId xmlns:a16="http://schemas.microsoft.com/office/drawing/2014/main" id="{FD0A88C9-4F49-45D1-8A12-965101AEBCE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27965" y="2857193"/>
                <a:ext cx="1215732" cy="357301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 w="254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lIns="68580" tIns="27000" rIns="68580" bIns="0" anchor="ctr"/>
              <a:lstStyle>
                <a:lvl1pPr>
                  <a:defRPr b="1">
                    <a:solidFill>
                      <a:schemeClr val="tx1"/>
                    </a:solidFill>
                    <a:latin typeface="Tahoma" charset="0"/>
                    <a:ea typeface="宋体" charset="0"/>
                  </a:defRPr>
                </a:lvl1pPr>
                <a:lvl2pPr marL="742950" indent="-285750">
                  <a:defRPr b="1">
                    <a:solidFill>
                      <a:schemeClr val="tx1"/>
                    </a:solidFill>
                    <a:latin typeface="Tahoma" charset="0"/>
                    <a:ea typeface="宋体" charset="0"/>
                  </a:defRPr>
                </a:lvl2pPr>
                <a:lvl3pPr marL="1143000" indent="-228600">
                  <a:defRPr b="1">
                    <a:solidFill>
                      <a:schemeClr val="tx1"/>
                    </a:solidFill>
                    <a:latin typeface="Tahoma" charset="0"/>
                    <a:ea typeface="宋体" charset="0"/>
                  </a:defRPr>
                </a:lvl3pPr>
                <a:lvl4pPr marL="1600200" indent="-228600">
                  <a:defRPr b="1">
                    <a:solidFill>
                      <a:schemeClr val="tx1"/>
                    </a:solidFill>
                    <a:latin typeface="Tahoma" charset="0"/>
                    <a:ea typeface="宋体" charset="0"/>
                  </a:defRPr>
                </a:lvl4pPr>
                <a:lvl5pPr marL="2057400" indent="-228600">
                  <a:defRPr b="1">
                    <a:solidFill>
                      <a:schemeClr val="tx1"/>
                    </a:solidFill>
                    <a:latin typeface="Tahoma" charset="0"/>
                    <a:ea typeface="宋体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b="1">
                    <a:solidFill>
                      <a:schemeClr val="tx1"/>
                    </a:solidFill>
                    <a:latin typeface="Tahoma" charset="0"/>
                    <a:ea typeface="宋体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b="1">
                    <a:solidFill>
                      <a:schemeClr val="tx1"/>
                    </a:solidFill>
                    <a:latin typeface="Tahoma" charset="0"/>
                    <a:ea typeface="宋体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b="1">
                    <a:solidFill>
                      <a:schemeClr val="tx1"/>
                    </a:solidFill>
                    <a:latin typeface="Tahoma" charset="0"/>
                    <a:ea typeface="宋体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b="1">
                    <a:solidFill>
                      <a:schemeClr val="tx1"/>
                    </a:solidFill>
                    <a:latin typeface="Tahoma" charset="0"/>
                    <a:ea typeface="宋体" charset="0"/>
                  </a:defRPr>
                </a:lvl9pPr>
              </a:lstStyle>
              <a:p>
                <a:pPr algn="ctr">
                  <a:lnSpc>
                    <a:spcPct val="70000"/>
                  </a:lnSpc>
                  <a:defRPr/>
                </a:pPr>
                <a:r>
                  <a:rPr lang="zh-CN" altLang="en-US" sz="2000" dirty="0">
                    <a:solidFill>
                      <a:prstClr val="black"/>
                    </a:solidFill>
                    <a:latin typeface="华文楷体" panose="02010600040101010101" pitchFamily="2" charset="-122"/>
                    <a:ea typeface="华文楷体" panose="02010600040101010101" pitchFamily="2" charset="-122"/>
                  </a:rPr>
                  <a:t>首结点</a:t>
                </a:r>
                <a:endParaRPr lang="en-US" altLang="zh-CN" sz="2000" dirty="0">
                  <a:solidFill>
                    <a:prstClr val="black"/>
                  </a:solidFill>
                  <a:latin typeface="华文楷体" panose="02010600040101010101" pitchFamily="2" charset="-122"/>
                  <a:ea typeface="华文楷体" panose="02010600040101010101" pitchFamily="2" charset="-122"/>
                </a:endParaRPr>
              </a:p>
            </p:txBody>
          </p:sp>
          <p:sp>
            <p:nvSpPr>
              <p:cNvPr id="242700" name="Line 28">
                <a:extLst>
                  <a:ext uri="{FF2B5EF4-FFF2-40B4-BE49-F238E27FC236}">
                    <a16:creationId xmlns:a16="http://schemas.microsoft.com/office/drawing/2014/main" id="{D97E75E0-D8FA-48DD-82B9-DC1D919CB02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142976" y="1883748"/>
                <a:ext cx="214314" cy="259374"/>
              </a:xfrm>
              <a:prstGeom prst="line">
                <a:avLst/>
              </a:prstGeom>
              <a:noFill/>
              <a:ln w="25400">
                <a:solidFill>
                  <a:srgbClr val="0070C0"/>
                </a:solidFill>
                <a:round/>
                <a:headEnd/>
                <a:tailEnd type="stealth" w="lg" len="lg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lIns="68580" tIns="34290" rIns="68580" bIns="34290"/>
              <a:lstStyle/>
              <a:p>
                <a:endParaRPr lang="zh-CN" altLang="en-US"/>
              </a:p>
            </p:txBody>
          </p:sp>
          <p:sp>
            <p:nvSpPr>
              <p:cNvPr id="242701" name="Freeform 42">
                <a:extLst>
                  <a:ext uri="{FF2B5EF4-FFF2-40B4-BE49-F238E27FC236}">
                    <a16:creationId xmlns:a16="http://schemas.microsoft.com/office/drawing/2014/main" id="{0AE4F61F-00D1-4549-A049-3A5A1CD8A8AC}"/>
                  </a:ext>
                </a:extLst>
              </p:cNvPr>
              <p:cNvSpPr>
                <a:spLocks/>
              </p:cNvSpPr>
              <p:nvPr/>
            </p:nvSpPr>
            <p:spPr bwMode="auto">
              <a:xfrm rot="813194" flipH="1">
                <a:off x="2044406" y="2793653"/>
                <a:ext cx="600821" cy="980407"/>
              </a:xfrm>
              <a:custGeom>
                <a:avLst/>
                <a:gdLst>
                  <a:gd name="T0" fmla="*/ 2147483646 w 627"/>
                  <a:gd name="T1" fmla="*/ 2147483646 h 3190"/>
                  <a:gd name="T2" fmla="*/ 2147483646 w 627"/>
                  <a:gd name="T3" fmla="*/ 2147483646 h 3190"/>
                  <a:gd name="T4" fmla="*/ 2147483646 w 627"/>
                  <a:gd name="T5" fmla="*/ 2147483646 h 3190"/>
                  <a:gd name="T6" fmla="*/ 2147483646 w 627"/>
                  <a:gd name="T7" fmla="*/ 2147483646 h 3190"/>
                  <a:gd name="T8" fmla="*/ 2147483646 w 627"/>
                  <a:gd name="T9" fmla="*/ 2147483646 h 319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627"/>
                  <a:gd name="T16" fmla="*/ 0 h 3190"/>
                  <a:gd name="T17" fmla="*/ 627 w 627"/>
                  <a:gd name="T18" fmla="*/ 3190 h 319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627" h="3190">
                    <a:moveTo>
                      <a:pt x="491" y="2994"/>
                    </a:moveTo>
                    <a:cubicBezTo>
                      <a:pt x="430" y="3092"/>
                      <a:pt x="369" y="3190"/>
                      <a:pt x="309" y="3130"/>
                    </a:cubicBezTo>
                    <a:cubicBezTo>
                      <a:pt x="249" y="3070"/>
                      <a:pt x="166" y="3092"/>
                      <a:pt x="128" y="2631"/>
                    </a:cubicBezTo>
                    <a:cubicBezTo>
                      <a:pt x="90" y="2170"/>
                      <a:pt x="0" y="726"/>
                      <a:pt x="83" y="363"/>
                    </a:cubicBezTo>
                    <a:cubicBezTo>
                      <a:pt x="166" y="0"/>
                      <a:pt x="396" y="227"/>
                      <a:pt x="627" y="454"/>
                    </a:cubicBezTo>
                  </a:path>
                </a:pathLst>
              </a:custGeom>
              <a:noFill/>
              <a:ln w="25400">
                <a:solidFill>
                  <a:schemeClr val="tx1"/>
                </a:solidFill>
                <a:round/>
                <a:headEnd/>
                <a:tailEnd type="stealth" w="lg" len="lg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lIns="68580" tIns="34290" rIns="68580" bIns="34290"/>
              <a:lstStyle/>
              <a:p>
                <a:endParaRPr lang="zh-CN" altLang="en-US"/>
              </a:p>
            </p:txBody>
          </p:sp>
          <p:sp>
            <p:nvSpPr>
              <p:cNvPr id="242702" name="Line 28">
                <a:extLst>
                  <a:ext uri="{FF2B5EF4-FFF2-40B4-BE49-F238E27FC236}">
                    <a16:creationId xmlns:a16="http://schemas.microsoft.com/office/drawing/2014/main" id="{BB958B64-BFCF-42B8-818C-6D1D20AFC9F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714480" y="1883748"/>
                <a:ext cx="214314" cy="259374"/>
              </a:xfrm>
              <a:prstGeom prst="line">
                <a:avLst/>
              </a:prstGeom>
              <a:noFill/>
              <a:ln w="25400">
                <a:solidFill>
                  <a:srgbClr val="0070C0"/>
                </a:solidFill>
                <a:round/>
                <a:headEnd/>
                <a:tailEnd type="stealth" w="lg" len="lg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lIns="68580" tIns="34290" rIns="68580" bIns="34290"/>
              <a:lstStyle/>
              <a:p>
                <a:endParaRPr lang="zh-CN" altLang="en-US"/>
              </a:p>
            </p:txBody>
          </p:sp>
          <p:sp>
            <p:nvSpPr>
              <p:cNvPr id="242703" name="Rectangle 3">
                <a:extLst>
                  <a:ext uri="{FF2B5EF4-FFF2-40B4-BE49-F238E27FC236}">
                    <a16:creationId xmlns:a16="http://schemas.microsoft.com/office/drawing/2014/main" id="{E59361B8-7191-4790-9707-9C5A75552D7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153336" y="3417758"/>
                <a:ext cx="1061783" cy="43987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lIns="68580" tIns="34290" rIns="68580" bIns="34290"/>
              <a:lstStyle>
                <a:lvl1pPr marL="271463" indent="-271463"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>
                  <a:lnSpc>
                    <a:spcPts val="3000"/>
                  </a:lnSpc>
                  <a:spcBef>
                    <a:spcPct val="20000"/>
                  </a:spcBef>
                  <a:buSzPct val="100000"/>
                </a:pPr>
                <a:r>
                  <a:rPr lang="zh-CN" altLang="en-US" sz="2000">
                    <a:solidFill>
                      <a:srgbClr val="000000"/>
                    </a:solidFill>
                    <a:latin typeface="Times New Roman" panose="02020603050405020304" pitchFamily="18" charset="0"/>
                    <a:ea typeface="华文楷体" panose="02010600040101010101" pitchFamily="2" charset="-122"/>
                    <a:cs typeface="Times New Roman" panose="02020603050405020304" pitchFamily="18" charset="0"/>
                  </a:rPr>
                  <a:t>循环</a:t>
                </a:r>
                <a:r>
                  <a:rPr lang="en-US" altLang="zh-CN" sz="2000" i="1">
                    <a:solidFill>
                      <a:srgbClr val="000000"/>
                    </a:solidFill>
                    <a:latin typeface="Times New Roman" panose="02020603050405020304" pitchFamily="18" charset="0"/>
                    <a:ea typeface="华文楷体" panose="02010600040101010101" pitchFamily="2" charset="-122"/>
                    <a:cs typeface="Times New Roman" panose="02020603050405020304" pitchFamily="18" charset="0"/>
                  </a:rPr>
                  <a:t>L</a:t>
                </a:r>
                <a:endParaRPr lang="en-US" altLang="zh-CN" sz="2000">
                  <a:solidFill>
                    <a:srgbClr val="000000"/>
                  </a:solidFill>
                  <a:latin typeface="Times New Roman" panose="02020603050405020304" pitchFamily="18" charset="0"/>
                  <a:ea typeface="华文楷体" panose="02010600040101010101" pitchFamily="2" charset="-122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38" name="Rectangle 23">
              <a:extLst>
                <a:ext uri="{FF2B5EF4-FFF2-40B4-BE49-F238E27FC236}">
                  <a16:creationId xmlns:a16="http://schemas.microsoft.com/office/drawing/2014/main" id="{A6265772-1FD2-48AD-AD84-8BACA5C8C10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909132" y="2356906"/>
              <a:ext cx="1429994" cy="357301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25400">
              <a:solidFill>
                <a:srgbClr val="C00000"/>
              </a:solidFill>
              <a:miter lim="800000"/>
              <a:headEnd/>
              <a:tailEnd/>
            </a:ln>
          </p:spPr>
          <p:txBody>
            <a:bodyPr lIns="68580" tIns="27000" rIns="68580" bIns="0" anchor="ctr"/>
            <a:lstStyle>
              <a:lvl1pPr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ctr">
                <a:lnSpc>
                  <a:spcPct val="70000"/>
                </a:lnSpc>
                <a:defRPr/>
              </a:pPr>
              <a:r>
                <a:rPr lang="zh-CN" altLang="en-US" sz="2000" dirty="0">
                  <a:solidFill>
                    <a:srgbClr val="FF0000"/>
                  </a:solidFill>
                  <a:latin typeface="华文楷体" panose="02010600040101010101" pitchFamily="2" charset="-122"/>
                  <a:ea typeface="华文楷体" panose="02010600040101010101" pitchFamily="2" charset="-122"/>
                </a:rPr>
                <a:t>前置首结点</a:t>
              </a:r>
              <a:endParaRPr lang="en-US" altLang="zh-CN" sz="2000" dirty="0">
                <a:solidFill>
                  <a:srgbClr val="FF0000"/>
                </a:solidFill>
                <a:latin typeface="华文楷体" panose="02010600040101010101" pitchFamily="2" charset="-122"/>
                <a:ea typeface="华文楷体" panose="02010600040101010101" pitchFamily="2" charset="-122"/>
              </a:endParaRPr>
            </a:p>
          </p:txBody>
        </p:sp>
        <p:sp>
          <p:nvSpPr>
            <p:cNvPr id="242697" name="Line 28">
              <a:extLst>
                <a:ext uri="{FF2B5EF4-FFF2-40B4-BE49-F238E27FC236}">
                  <a16:creationId xmlns:a16="http://schemas.microsoft.com/office/drawing/2014/main" id="{381B1469-4C1A-43B2-BD24-171C19101154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6611591" y="2714626"/>
              <a:ext cx="0" cy="357190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26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826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826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826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262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28262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28262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28262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53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08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106087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106087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0608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60870" grpId="0" animBg="1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2915" name="Rectangle 3">
            <a:extLst>
              <a:ext uri="{FF2B5EF4-FFF2-40B4-BE49-F238E27FC236}">
                <a16:creationId xmlns:a16="http://schemas.microsoft.com/office/drawing/2014/main" id="{EC210983-D405-449A-B275-0E81F3D60CB6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714375" y="774700"/>
            <a:ext cx="7999413" cy="322580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buFont typeface="Symbol" panose="05050102010706020507" pitchFamily="18" charset="2"/>
              <a:buNone/>
            </a:pPr>
            <a:r>
              <a:rPr lang="en-US" altLang="zh-CN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(1) </a:t>
            </a:r>
            <a:r>
              <a:rPr lang="en-US" altLang="zh-CN" sz="25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s</a:t>
            </a: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所在的基本块是循环</a:t>
            </a:r>
            <a:r>
              <a:rPr lang="zh-CN" altLang="en-US" sz="2500" b="1" dirty="0">
                <a:solidFill>
                  <a:srgbClr val="0070C0"/>
                </a:solidFill>
                <a:cs typeface="Times New Roman" panose="02020603050405020304" pitchFamily="18" charset="0"/>
              </a:rPr>
              <a:t>所有出口结点</a:t>
            </a:r>
            <a:r>
              <a:rPr lang="en-US" altLang="zh-CN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(</a:t>
            </a: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有后继结点在循环外的结点</a:t>
            </a:r>
            <a:r>
              <a:rPr lang="en-US" altLang="zh-CN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)</a:t>
            </a: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的</a:t>
            </a:r>
            <a:r>
              <a:rPr lang="zh-CN" altLang="en-US" sz="2500" b="1" dirty="0">
                <a:solidFill>
                  <a:srgbClr val="0070C0"/>
                </a:solidFill>
                <a:cs typeface="Times New Roman" panose="02020603050405020304" pitchFamily="18" charset="0"/>
              </a:rPr>
              <a:t>支配结点</a:t>
            </a:r>
            <a:endParaRPr lang="zh-CN" altLang="en-US" sz="2500" b="1" dirty="0">
              <a:solidFill>
                <a:srgbClr val="0070C0"/>
              </a:solidFill>
              <a:ea typeface="宋体" panose="02010600030101010101" pitchFamily="2" charset="-122"/>
              <a:cs typeface="楷体_GB2312" charset="0"/>
            </a:endParaRPr>
          </a:p>
        </p:txBody>
      </p:sp>
      <p:sp>
        <p:nvSpPr>
          <p:cNvPr id="244739" name="Rectangle 2">
            <a:extLst>
              <a:ext uri="{FF2B5EF4-FFF2-40B4-BE49-F238E27FC236}">
                <a16:creationId xmlns:a16="http://schemas.microsoft.com/office/drawing/2014/main" id="{85C3EC51-95CD-4640-AE93-55C8582F6A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循环不变计算语句 </a:t>
            </a:r>
            <a:r>
              <a:rPr lang="en-US" altLang="zh-CN" sz="3000" i="1">
                <a:solidFill>
                  <a:schemeClr val="tx1"/>
                </a:solidFill>
              </a:rPr>
              <a:t>s </a:t>
            </a:r>
            <a:r>
              <a:rPr lang="en-US" altLang="zh-CN" sz="3000">
                <a:solidFill>
                  <a:schemeClr val="tx1"/>
                </a:solidFill>
              </a:rPr>
              <a:t>: </a:t>
            </a:r>
            <a:r>
              <a:rPr lang="en-US" altLang="zh-CN" sz="3000" i="1">
                <a:solidFill>
                  <a:schemeClr val="tx1"/>
                </a:solidFill>
              </a:rPr>
              <a:t>x </a:t>
            </a:r>
            <a:r>
              <a:rPr lang="en-US" altLang="zh-CN" sz="3000">
                <a:solidFill>
                  <a:schemeClr val="tx1"/>
                </a:solidFill>
              </a:rPr>
              <a:t>= </a:t>
            </a:r>
            <a:r>
              <a:rPr lang="en-US" altLang="zh-CN" sz="3000" i="1">
                <a:solidFill>
                  <a:schemeClr val="tx1"/>
                </a:solidFill>
              </a:rPr>
              <a:t>y </a:t>
            </a:r>
            <a:r>
              <a:rPr lang="en-US" altLang="zh-CN" sz="3000">
                <a:solidFill>
                  <a:schemeClr val="tx1"/>
                </a:solidFill>
              </a:rPr>
              <a:t>+ </a:t>
            </a:r>
            <a:r>
              <a:rPr lang="en-US" altLang="zh-CN" sz="3000" i="1">
                <a:solidFill>
                  <a:schemeClr val="tx1"/>
                </a:solidFill>
              </a:rPr>
              <a:t>z </a:t>
            </a:r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移动的条件</a:t>
            </a:r>
            <a:endParaRPr lang="en-US" altLang="zh-CN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grpSp>
        <p:nvGrpSpPr>
          <p:cNvPr id="2" name="组合 7">
            <a:extLst>
              <a:ext uri="{FF2B5EF4-FFF2-40B4-BE49-F238E27FC236}">
                <a16:creationId xmlns:a16="http://schemas.microsoft.com/office/drawing/2014/main" id="{494F22F1-CC42-4416-882A-3F3B000A8067}"/>
              </a:ext>
            </a:extLst>
          </p:cNvPr>
          <p:cNvGrpSpPr>
            <a:grpSpLocks/>
          </p:cNvGrpSpPr>
          <p:nvPr/>
        </p:nvGrpSpPr>
        <p:grpSpPr bwMode="auto">
          <a:xfrm>
            <a:off x="214313" y="1658938"/>
            <a:ext cx="4214812" cy="3221037"/>
            <a:chOff x="500034" y="1373181"/>
            <a:chExt cx="4214842" cy="3221043"/>
          </a:xfrm>
        </p:grpSpPr>
        <p:sp>
          <p:nvSpPr>
            <p:cNvPr id="244765" name="Freeform 47">
              <a:extLst>
                <a:ext uri="{FF2B5EF4-FFF2-40B4-BE49-F238E27FC236}">
                  <a16:creationId xmlns:a16="http://schemas.microsoft.com/office/drawing/2014/main" id="{1172E2B8-6BF4-419C-894E-BAC7019BA2B4}"/>
                </a:ext>
              </a:extLst>
            </p:cNvPr>
            <p:cNvSpPr>
              <a:spLocks/>
            </p:cNvSpPr>
            <p:nvPr/>
          </p:nvSpPr>
          <p:spPr bwMode="auto">
            <a:xfrm>
              <a:off x="500034" y="1571618"/>
              <a:ext cx="2325344" cy="2879798"/>
            </a:xfrm>
            <a:custGeom>
              <a:avLst/>
              <a:gdLst>
                <a:gd name="T0" fmla="*/ 2147483646 w 1345"/>
                <a:gd name="T1" fmla="*/ 2147483646 h 1792"/>
                <a:gd name="T2" fmla="*/ 2147483646 w 1345"/>
                <a:gd name="T3" fmla="*/ 2147483646 h 1792"/>
                <a:gd name="T4" fmla="*/ 2147483646 w 1345"/>
                <a:gd name="T5" fmla="*/ 2147483646 h 1792"/>
                <a:gd name="T6" fmla="*/ 2147483646 w 1345"/>
                <a:gd name="T7" fmla="*/ 2147483646 h 1792"/>
                <a:gd name="T8" fmla="*/ 2147483646 w 1345"/>
                <a:gd name="T9" fmla="*/ 2147483646 h 179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345"/>
                <a:gd name="T16" fmla="*/ 0 h 1792"/>
                <a:gd name="T17" fmla="*/ 1345 w 1345"/>
                <a:gd name="T18" fmla="*/ 1792 h 179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345" h="1792">
                  <a:moveTo>
                    <a:pt x="1345" y="1512"/>
                  </a:moveTo>
                  <a:cubicBezTo>
                    <a:pt x="1114" y="1652"/>
                    <a:pt x="884" y="1792"/>
                    <a:pt x="665" y="1694"/>
                  </a:cubicBezTo>
                  <a:cubicBezTo>
                    <a:pt x="446" y="1596"/>
                    <a:pt x="60" y="1187"/>
                    <a:pt x="30" y="922"/>
                  </a:cubicBezTo>
                  <a:cubicBezTo>
                    <a:pt x="0" y="657"/>
                    <a:pt x="287" y="212"/>
                    <a:pt x="483" y="106"/>
                  </a:cubicBezTo>
                  <a:cubicBezTo>
                    <a:pt x="679" y="0"/>
                    <a:pt x="944" y="143"/>
                    <a:pt x="1209" y="287"/>
                  </a:cubicBez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10" name="Text Box 3">
              <a:extLst>
                <a:ext uri="{FF2B5EF4-FFF2-40B4-BE49-F238E27FC236}">
                  <a16:creationId xmlns:a16="http://schemas.microsoft.com/office/drawing/2014/main" id="{6324F1AD-1D52-4EDA-9AD2-4A36333EB91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047989" y="1406518"/>
              <a:ext cx="809631" cy="346076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8580" tIns="34290" rIns="68580" bIns="34290">
              <a:spAutoFit/>
            </a:bodyPr>
            <a:lstStyle/>
            <a:p>
              <a:pPr algn="ctr">
                <a:defRPr/>
              </a:pPr>
              <a:r>
                <a:rPr kumimoji="1" lang="en-US" altLang="zh-CN" i="1" dirty="0" err="1">
                  <a:solidFill>
                    <a:prstClr val="black"/>
                  </a:solidFill>
                  <a:latin typeface="Times New Roman" pitchFamily="18" charset="0"/>
                </a:rPr>
                <a:t>i</a:t>
              </a:r>
              <a:r>
                <a:rPr kumimoji="1" lang="zh-CN" altLang="en-US" dirty="0">
                  <a:solidFill>
                    <a:prstClr val="black"/>
                  </a:solidFill>
                  <a:latin typeface="Times New Roman" pitchFamily="18" charset="0"/>
                </a:rPr>
                <a:t> </a:t>
              </a:r>
              <a:r>
                <a:rPr kumimoji="1"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= 1</a:t>
              </a:r>
            </a:p>
          </p:txBody>
        </p:sp>
        <p:sp>
          <p:nvSpPr>
            <p:cNvPr id="11" name="Text Box 4">
              <a:extLst>
                <a:ext uri="{FF2B5EF4-FFF2-40B4-BE49-F238E27FC236}">
                  <a16:creationId xmlns:a16="http://schemas.microsoft.com/office/drawing/2014/main" id="{F627C2B5-EED3-4591-83C0-73F9427960E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601899" y="2011357"/>
              <a:ext cx="1714512" cy="346076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8580" tIns="34290" rIns="68580" bIns="34290">
              <a:spAutoFit/>
            </a:bodyPr>
            <a:lstStyle/>
            <a:p>
              <a:pPr algn="ctr">
                <a:defRPr/>
              </a:pPr>
              <a:r>
                <a:rPr kumimoji="1" lang="en-US" altLang="zh-CN" dirty="0">
                  <a:solidFill>
                    <a:prstClr val="black"/>
                  </a:solidFill>
                  <a:latin typeface="Times New Roman" pitchFamily="18" charset="0"/>
                  <a:ea typeface="楷体_GB2312"/>
                  <a:cs typeface="Times New Roman" pitchFamily="18" charset="0"/>
                </a:rPr>
                <a:t>if  </a:t>
              </a:r>
              <a:r>
                <a:rPr kumimoji="1" lang="en-US" altLang="zh-CN" i="1" dirty="0">
                  <a:solidFill>
                    <a:prstClr val="black"/>
                  </a:solidFill>
                  <a:latin typeface="Times New Roman" pitchFamily="18" charset="0"/>
                  <a:ea typeface="楷体_GB2312"/>
                  <a:cs typeface="Times New Roman" pitchFamily="18" charset="0"/>
                </a:rPr>
                <a:t>u</a:t>
              </a:r>
              <a:r>
                <a:rPr kumimoji="1" lang="en-US" altLang="zh-CN" dirty="0">
                  <a:solidFill>
                    <a:prstClr val="black"/>
                  </a:solidFill>
                  <a:latin typeface="Times New Roman" pitchFamily="18" charset="0"/>
                  <a:ea typeface="楷体_GB2312"/>
                  <a:cs typeface="Times New Roman" pitchFamily="18" charset="0"/>
                </a:rPr>
                <a:t>&lt;</a:t>
              </a:r>
              <a:r>
                <a:rPr kumimoji="1" lang="en-US" altLang="zh-CN" i="1" dirty="0">
                  <a:solidFill>
                    <a:prstClr val="black"/>
                  </a:solidFill>
                  <a:latin typeface="Times New Roman" pitchFamily="18" charset="0"/>
                  <a:ea typeface="楷体_GB2312"/>
                  <a:cs typeface="Times New Roman" pitchFamily="18" charset="0"/>
                </a:rPr>
                <a:t>v</a:t>
              </a:r>
              <a:r>
                <a:rPr kumimoji="1" lang="en-US" altLang="zh-CN" dirty="0">
                  <a:solidFill>
                    <a:prstClr val="black"/>
                  </a:solidFill>
                  <a:latin typeface="Times New Roman" pitchFamily="18" charset="0"/>
                  <a:ea typeface="楷体_GB2312"/>
                  <a:cs typeface="Times New Roman" pitchFamily="18" charset="0"/>
                </a:rPr>
                <a:t> </a:t>
              </a:r>
              <a:r>
                <a:rPr kumimoji="1" lang="en-US" altLang="zh-CN" dirty="0" err="1">
                  <a:solidFill>
                    <a:prstClr val="black"/>
                  </a:solidFill>
                  <a:latin typeface="Times New Roman" pitchFamily="18" charset="0"/>
                  <a:ea typeface="楷体_GB2312"/>
                  <a:cs typeface="Times New Roman" pitchFamily="18" charset="0"/>
                </a:rPr>
                <a:t>goto</a:t>
              </a:r>
              <a:r>
                <a:rPr kumimoji="1" lang="en-US" altLang="zh-CN" dirty="0">
                  <a:solidFill>
                    <a:prstClr val="black"/>
                  </a:solidFill>
                  <a:latin typeface="Times New Roman" pitchFamily="18" charset="0"/>
                  <a:ea typeface="楷体_GB2312"/>
                  <a:cs typeface="Times New Roman" pitchFamily="18" charset="0"/>
                </a:rPr>
                <a:t>   </a:t>
              </a:r>
              <a:r>
                <a:rPr kumimoji="1" lang="en-US" altLang="zh-CN" i="1" dirty="0">
                  <a:solidFill>
                    <a:prstClr val="black"/>
                  </a:solidFill>
                  <a:latin typeface="Times New Roman" pitchFamily="18" charset="0"/>
                  <a:ea typeface="楷体_GB2312"/>
                  <a:cs typeface="Times New Roman" pitchFamily="18" charset="0"/>
                </a:rPr>
                <a:t>B</a:t>
              </a:r>
              <a:r>
                <a:rPr kumimoji="1" lang="en-US" altLang="zh-CN" i="1" baseline="-25000" dirty="0">
                  <a:solidFill>
                    <a:prstClr val="black"/>
                  </a:solidFill>
                  <a:latin typeface="Times New Roman" pitchFamily="18" charset="0"/>
                  <a:ea typeface="楷体_GB2312"/>
                  <a:cs typeface="Times New Roman" pitchFamily="18" charset="0"/>
                </a:rPr>
                <a:t>3</a:t>
              </a:r>
            </a:p>
          </p:txBody>
        </p:sp>
        <p:sp>
          <p:nvSpPr>
            <p:cNvPr id="12" name="Text Box 5">
              <a:extLst>
                <a:ext uri="{FF2B5EF4-FFF2-40B4-BE49-F238E27FC236}">
                  <a16:creationId xmlns:a16="http://schemas.microsoft.com/office/drawing/2014/main" id="{558D4A17-47C0-4C7F-819D-A7C58557C05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71538" y="2616195"/>
              <a:ext cx="1314459" cy="598489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8580" tIns="34290" rIns="68580" bIns="34290" anchor="ctr">
              <a:spAutoFit/>
            </a:bodyPr>
            <a:lstStyle/>
            <a:p>
              <a:pPr algn="ctr">
                <a:lnSpc>
                  <a:spcPts val="1500"/>
                </a:lnSpc>
                <a:spcBef>
                  <a:spcPct val="50000"/>
                </a:spcBef>
                <a:defRPr/>
              </a:pPr>
              <a:r>
                <a:rPr kumimoji="1" lang="en-US" altLang="zh-CN" i="1" dirty="0" err="1">
                  <a:solidFill>
                    <a:prstClr val="black"/>
                  </a:solidFill>
                  <a:latin typeface="Times New Roman" pitchFamily="18" charset="0"/>
                </a:rPr>
                <a:t>i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  <a:cs typeface="Times New Roman" pitchFamily="18" charset="0"/>
                </a:rPr>
                <a:t> =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pitchFamily="18" charset="0"/>
                  <a:cs typeface="Times New Roman" pitchFamily="18" charset="0"/>
                </a:rPr>
                <a:t>2</a:t>
              </a:r>
              <a:endParaRPr kumimoji="1" lang="en-US" altLang="zh-CN" i="1" dirty="0">
                <a:solidFill>
                  <a:prstClr val="black"/>
                </a:solidFill>
                <a:latin typeface="Times New Roman" pitchFamily="18" charset="0"/>
              </a:endParaRPr>
            </a:p>
            <a:p>
              <a:pPr algn="ctr">
                <a:lnSpc>
                  <a:spcPts val="1500"/>
                </a:lnSpc>
                <a:spcBef>
                  <a:spcPct val="50000"/>
                </a:spcBef>
                <a:defRPr/>
              </a:pPr>
              <a:r>
                <a:rPr kumimoji="1"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u</a:t>
              </a:r>
              <a:r>
                <a:rPr kumimoji="1"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 = </a:t>
              </a:r>
              <a:r>
                <a:rPr kumimoji="1"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u</a:t>
              </a:r>
              <a:r>
                <a:rPr kumimoji="1"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 + 1</a:t>
              </a:r>
            </a:p>
          </p:txBody>
        </p:sp>
        <p:sp>
          <p:nvSpPr>
            <p:cNvPr id="13" name="Text Box 6">
              <a:extLst>
                <a:ext uri="{FF2B5EF4-FFF2-40B4-BE49-F238E27FC236}">
                  <a16:creationId xmlns:a16="http://schemas.microsoft.com/office/drawing/2014/main" id="{F310B0D1-8471-407A-8AD0-D0EA561A1AC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539986" y="3357560"/>
              <a:ext cx="1817701" cy="623888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8580" tIns="34290" rIns="68580" bIns="34290">
              <a:spAutoFit/>
            </a:bodyPr>
            <a:lstStyle/>
            <a:p>
              <a:pPr algn="ctr">
                <a:defRPr/>
              </a:pPr>
              <a:r>
                <a:rPr kumimoji="1"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v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  <a:cs typeface="Times New Roman" pitchFamily="18" charset="0"/>
                </a:rPr>
                <a:t> </a:t>
              </a:r>
              <a:r>
                <a:rPr kumimoji="1"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= </a:t>
              </a:r>
              <a:r>
                <a:rPr kumimoji="1"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v</a:t>
              </a:r>
              <a:r>
                <a:rPr kumimoji="1"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 - 1</a:t>
              </a:r>
            </a:p>
            <a:p>
              <a:pPr algn="ctr">
                <a:defRPr/>
              </a:pPr>
              <a:r>
                <a:rPr kumimoji="1"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if </a:t>
              </a:r>
              <a:r>
                <a:rPr kumimoji="1" lang="en-US" altLang="zh-CN" i="1" dirty="0">
                  <a:solidFill>
                    <a:prstClr val="black"/>
                  </a:solidFill>
                  <a:latin typeface="Times New Roman" pitchFamily="18" charset="0"/>
                  <a:ea typeface="楷体_GB2312"/>
                  <a:cs typeface="Times New Roman" pitchFamily="18" charset="0"/>
                </a:rPr>
                <a:t>v</a:t>
              </a:r>
              <a:r>
                <a:rPr kumimoji="1" lang="en-US" altLang="zh-CN" dirty="0">
                  <a:solidFill>
                    <a:prstClr val="black"/>
                  </a:solidFill>
                  <a:latin typeface="Times New Roman" pitchFamily="18" charset="0"/>
                  <a:ea typeface="楷体_GB2312"/>
                  <a:cs typeface="Times New Roman" pitchFamily="18" charset="0"/>
                </a:rPr>
                <a:t> </a:t>
              </a:r>
              <a:r>
                <a:rPr kumimoji="1"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&lt;= 20 </a:t>
              </a:r>
              <a:r>
                <a:rPr kumimoji="1" lang="en-US" altLang="zh-CN" dirty="0" err="1">
                  <a:solidFill>
                    <a:prstClr val="black"/>
                  </a:solidFill>
                  <a:latin typeface="Times New Roman" pitchFamily="18" charset="0"/>
                </a:rPr>
                <a:t>goto</a:t>
              </a:r>
              <a:r>
                <a:rPr kumimoji="1"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 </a:t>
              </a:r>
              <a:r>
                <a:rPr kumimoji="1"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B</a:t>
              </a:r>
              <a:r>
                <a:rPr kumimoji="1" lang="en-US" altLang="zh-CN" i="1" baseline="-25000" dirty="0">
                  <a:solidFill>
                    <a:prstClr val="black"/>
                  </a:solidFill>
                  <a:latin typeface="Times New Roman" pitchFamily="18" charset="0"/>
                </a:rPr>
                <a:t>5</a:t>
              </a:r>
              <a:r>
                <a:rPr kumimoji="1"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 </a:t>
              </a:r>
            </a:p>
          </p:txBody>
        </p:sp>
        <p:sp>
          <p:nvSpPr>
            <p:cNvPr id="14" name="Text Box 7">
              <a:extLst>
                <a:ext uri="{FF2B5EF4-FFF2-40B4-BE49-F238E27FC236}">
                  <a16:creationId xmlns:a16="http://schemas.microsoft.com/office/drawing/2014/main" id="{A9A2F0CD-71B2-4EE2-BFA9-7B27B17115D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595549" y="4248148"/>
              <a:ext cx="1714512" cy="346076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8580" tIns="34290" rIns="68580" bIns="34290">
              <a:spAutoFit/>
            </a:bodyPr>
            <a:lstStyle/>
            <a:p>
              <a:pPr algn="ctr">
                <a:spcBef>
                  <a:spcPct val="50000"/>
                </a:spcBef>
                <a:defRPr/>
              </a:pPr>
              <a:r>
                <a:rPr kumimoji="1"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j </a:t>
              </a:r>
              <a:r>
                <a:rPr kumimoji="1"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= </a:t>
              </a:r>
              <a:r>
                <a:rPr kumimoji="1" lang="en-US" altLang="zh-CN" i="1" dirty="0" err="1">
                  <a:solidFill>
                    <a:prstClr val="black"/>
                  </a:solidFill>
                  <a:latin typeface="Times New Roman" pitchFamily="18" charset="0"/>
                </a:rPr>
                <a:t>i</a:t>
              </a:r>
              <a:endParaRPr kumimoji="1" lang="en-US" altLang="zh-CN" i="1" dirty="0">
                <a:solidFill>
                  <a:prstClr val="black"/>
                </a:solidFill>
                <a:latin typeface="Times New Roman" pitchFamily="18" charset="0"/>
              </a:endParaRPr>
            </a:p>
          </p:txBody>
        </p:sp>
        <p:sp>
          <p:nvSpPr>
            <p:cNvPr id="244771" name="Line 8">
              <a:extLst>
                <a:ext uri="{FF2B5EF4-FFF2-40B4-BE49-F238E27FC236}">
                  <a16:creationId xmlns:a16="http://schemas.microsoft.com/office/drawing/2014/main" id="{0EB6C28C-CB6F-4233-8ECF-16211736E19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454401" y="1771646"/>
              <a:ext cx="0" cy="2286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244772" name="Line 9">
              <a:extLst>
                <a:ext uri="{FF2B5EF4-FFF2-40B4-BE49-F238E27FC236}">
                  <a16:creationId xmlns:a16="http://schemas.microsoft.com/office/drawing/2014/main" id="{97B05512-9DA3-42DB-BFD0-3C9AAFBCDA3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443288" y="2349568"/>
              <a:ext cx="0" cy="10080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244773" name="Line 10">
              <a:extLst>
                <a:ext uri="{FF2B5EF4-FFF2-40B4-BE49-F238E27FC236}">
                  <a16:creationId xmlns:a16="http://schemas.microsoft.com/office/drawing/2014/main" id="{54826627-8DF5-4B7B-9E25-E1781EE83E78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3455438" y="3997686"/>
              <a:ext cx="0" cy="2520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244774" name="Rectangle 27">
              <a:extLst>
                <a:ext uri="{FF2B5EF4-FFF2-40B4-BE49-F238E27FC236}">
                  <a16:creationId xmlns:a16="http://schemas.microsoft.com/office/drawing/2014/main" id="{077A9A83-40E8-4E16-82C1-15A79BB7750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44934" y="1373181"/>
              <a:ext cx="269877" cy="26987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68580" tIns="34290" rIns="68580" bIns="34290" anchor="ctr"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-US" altLang="zh-CN" i="1">
                  <a:solidFill>
                    <a:srgbClr val="000000"/>
                  </a:solidFill>
                  <a:latin typeface="Times New Roman" panose="02020603050405020304" pitchFamily="18" charset="0"/>
                  <a:ea typeface="楷体_GB2312" charset="0"/>
                  <a:cs typeface="Times New Roman" panose="02020603050405020304" pitchFamily="18" charset="0"/>
                </a:rPr>
                <a:t>B</a:t>
              </a:r>
              <a:r>
                <a:rPr lang="en-US" altLang="zh-CN" sz="1500" i="1" baseline="-30000">
                  <a:solidFill>
                    <a:srgbClr val="000000"/>
                  </a:solidFill>
                  <a:latin typeface="Times New Roman" panose="02020603050405020304" pitchFamily="18" charset="0"/>
                  <a:ea typeface="楷体_GB2312" charset="0"/>
                  <a:cs typeface="Times New Roman" panose="02020603050405020304" pitchFamily="18" charset="0"/>
                </a:rPr>
                <a:t>1</a:t>
              </a:r>
            </a:p>
          </p:txBody>
        </p:sp>
        <p:sp>
          <p:nvSpPr>
            <p:cNvPr id="244775" name="Rectangle 28">
              <a:extLst>
                <a:ext uri="{FF2B5EF4-FFF2-40B4-BE49-F238E27FC236}">
                  <a16:creationId xmlns:a16="http://schemas.microsoft.com/office/drawing/2014/main" id="{B1E349F4-A150-4428-90A6-B2D4C9975B4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71974" y="2016119"/>
              <a:ext cx="271465" cy="26987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68580" tIns="34290" rIns="68580" bIns="34290" anchor="ctr"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-US" altLang="zh-CN" i="1">
                  <a:solidFill>
                    <a:srgbClr val="000000"/>
                  </a:solidFill>
                  <a:latin typeface="Times New Roman" panose="02020603050405020304" pitchFamily="18" charset="0"/>
                  <a:ea typeface="楷体_GB2312" charset="0"/>
                  <a:cs typeface="Times New Roman" panose="02020603050405020304" pitchFamily="18" charset="0"/>
                </a:rPr>
                <a:t>B</a:t>
              </a:r>
              <a:r>
                <a:rPr lang="en-US" altLang="zh-CN" sz="1500" i="1" baseline="-30000">
                  <a:solidFill>
                    <a:srgbClr val="000000"/>
                  </a:solidFill>
                  <a:latin typeface="Times New Roman" panose="02020603050405020304" pitchFamily="18" charset="0"/>
                  <a:ea typeface="楷体_GB2312" charset="0"/>
                  <a:cs typeface="Times New Roman" panose="02020603050405020304" pitchFamily="18" charset="0"/>
                </a:rPr>
                <a:t>2</a:t>
              </a:r>
            </a:p>
          </p:txBody>
        </p:sp>
        <p:sp>
          <p:nvSpPr>
            <p:cNvPr id="244776" name="Rectangle 29">
              <a:extLst>
                <a:ext uri="{FF2B5EF4-FFF2-40B4-BE49-F238E27FC236}">
                  <a16:creationId xmlns:a16="http://schemas.microsoft.com/office/drawing/2014/main" id="{29888903-B0DA-4283-B9E9-180AE5D9F9A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444735" y="2587620"/>
              <a:ext cx="269877" cy="26987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68580" tIns="34290" rIns="68580" bIns="34290" anchor="ctr"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-US" altLang="zh-CN" i="1">
                  <a:solidFill>
                    <a:srgbClr val="000000"/>
                  </a:solidFill>
                  <a:latin typeface="Times New Roman" panose="02020603050405020304" pitchFamily="18" charset="0"/>
                  <a:ea typeface="楷体_GB2312" charset="0"/>
                  <a:cs typeface="Times New Roman" panose="02020603050405020304" pitchFamily="18" charset="0"/>
                </a:rPr>
                <a:t>B</a:t>
              </a:r>
              <a:r>
                <a:rPr lang="en-US" altLang="zh-CN" sz="1500" i="1" baseline="-30000">
                  <a:solidFill>
                    <a:srgbClr val="000000"/>
                  </a:solidFill>
                  <a:latin typeface="Times New Roman" panose="02020603050405020304" pitchFamily="18" charset="0"/>
                  <a:ea typeface="楷体_GB2312" charset="0"/>
                  <a:cs typeface="Times New Roman" panose="02020603050405020304" pitchFamily="18" charset="0"/>
                </a:rPr>
                <a:t>3</a:t>
              </a:r>
            </a:p>
          </p:txBody>
        </p:sp>
        <p:sp>
          <p:nvSpPr>
            <p:cNvPr id="244777" name="Rectangle 30">
              <a:extLst>
                <a:ext uri="{FF2B5EF4-FFF2-40B4-BE49-F238E27FC236}">
                  <a16:creationId xmlns:a16="http://schemas.microsoft.com/office/drawing/2014/main" id="{25488FDB-DEF0-4757-8026-2E2E4BBACFE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44999" y="3373435"/>
              <a:ext cx="269877" cy="26987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68580" tIns="34290" rIns="68580" bIns="34290" anchor="ctr"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-US" altLang="zh-CN" i="1">
                  <a:solidFill>
                    <a:srgbClr val="000000"/>
                  </a:solidFill>
                  <a:latin typeface="Times New Roman" panose="02020603050405020304" pitchFamily="18" charset="0"/>
                  <a:ea typeface="楷体_GB2312" charset="0"/>
                  <a:cs typeface="Times New Roman" panose="02020603050405020304" pitchFamily="18" charset="0"/>
                </a:rPr>
                <a:t>B</a:t>
              </a:r>
              <a:r>
                <a:rPr lang="en-US" altLang="zh-CN" sz="1500" i="1" baseline="-30000">
                  <a:solidFill>
                    <a:srgbClr val="000000"/>
                  </a:solidFill>
                  <a:latin typeface="Times New Roman" panose="02020603050405020304" pitchFamily="18" charset="0"/>
                  <a:ea typeface="楷体_GB2312" charset="0"/>
                  <a:cs typeface="Times New Roman" panose="02020603050405020304" pitchFamily="18" charset="0"/>
                </a:rPr>
                <a:t>4</a:t>
              </a:r>
            </a:p>
          </p:txBody>
        </p:sp>
        <p:sp>
          <p:nvSpPr>
            <p:cNvPr id="244778" name="Rectangle 31">
              <a:extLst>
                <a:ext uri="{FF2B5EF4-FFF2-40B4-BE49-F238E27FC236}">
                  <a16:creationId xmlns:a16="http://schemas.microsoft.com/office/drawing/2014/main" id="{FC34D63E-811A-46AC-A85C-90DD4F697C9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71974" y="4237036"/>
              <a:ext cx="271465" cy="26987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68580" tIns="34290" rIns="68580" bIns="34290" anchor="ctr"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-US" altLang="zh-CN" i="1">
                  <a:solidFill>
                    <a:srgbClr val="000000"/>
                  </a:solidFill>
                  <a:latin typeface="Times New Roman" panose="02020603050405020304" pitchFamily="18" charset="0"/>
                  <a:ea typeface="楷体_GB2312" charset="0"/>
                  <a:cs typeface="Times New Roman" panose="02020603050405020304" pitchFamily="18" charset="0"/>
                </a:rPr>
                <a:t>B</a:t>
              </a:r>
              <a:r>
                <a:rPr lang="en-US" altLang="zh-CN" sz="1500" i="1" baseline="-30000">
                  <a:solidFill>
                    <a:srgbClr val="000000"/>
                  </a:solidFill>
                  <a:latin typeface="Times New Roman" panose="02020603050405020304" pitchFamily="18" charset="0"/>
                  <a:ea typeface="楷体_GB2312" charset="0"/>
                  <a:cs typeface="Times New Roman" panose="02020603050405020304" pitchFamily="18" charset="0"/>
                </a:rPr>
                <a:t>5</a:t>
              </a:r>
            </a:p>
          </p:txBody>
        </p:sp>
        <p:sp>
          <p:nvSpPr>
            <p:cNvPr id="244779" name="Line 32">
              <a:extLst>
                <a:ext uri="{FF2B5EF4-FFF2-40B4-BE49-F238E27FC236}">
                  <a16:creationId xmlns:a16="http://schemas.microsoft.com/office/drawing/2014/main" id="{4800C91D-9A44-422E-93DF-4251C772ADC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714480" y="3214692"/>
              <a:ext cx="785818" cy="42862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244780" name="Line 33">
              <a:extLst>
                <a:ext uri="{FF2B5EF4-FFF2-40B4-BE49-F238E27FC236}">
                  <a16:creationId xmlns:a16="http://schemas.microsoft.com/office/drawing/2014/main" id="{7FD64FE3-0C0B-4A8A-98E5-9EF8BA0F4BE4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714479" y="2357436"/>
              <a:ext cx="877835" cy="21431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</p:grpSp>
      <p:sp>
        <p:nvSpPr>
          <p:cNvPr id="1062918" name="Rectangle 6">
            <a:extLst>
              <a:ext uri="{FF2B5EF4-FFF2-40B4-BE49-F238E27FC236}">
                <a16:creationId xmlns:a16="http://schemas.microsoft.com/office/drawing/2014/main" id="{E13F0CF2-461C-4743-8B14-984A7AEFDE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43000" y="2908300"/>
            <a:ext cx="571500" cy="234950"/>
          </a:xfrm>
          <a:prstGeom prst="rect">
            <a:avLst/>
          </a:prstGeom>
          <a:noFill/>
          <a:ln w="25400">
            <a:solidFill>
              <a:srgbClr val="FF0000"/>
            </a:solidFill>
            <a:prstDash val="lgDash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68580" tIns="34290" rIns="68580" bIns="34290" anchor="ctr"/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>
              <a:solidFill>
                <a:srgbClr val="000000"/>
              </a:solidFill>
              <a:cs typeface="楷体_GB2312" charset="0"/>
            </a:endParaRPr>
          </a:p>
        </p:txBody>
      </p:sp>
      <p:grpSp>
        <p:nvGrpSpPr>
          <p:cNvPr id="3" name="组合 44">
            <a:extLst>
              <a:ext uri="{FF2B5EF4-FFF2-40B4-BE49-F238E27FC236}">
                <a16:creationId xmlns:a16="http://schemas.microsoft.com/office/drawing/2014/main" id="{0D50A367-2F66-49A8-B982-7EB610BDC54D}"/>
              </a:ext>
            </a:extLst>
          </p:cNvPr>
          <p:cNvGrpSpPr>
            <a:grpSpLocks/>
          </p:cNvGrpSpPr>
          <p:nvPr/>
        </p:nvGrpSpPr>
        <p:grpSpPr bwMode="auto">
          <a:xfrm>
            <a:off x="4910138" y="1643063"/>
            <a:ext cx="3805237" cy="3214687"/>
            <a:chOff x="4909526" y="1643056"/>
            <a:chExt cx="3805878" cy="3214710"/>
          </a:xfrm>
        </p:grpSpPr>
        <p:grpSp>
          <p:nvGrpSpPr>
            <p:cNvPr id="244745" name="组合 24">
              <a:extLst>
                <a:ext uri="{FF2B5EF4-FFF2-40B4-BE49-F238E27FC236}">
                  <a16:creationId xmlns:a16="http://schemas.microsoft.com/office/drawing/2014/main" id="{E47FD028-B897-4CC6-95D9-FF06F0AA588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909526" y="1643056"/>
              <a:ext cx="3805878" cy="3214710"/>
              <a:chOff x="908998" y="1379514"/>
              <a:chExt cx="3805878" cy="3214710"/>
            </a:xfrm>
          </p:grpSpPr>
          <p:sp>
            <p:nvSpPr>
              <p:cNvPr id="244749" name="Freeform 47">
                <a:extLst>
                  <a:ext uri="{FF2B5EF4-FFF2-40B4-BE49-F238E27FC236}">
                    <a16:creationId xmlns:a16="http://schemas.microsoft.com/office/drawing/2014/main" id="{A106C6EB-E970-48A3-9F9E-B67DDE2CEC5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08998" y="2268880"/>
                <a:ext cx="1896716" cy="2000264"/>
              </a:xfrm>
              <a:custGeom>
                <a:avLst/>
                <a:gdLst>
                  <a:gd name="T0" fmla="*/ 2147483646 w 1345"/>
                  <a:gd name="T1" fmla="*/ 2147483646 h 1792"/>
                  <a:gd name="T2" fmla="*/ 2147483646 w 1345"/>
                  <a:gd name="T3" fmla="*/ 2147483646 h 1792"/>
                  <a:gd name="T4" fmla="*/ 2147483646 w 1345"/>
                  <a:gd name="T5" fmla="*/ 2147483646 h 1792"/>
                  <a:gd name="T6" fmla="*/ 2147483646 w 1345"/>
                  <a:gd name="T7" fmla="*/ 2147483646 h 1792"/>
                  <a:gd name="T8" fmla="*/ 2147483646 w 1345"/>
                  <a:gd name="T9" fmla="*/ 2147483646 h 179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345"/>
                  <a:gd name="T16" fmla="*/ 0 h 1792"/>
                  <a:gd name="T17" fmla="*/ 1345 w 1345"/>
                  <a:gd name="T18" fmla="*/ 1792 h 179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345" h="1792">
                    <a:moveTo>
                      <a:pt x="1345" y="1512"/>
                    </a:moveTo>
                    <a:cubicBezTo>
                      <a:pt x="1114" y="1652"/>
                      <a:pt x="884" y="1792"/>
                      <a:pt x="665" y="1694"/>
                    </a:cubicBezTo>
                    <a:cubicBezTo>
                      <a:pt x="446" y="1596"/>
                      <a:pt x="60" y="1187"/>
                      <a:pt x="30" y="922"/>
                    </a:cubicBezTo>
                    <a:cubicBezTo>
                      <a:pt x="0" y="657"/>
                      <a:pt x="287" y="212"/>
                      <a:pt x="483" y="106"/>
                    </a:cubicBezTo>
                    <a:cubicBezTo>
                      <a:pt x="679" y="0"/>
                      <a:pt x="944" y="143"/>
                      <a:pt x="1209" y="287"/>
                    </a:cubicBezTo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/>
                <a:tailEnd type="stealth" w="lg" len="lg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lIns="68580" tIns="34290" rIns="68580" bIns="34290"/>
              <a:lstStyle/>
              <a:p>
                <a:endParaRPr lang="zh-CN" altLang="en-US"/>
              </a:p>
            </p:txBody>
          </p:sp>
          <p:sp>
            <p:nvSpPr>
              <p:cNvPr id="27" name="Text Box 3">
                <a:extLst>
                  <a:ext uri="{FF2B5EF4-FFF2-40B4-BE49-F238E27FC236}">
                    <a16:creationId xmlns:a16="http://schemas.microsoft.com/office/drawing/2014/main" id="{3EFF4601-AF7C-4207-979F-FE0A2489A2E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049308" y="1406501"/>
                <a:ext cx="809761" cy="346077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lIns="68580" tIns="34290" rIns="68580" bIns="34290">
                <a:spAutoFit/>
              </a:bodyPr>
              <a:lstStyle/>
              <a:p>
                <a:pPr algn="ctr">
                  <a:defRPr/>
                </a:pPr>
                <a:r>
                  <a:rPr kumimoji="1" lang="en-US" altLang="zh-CN" i="1" dirty="0" err="1">
                    <a:solidFill>
                      <a:prstClr val="black"/>
                    </a:solidFill>
                    <a:latin typeface="Times New Roman" pitchFamily="18" charset="0"/>
                  </a:rPr>
                  <a:t>i</a:t>
                </a:r>
                <a:r>
                  <a:rPr kumimoji="1" lang="zh-CN" altLang="en-US" dirty="0">
                    <a:solidFill>
                      <a:prstClr val="black"/>
                    </a:solidFill>
                    <a:latin typeface="Times New Roman" pitchFamily="18" charset="0"/>
                  </a:rPr>
                  <a:t> </a:t>
                </a:r>
                <a:r>
                  <a:rPr kumimoji="1" lang="en-US" altLang="zh-CN" dirty="0">
                    <a:solidFill>
                      <a:prstClr val="black"/>
                    </a:solidFill>
                    <a:latin typeface="Times New Roman" pitchFamily="18" charset="0"/>
                  </a:rPr>
                  <a:t>= 1</a:t>
                </a:r>
              </a:p>
            </p:txBody>
          </p:sp>
          <p:sp>
            <p:nvSpPr>
              <p:cNvPr id="28" name="Text Box 4">
                <a:extLst>
                  <a:ext uri="{FF2B5EF4-FFF2-40B4-BE49-F238E27FC236}">
                    <a16:creationId xmlns:a16="http://schemas.microsoft.com/office/drawing/2014/main" id="{6E9E164A-9319-4CFC-AC3B-FDF33F0A426F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601558" y="2605073"/>
                <a:ext cx="1714789" cy="346077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lIns="68580" tIns="34290" rIns="68580" bIns="34290">
                <a:spAutoFit/>
              </a:bodyPr>
              <a:lstStyle/>
              <a:p>
                <a:pPr algn="ctr">
                  <a:defRPr/>
                </a:pPr>
                <a:r>
                  <a:rPr kumimoji="1" lang="en-US" altLang="zh-CN" dirty="0">
                    <a:solidFill>
                      <a:prstClr val="black"/>
                    </a:solidFill>
                    <a:latin typeface="Times New Roman" pitchFamily="18" charset="0"/>
                    <a:ea typeface="楷体_GB2312"/>
                    <a:cs typeface="Times New Roman" pitchFamily="18" charset="0"/>
                  </a:rPr>
                  <a:t>if  </a:t>
                </a:r>
                <a:r>
                  <a:rPr kumimoji="1" lang="en-US" altLang="zh-CN" i="1" dirty="0">
                    <a:solidFill>
                      <a:prstClr val="black"/>
                    </a:solidFill>
                    <a:latin typeface="Times New Roman" pitchFamily="18" charset="0"/>
                    <a:ea typeface="楷体_GB2312"/>
                    <a:cs typeface="Times New Roman" pitchFamily="18" charset="0"/>
                  </a:rPr>
                  <a:t>u</a:t>
                </a:r>
                <a:r>
                  <a:rPr kumimoji="1" lang="en-US" altLang="zh-CN" dirty="0">
                    <a:solidFill>
                      <a:prstClr val="black"/>
                    </a:solidFill>
                    <a:latin typeface="Times New Roman" pitchFamily="18" charset="0"/>
                    <a:ea typeface="楷体_GB2312"/>
                    <a:cs typeface="Times New Roman" pitchFamily="18" charset="0"/>
                  </a:rPr>
                  <a:t>&lt;</a:t>
                </a:r>
                <a:r>
                  <a:rPr kumimoji="1" lang="en-US" altLang="zh-CN" i="1" dirty="0">
                    <a:solidFill>
                      <a:prstClr val="black"/>
                    </a:solidFill>
                    <a:latin typeface="Times New Roman" pitchFamily="18" charset="0"/>
                    <a:ea typeface="楷体_GB2312"/>
                    <a:cs typeface="Times New Roman" pitchFamily="18" charset="0"/>
                  </a:rPr>
                  <a:t>v</a:t>
                </a:r>
                <a:r>
                  <a:rPr kumimoji="1" lang="en-US" altLang="zh-CN" dirty="0">
                    <a:solidFill>
                      <a:prstClr val="black"/>
                    </a:solidFill>
                    <a:latin typeface="Times New Roman" pitchFamily="18" charset="0"/>
                    <a:ea typeface="楷体_GB2312"/>
                    <a:cs typeface="Times New Roman" pitchFamily="18" charset="0"/>
                  </a:rPr>
                  <a:t> </a:t>
                </a:r>
                <a:r>
                  <a:rPr kumimoji="1" lang="en-US" altLang="zh-CN" dirty="0" err="1">
                    <a:solidFill>
                      <a:prstClr val="black"/>
                    </a:solidFill>
                    <a:latin typeface="Times New Roman" pitchFamily="18" charset="0"/>
                    <a:ea typeface="楷体_GB2312"/>
                    <a:cs typeface="Times New Roman" pitchFamily="18" charset="0"/>
                  </a:rPr>
                  <a:t>goto</a:t>
                </a:r>
                <a:r>
                  <a:rPr kumimoji="1" lang="en-US" altLang="zh-CN" dirty="0">
                    <a:solidFill>
                      <a:prstClr val="black"/>
                    </a:solidFill>
                    <a:latin typeface="Times New Roman" pitchFamily="18" charset="0"/>
                    <a:ea typeface="楷体_GB2312"/>
                    <a:cs typeface="Times New Roman" pitchFamily="18" charset="0"/>
                  </a:rPr>
                  <a:t>   </a:t>
                </a:r>
                <a:r>
                  <a:rPr kumimoji="1" lang="en-US" altLang="zh-CN" i="1" dirty="0">
                    <a:solidFill>
                      <a:prstClr val="black"/>
                    </a:solidFill>
                    <a:latin typeface="Times New Roman" pitchFamily="18" charset="0"/>
                    <a:ea typeface="楷体_GB2312"/>
                    <a:cs typeface="Times New Roman" pitchFamily="18" charset="0"/>
                  </a:rPr>
                  <a:t>B</a:t>
                </a:r>
                <a:r>
                  <a:rPr kumimoji="1" lang="en-US" altLang="zh-CN" i="1" baseline="-25000" dirty="0">
                    <a:solidFill>
                      <a:prstClr val="black"/>
                    </a:solidFill>
                    <a:latin typeface="Times New Roman" pitchFamily="18" charset="0"/>
                    <a:ea typeface="楷体_GB2312"/>
                    <a:cs typeface="Times New Roman" pitchFamily="18" charset="0"/>
                  </a:rPr>
                  <a:t>3</a:t>
                </a:r>
              </a:p>
            </p:txBody>
          </p:sp>
          <p:sp>
            <p:nvSpPr>
              <p:cNvPr id="29" name="Text Box 5">
                <a:extLst>
                  <a:ext uri="{FF2B5EF4-FFF2-40B4-BE49-F238E27FC236}">
                    <a16:creationId xmlns:a16="http://schemas.microsoft.com/office/drawing/2014/main" id="{699C1F6D-225E-4D98-B66E-B14362D9AD3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070950" y="3022588"/>
                <a:ext cx="1314671" cy="26829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lIns="68580" tIns="34290" rIns="68580" bIns="34290" anchor="ctr">
                <a:spAutoFit/>
              </a:bodyPr>
              <a:lstStyle/>
              <a:p>
                <a:pPr algn="ctr">
                  <a:lnSpc>
                    <a:spcPts val="1500"/>
                  </a:lnSpc>
                  <a:spcBef>
                    <a:spcPct val="50000"/>
                  </a:spcBef>
                  <a:defRPr/>
                </a:pPr>
                <a:r>
                  <a:rPr kumimoji="1" lang="en-US" altLang="zh-CN" i="1" dirty="0">
                    <a:solidFill>
                      <a:prstClr val="black"/>
                    </a:solidFill>
                    <a:latin typeface="Times New Roman" pitchFamily="18" charset="0"/>
                  </a:rPr>
                  <a:t>u</a:t>
                </a:r>
                <a:r>
                  <a:rPr kumimoji="1" lang="en-US" altLang="zh-CN" dirty="0">
                    <a:solidFill>
                      <a:prstClr val="black"/>
                    </a:solidFill>
                    <a:latin typeface="Times New Roman" pitchFamily="18" charset="0"/>
                  </a:rPr>
                  <a:t> = </a:t>
                </a:r>
                <a:r>
                  <a:rPr kumimoji="1" lang="en-US" altLang="zh-CN" i="1" dirty="0">
                    <a:solidFill>
                      <a:prstClr val="black"/>
                    </a:solidFill>
                    <a:latin typeface="Times New Roman" pitchFamily="18" charset="0"/>
                  </a:rPr>
                  <a:t>u</a:t>
                </a:r>
                <a:r>
                  <a:rPr kumimoji="1" lang="en-US" altLang="zh-CN" dirty="0">
                    <a:solidFill>
                      <a:prstClr val="black"/>
                    </a:solidFill>
                    <a:latin typeface="Times New Roman" pitchFamily="18" charset="0"/>
                  </a:rPr>
                  <a:t> + 1</a:t>
                </a:r>
              </a:p>
            </p:txBody>
          </p:sp>
          <p:sp>
            <p:nvSpPr>
              <p:cNvPr id="30" name="Text Box 6">
                <a:extLst>
                  <a:ext uri="{FF2B5EF4-FFF2-40B4-BE49-F238E27FC236}">
                    <a16:creationId xmlns:a16="http://schemas.microsoft.com/office/drawing/2014/main" id="{F133A4FE-D8FC-4CA0-B7DD-B71223B944D3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539635" y="3357553"/>
                <a:ext cx="1817994" cy="623891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lIns="68580" tIns="34290" rIns="68580" bIns="34290">
                <a:spAutoFit/>
              </a:bodyPr>
              <a:lstStyle/>
              <a:p>
                <a:pPr algn="ctr">
                  <a:defRPr/>
                </a:pPr>
                <a:r>
                  <a:rPr kumimoji="1" lang="en-US" altLang="zh-CN" i="1" dirty="0">
                    <a:solidFill>
                      <a:prstClr val="black"/>
                    </a:solidFill>
                    <a:latin typeface="Times New Roman" pitchFamily="18" charset="0"/>
                  </a:rPr>
                  <a:t>v</a:t>
                </a:r>
                <a:r>
                  <a:rPr lang="en-US" altLang="zh-CN" dirty="0">
                    <a:solidFill>
                      <a:prstClr val="black"/>
                    </a:solidFill>
                    <a:latin typeface="Times New Roman" pitchFamily="18" charset="0"/>
                    <a:cs typeface="Times New Roman" pitchFamily="18" charset="0"/>
                  </a:rPr>
                  <a:t> </a:t>
                </a:r>
                <a:r>
                  <a:rPr kumimoji="1" lang="en-US" altLang="zh-CN" dirty="0">
                    <a:solidFill>
                      <a:prstClr val="black"/>
                    </a:solidFill>
                    <a:latin typeface="Times New Roman" pitchFamily="18" charset="0"/>
                  </a:rPr>
                  <a:t>= </a:t>
                </a:r>
                <a:r>
                  <a:rPr kumimoji="1" lang="en-US" altLang="zh-CN" i="1" dirty="0">
                    <a:solidFill>
                      <a:prstClr val="black"/>
                    </a:solidFill>
                    <a:latin typeface="Times New Roman" pitchFamily="18" charset="0"/>
                  </a:rPr>
                  <a:t>v</a:t>
                </a:r>
                <a:r>
                  <a:rPr kumimoji="1" lang="en-US" altLang="zh-CN" dirty="0">
                    <a:solidFill>
                      <a:prstClr val="black"/>
                    </a:solidFill>
                    <a:latin typeface="Times New Roman" pitchFamily="18" charset="0"/>
                  </a:rPr>
                  <a:t> - 1</a:t>
                </a:r>
              </a:p>
              <a:p>
                <a:pPr algn="ctr">
                  <a:defRPr/>
                </a:pPr>
                <a:r>
                  <a:rPr kumimoji="1" lang="en-US" altLang="zh-CN" dirty="0">
                    <a:solidFill>
                      <a:prstClr val="black"/>
                    </a:solidFill>
                    <a:latin typeface="Times New Roman" pitchFamily="18" charset="0"/>
                  </a:rPr>
                  <a:t>if </a:t>
                </a:r>
                <a:r>
                  <a:rPr kumimoji="1" lang="en-US" altLang="zh-CN" i="1" dirty="0">
                    <a:solidFill>
                      <a:prstClr val="black"/>
                    </a:solidFill>
                    <a:latin typeface="Times New Roman" pitchFamily="18" charset="0"/>
                    <a:ea typeface="楷体_GB2312"/>
                    <a:cs typeface="Times New Roman" pitchFamily="18" charset="0"/>
                  </a:rPr>
                  <a:t>v</a:t>
                </a:r>
                <a:r>
                  <a:rPr kumimoji="1" lang="en-US" altLang="zh-CN" dirty="0">
                    <a:solidFill>
                      <a:prstClr val="black"/>
                    </a:solidFill>
                    <a:latin typeface="Times New Roman" pitchFamily="18" charset="0"/>
                    <a:ea typeface="楷体_GB2312"/>
                    <a:cs typeface="Times New Roman" pitchFamily="18" charset="0"/>
                  </a:rPr>
                  <a:t> </a:t>
                </a:r>
                <a:r>
                  <a:rPr kumimoji="1" lang="en-US" altLang="zh-CN" dirty="0">
                    <a:solidFill>
                      <a:prstClr val="black"/>
                    </a:solidFill>
                    <a:latin typeface="Times New Roman" pitchFamily="18" charset="0"/>
                  </a:rPr>
                  <a:t>&lt;= 20 </a:t>
                </a:r>
                <a:r>
                  <a:rPr kumimoji="1" lang="en-US" altLang="zh-CN" dirty="0" err="1">
                    <a:solidFill>
                      <a:prstClr val="black"/>
                    </a:solidFill>
                    <a:latin typeface="Times New Roman" pitchFamily="18" charset="0"/>
                  </a:rPr>
                  <a:t>goto</a:t>
                </a:r>
                <a:r>
                  <a:rPr kumimoji="1" lang="en-US" altLang="zh-CN" dirty="0">
                    <a:solidFill>
                      <a:prstClr val="black"/>
                    </a:solidFill>
                    <a:latin typeface="Times New Roman" pitchFamily="18" charset="0"/>
                  </a:rPr>
                  <a:t> </a:t>
                </a:r>
                <a:r>
                  <a:rPr kumimoji="1" lang="en-US" altLang="zh-CN" i="1" dirty="0">
                    <a:solidFill>
                      <a:prstClr val="black"/>
                    </a:solidFill>
                    <a:latin typeface="Times New Roman" pitchFamily="18" charset="0"/>
                  </a:rPr>
                  <a:t>B</a:t>
                </a:r>
                <a:r>
                  <a:rPr kumimoji="1" lang="en-US" altLang="zh-CN" i="1" baseline="-25000" dirty="0">
                    <a:solidFill>
                      <a:prstClr val="black"/>
                    </a:solidFill>
                    <a:latin typeface="Times New Roman" pitchFamily="18" charset="0"/>
                  </a:rPr>
                  <a:t>5</a:t>
                </a:r>
                <a:r>
                  <a:rPr kumimoji="1" lang="en-US" altLang="zh-CN" dirty="0">
                    <a:solidFill>
                      <a:prstClr val="black"/>
                    </a:solidFill>
                    <a:latin typeface="Times New Roman" pitchFamily="18" charset="0"/>
                  </a:rPr>
                  <a:t> </a:t>
                </a:r>
              </a:p>
            </p:txBody>
          </p:sp>
          <p:sp>
            <p:nvSpPr>
              <p:cNvPr id="31" name="Text Box 7">
                <a:extLst>
                  <a:ext uri="{FF2B5EF4-FFF2-40B4-BE49-F238E27FC236}">
                    <a16:creationId xmlns:a16="http://schemas.microsoft.com/office/drawing/2014/main" id="{13E83C01-5322-417B-927C-6214E12A5E80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595207" y="4248147"/>
                <a:ext cx="1714789" cy="346077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lIns="68580" tIns="34290" rIns="68580" bIns="34290">
                <a:spAutoFit/>
              </a:bodyPr>
              <a:lstStyle/>
              <a:p>
                <a:pPr algn="ctr">
                  <a:spcBef>
                    <a:spcPct val="50000"/>
                  </a:spcBef>
                  <a:defRPr/>
                </a:pPr>
                <a:r>
                  <a:rPr kumimoji="1" lang="en-US" altLang="zh-CN" i="1" dirty="0">
                    <a:solidFill>
                      <a:prstClr val="black"/>
                    </a:solidFill>
                    <a:latin typeface="Times New Roman" pitchFamily="18" charset="0"/>
                  </a:rPr>
                  <a:t>j </a:t>
                </a:r>
                <a:r>
                  <a:rPr kumimoji="1" lang="en-US" altLang="zh-CN" dirty="0">
                    <a:solidFill>
                      <a:prstClr val="black"/>
                    </a:solidFill>
                    <a:latin typeface="Times New Roman" pitchFamily="18" charset="0"/>
                  </a:rPr>
                  <a:t>= </a:t>
                </a:r>
                <a:r>
                  <a:rPr kumimoji="1" lang="en-US" altLang="zh-CN" i="1" dirty="0" err="1">
                    <a:solidFill>
                      <a:prstClr val="black"/>
                    </a:solidFill>
                    <a:latin typeface="Times New Roman" pitchFamily="18" charset="0"/>
                  </a:rPr>
                  <a:t>i</a:t>
                </a:r>
                <a:endParaRPr kumimoji="1" lang="en-US" altLang="zh-CN" i="1" dirty="0">
                  <a:solidFill>
                    <a:prstClr val="black"/>
                  </a:solidFill>
                  <a:latin typeface="Times New Roman" pitchFamily="18" charset="0"/>
                </a:endParaRPr>
              </a:p>
            </p:txBody>
          </p:sp>
          <p:sp>
            <p:nvSpPr>
              <p:cNvPr id="244755" name="Line 8">
                <a:extLst>
                  <a:ext uri="{FF2B5EF4-FFF2-40B4-BE49-F238E27FC236}">
                    <a16:creationId xmlns:a16="http://schemas.microsoft.com/office/drawing/2014/main" id="{DBCA95A6-C57C-41E8-A5DA-6873B1B233F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454401" y="1771646"/>
                <a:ext cx="0" cy="228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lIns="68580" tIns="34290" rIns="68580" bIns="34290"/>
              <a:lstStyle/>
              <a:p>
                <a:endParaRPr lang="zh-CN" altLang="en-US"/>
              </a:p>
            </p:txBody>
          </p:sp>
          <p:sp>
            <p:nvSpPr>
              <p:cNvPr id="244756" name="Line 9">
                <a:extLst>
                  <a:ext uri="{FF2B5EF4-FFF2-40B4-BE49-F238E27FC236}">
                    <a16:creationId xmlns:a16="http://schemas.microsoft.com/office/drawing/2014/main" id="{70D39A71-C3AB-49DA-9627-42387467AC4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443288" y="2349568"/>
                <a:ext cx="0" cy="2520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lIns="68580" tIns="34290" rIns="68580" bIns="34290"/>
              <a:lstStyle/>
              <a:p>
                <a:endParaRPr lang="zh-CN" altLang="en-US"/>
              </a:p>
            </p:txBody>
          </p:sp>
          <p:sp>
            <p:nvSpPr>
              <p:cNvPr id="244757" name="Line 10">
                <a:extLst>
                  <a:ext uri="{FF2B5EF4-FFF2-40B4-BE49-F238E27FC236}">
                    <a16:creationId xmlns:a16="http://schemas.microsoft.com/office/drawing/2014/main" id="{79EF4EE0-B43D-4D3A-8E01-DBFFE2FF71D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3455438" y="3997686"/>
                <a:ext cx="0" cy="2520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lIns="68580" tIns="34290" rIns="68580" bIns="34290"/>
              <a:lstStyle/>
              <a:p>
                <a:endParaRPr lang="zh-CN" altLang="en-US"/>
              </a:p>
            </p:txBody>
          </p:sp>
          <p:sp>
            <p:nvSpPr>
              <p:cNvPr id="244758" name="Rectangle 27">
                <a:extLst>
                  <a:ext uri="{FF2B5EF4-FFF2-40B4-BE49-F238E27FC236}">
                    <a16:creationId xmlns:a16="http://schemas.microsoft.com/office/drawing/2014/main" id="{C8BD6470-D06A-42FE-B451-FE9C1FBAE88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44809" y="1379514"/>
                <a:ext cx="269920" cy="26987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68580" tIns="34290" rIns="68580" bIns="34290" anchor="ctr"/>
              <a:lstStyle>
                <a:lvl1pPr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-US" altLang="zh-CN" i="1">
                    <a:solidFill>
                      <a:srgbClr val="000000"/>
                    </a:solidFill>
                    <a:latin typeface="Times New Roman" panose="02020603050405020304" pitchFamily="18" charset="0"/>
                    <a:ea typeface="楷体_GB2312" charset="0"/>
                    <a:cs typeface="Times New Roman" panose="02020603050405020304" pitchFamily="18" charset="0"/>
                  </a:rPr>
                  <a:t>B</a:t>
                </a:r>
                <a:r>
                  <a:rPr lang="en-US" altLang="zh-CN" sz="1500" i="1" baseline="-30000">
                    <a:solidFill>
                      <a:srgbClr val="000000"/>
                    </a:solidFill>
                    <a:latin typeface="Times New Roman" panose="02020603050405020304" pitchFamily="18" charset="0"/>
                    <a:ea typeface="楷体_GB2312" charset="0"/>
                    <a:cs typeface="Times New Roman" panose="02020603050405020304" pitchFamily="18" charset="0"/>
                  </a:rPr>
                  <a:t>1</a:t>
                </a:r>
              </a:p>
            </p:txBody>
          </p:sp>
          <p:sp>
            <p:nvSpPr>
              <p:cNvPr id="244759" name="Rectangle 28">
                <a:extLst>
                  <a:ext uri="{FF2B5EF4-FFF2-40B4-BE49-F238E27FC236}">
                    <a16:creationId xmlns:a16="http://schemas.microsoft.com/office/drawing/2014/main" id="{7D3CFC25-A5A5-4F25-9463-2DF9CBD0D2E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71918" y="2609835"/>
                <a:ext cx="271509" cy="26987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68580" tIns="34290" rIns="68580" bIns="34290" anchor="ctr"/>
              <a:lstStyle>
                <a:lvl1pPr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-US" altLang="zh-CN" i="1">
                    <a:solidFill>
                      <a:srgbClr val="000000"/>
                    </a:solidFill>
                    <a:latin typeface="Times New Roman" panose="02020603050405020304" pitchFamily="18" charset="0"/>
                    <a:ea typeface="楷体_GB2312" charset="0"/>
                    <a:cs typeface="Times New Roman" panose="02020603050405020304" pitchFamily="18" charset="0"/>
                  </a:rPr>
                  <a:t>B</a:t>
                </a:r>
                <a:r>
                  <a:rPr lang="en-US" altLang="zh-CN" sz="1500" i="1" baseline="-30000">
                    <a:solidFill>
                      <a:srgbClr val="000000"/>
                    </a:solidFill>
                    <a:latin typeface="Times New Roman" panose="02020603050405020304" pitchFamily="18" charset="0"/>
                    <a:ea typeface="楷体_GB2312" charset="0"/>
                    <a:cs typeface="Times New Roman" panose="02020603050405020304" pitchFamily="18" charset="0"/>
                  </a:rPr>
                  <a:t>2</a:t>
                </a:r>
              </a:p>
            </p:txBody>
          </p:sp>
          <p:sp>
            <p:nvSpPr>
              <p:cNvPr id="244760" name="Rectangle 29">
                <a:extLst>
                  <a:ext uri="{FF2B5EF4-FFF2-40B4-BE49-F238E27FC236}">
                    <a16:creationId xmlns:a16="http://schemas.microsoft.com/office/drawing/2014/main" id="{A77E662E-F22B-409D-A093-B60CF50988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444369" y="2967025"/>
                <a:ext cx="269920" cy="26987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68580" tIns="34290" rIns="68580" bIns="34290" anchor="ctr"/>
              <a:lstStyle>
                <a:lvl1pPr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-US" altLang="zh-CN" i="1">
                    <a:solidFill>
                      <a:srgbClr val="000000"/>
                    </a:solidFill>
                    <a:latin typeface="Times New Roman" panose="02020603050405020304" pitchFamily="18" charset="0"/>
                    <a:ea typeface="楷体_GB2312" charset="0"/>
                    <a:cs typeface="Times New Roman" panose="02020603050405020304" pitchFamily="18" charset="0"/>
                  </a:rPr>
                  <a:t>B</a:t>
                </a:r>
                <a:r>
                  <a:rPr lang="en-US" altLang="zh-CN" sz="1500" i="1" baseline="-30000">
                    <a:solidFill>
                      <a:srgbClr val="000000"/>
                    </a:solidFill>
                    <a:latin typeface="Times New Roman" panose="02020603050405020304" pitchFamily="18" charset="0"/>
                    <a:ea typeface="楷体_GB2312" charset="0"/>
                    <a:cs typeface="Times New Roman" panose="02020603050405020304" pitchFamily="18" charset="0"/>
                  </a:rPr>
                  <a:t>3</a:t>
                </a:r>
              </a:p>
            </p:txBody>
          </p:sp>
          <p:sp>
            <p:nvSpPr>
              <p:cNvPr id="244761" name="Rectangle 30">
                <a:extLst>
                  <a:ext uri="{FF2B5EF4-FFF2-40B4-BE49-F238E27FC236}">
                    <a16:creationId xmlns:a16="http://schemas.microsoft.com/office/drawing/2014/main" id="{8AEF405F-D432-4A3D-989B-87C33836201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4956" y="3395653"/>
                <a:ext cx="269920" cy="26987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68580" tIns="34290" rIns="68580" bIns="34290" anchor="ctr"/>
              <a:lstStyle>
                <a:lvl1pPr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-US" altLang="zh-CN" i="1">
                    <a:solidFill>
                      <a:srgbClr val="000000"/>
                    </a:solidFill>
                    <a:latin typeface="Times New Roman" panose="02020603050405020304" pitchFamily="18" charset="0"/>
                    <a:ea typeface="楷体_GB2312" charset="0"/>
                    <a:cs typeface="Times New Roman" panose="02020603050405020304" pitchFamily="18" charset="0"/>
                  </a:rPr>
                  <a:t>B</a:t>
                </a:r>
                <a:r>
                  <a:rPr lang="en-US" altLang="zh-CN" sz="1500" i="1" baseline="-30000">
                    <a:solidFill>
                      <a:srgbClr val="000000"/>
                    </a:solidFill>
                    <a:latin typeface="Times New Roman" panose="02020603050405020304" pitchFamily="18" charset="0"/>
                    <a:ea typeface="楷体_GB2312" charset="0"/>
                    <a:cs typeface="Times New Roman" panose="02020603050405020304" pitchFamily="18" charset="0"/>
                  </a:rPr>
                  <a:t>4</a:t>
                </a:r>
              </a:p>
            </p:txBody>
          </p:sp>
          <p:sp>
            <p:nvSpPr>
              <p:cNvPr id="244762" name="Rectangle 31">
                <a:extLst>
                  <a:ext uri="{FF2B5EF4-FFF2-40B4-BE49-F238E27FC236}">
                    <a16:creationId xmlns:a16="http://schemas.microsoft.com/office/drawing/2014/main" id="{315BE564-CB7B-4AAE-AC7F-6BC79E8B17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71918" y="4237034"/>
                <a:ext cx="271509" cy="26987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68580" tIns="34290" rIns="68580" bIns="34290" anchor="ctr"/>
              <a:lstStyle>
                <a:lvl1pPr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-US" altLang="zh-CN" i="1">
                    <a:solidFill>
                      <a:srgbClr val="000000"/>
                    </a:solidFill>
                    <a:latin typeface="Times New Roman" panose="02020603050405020304" pitchFamily="18" charset="0"/>
                    <a:ea typeface="楷体_GB2312" charset="0"/>
                    <a:cs typeface="Times New Roman" panose="02020603050405020304" pitchFamily="18" charset="0"/>
                  </a:rPr>
                  <a:t>B</a:t>
                </a:r>
                <a:r>
                  <a:rPr lang="en-US" altLang="zh-CN" sz="1500" i="1" baseline="-30000">
                    <a:solidFill>
                      <a:srgbClr val="000000"/>
                    </a:solidFill>
                    <a:latin typeface="Times New Roman" panose="02020603050405020304" pitchFamily="18" charset="0"/>
                    <a:ea typeface="楷体_GB2312" charset="0"/>
                    <a:cs typeface="Times New Roman" panose="02020603050405020304" pitchFamily="18" charset="0"/>
                  </a:rPr>
                  <a:t>5</a:t>
                </a:r>
              </a:p>
            </p:txBody>
          </p:sp>
          <p:sp>
            <p:nvSpPr>
              <p:cNvPr id="244763" name="Line 32">
                <a:extLst>
                  <a:ext uri="{FF2B5EF4-FFF2-40B4-BE49-F238E27FC236}">
                    <a16:creationId xmlns:a16="http://schemas.microsoft.com/office/drawing/2014/main" id="{CE798A1B-F1A8-45C5-BC7B-AE6A30A274C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743976" y="3286062"/>
                <a:ext cx="785818" cy="33498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lIns="68580" tIns="34290" rIns="68580" bIns="34290"/>
              <a:lstStyle/>
              <a:p>
                <a:endParaRPr lang="zh-CN" altLang="en-US"/>
              </a:p>
            </p:txBody>
          </p:sp>
          <p:sp>
            <p:nvSpPr>
              <p:cNvPr id="244764" name="Line 33">
                <a:extLst>
                  <a:ext uri="{FF2B5EF4-FFF2-40B4-BE49-F238E27FC236}">
                    <a16:creationId xmlns:a16="http://schemas.microsoft.com/office/drawing/2014/main" id="{4A78E053-7373-4557-9C0D-E0C27BBB787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714480" y="2808274"/>
                <a:ext cx="877835" cy="21431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lIns="68580" tIns="34290" rIns="68580" bIns="34290"/>
              <a:lstStyle/>
              <a:p>
                <a:endParaRPr lang="zh-CN" altLang="en-US"/>
              </a:p>
            </p:txBody>
          </p:sp>
        </p:grpSp>
        <p:sp>
          <p:nvSpPr>
            <p:cNvPr id="42" name="Text Box 3">
              <a:extLst>
                <a:ext uri="{FF2B5EF4-FFF2-40B4-BE49-F238E27FC236}">
                  <a16:creationId xmlns:a16="http://schemas.microsoft.com/office/drawing/2014/main" id="{07F231E4-66DC-47F9-A5A1-C02420DE352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049836" y="2285998"/>
              <a:ext cx="809761" cy="346077"/>
            </a:xfrm>
            <a:prstGeom prst="rect">
              <a:avLst/>
            </a:prstGeom>
            <a:solidFill>
              <a:srgbClr val="FFFF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8580" tIns="34290" rIns="68580" bIns="34290">
              <a:spAutoFit/>
            </a:bodyPr>
            <a:lstStyle/>
            <a:p>
              <a:pPr algn="ctr">
                <a:defRPr/>
              </a:pPr>
              <a:r>
                <a:rPr kumimoji="1" lang="en-US" altLang="zh-CN" i="1" dirty="0" err="1">
                  <a:solidFill>
                    <a:prstClr val="black"/>
                  </a:solidFill>
                  <a:latin typeface="Times New Roman" pitchFamily="18" charset="0"/>
                </a:rPr>
                <a:t>i</a:t>
              </a:r>
              <a:r>
                <a:rPr kumimoji="1" lang="zh-CN" altLang="en-US" dirty="0">
                  <a:solidFill>
                    <a:prstClr val="black"/>
                  </a:solidFill>
                  <a:latin typeface="Times New Roman" pitchFamily="18" charset="0"/>
                </a:rPr>
                <a:t> </a:t>
              </a:r>
              <a:r>
                <a:rPr kumimoji="1"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= 2</a:t>
              </a:r>
            </a:p>
          </p:txBody>
        </p:sp>
        <p:sp>
          <p:nvSpPr>
            <p:cNvPr id="244747" name="Line 9">
              <a:extLst>
                <a:ext uri="{FF2B5EF4-FFF2-40B4-BE49-F238E27FC236}">
                  <a16:creationId xmlns:a16="http://schemas.microsoft.com/office/drawing/2014/main" id="{7B2D91E9-E2B1-4AD0-92B7-064C11A9B99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449184" y="3214692"/>
              <a:ext cx="0" cy="3960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244748" name="Rectangle 28">
              <a:extLst>
                <a:ext uri="{FF2B5EF4-FFF2-40B4-BE49-F238E27FC236}">
                  <a16:creationId xmlns:a16="http://schemas.microsoft.com/office/drawing/2014/main" id="{A95CB912-8E01-46F8-8E40-2337BAB18C2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943749" y="2285998"/>
              <a:ext cx="271509" cy="2698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68580" tIns="34290" rIns="68580" bIns="34290" anchor="ctr"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-US" altLang="zh-CN" i="1">
                  <a:solidFill>
                    <a:srgbClr val="000000"/>
                  </a:solidFill>
                  <a:latin typeface="Times New Roman" panose="02020603050405020304" pitchFamily="18" charset="0"/>
                  <a:ea typeface="楷体_GB2312" charset="0"/>
                  <a:cs typeface="Times New Roman" panose="02020603050405020304" pitchFamily="18" charset="0"/>
                </a:rPr>
                <a:t>B</a:t>
              </a:r>
              <a:r>
                <a:rPr lang="en-US" altLang="zh-CN" sz="1500" i="1" baseline="-30000">
                  <a:solidFill>
                    <a:srgbClr val="000000"/>
                  </a:solidFill>
                  <a:latin typeface="Times New Roman" panose="02020603050405020304" pitchFamily="18" charset="0"/>
                  <a:ea typeface="楷体_GB2312" charset="0"/>
                  <a:cs typeface="Times New Roman" panose="02020603050405020304" pitchFamily="18" charset="0"/>
                </a:rPr>
                <a:t>6</a:t>
              </a:r>
            </a:p>
          </p:txBody>
        </p:sp>
      </p:grpSp>
      <p:pic>
        <p:nvPicPr>
          <p:cNvPr id="4" name="图片 3">
            <a:extLst>
              <a:ext uri="{FF2B5EF4-FFF2-40B4-BE49-F238E27FC236}">
                <a16:creationId xmlns:a16="http://schemas.microsoft.com/office/drawing/2014/main" id="{F15E796C-9DB5-4885-8D21-E35F9FCDB85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78538" y="1817688"/>
            <a:ext cx="512762" cy="714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9E2DC0AE-C133-466F-92EF-2571A8A75E7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84813" y="1846263"/>
            <a:ext cx="427037" cy="685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29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0629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0629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0629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 nodeType="clickPar">
                      <p:stCondLst>
                        <p:cond delay="indefinite"/>
                      </p:stCondLst>
                      <p:childTnLst>
                        <p:par>
                          <p:cTn id="3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6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29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10629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10629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0629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62918" grpId="0" animBg="1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3939" name="Rectangle 3">
            <a:extLst>
              <a:ext uri="{FF2B5EF4-FFF2-40B4-BE49-F238E27FC236}">
                <a16:creationId xmlns:a16="http://schemas.microsoft.com/office/drawing/2014/main" id="{B48EC6F2-CDC5-49C4-8FA0-14CDEFF3BFD2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715963" y="774700"/>
            <a:ext cx="5927725" cy="3225800"/>
          </a:xfrm>
          <a:ln>
            <a:miter lim="800000"/>
            <a:headEnd/>
            <a:tailEnd/>
          </a:ln>
        </p:spPr>
        <p:txBody>
          <a:bodyPr vert="horz"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buFont typeface="Symbol" panose="05050102010706020507" pitchFamily="18" charset="2"/>
              <a:buNone/>
              <a:defRPr/>
            </a:pPr>
            <a:r>
              <a:rPr lang="en-US" altLang="zh-CN" sz="2500" b="1" dirty="0">
                <a:solidFill>
                  <a:schemeClr val="tx1"/>
                </a:solidFill>
                <a:ea typeface="楷体_GB2312"/>
                <a:cs typeface="Times New Roman" pitchFamily="18" charset="0"/>
              </a:rPr>
              <a:t>(2) </a:t>
            </a:r>
            <a:r>
              <a:rPr lang="zh-CN" altLang="en-US" sz="2500" b="1" dirty="0">
                <a:solidFill>
                  <a:schemeClr val="tx1"/>
                </a:solidFill>
                <a:cs typeface="Times New Roman" pitchFamily="18" charset="0"/>
              </a:rPr>
              <a:t>循环中</a:t>
            </a:r>
            <a:r>
              <a:rPr lang="zh-CN" altLang="en-US" sz="2500" b="1" dirty="0">
                <a:solidFill>
                  <a:srgbClr val="0070C0"/>
                </a:solidFill>
                <a:cs typeface="Times New Roman" pitchFamily="18" charset="0"/>
              </a:rPr>
              <a:t>没有其它语句对</a:t>
            </a:r>
            <a:r>
              <a:rPr lang="en-US" altLang="zh-CN" sz="2500" b="1" i="1" dirty="0">
                <a:solidFill>
                  <a:srgbClr val="0070C0"/>
                </a:solidFill>
                <a:cs typeface="Times New Roman" pitchFamily="18" charset="0"/>
              </a:rPr>
              <a:t>x</a:t>
            </a:r>
            <a:r>
              <a:rPr lang="zh-CN" altLang="en-US" sz="2500" b="1" dirty="0">
                <a:solidFill>
                  <a:srgbClr val="0070C0"/>
                </a:solidFill>
                <a:cs typeface="Times New Roman" pitchFamily="18" charset="0"/>
              </a:rPr>
              <a:t>赋值</a:t>
            </a:r>
            <a:endParaRPr lang="en-US" altLang="zh-CN" sz="2500" b="1" dirty="0">
              <a:solidFill>
                <a:srgbClr val="0070C0"/>
              </a:solidFill>
              <a:cs typeface="Times New Roman" pitchFamily="18" charset="0"/>
            </a:endParaRPr>
          </a:p>
        </p:txBody>
      </p:sp>
      <p:sp>
        <p:nvSpPr>
          <p:cNvPr id="1063946" name="Rectangle 10">
            <a:extLst>
              <a:ext uri="{FF2B5EF4-FFF2-40B4-BE49-F238E27FC236}">
                <a16:creationId xmlns:a16="http://schemas.microsoft.com/office/drawing/2014/main" id="{08F2206F-D36E-4437-90F2-566B58F511D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99362" y="1203598"/>
            <a:ext cx="3621110" cy="36496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 marL="257175" indent="-257175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557213" indent="-214313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lnSpc>
                <a:spcPts val="3000"/>
              </a:lnSpc>
              <a:spcBef>
                <a:spcPct val="20000"/>
              </a:spcBef>
              <a:buSzPct val="100000"/>
              <a:buFont typeface="Wingdings" panose="05000000000000000000" pitchFamily="2" charset="2"/>
              <a:buChar char="Ø"/>
            </a:pPr>
            <a:r>
              <a:rPr lang="zh-CN" altLang="en-US" sz="2500" dirty="0">
                <a:solidFill>
                  <a:srgbClr val="000000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如果循环中还存在</a:t>
            </a:r>
            <a:r>
              <a:rPr lang="en-US" altLang="zh-CN" sz="2500" i="1" dirty="0" err="1">
                <a:solidFill>
                  <a:srgbClr val="000000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i</a:t>
            </a:r>
            <a:r>
              <a:rPr lang="en-US" altLang="zh-CN" sz="2500" i="1" dirty="0">
                <a:solidFill>
                  <a:srgbClr val="000000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=2</a:t>
            </a:r>
            <a:endParaRPr lang="en-US" altLang="zh-CN" sz="2500" dirty="0">
              <a:solidFill>
                <a:srgbClr val="000000"/>
              </a:solidFill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ts val="3000"/>
              </a:lnSpc>
              <a:spcBef>
                <a:spcPct val="20000"/>
              </a:spcBef>
              <a:buSzPct val="100000"/>
              <a:buFont typeface="Wingdings" panose="05000000000000000000" pitchFamily="2" charset="2"/>
              <a:buChar char="Ø"/>
            </a:pPr>
            <a:r>
              <a:rPr lang="zh-CN" altLang="en-US" sz="2500" dirty="0">
                <a:solidFill>
                  <a:srgbClr val="000000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外提前</a:t>
            </a:r>
          </a:p>
          <a:p>
            <a:pPr lvl="1" eaLnBrk="1" hangingPunct="1">
              <a:lnSpc>
                <a:spcPts val="3000"/>
              </a:lnSpc>
              <a:spcBef>
                <a:spcPct val="20000"/>
              </a:spcBef>
              <a:buSzPct val="100000"/>
              <a:buFont typeface="Wingdings" panose="05000000000000000000" pitchFamily="2" charset="2"/>
              <a:buChar char="Ø"/>
            </a:pPr>
            <a:r>
              <a:rPr lang="en-US" altLang="zh-CN" sz="2200" i="1" dirty="0">
                <a:solidFill>
                  <a:srgbClr val="000000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j</a:t>
            </a:r>
            <a:r>
              <a:rPr lang="zh-CN" altLang="en-US" sz="2200" dirty="0">
                <a:solidFill>
                  <a:srgbClr val="000000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的值是否等于</a:t>
            </a:r>
            <a:r>
              <a:rPr lang="en-US" altLang="zh-CN" sz="2200" dirty="0">
                <a:solidFill>
                  <a:srgbClr val="000000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2</a:t>
            </a:r>
            <a:r>
              <a:rPr lang="zh-CN" altLang="en-US" sz="2200" dirty="0">
                <a:solidFill>
                  <a:srgbClr val="000000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取决于循环</a:t>
            </a:r>
            <a:r>
              <a:rPr lang="zh-CN" altLang="en-US" sz="2200" dirty="0">
                <a:solidFill>
                  <a:srgbClr val="0070C0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最后一次迭代</a:t>
            </a:r>
            <a:r>
              <a:rPr lang="zh-CN" altLang="en-US" sz="2200" dirty="0">
                <a:solidFill>
                  <a:srgbClr val="000000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时，是否执行了</a:t>
            </a:r>
            <a:r>
              <a:rPr lang="en-US" altLang="zh-CN" sz="2200" i="1" dirty="0">
                <a:solidFill>
                  <a:srgbClr val="000000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B</a:t>
            </a:r>
            <a:r>
              <a:rPr lang="en-US" altLang="zh-CN" sz="2200" i="1" baseline="-25000" dirty="0">
                <a:solidFill>
                  <a:srgbClr val="000000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3</a:t>
            </a:r>
            <a:endParaRPr lang="zh-CN" altLang="en-US" sz="2200" i="1" dirty="0">
              <a:solidFill>
                <a:srgbClr val="000000"/>
              </a:solidFill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ts val="3000"/>
              </a:lnSpc>
              <a:spcBef>
                <a:spcPct val="20000"/>
              </a:spcBef>
              <a:buSzPct val="100000"/>
              <a:buFont typeface="Wingdings" panose="05000000000000000000" pitchFamily="2" charset="2"/>
              <a:buChar char="Ø"/>
            </a:pPr>
            <a:r>
              <a:rPr lang="zh-CN" altLang="en-US" sz="2500" dirty="0">
                <a:solidFill>
                  <a:srgbClr val="000000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外提后</a:t>
            </a:r>
          </a:p>
          <a:p>
            <a:pPr lvl="1" eaLnBrk="1" hangingPunct="1">
              <a:lnSpc>
                <a:spcPts val="3000"/>
              </a:lnSpc>
              <a:spcBef>
                <a:spcPct val="20000"/>
              </a:spcBef>
              <a:buSzPct val="100000"/>
              <a:buFont typeface="Wingdings" panose="05000000000000000000" pitchFamily="2" charset="2"/>
              <a:buChar char="Ø"/>
            </a:pPr>
            <a:r>
              <a:rPr lang="zh-CN" altLang="en-US" sz="2200" dirty="0">
                <a:solidFill>
                  <a:srgbClr val="000000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只要</a:t>
            </a:r>
            <a:r>
              <a:rPr lang="en-US" altLang="zh-CN" sz="2200" i="1" dirty="0">
                <a:solidFill>
                  <a:srgbClr val="000000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B</a:t>
            </a:r>
            <a:r>
              <a:rPr lang="en-US" altLang="zh-CN" sz="2200" i="1" baseline="-25000" dirty="0">
                <a:solidFill>
                  <a:srgbClr val="000000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3</a:t>
            </a:r>
            <a:r>
              <a:rPr lang="zh-CN" altLang="en-US" sz="2200" dirty="0">
                <a:solidFill>
                  <a:srgbClr val="000000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执行过一次，</a:t>
            </a:r>
            <a:r>
              <a:rPr lang="en-US" altLang="zh-CN" sz="2200" i="1" dirty="0">
                <a:solidFill>
                  <a:srgbClr val="000000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j</a:t>
            </a:r>
            <a:r>
              <a:rPr lang="zh-CN" altLang="en-US" sz="2200" dirty="0">
                <a:solidFill>
                  <a:srgbClr val="000000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的值就等于</a:t>
            </a:r>
            <a:r>
              <a:rPr lang="en-US" altLang="zh-CN" sz="2200" dirty="0">
                <a:solidFill>
                  <a:srgbClr val="000000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2</a:t>
            </a:r>
            <a:endParaRPr lang="zh-CN" altLang="en-US" sz="2200" dirty="0">
              <a:solidFill>
                <a:srgbClr val="000000"/>
              </a:solidFill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</p:txBody>
      </p:sp>
      <p:sp>
        <p:nvSpPr>
          <p:cNvPr id="246788" name="Rectangle 2">
            <a:extLst>
              <a:ext uri="{FF2B5EF4-FFF2-40B4-BE49-F238E27FC236}">
                <a16:creationId xmlns:a16="http://schemas.microsoft.com/office/drawing/2014/main" id="{EE787A18-3AB7-4562-9E7E-D0AD0E7A26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循环不变计算语句 </a:t>
            </a:r>
            <a:r>
              <a:rPr lang="en-US" altLang="zh-CN" sz="3000" i="1">
                <a:solidFill>
                  <a:schemeClr val="tx1"/>
                </a:solidFill>
              </a:rPr>
              <a:t>s </a:t>
            </a:r>
            <a:r>
              <a:rPr lang="en-US" altLang="zh-CN" sz="3000">
                <a:solidFill>
                  <a:schemeClr val="tx1"/>
                </a:solidFill>
              </a:rPr>
              <a:t>: </a:t>
            </a:r>
            <a:r>
              <a:rPr lang="en-US" altLang="zh-CN" sz="3000" i="1">
                <a:solidFill>
                  <a:schemeClr val="tx1"/>
                </a:solidFill>
              </a:rPr>
              <a:t>x </a:t>
            </a:r>
            <a:r>
              <a:rPr lang="en-US" altLang="zh-CN" sz="3000">
                <a:solidFill>
                  <a:schemeClr val="tx1"/>
                </a:solidFill>
              </a:rPr>
              <a:t>= </a:t>
            </a:r>
            <a:r>
              <a:rPr lang="en-US" altLang="zh-CN" sz="3000" i="1">
                <a:solidFill>
                  <a:schemeClr val="tx1"/>
                </a:solidFill>
              </a:rPr>
              <a:t>y </a:t>
            </a:r>
            <a:r>
              <a:rPr lang="en-US" altLang="zh-CN" sz="3000">
                <a:solidFill>
                  <a:schemeClr val="tx1"/>
                </a:solidFill>
              </a:rPr>
              <a:t>+ </a:t>
            </a:r>
            <a:r>
              <a:rPr lang="en-US" altLang="zh-CN" sz="3000" i="1">
                <a:solidFill>
                  <a:schemeClr val="tx1"/>
                </a:solidFill>
              </a:rPr>
              <a:t>z </a:t>
            </a:r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移动的条件</a:t>
            </a:r>
            <a:endParaRPr lang="en-US" altLang="zh-CN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grpSp>
        <p:nvGrpSpPr>
          <p:cNvPr id="2" name="组合 8">
            <a:extLst>
              <a:ext uri="{FF2B5EF4-FFF2-40B4-BE49-F238E27FC236}">
                <a16:creationId xmlns:a16="http://schemas.microsoft.com/office/drawing/2014/main" id="{5BE963B7-C5B2-41C5-BD01-436C4C0B63B0}"/>
              </a:ext>
            </a:extLst>
          </p:cNvPr>
          <p:cNvGrpSpPr>
            <a:grpSpLocks/>
          </p:cNvGrpSpPr>
          <p:nvPr/>
        </p:nvGrpSpPr>
        <p:grpSpPr bwMode="auto">
          <a:xfrm>
            <a:off x="683568" y="1428750"/>
            <a:ext cx="4214813" cy="3451225"/>
            <a:chOff x="500034" y="1142990"/>
            <a:chExt cx="4214842" cy="3451234"/>
          </a:xfrm>
        </p:grpSpPr>
        <p:sp>
          <p:nvSpPr>
            <p:cNvPr id="246791" name="Freeform 47">
              <a:extLst>
                <a:ext uri="{FF2B5EF4-FFF2-40B4-BE49-F238E27FC236}">
                  <a16:creationId xmlns:a16="http://schemas.microsoft.com/office/drawing/2014/main" id="{69C6721A-37F5-4F01-B6BD-6AE332D6B247}"/>
                </a:ext>
              </a:extLst>
            </p:cNvPr>
            <p:cNvSpPr>
              <a:spLocks/>
            </p:cNvSpPr>
            <p:nvPr/>
          </p:nvSpPr>
          <p:spPr bwMode="auto">
            <a:xfrm>
              <a:off x="500034" y="1236638"/>
              <a:ext cx="2325344" cy="3214778"/>
            </a:xfrm>
            <a:custGeom>
              <a:avLst/>
              <a:gdLst>
                <a:gd name="T0" fmla="*/ 2147483646 w 1345"/>
                <a:gd name="T1" fmla="*/ 2147483646 h 1792"/>
                <a:gd name="T2" fmla="*/ 2147483646 w 1345"/>
                <a:gd name="T3" fmla="*/ 2147483646 h 1792"/>
                <a:gd name="T4" fmla="*/ 2147483646 w 1345"/>
                <a:gd name="T5" fmla="*/ 2147483646 h 1792"/>
                <a:gd name="T6" fmla="*/ 2147483646 w 1345"/>
                <a:gd name="T7" fmla="*/ 2147483646 h 1792"/>
                <a:gd name="T8" fmla="*/ 2147483646 w 1345"/>
                <a:gd name="T9" fmla="*/ 2147483646 h 179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345"/>
                <a:gd name="T16" fmla="*/ 0 h 1792"/>
                <a:gd name="T17" fmla="*/ 1345 w 1345"/>
                <a:gd name="T18" fmla="*/ 1792 h 179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345" h="1792">
                  <a:moveTo>
                    <a:pt x="1345" y="1512"/>
                  </a:moveTo>
                  <a:cubicBezTo>
                    <a:pt x="1114" y="1652"/>
                    <a:pt x="884" y="1792"/>
                    <a:pt x="665" y="1694"/>
                  </a:cubicBezTo>
                  <a:cubicBezTo>
                    <a:pt x="446" y="1596"/>
                    <a:pt x="60" y="1187"/>
                    <a:pt x="30" y="922"/>
                  </a:cubicBezTo>
                  <a:cubicBezTo>
                    <a:pt x="0" y="657"/>
                    <a:pt x="287" y="212"/>
                    <a:pt x="483" y="106"/>
                  </a:cubicBezTo>
                  <a:cubicBezTo>
                    <a:pt x="679" y="0"/>
                    <a:pt x="944" y="143"/>
                    <a:pt x="1209" y="287"/>
                  </a:cubicBez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11" name="Text Box 3">
              <a:extLst>
                <a:ext uri="{FF2B5EF4-FFF2-40B4-BE49-F238E27FC236}">
                  <a16:creationId xmlns:a16="http://schemas.microsoft.com/office/drawing/2014/main" id="{4909973B-46FE-44FF-9E39-EA7DE63CE8B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047990" y="1142990"/>
              <a:ext cx="809631" cy="346076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8580" tIns="34290" rIns="68580" bIns="34290">
              <a:spAutoFit/>
            </a:bodyPr>
            <a:lstStyle/>
            <a:p>
              <a:pPr algn="ctr">
                <a:defRPr/>
              </a:pPr>
              <a:r>
                <a:rPr kumimoji="1" lang="en-US" altLang="zh-CN" i="1" dirty="0" err="1">
                  <a:solidFill>
                    <a:prstClr val="black"/>
                  </a:solidFill>
                  <a:latin typeface="Times New Roman" pitchFamily="18" charset="0"/>
                </a:rPr>
                <a:t>i</a:t>
              </a:r>
              <a:r>
                <a:rPr kumimoji="1" lang="zh-CN" altLang="en-US" dirty="0">
                  <a:solidFill>
                    <a:prstClr val="black"/>
                  </a:solidFill>
                  <a:latin typeface="Times New Roman" pitchFamily="18" charset="0"/>
                </a:rPr>
                <a:t> </a:t>
              </a:r>
              <a:r>
                <a:rPr kumimoji="1"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= 1</a:t>
              </a:r>
            </a:p>
          </p:txBody>
        </p:sp>
        <p:sp>
          <p:nvSpPr>
            <p:cNvPr id="12" name="Text Box 4">
              <a:extLst>
                <a:ext uri="{FF2B5EF4-FFF2-40B4-BE49-F238E27FC236}">
                  <a16:creationId xmlns:a16="http://schemas.microsoft.com/office/drawing/2014/main" id="{E81A752F-4C4B-4066-9920-CD654C09DDD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601898" y="1747830"/>
              <a:ext cx="1714512" cy="622302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8580" tIns="34290" rIns="68580" bIns="34290">
              <a:spAutoFit/>
            </a:bodyPr>
            <a:lstStyle/>
            <a:p>
              <a:pPr algn="ctr">
                <a:defRPr/>
              </a:pPr>
              <a:r>
                <a:rPr kumimoji="1" lang="en-US" altLang="zh-CN" i="1" dirty="0" err="1">
                  <a:solidFill>
                    <a:prstClr val="black"/>
                  </a:solidFill>
                  <a:latin typeface="Times New Roman" pitchFamily="18" charset="0"/>
                </a:rPr>
                <a:t>i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  <a:cs typeface="Times New Roman" pitchFamily="18" charset="0"/>
                </a:rPr>
                <a:t> =3</a:t>
              </a:r>
              <a:endParaRPr kumimoji="1" lang="en-US" altLang="zh-CN" dirty="0">
                <a:solidFill>
                  <a:prstClr val="black"/>
                </a:solidFill>
                <a:latin typeface="Times New Roman" pitchFamily="18" charset="0"/>
                <a:ea typeface="楷体_GB2312"/>
                <a:cs typeface="Times New Roman" pitchFamily="18" charset="0"/>
              </a:endParaRPr>
            </a:p>
            <a:p>
              <a:pPr algn="ctr">
                <a:defRPr/>
              </a:pPr>
              <a:r>
                <a:rPr kumimoji="1" lang="en-US" altLang="zh-CN" dirty="0">
                  <a:solidFill>
                    <a:prstClr val="black"/>
                  </a:solidFill>
                  <a:latin typeface="Times New Roman" pitchFamily="18" charset="0"/>
                  <a:ea typeface="楷体_GB2312"/>
                  <a:cs typeface="Times New Roman" pitchFamily="18" charset="0"/>
                </a:rPr>
                <a:t>if  </a:t>
              </a:r>
              <a:r>
                <a:rPr kumimoji="1" lang="en-US" altLang="zh-CN" i="1" dirty="0">
                  <a:solidFill>
                    <a:prstClr val="black"/>
                  </a:solidFill>
                  <a:latin typeface="Times New Roman" pitchFamily="18" charset="0"/>
                  <a:ea typeface="楷体_GB2312"/>
                  <a:cs typeface="Times New Roman" pitchFamily="18" charset="0"/>
                </a:rPr>
                <a:t>u</a:t>
              </a:r>
              <a:r>
                <a:rPr kumimoji="1" lang="en-US" altLang="zh-CN" dirty="0">
                  <a:solidFill>
                    <a:prstClr val="black"/>
                  </a:solidFill>
                  <a:latin typeface="Times New Roman" pitchFamily="18" charset="0"/>
                  <a:ea typeface="楷体_GB2312"/>
                  <a:cs typeface="Times New Roman" pitchFamily="18" charset="0"/>
                </a:rPr>
                <a:t>&lt;</a:t>
              </a:r>
              <a:r>
                <a:rPr kumimoji="1" lang="en-US" altLang="zh-CN" i="1" dirty="0">
                  <a:solidFill>
                    <a:prstClr val="black"/>
                  </a:solidFill>
                  <a:latin typeface="Times New Roman" pitchFamily="18" charset="0"/>
                  <a:ea typeface="楷体_GB2312"/>
                  <a:cs typeface="Times New Roman" pitchFamily="18" charset="0"/>
                </a:rPr>
                <a:t>v</a:t>
              </a:r>
              <a:r>
                <a:rPr kumimoji="1" lang="en-US" altLang="zh-CN" dirty="0">
                  <a:solidFill>
                    <a:prstClr val="black"/>
                  </a:solidFill>
                  <a:latin typeface="Times New Roman" pitchFamily="18" charset="0"/>
                  <a:ea typeface="楷体_GB2312"/>
                  <a:cs typeface="Times New Roman" pitchFamily="18" charset="0"/>
                </a:rPr>
                <a:t> </a:t>
              </a:r>
              <a:r>
                <a:rPr kumimoji="1" lang="en-US" altLang="zh-CN" dirty="0" err="1">
                  <a:solidFill>
                    <a:prstClr val="black"/>
                  </a:solidFill>
                  <a:latin typeface="Times New Roman" pitchFamily="18" charset="0"/>
                  <a:ea typeface="楷体_GB2312"/>
                  <a:cs typeface="Times New Roman" pitchFamily="18" charset="0"/>
                </a:rPr>
                <a:t>goto</a:t>
              </a:r>
              <a:r>
                <a:rPr kumimoji="1" lang="en-US" altLang="zh-CN" dirty="0">
                  <a:solidFill>
                    <a:prstClr val="black"/>
                  </a:solidFill>
                  <a:latin typeface="Times New Roman" pitchFamily="18" charset="0"/>
                  <a:ea typeface="楷体_GB2312"/>
                  <a:cs typeface="Times New Roman" pitchFamily="18" charset="0"/>
                </a:rPr>
                <a:t>   </a:t>
              </a:r>
              <a:r>
                <a:rPr kumimoji="1" lang="en-US" altLang="zh-CN" i="1" dirty="0">
                  <a:solidFill>
                    <a:prstClr val="black"/>
                  </a:solidFill>
                  <a:latin typeface="Times New Roman" pitchFamily="18" charset="0"/>
                  <a:ea typeface="楷体_GB2312"/>
                  <a:cs typeface="Times New Roman" pitchFamily="18" charset="0"/>
                </a:rPr>
                <a:t>B</a:t>
              </a:r>
              <a:r>
                <a:rPr kumimoji="1" lang="en-US" altLang="zh-CN" i="1" baseline="-25000" dirty="0">
                  <a:solidFill>
                    <a:prstClr val="black"/>
                  </a:solidFill>
                  <a:latin typeface="Times New Roman" pitchFamily="18" charset="0"/>
                  <a:ea typeface="楷体_GB2312"/>
                  <a:cs typeface="Times New Roman" pitchFamily="18" charset="0"/>
                </a:rPr>
                <a:t>3</a:t>
              </a:r>
            </a:p>
          </p:txBody>
        </p:sp>
        <p:sp>
          <p:nvSpPr>
            <p:cNvPr id="13" name="Text Box 5">
              <a:extLst>
                <a:ext uri="{FF2B5EF4-FFF2-40B4-BE49-F238E27FC236}">
                  <a16:creationId xmlns:a16="http://schemas.microsoft.com/office/drawing/2014/main" id="{EF3D0790-A150-4EFE-BB9E-EDF6B32CE2B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71538" y="2643120"/>
              <a:ext cx="1314459" cy="544637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8580" tIns="34290" rIns="68580" bIns="34290" anchor="ctr">
              <a:spAutoFit/>
            </a:bodyPr>
            <a:lstStyle/>
            <a:p>
              <a:pPr algn="ctr">
                <a:spcBef>
                  <a:spcPct val="50000"/>
                </a:spcBef>
                <a:defRPr/>
              </a:pPr>
              <a:r>
                <a:rPr kumimoji="1" lang="en-US" altLang="zh-CN" i="1" dirty="0" err="1">
                  <a:solidFill>
                    <a:srgbClr val="FF0000"/>
                  </a:solidFill>
                  <a:latin typeface="Times New Roman" pitchFamily="18" charset="0"/>
                </a:rPr>
                <a:t>i</a:t>
              </a:r>
              <a:r>
                <a:rPr lang="en-US" altLang="zh-CN" dirty="0">
                  <a:solidFill>
                    <a:srgbClr val="FF0000"/>
                  </a:solidFill>
                  <a:latin typeface="Times New Roman" pitchFamily="18" charset="0"/>
                  <a:cs typeface="Times New Roman" pitchFamily="18" charset="0"/>
                </a:rPr>
                <a:t> = </a:t>
              </a:r>
              <a:r>
                <a:rPr lang="en-US" altLang="zh-CN" i="1" dirty="0">
                  <a:solidFill>
                    <a:srgbClr val="FF0000"/>
                  </a:solidFill>
                  <a:latin typeface="Times New Roman" pitchFamily="18" charset="0"/>
                  <a:cs typeface="Times New Roman" pitchFamily="18" charset="0"/>
                </a:rPr>
                <a:t>2</a:t>
              </a:r>
              <a:endParaRPr kumimoji="1" lang="en-US" altLang="zh-CN" i="1" dirty="0">
                <a:solidFill>
                  <a:srgbClr val="FF0000"/>
                </a:solidFill>
                <a:latin typeface="Times New Roman" pitchFamily="18" charset="0"/>
              </a:endParaRPr>
            </a:p>
            <a:p>
              <a:pPr algn="ctr">
                <a:lnSpc>
                  <a:spcPts val="1500"/>
                </a:lnSpc>
                <a:spcBef>
                  <a:spcPts val="0"/>
                </a:spcBef>
                <a:defRPr/>
              </a:pPr>
              <a:r>
                <a:rPr kumimoji="1"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u</a:t>
              </a:r>
              <a:r>
                <a:rPr kumimoji="1"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 = </a:t>
              </a:r>
              <a:r>
                <a:rPr kumimoji="1"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u</a:t>
              </a:r>
              <a:r>
                <a:rPr kumimoji="1"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 + 1</a:t>
              </a:r>
            </a:p>
          </p:txBody>
        </p:sp>
        <p:sp>
          <p:nvSpPr>
            <p:cNvPr id="14" name="Text Box 6">
              <a:extLst>
                <a:ext uri="{FF2B5EF4-FFF2-40B4-BE49-F238E27FC236}">
                  <a16:creationId xmlns:a16="http://schemas.microsoft.com/office/drawing/2014/main" id="{36FEDBF1-7567-41FD-8FEF-21F074CC57B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539986" y="3357559"/>
              <a:ext cx="1817700" cy="623889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8580" tIns="34290" rIns="68580" bIns="34290">
              <a:spAutoFit/>
            </a:bodyPr>
            <a:lstStyle/>
            <a:p>
              <a:pPr algn="ctr">
                <a:defRPr/>
              </a:pPr>
              <a:r>
                <a:rPr kumimoji="1"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v</a:t>
              </a:r>
              <a:r>
                <a:rPr lang="en-US" altLang="zh-CN" dirty="0">
                  <a:solidFill>
                    <a:prstClr val="black"/>
                  </a:solidFill>
                  <a:latin typeface="Times New Roman" pitchFamily="18" charset="0"/>
                  <a:cs typeface="Times New Roman" pitchFamily="18" charset="0"/>
                </a:rPr>
                <a:t> </a:t>
              </a:r>
              <a:r>
                <a:rPr kumimoji="1"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= </a:t>
              </a:r>
              <a:r>
                <a:rPr kumimoji="1"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v</a:t>
              </a:r>
              <a:r>
                <a:rPr kumimoji="1"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 - 1</a:t>
              </a:r>
            </a:p>
            <a:p>
              <a:pPr algn="ctr">
                <a:defRPr/>
              </a:pPr>
              <a:r>
                <a:rPr kumimoji="1"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if </a:t>
              </a:r>
              <a:r>
                <a:rPr kumimoji="1" lang="en-US" altLang="zh-CN" i="1" dirty="0">
                  <a:solidFill>
                    <a:prstClr val="black"/>
                  </a:solidFill>
                  <a:latin typeface="Times New Roman" pitchFamily="18" charset="0"/>
                  <a:ea typeface="楷体_GB2312"/>
                  <a:cs typeface="Times New Roman" pitchFamily="18" charset="0"/>
                </a:rPr>
                <a:t>v</a:t>
              </a:r>
              <a:r>
                <a:rPr kumimoji="1" lang="en-US" altLang="zh-CN" dirty="0">
                  <a:solidFill>
                    <a:prstClr val="black"/>
                  </a:solidFill>
                  <a:latin typeface="Times New Roman" pitchFamily="18" charset="0"/>
                  <a:ea typeface="楷体_GB2312"/>
                  <a:cs typeface="Times New Roman" pitchFamily="18" charset="0"/>
                </a:rPr>
                <a:t> </a:t>
              </a:r>
              <a:r>
                <a:rPr kumimoji="1"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&lt;= 20 </a:t>
              </a:r>
              <a:r>
                <a:rPr kumimoji="1" lang="en-US" altLang="zh-CN" dirty="0" err="1">
                  <a:solidFill>
                    <a:prstClr val="black"/>
                  </a:solidFill>
                  <a:latin typeface="Times New Roman" pitchFamily="18" charset="0"/>
                </a:rPr>
                <a:t>goto</a:t>
              </a:r>
              <a:r>
                <a:rPr kumimoji="1"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 </a:t>
              </a:r>
              <a:r>
                <a:rPr kumimoji="1"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B</a:t>
              </a:r>
              <a:r>
                <a:rPr kumimoji="1" lang="en-US" altLang="zh-CN" i="1" baseline="-25000" dirty="0">
                  <a:solidFill>
                    <a:prstClr val="black"/>
                  </a:solidFill>
                  <a:latin typeface="Times New Roman" pitchFamily="18" charset="0"/>
                </a:rPr>
                <a:t>5</a:t>
              </a:r>
              <a:r>
                <a:rPr kumimoji="1"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 </a:t>
              </a:r>
            </a:p>
          </p:txBody>
        </p:sp>
        <p:sp>
          <p:nvSpPr>
            <p:cNvPr id="15" name="Text Box 7">
              <a:extLst>
                <a:ext uri="{FF2B5EF4-FFF2-40B4-BE49-F238E27FC236}">
                  <a16:creationId xmlns:a16="http://schemas.microsoft.com/office/drawing/2014/main" id="{B6667746-5279-4C09-9C1E-FD2FBE252A9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595548" y="4248148"/>
              <a:ext cx="1714512" cy="346076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8580" tIns="34290" rIns="68580" bIns="34290">
              <a:spAutoFit/>
            </a:bodyPr>
            <a:lstStyle/>
            <a:p>
              <a:pPr algn="ctr">
                <a:spcBef>
                  <a:spcPct val="50000"/>
                </a:spcBef>
                <a:defRPr/>
              </a:pPr>
              <a:r>
                <a:rPr kumimoji="1" lang="en-US" altLang="zh-CN" i="1" dirty="0">
                  <a:solidFill>
                    <a:prstClr val="black"/>
                  </a:solidFill>
                  <a:latin typeface="Times New Roman" pitchFamily="18" charset="0"/>
                </a:rPr>
                <a:t>j </a:t>
              </a:r>
              <a:r>
                <a:rPr kumimoji="1" lang="en-US" altLang="zh-CN" dirty="0">
                  <a:solidFill>
                    <a:prstClr val="black"/>
                  </a:solidFill>
                  <a:latin typeface="Times New Roman" pitchFamily="18" charset="0"/>
                </a:rPr>
                <a:t>= </a:t>
              </a:r>
              <a:r>
                <a:rPr kumimoji="1" lang="en-US" altLang="zh-CN" i="1" dirty="0" err="1">
                  <a:solidFill>
                    <a:srgbClr val="FF0000"/>
                  </a:solidFill>
                  <a:latin typeface="Times New Roman" pitchFamily="18" charset="0"/>
                </a:rPr>
                <a:t>i</a:t>
              </a:r>
              <a:endParaRPr kumimoji="1" lang="en-US" altLang="zh-CN" i="1" dirty="0">
                <a:solidFill>
                  <a:srgbClr val="FF0000"/>
                </a:solidFill>
                <a:latin typeface="Times New Roman" pitchFamily="18" charset="0"/>
              </a:endParaRPr>
            </a:p>
          </p:txBody>
        </p:sp>
        <p:sp>
          <p:nvSpPr>
            <p:cNvPr id="246797" name="Line 8">
              <a:extLst>
                <a:ext uri="{FF2B5EF4-FFF2-40B4-BE49-F238E27FC236}">
                  <a16:creationId xmlns:a16="http://schemas.microsoft.com/office/drawing/2014/main" id="{5EA88FF9-0504-4A2E-B5F1-D2BE4B87950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454401" y="1508104"/>
              <a:ext cx="0" cy="2286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246798" name="Line 9">
              <a:extLst>
                <a:ext uri="{FF2B5EF4-FFF2-40B4-BE49-F238E27FC236}">
                  <a16:creationId xmlns:a16="http://schemas.microsoft.com/office/drawing/2014/main" id="{DD77A41C-07F3-4AF7-B210-C7DB772FAC8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443288" y="2349568"/>
              <a:ext cx="0" cy="10080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246799" name="Line 10">
              <a:extLst>
                <a:ext uri="{FF2B5EF4-FFF2-40B4-BE49-F238E27FC236}">
                  <a16:creationId xmlns:a16="http://schemas.microsoft.com/office/drawing/2014/main" id="{E8D397E6-3765-419C-821B-1264D626F477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3455438" y="3997686"/>
              <a:ext cx="0" cy="2520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246800" name="Rectangle 27">
              <a:extLst>
                <a:ext uri="{FF2B5EF4-FFF2-40B4-BE49-F238E27FC236}">
                  <a16:creationId xmlns:a16="http://schemas.microsoft.com/office/drawing/2014/main" id="{61C3ADD5-F07C-4014-99B5-C5B5310CAAA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44933" y="1214428"/>
              <a:ext cx="269877" cy="26987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68580" tIns="34290" rIns="68580" bIns="34290" anchor="ctr"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-US" altLang="zh-CN" i="1">
                  <a:solidFill>
                    <a:srgbClr val="000000"/>
                  </a:solidFill>
                  <a:latin typeface="Times New Roman" panose="02020603050405020304" pitchFamily="18" charset="0"/>
                  <a:ea typeface="楷体_GB2312" charset="0"/>
                  <a:cs typeface="Times New Roman" panose="02020603050405020304" pitchFamily="18" charset="0"/>
                </a:rPr>
                <a:t>B</a:t>
              </a:r>
              <a:r>
                <a:rPr lang="en-US" altLang="zh-CN" sz="1500" i="1" baseline="-30000">
                  <a:solidFill>
                    <a:srgbClr val="000000"/>
                  </a:solidFill>
                  <a:latin typeface="Times New Roman" panose="02020603050405020304" pitchFamily="18" charset="0"/>
                  <a:ea typeface="楷体_GB2312" charset="0"/>
                  <a:cs typeface="Times New Roman" panose="02020603050405020304" pitchFamily="18" charset="0"/>
                </a:rPr>
                <a:t>1</a:t>
              </a:r>
            </a:p>
          </p:txBody>
        </p:sp>
        <p:sp>
          <p:nvSpPr>
            <p:cNvPr id="246801" name="Rectangle 28">
              <a:extLst>
                <a:ext uri="{FF2B5EF4-FFF2-40B4-BE49-F238E27FC236}">
                  <a16:creationId xmlns:a16="http://schemas.microsoft.com/office/drawing/2014/main" id="{B12B92F7-73B9-416A-9198-D72806BF8AF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71974" y="1808155"/>
              <a:ext cx="271464" cy="26987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68580" tIns="34290" rIns="68580" bIns="34290" anchor="ctr"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-US" altLang="zh-CN" i="1">
                  <a:solidFill>
                    <a:srgbClr val="000000"/>
                  </a:solidFill>
                  <a:latin typeface="Times New Roman" panose="02020603050405020304" pitchFamily="18" charset="0"/>
                  <a:ea typeface="楷体_GB2312" charset="0"/>
                  <a:cs typeface="Times New Roman" panose="02020603050405020304" pitchFamily="18" charset="0"/>
                </a:rPr>
                <a:t>B</a:t>
              </a:r>
              <a:r>
                <a:rPr lang="en-US" altLang="zh-CN" sz="1500" i="1" baseline="-30000">
                  <a:solidFill>
                    <a:srgbClr val="000000"/>
                  </a:solidFill>
                  <a:latin typeface="Times New Roman" panose="02020603050405020304" pitchFamily="18" charset="0"/>
                  <a:ea typeface="楷体_GB2312" charset="0"/>
                  <a:cs typeface="Times New Roman" panose="02020603050405020304" pitchFamily="18" charset="0"/>
                </a:rPr>
                <a:t>2</a:t>
              </a:r>
            </a:p>
          </p:txBody>
        </p:sp>
        <p:sp>
          <p:nvSpPr>
            <p:cNvPr id="246802" name="Rectangle 29">
              <a:extLst>
                <a:ext uri="{FF2B5EF4-FFF2-40B4-BE49-F238E27FC236}">
                  <a16:creationId xmlns:a16="http://schemas.microsoft.com/office/drawing/2014/main" id="{FB959EC2-C252-40F5-B9D2-1E2875D6AD0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444735" y="2587619"/>
              <a:ext cx="269877" cy="26987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68580" tIns="34290" rIns="68580" bIns="34290" anchor="ctr"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-US" altLang="zh-CN" i="1">
                  <a:solidFill>
                    <a:srgbClr val="000000"/>
                  </a:solidFill>
                  <a:latin typeface="Times New Roman" panose="02020603050405020304" pitchFamily="18" charset="0"/>
                  <a:ea typeface="楷体_GB2312" charset="0"/>
                  <a:cs typeface="Times New Roman" panose="02020603050405020304" pitchFamily="18" charset="0"/>
                </a:rPr>
                <a:t>B</a:t>
              </a:r>
              <a:r>
                <a:rPr lang="en-US" altLang="zh-CN" sz="1500" i="1" baseline="-30000">
                  <a:solidFill>
                    <a:srgbClr val="000000"/>
                  </a:solidFill>
                  <a:latin typeface="Times New Roman" panose="02020603050405020304" pitchFamily="18" charset="0"/>
                  <a:ea typeface="楷体_GB2312" charset="0"/>
                  <a:cs typeface="Times New Roman" panose="02020603050405020304" pitchFamily="18" charset="0"/>
                </a:rPr>
                <a:t>3</a:t>
              </a:r>
            </a:p>
          </p:txBody>
        </p:sp>
        <p:sp>
          <p:nvSpPr>
            <p:cNvPr id="246803" name="Rectangle 30">
              <a:extLst>
                <a:ext uri="{FF2B5EF4-FFF2-40B4-BE49-F238E27FC236}">
                  <a16:creationId xmlns:a16="http://schemas.microsoft.com/office/drawing/2014/main" id="{AF98C3D6-4647-462B-AD57-9977FD90FF0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44999" y="3357559"/>
              <a:ext cx="269877" cy="26987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68580" tIns="34290" rIns="68580" bIns="34290" anchor="ctr"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-US" altLang="zh-CN" i="1">
                  <a:solidFill>
                    <a:srgbClr val="000000"/>
                  </a:solidFill>
                  <a:latin typeface="Times New Roman" panose="02020603050405020304" pitchFamily="18" charset="0"/>
                  <a:ea typeface="楷体_GB2312" charset="0"/>
                  <a:cs typeface="Times New Roman" panose="02020603050405020304" pitchFamily="18" charset="0"/>
                </a:rPr>
                <a:t>B</a:t>
              </a:r>
              <a:r>
                <a:rPr lang="en-US" altLang="zh-CN" sz="1500" i="1" baseline="-30000">
                  <a:solidFill>
                    <a:srgbClr val="000000"/>
                  </a:solidFill>
                  <a:latin typeface="Times New Roman" panose="02020603050405020304" pitchFamily="18" charset="0"/>
                  <a:ea typeface="楷体_GB2312" charset="0"/>
                  <a:cs typeface="Times New Roman" panose="02020603050405020304" pitchFamily="18" charset="0"/>
                </a:rPr>
                <a:t>4</a:t>
              </a:r>
            </a:p>
          </p:txBody>
        </p:sp>
        <p:sp>
          <p:nvSpPr>
            <p:cNvPr id="246804" name="Rectangle 31">
              <a:extLst>
                <a:ext uri="{FF2B5EF4-FFF2-40B4-BE49-F238E27FC236}">
                  <a16:creationId xmlns:a16="http://schemas.microsoft.com/office/drawing/2014/main" id="{8574F079-D89C-4724-AEFA-22131138737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71974" y="4237036"/>
              <a:ext cx="271464" cy="26987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68580" tIns="34290" rIns="68580" bIns="34290" anchor="ctr"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-US" altLang="zh-CN" i="1">
                  <a:solidFill>
                    <a:srgbClr val="000000"/>
                  </a:solidFill>
                  <a:latin typeface="Times New Roman" panose="02020603050405020304" pitchFamily="18" charset="0"/>
                  <a:ea typeface="楷体_GB2312" charset="0"/>
                  <a:cs typeface="Times New Roman" panose="02020603050405020304" pitchFamily="18" charset="0"/>
                </a:rPr>
                <a:t>B</a:t>
              </a:r>
              <a:r>
                <a:rPr lang="en-US" altLang="zh-CN" sz="1500" i="1" baseline="-30000">
                  <a:solidFill>
                    <a:srgbClr val="000000"/>
                  </a:solidFill>
                  <a:latin typeface="Times New Roman" panose="02020603050405020304" pitchFamily="18" charset="0"/>
                  <a:ea typeface="楷体_GB2312" charset="0"/>
                  <a:cs typeface="Times New Roman" panose="02020603050405020304" pitchFamily="18" charset="0"/>
                </a:rPr>
                <a:t>5</a:t>
              </a:r>
            </a:p>
          </p:txBody>
        </p:sp>
        <p:sp>
          <p:nvSpPr>
            <p:cNvPr id="246805" name="Line 32">
              <a:extLst>
                <a:ext uri="{FF2B5EF4-FFF2-40B4-BE49-F238E27FC236}">
                  <a16:creationId xmlns:a16="http://schemas.microsoft.com/office/drawing/2014/main" id="{928D81F9-C653-4BD3-811D-C071179D787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714480" y="3214692"/>
              <a:ext cx="785818" cy="42862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246806" name="Line 33">
              <a:extLst>
                <a:ext uri="{FF2B5EF4-FFF2-40B4-BE49-F238E27FC236}">
                  <a16:creationId xmlns:a16="http://schemas.microsoft.com/office/drawing/2014/main" id="{4A39328C-0F9A-4080-86C7-6BA7249A2803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714479" y="2357436"/>
              <a:ext cx="877835" cy="21431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</p:grpSp>
      <p:sp>
        <p:nvSpPr>
          <p:cNvPr id="1063944" name="Rectangle 8">
            <a:extLst>
              <a:ext uri="{FF2B5EF4-FFF2-40B4-BE49-F238E27FC236}">
                <a16:creationId xmlns:a16="http://schemas.microsoft.com/office/drawing/2014/main" id="{92D082FB-D027-4602-A48A-9175B82990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26756" y="2071688"/>
            <a:ext cx="576262" cy="285750"/>
          </a:xfrm>
          <a:prstGeom prst="rect">
            <a:avLst/>
          </a:prstGeom>
          <a:noFill/>
          <a:ln w="25400">
            <a:solidFill>
              <a:srgbClr val="FF0000"/>
            </a:solidFill>
            <a:prstDash val="lgDash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68580" tIns="34290" rIns="68580" bIns="34290" anchor="ctr"/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>
              <a:solidFill>
                <a:srgbClr val="000000"/>
              </a:solidFill>
              <a:cs typeface="楷体_GB2312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39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06394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06394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0639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39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0639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0639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0639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394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06394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06394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06394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394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106394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106394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06394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 nodeType="clickPar">
                      <p:stCondLst>
                        <p:cond delay="indefinite"/>
                      </p:stCondLst>
                      <p:childTnLst>
                        <p:par>
                          <p:cTn id="3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6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394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106394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106394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06394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394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106394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106394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06394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 nodeType="clickPar">
                      <p:stCondLst>
                        <p:cond delay="indefinite"/>
                      </p:stCondLst>
                      <p:childTnLst>
                        <p:par>
                          <p:cTn id="4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8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39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500" fill="hold"/>
                                        <p:tgtEl>
                                          <p:spTgt spid="10639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500" fill="hold"/>
                                        <p:tgtEl>
                                          <p:spTgt spid="10639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0639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63944" grpId="0" animBg="1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7011" name="Rectangle 3">
            <a:extLst>
              <a:ext uri="{FF2B5EF4-FFF2-40B4-BE49-F238E27FC236}">
                <a16:creationId xmlns:a16="http://schemas.microsoft.com/office/drawing/2014/main" id="{FD589C52-E701-4F04-9D36-741D4C01C402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715963" y="785813"/>
            <a:ext cx="4927600" cy="4286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buFont typeface="Symbol" panose="05050102010706020507" pitchFamily="18" charset="2"/>
              <a:buNone/>
            </a:pPr>
            <a:r>
              <a:rPr lang="en-US" altLang="zh-CN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(3) </a:t>
            </a: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循环中对</a:t>
            </a:r>
            <a:r>
              <a:rPr lang="en-US" altLang="zh-CN" sz="2500" b="1" i="1" dirty="0">
                <a:solidFill>
                  <a:srgbClr val="0070C0"/>
                </a:solidFill>
                <a:cs typeface="Times New Roman" panose="02020603050405020304" pitchFamily="18" charset="0"/>
              </a:rPr>
              <a:t>x</a:t>
            </a:r>
            <a:r>
              <a:rPr lang="zh-CN" altLang="en-US" sz="2500" b="1" dirty="0">
                <a:solidFill>
                  <a:srgbClr val="0070C0"/>
                </a:solidFill>
                <a:cs typeface="Times New Roman" panose="02020603050405020304" pitchFamily="18" charset="0"/>
              </a:rPr>
              <a:t>的引用仅由</a:t>
            </a:r>
            <a:r>
              <a:rPr lang="en-US" altLang="zh-CN" sz="2500" b="1" i="1" dirty="0">
                <a:solidFill>
                  <a:srgbClr val="0070C0"/>
                </a:solidFill>
                <a:cs typeface="Times New Roman" panose="02020603050405020304" pitchFamily="18" charset="0"/>
              </a:rPr>
              <a:t>s</a:t>
            </a:r>
            <a:r>
              <a:rPr lang="zh-CN" altLang="en-US" sz="2500" b="1" dirty="0">
                <a:solidFill>
                  <a:srgbClr val="0070C0"/>
                </a:solidFill>
                <a:cs typeface="Times New Roman" panose="02020603050405020304" pitchFamily="18" charset="0"/>
              </a:rPr>
              <a:t>到达</a:t>
            </a:r>
            <a:endParaRPr lang="en-US" altLang="zh-CN" sz="2500" b="1" dirty="0">
              <a:solidFill>
                <a:srgbClr val="0070C0"/>
              </a:solidFill>
              <a:cs typeface="Times New Roman" panose="02020603050405020304" pitchFamily="18" charset="0"/>
            </a:endParaRPr>
          </a:p>
        </p:txBody>
      </p:sp>
      <p:sp>
        <p:nvSpPr>
          <p:cNvPr id="1067019" name="Rectangle 11">
            <a:extLst>
              <a:ext uri="{FF2B5EF4-FFF2-40B4-BE49-F238E27FC236}">
                <a16:creationId xmlns:a16="http://schemas.microsoft.com/office/drawing/2014/main" id="{8E930E38-F7FB-4969-A3B4-C4CF86C0A8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73663" y="1251268"/>
            <a:ext cx="3710879" cy="3574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 marL="257175" indent="-257175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557213" indent="-214313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lnSpc>
                <a:spcPts val="3300"/>
              </a:lnSpc>
              <a:spcBef>
                <a:spcPct val="20000"/>
              </a:spcBef>
              <a:buSzPct val="100000"/>
              <a:buFont typeface="Wingdings" panose="05000000000000000000" pitchFamily="2" charset="2"/>
              <a:buChar char="Ø"/>
            </a:pPr>
            <a:r>
              <a:rPr lang="zh-CN" altLang="en-US" sz="2500" dirty="0">
                <a:solidFill>
                  <a:srgbClr val="000000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如果还有其它定值能到达</a:t>
            </a:r>
            <a:r>
              <a:rPr lang="en-US" altLang="zh-CN" sz="2500" dirty="0">
                <a:solidFill>
                  <a:srgbClr val="000000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k = </a:t>
            </a:r>
            <a:r>
              <a:rPr lang="en-US" altLang="zh-CN" sz="2500" dirty="0" err="1">
                <a:solidFill>
                  <a:srgbClr val="000000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i</a:t>
            </a:r>
            <a:endParaRPr lang="en-US" altLang="zh-CN" sz="2500" dirty="0">
              <a:solidFill>
                <a:srgbClr val="000000"/>
              </a:solidFill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ts val="3300"/>
              </a:lnSpc>
              <a:spcBef>
                <a:spcPct val="20000"/>
              </a:spcBef>
              <a:buSzPct val="100000"/>
              <a:buFont typeface="Wingdings" panose="05000000000000000000" pitchFamily="2" charset="2"/>
              <a:buChar char="Ø"/>
            </a:pPr>
            <a:r>
              <a:rPr lang="zh-CN" altLang="en-US" sz="2500" dirty="0">
                <a:solidFill>
                  <a:srgbClr val="000000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外提前</a:t>
            </a:r>
          </a:p>
          <a:p>
            <a:pPr lvl="1" eaLnBrk="1" hangingPunct="1">
              <a:lnSpc>
                <a:spcPts val="3300"/>
              </a:lnSpc>
              <a:spcBef>
                <a:spcPct val="20000"/>
              </a:spcBef>
              <a:buSzPct val="100000"/>
              <a:buFont typeface="Wingdings" panose="05000000000000000000" pitchFamily="2" charset="2"/>
              <a:buChar char="Ø"/>
            </a:pPr>
            <a:r>
              <a:rPr lang="en-US" altLang="zh-CN" sz="2200" i="1" dirty="0">
                <a:solidFill>
                  <a:srgbClr val="000000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k</a:t>
            </a:r>
            <a:r>
              <a:rPr lang="zh-CN" altLang="en-US" sz="2200" dirty="0">
                <a:solidFill>
                  <a:srgbClr val="000000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的值有可能等于</a:t>
            </a:r>
            <a:r>
              <a:rPr lang="en-US" altLang="zh-CN" sz="2200" dirty="0">
                <a:solidFill>
                  <a:srgbClr val="000000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1</a:t>
            </a:r>
            <a:r>
              <a:rPr lang="zh-CN" altLang="en-US" sz="2200" dirty="0">
                <a:solidFill>
                  <a:srgbClr val="000000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，也可能等于</a:t>
            </a:r>
            <a:r>
              <a:rPr lang="en-US" altLang="zh-CN" sz="2200" dirty="0">
                <a:solidFill>
                  <a:srgbClr val="000000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2</a:t>
            </a:r>
          </a:p>
          <a:p>
            <a:pPr eaLnBrk="1" hangingPunct="1">
              <a:lnSpc>
                <a:spcPts val="3300"/>
              </a:lnSpc>
              <a:spcBef>
                <a:spcPct val="20000"/>
              </a:spcBef>
              <a:buSzPct val="100000"/>
              <a:buFont typeface="Wingdings" panose="05000000000000000000" pitchFamily="2" charset="2"/>
              <a:buChar char="Ø"/>
            </a:pPr>
            <a:r>
              <a:rPr lang="zh-CN" altLang="en-US" sz="2500" dirty="0">
                <a:solidFill>
                  <a:srgbClr val="000000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外提后</a:t>
            </a:r>
          </a:p>
          <a:p>
            <a:pPr lvl="1" eaLnBrk="1" hangingPunct="1">
              <a:lnSpc>
                <a:spcPts val="3300"/>
              </a:lnSpc>
              <a:spcBef>
                <a:spcPct val="20000"/>
              </a:spcBef>
              <a:buSzPct val="100000"/>
              <a:buFont typeface="Wingdings" panose="05000000000000000000" pitchFamily="2" charset="2"/>
              <a:buChar char="Ø"/>
            </a:pPr>
            <a:r>
              <a:rPr lang="en-US" altLang="zh-CN" sz="2200" i="1" dirty="0">
                <a:solidFill>
                  <a:srgbClr val="000000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k</a:t>
            </a:r>
            <a:r>
              <a:rPr lang="zh-CN" altLang="en-US" sz="2200" dirty="0">
                <a:solidFill>
                  <a:srgbClr val="000000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的值只能等于</a:t>
            </a:r>
            <a:r>
              <a:rPr lang="en-US" altLang="zh-CN" sz="2200" dirty="0">
                <a:solidFill>
                  <a:srgbClr val="000000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2</a:t>
            </a:r>
            <a:endParaRPr lang="zh-CN" altLang="en-US" sz="2200" dirty="0">
              <a:solidFill>
                <a:srgbClr val="000000"/>
              </a:solidFill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</p:txBody>
      </p:sp>
      <p:sp>
        <p:nvSpPr>
          <p:cNvPr id="248836" name="Rectangle 2">
            <a:extLst>
              <a:ext uri="{FF2B5EF4-FFF2-40B4-BE49-F238E27FC236}">
                <a16:creationId xmlns:a16="http://schemas.microsoft.com/office/drawing/2014/main" id="{6A98C58D-1DAF-47D1-9819-7FDBB40C89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循环不变计算语句 </a:t>
            </a:r>
            <a:r>
              <a:rPr lang="en-US" altLang="zh-CN" sz="3000" i="1">
                <a:solidFill>
                  <a:schemeClr val="tx1"/>
                </a:solidFill>
              </a:rPr>
              <a:t>s </a:t>
            </a:r>
            <a:r>
              <a:rPr lang="en-US" altLang="zh-CN" sz="3000">
                <a:solidFill>
                  <a:schemeClr val="tx1"/>
                </a:solidFill>
              </a:rPr>
              <a:t>: </a:t>
            </a:r>
            <a:r>
              <a:rPr lang="en-US" altLang="zh-CN" sz="3000" i="1">
                <a:solidFill>
                  <a:schemeClr val="tx1"/>
                </a:solidFill>
              </a:rPr>
              <a:t>x </a:t>
            </a:r>
            <a:r>
              <a:rPr lang="en-US" altLang="zh-CN" sz="3000">
                <a:solidFill>
                  <a:schemeClr val="tx1"/>
                </a:solidFill>
              </a:rPr>
              <a:t>= </a:t>
            </a:r>
            <a:r>
              <a:rPr lang="en-US" altLang="zh-CN" sz="3000" i="1">
                <a:solidFill>
                  <a:schemeClr val="tx1"/>
                </a:solidFill>
              </a:rPr>
              <a:t>y </a:t>
            </a:r>
            <a:r>
              <a:rPr lang="en-US" altLang="zh-CN" sz="3000">
                <a:solidFill>
                  <a:schemeClr val="tx1"/>
                </a:solidFill>
              </a:rPr>
              <a:t>+ </a:t>
            </a:r>
            <a:r>
              <a:rPr lang="en-US" altLang="zh-CN" sz="3000" i="1">
                <a:solidFill>
                  <a:schemeClr val="tx1"/>
                </a:solidFill>
              </a:rPr>
              <a:t>z </a:t>
            </a:r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移动的条件</a:t>
            </a:r>
            <a:endParaRPr lang="en-US" altLang="zh-CN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grpSp>
        <p:nvGrpSpPr>
          <p:cNvPr id="2" name="组合 1">
            <a:extLst>
              <a:ext uri="{FF2B5EF4-FFF2-40B4-BE49-F238E27FC236}">
                <a16:creationId xmlns:a16="http://schemas.microsoft.com/office/drawing/2014/main" id="{FE600ABD-D888-402B-9BEE-631A8CBEECAC}"/>
              </a:ext>
            </a:extLst>
          </p:cNvPr>
          <p:cNvGrpSpPr>
            <a:grpSpLocks/>
          </p:cNvGrpSpPr>
          <p:nvPr/>
        </p:nvGrpSpPr>
        <p:grpSpPr bwMode="auto">
          <a:xfrm>
            <a:off x="857250" y="1428750"/>
            <a:ext cx="4214813" cy="3451225"/>
            <a:chOff x="857250" y="1428750"/>
            <a:chExt cx="4214813" cy="3451225"/>
          </a:xfrm>
        </p:grpSpPr>
        <p:grpSp>
          <p:nvGrpSpPr>
            <p:cNvPr id="248838" name="组合 26">
              <a:extLst>
                <a:ext uri="{FF2B5EF4-FFF2-40B4-BE49-F238E27FC236}">
                  <a16:creationId xmlns:a16="http://schemas.microsoft.com/office/drawing/2014/main" id="{140A1FCF-FB99-4850-8157-A3C42D1E36D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857250" y="1428750"/>
              <a:ext cx="4214813" cy="3451225"/>
              <a:chOff x="500034" y="1142990"/>
              <a:chExt cx="4214842" cy="3451234"/>
            </a:xfrm>
          </p:grpSpPr>
          <p:sp>
            <p:nvSpPr>
              <p:cNvPr id="248840" name="Freeform 47">
                <a:extLst>
                  <a:ext uri="{FF2B5EF4-FFF2-40B4-BE49-F238E27FC236}">
                    <a16:creationId xmlns:a16="http://schemas.microsoft.com/office/drawing/2014/main" id="{93760971-60E8-48CA-80FF-5621331B451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00034" y="1236638"/>
                <a:ext cx="2325344" cy="3214778"/>
              </a:xfrm>
              <a:custGeom>
                <a:avLst/>
                <a:gdLst>
                  <a:gd name="T0" fmla="*/ 2147483646 w 1345"/>
                  <a:gd name="T1" fmla="*/ 2147483646 h 1792"/>
                  <a:gd name="T2" fmla="*/ 2147483646 w 1345"/>
                  <a:gd name="T3" fmla="*/ 2147483646 h 1792"/>
                  <a:gd name="T4" fmla="*/ 2147483646 w 1345"/>
                  <a:gd name="T5" fmla="*/ 2147483646 h 1792"/>
                  <a:gd name="T6" fmla="*/ 2147483646 w 1345"/>
                  <a:gd name="T7" fmla="*/ 2147483646 h 1792"/>
                  <a:gd name="T8" fmla="*/ 2147483646 w 1345"/>
                  <a:gd name="T9" fmla="*/ 2147483646 h 179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345"/>
                  <a:gd name="T16" fmla="*/ 0 h 1792"/>
                  <a:gd name="T17" fmla="*/ 1345 w 1345"/>
                  <a:gd name="T18" fmla="*/ 1792 h 179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345" h="1792">
                    <a:moveTo>
                      <a:pt x="1345" y="1512"/>
                    </a:moveTo>
                    <a:cubicBezTo>
                      <a:pt x="1114" y="1652"/>
                      <a:pt x="884" y="1792"/>
                      <a:pt x="665" y="1694"/>
                    </a:cubicBezTo>
                    <a:cubicBezTo>
                      <a:pt x="446" y="1596"/>
                      <a:pt x="60" y="1187"/>
                      <a:pt x="30" y="922"/>
                    </a:cubicBezTo>
                    <a:cubicBezTo>
                      <a:pt x="0" y="657"/>
                      <a:pt x="287" y="212"/>
                      <a:pt x="483" y="106"/>
                    </a:cubicBezTo>
                    <a:cubicBezTo>
                      <a:pt x="679" y="0"/>
                      <a:pt x="944" y="143"/>
                      <a:pt x="1209" y="287"/>
                    </a:cubicBezTo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/>
                <a:tailEnd type="stealth" w="lg" len="lg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lIns="68580" tIns="34290" rIns="68580" bIns="34290"/>
              <a:lstStyle/>
              <a:p>
                <a:endParaRPr lang="zh-CN" altLang="en-US"/>
              </a:p>
            </p:txBody>
          </p:sp>
          <p:sp>
            <p:nvSpPr>
              <p:cNvPr id="11" name="Text Box 3">
                <a:extLst>
                  <a:ext uri="{FF2B5EF4-FFF2-40B4-BE49-F238E27FC236}">
                    <a16:creationId xmlns:a16="http://schemas.microsoft.com/office/drawing/2014/main" id="{B8BD03B3-4C23-41A1-9EE4-8ACA3D5EF500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047990" y="1142990"/>
                <a:ext cx="809631" cy="346076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lIns="68580" tIns="34290" rIns="68580" bIns="34290">
                <a:spAutoFit/>
              </a:bodyPr>
              <a:lstStyle/>
              <a:p>
                <a:pPr algn="ctr">
                  <a:defRPr/>
                </a:pPr>
                <a:r>
                  <a:rPr kumimoji="1" lang="en-US" altLang="zh-CN" i="1" dirty="0" err="1">
                    <a:solidFill>
                      <a:srgbClr val="FF0000"/>
                    </a:solidFill>
                    <a:latin typeface="Times New Roman" pitchFamily="18" charset="0"/>
                  </a:rPr>
                  <a:t>i</a:t>
                </a:r>
                <a:r>
                  <a:rPr kumimoji="1" lang="zh-CN" altLang="en-US" dirty="0">
                    <a:solidFill>
                      <a:srgbClr val="FF0000"/>
                    </a:solidFill>
                    <a:latin typeface="Times New Roman" pitchFamily="18" charset="0"/>
                  </a:rPr>
                  <a:t> </a:t>
                </a:r>
                <a:r>
                  <a:rPr kumimoji="1" lang="en-US" altLang="zh-CN" dirty="0">
                    <a:solidFill>
                      <a:srgbClr val="FF0000"/>
                    </a:solidFill>
                    <a:latin typeface="Times New Roman" pitchFamily="18" charset="0"/>
                  </a:rPr>
                  <a:t>= 1</a:t>
                </a:r>
              </a:p>
            </p:txBody>
          </p:sp>
          <p:sp>
            <p:nvSpPr>
              <p:cNvPr id="12" name="Text Box 4">
                <a:extLst>
                  <a:ext uri="{FF2B5EF4-FFF2-40B4-BE49-F238E27FC236}">
                    <a16:creationId xmlns:a16="http://schemas.microsoft.com/office/drawing/2014/main" id="{5C451153-FC0C-4A6D-8505-E4671740D864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601898" y="1747830"/>
                <a:ext cx="1714512" cy="346076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lIns="68580" tIns="34290" rIns="68580" bIns="34290">
                <a:spAutoFit/>
              </a:bodyPr>
              <a:lstStyle/>
              <a:p>
                <a:pPr algn="ctr">
                  <a:defRPr/>
                </a:pPr>
                <a:r>
                  <a:rPr kumimoji="1" lang="en-US" altLang="zh-CN" dirty="0">
                    <a:solidFill>
                      <a:prstClr val="black"/>
                    </a:solidFill>
                    <a:latin typeface="Times New Roman" pitchFamily="18" charset="0"/>
                    <a:ea typeface="楷体_GB2312"/>
                    <a:cs typeface="Times New Roman" pitchFamily="18" charset="0"/>
                  </a:rPr>
                  <a:t>if  </a:t>
                </a:r>
                <a:r>
                  <a:rPr kumimoji="1" lang="en-US" altLang="zh-CN" i="1" dirty="0">
                    <a:solidFill>
                      <a:prstClr val="black"/>
                    </a:solidFill>
                    <a:latin typeface="Times New Roman" pitchFamily="18" charset="0"/>
                    <a:ea typeface="楷体_GB2312"/>
                    <a:cs typeface="Times New Roman" pitchFamily="18" charset="0"/>
                  </a:rPr>
                  <a:t>u</a:t>
                </a:r>
                <a:r>
                  <a:rPr kumimoji="1" lang="en-US" altLang="zh-CN" dirty="0">
                    <a:solidFill>
                      <a:prstClr val="black"/>
                    </a:solidFill>
                    <a:latin typeface="Times New Roman" pitchFamily="18" charset="0"/>
                    <a:ea typeface="楷体_GB2312"/>
                    <a:cs typeface="Times New Roman" pitchFamily="18" charset="0"/>
                  </a:rPr>
                  <a:t>&lt;</a:t>
                </a:r>
                <a:r>
                  <a:rPr kumimoji="1" lang="en-US" altLang="zh-CN" i="1" dirty="0">
                    <a:solidFill>
                      <a:prstClr val="black"/>
                    </a:solidFill>
                    <a:latin typeface="Times New Roman" pitchFamily="18" charset="0"/>
                    <a:ea typeface="楷体_GB2312"/>
                    <a:cs typeface="Times New Roman" pitchFamily="18" charset="0"/>
                  </a:rPr>
                  <a:t>v</a:t>
                </a:r>
                <a:r>
                  <a:rPr kumimoji="1" lang="en-US" altLang="zh-CN" dirty="0">
                    <a:solidFill>
                      <a:prstClr val="black"/>
                    </a:solidFill>
                    <a:latin typeface="Times New Roman" pitchFamily="18" charset="0"/>
                    <a:ea typeface="楷体_GB2312"/>
                    <a:cs typeface="Times New Roman" pitchFamily="18" charset="0"/>
                  </a:rPr>
                  <a:t> </a:t>
                </a:r>
                <a:r>
                  <a:rPr kumimoji="1" lang="en-US" altLang="zh-CN" dirty="0" err="1">
                    <a:solidFill>
                      <a:prstClr val="black"/>
                    </a:solidFill>
                    <a:latin typeface="Times New Roman" pitchFamily="18" charset="0"/>
                    <a:ea typeface="楷体_GB2312"/>
                    <a:cs typeface="Times New Roman" pitchFamily="18" charset="0"/>
                  </a:rPr>
                  <a:t>goto</a:t>
                </a:r>
                <a:r>
                  <a:rPr kumimoji="1" lang="en-US" altLang="zh-CN" dirty="0">
                    <a:solidFill>
                      <a:prstClr val="black"/>
                    </a:solidFill>
                    <a:latin typeface="Times New Roman" pitchFamily="18" charset="0"/>
                    <a:ea typeface="楷体_GB2312"/>
                    <a:cs typeface="Times New Roman" pitchFamily="18" charset="0"/>
                  </a:rPr>
                  <a:t>   </a:t>
                </a:r>
                <a:r>
                  <a:rPr kumimoji="1" lang="en-US" altLang="zh-CN" i="1" dirty="0">
                    <a:solidFill>
                      <a:prstClr val="black"/>
                    </a:solidFill>
                    <a:latin typeface="Times New Roman" pitchFamily="18" charset="0"/>
                    <a:ea typeface="楷体_GB2312"/>
                    <a:cs typeface="Times New Roman" pitchFamily="18" charset="0"/>
                  </a:rPr>
                  <a:t>B</a:t>
                </a:r>
                <a:r>
                  <a:rPr kumimoji="1" lang="en-US" altLang="zh-CN" i="1" baseline="-25000" dirty="0">
                    <a:solidFill>
                      <a:prstClr val="black"/>
                    </a:solidFill>
                    <a:latin typeface="Times New Roman" pitchFamily="18" charset="0"/>
                    <a:ea typeface="楷体_GB2312"/>
                    <a:cs typeface="Times New Roman" pitchFamily="18" charset="0"/>
                  </a:rPr>
                  <a:t>3</a:t>
                </a:r>
              </a:p>
            </p:txBody>
          </p:sp>
          <p:sp>
            <p:nvSpPr>
              <p:cNvPr id="13" name="Text Box 5">
                <a:extLst>
                  <a:ext uri="{FF2B5EF4-FFF2-40B4-BE49-F238E27FC236}">
                    <a16:creationId xmlns:a16="http://schemas.microsoft.com/office/drawing/2014/main" id="{902EA371-6BD1-4E03-8EF2-BF8ECB40A1C2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071538" y="2308218"/>
                <a:ext cx="1314459" cy="59849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lIns="68580" tIns="34290" rIns="68580" bIns="34290" anchor="ctr">
                <a:spAutoFit/>
              </a:bodyPr>
              <a:lstStyle/>
              <a:p>
                <a:pPr algn="ctr">
                  <a:lnSpc>
                    <a:spcPts val="1500"/>
                  </a:lnSpc>
                  <a:spcBef>
                    <a:spcPct val="50000"/>
                  </a:spcBef>
                  <a:defRPr/>
                </a:pPr>
                <a:r>
                  <a:rPr kumimoji="1" lang="en-US" altLang="zh-CN" i="1" dirty="0">
                    <a:solidFill>
                      <a:prstClr val="black"/>
                    </a:solidFill>
                    <a:latin typeface="Times New Roman" pitchFamily="18" charset="0"/>
                  </a:rPr>
                  <a:t>k</a:t>
                </a:r>
                <a:r>
                  <a:rPr lang="en-US" altLang="zh-CN" dirty="0">
                    <a:solidFill>
                      <a:prstClr val="black"/>
                    </a:solidFill>
                    <a:latin typeface="Times New Roman" pitchFamily="18" charset="0"/>
                    <a:cs typeface="Times New Roman" pitchFamily="18" charset="0"/>
                  </a:rPr>
                  <a:t> = </a:t>
                </a:r>
                <a:r>
                  <a:rPr lang="en-US" altLang="zh-CN" i="1" dirty="0" err="1">
                    <a:solidFill>
                      <a:srgbClr val="FF0000"/>
                    </a:solidFill>
                    <a:latin typeface="Times New Roman" pitchFamily="18" charset="0"/>
                    <a:cs typeface="Times New Roman" pitchFamily="18" charset="0"/>
                  </a:rPr>
                  <a:t>i</a:t>
                </a:r>
                <a:endParaRPr kumimoji="1" lang="en-US" altLang="zh-CN" i="1" dirty="0">
                  <a:solidFill>
                    <a:srgbClr val="FF0000"/>
                  </a:solidFill>
                  <a:latin typeface="Times New Roman" pitchFamily="18" charset="0"/>
                </a:endParaRPr>
              </a:p>
              <a:p>
                <a:pPr algn="ctr">
                  <a:lnSpc>
                    <a:spcPts val="1500"/>
                  </a:lnSpc>
                  <a:spcBef>
                    <a:spcPct val="50000"/>
                  </a:spcBef>
                  <a:defRPr/>
                </a:pPr>
                <a:r>
                  <a:rPr kumimoji="1" lang="en-US" altLang="zh-CN" i="1" dirty="0">
                    <a:solidFill>
                      <a:prstClr val="black"/>
                    </a:solidFill>
                    <a:latin typeface="Times New Roman" pitchFamily="18" charset="0"/>
                  </a:rPr>
                  <a:t>u</a:t>
                </a:r>
                <a:r>
                  <a:rPr kumimoji="1" lang="en-US" altLang="zh-CN" dirty="0">
                    <a:solidFill>
                      <a:prstClr val="black"/>
                    </a:solidFill>
                    <a:latin typeface="Times New Roman" pitchFamily="18" charset="0"/>
                  </a:rPr>
                  <a:t> = </a:t>
                </a:r>
                <a:r>
                  <a:rPr kumimoji="1" lang="en-US" altLang="zh-CN" i="1" dirty="0">
                    <a:solidFill>
                      <a:prstClr val="black"/>
                    </a:solidFill>
                    <a:latin typeface="Times New Roman" pitchFamily="18" charset="0"/>
                  </a:rPr>
                  <a:t>u</a:t>
                </a:r>
                <a:r>
                  <a:rPr kumimoji="1" lang="en-US" altLang="zh-CN" dirty="0">
                    <a:solidFill>
                      <a:prstClr val="black"/>
                    </a:solidFill>
                    <a:latin typeface="Times New Roman" pitchFamily="18" charset="0"/>
                  </a:rPr>
                  <a:t> + 1</a:t>
                </a:r>
              </a:p>
            </p:txBody>
          </p:sp>
          <p:sp>
            <p:nvSpPr>
              <p:cNvPr id="14" name="Text Box 6">
                <a:extLst>
                  <a:ext uri="{FF2B5EF4-FFF2-40B4-BE49-F238E27FC236}">
                    <a16:creationId xmlns:a16="http://schemas.microsoft.com/office/drawing/2014/main" id="{598C443B-B1D4-4CEC-BE9A-D19C18340813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539986" y="3094033"/>
                <a:ext cx="1817700" cy="900114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lIns="68580" tIns="34290" rIns="68580" bIns="34290">
                <a:spAutoFit/>
              </a:bodyPr>
              <a:lstStyle/>
              <a:p>
                <a:pPr algn="ctr">
                  <a:defRPr/>
                </a:pPr>
                <a:r>
                  <a:rPr kumimoji="1" lang="en-US" altLang="zh-CN" i="1" dirty="0" err="1">
                    <a:solidFill>
                      <a:prstClr val="black"/>
                    </a:solidFill>
                    <a:latin typeface="Times New Roman" pitchFamily="18" charset="0"/>
                  </a:rPr>
                  <a:t>i</a:t>
                </a:r>
                <a:r>
                  <a:rPr lang="en-US" altLang="zh-CN" dirty="0">
                    <a:solidFill>
                      <a:prstClr val="black"/>
                    </a:solidFill>
                    <a:latin typeface="Times New Roman" pitchFamily="18" charset="0"/>
                    <a:cs typeface="Times New Roman" pitchFamily="18" charset="0"/>
                  </a:rPr>
                  <a:t> =2</a:t>
                </a:r>
                <a:endParaRPr kumimoji="1" lang="en-US" altLang="zh-CN" i="1" dirty="0">
                  <a:solidFill>
                    <a:prstClr val="black"/>
                  </a:solidFill>
                  <a:latin typeface="Times New Roman" pitchFamily="18" charset="0"/>
                </a:endParaRPr>
              </a:p>
              <a:p>
                <a:pPr algn="ctr">
                  <a:defRPr/>
                </a:pPr>
                <a:r>
                  <a:rPr kumimoji="1" lang="en-US" altLang="zh-CN" i="1" dirty="0">
                    <a:solidFill>
                      <a:prstClr val="black"/>
                    </a:solidFill>
                    <a:latin typeface="Times New Roman" pitchFamily="18" charset="0"/>
                  </a:rPr>
                  <a:t>v</a:t>
                </a:r>
                <a:r>
                  <a:rPr lang="en-US" altLang="zh-CN" dirty="0">
                    <a:solidFill>
                      <a:prstClr val="black"/>
                    </a:solidFill>
                    <a:latin typeface="Times New Roman" pitchFamily="18" charset="0"/>
                    <a:cs typeface="Times New Roman" pitchFamily="18" charset="0"/>
                  </a:rPr>
                  <a:t> </a:t>
                </a:r>
                <a:r>
                  <a:rPr kumimoji="1" lang="en-US" altLang="zh-CN" dirty="0">
                    <a:solidFill>
                      <a:prstClr val="black"/>
                    </a:solidFill>
                    <a:latin typeface="Times New Roman" pitchFamily="18" charset="0"/>
                  </a:rPr>
                  <a:t>= </a:t>
                </a:r>
                <a:r>
                  <a:rPr kumimoji="1" lang="en-US" altLang="zh-CN" i="1" dirty="0">
                    <a:solidFill>
                      <a:prstClr val="black"/>
                    </a:solidFill>
                    <a:latin typeface="Times New Roman" pitchFamily="18" charset="0"/>
                  </a:rPr>
                  <a:t>v</a:t>
                </a:r>
                <a:r>
                  <a:rPr kumimoji="1" lang="en-US" altLang="zh-CN" dirty="0">
                    <a:solidFill>
                      <a:prstClr val="black"/>
                    </a:solidFill>
                    <a:latin typeface="Times New Roman" pitchFamily="18" charset="0"/>
                  </a:rPr>
                  <a:t> - 1</a:t>
                </a:r>
              </a:p>
              <a:p>
                <a:pPr algn="ctr">
                  <a:defRPr/>
                </a:pPr>
                <a:r>
                  <a:rPr kumimoji="1" lang="en-US" altLang="zh-CN" dirty="0">
                    <a:solidFill>
                      <a:prstClr val="black"/>
                    </a:solidFill>
                    <a:latin typeface="Times New Roman" pitchFamily="18" charset="0"/>
                  </a:rPr>
                  <a:t>if </a:t>
                </a:r>
                <a:r>
                  <a:rPr kumimoji="1" lang="en-US" altLang="zh-CN" i="1" dirty="0">
                    <a:solidFill>
                      <a:prstClr val="black"/>
                    </a:solidFill>
                    <a:latin typeface="Times New Roman" pitchFamily="18" charset="0"/>
                    <a:ea typeface="楷体_GB2312"/>
                    <a:cs typeface="Times New Roman" pitchFamily="18" charset="0"/>
                  </a:rPr>
                  <a:t>v</a:t>
                </a:r>
                <a:r>
                  <a:rPr kumimoji="1" lang="en-US" altLang="zh-CN" dirty="0">
                    <a:solidFill>
                      <a:prstClr val="black"/>
                    </a:solidFill>
                    <a:latin typeface="Times New Roman" pitchFamily="18" charset="0"/>
                    <a:ea typeface="楷体_GB2312"/>
                    <a:cs typeface="Times New Roman" pitchFamily="18" charset="0"/>
                  </a:rPr>
                  <a:t> </a:t>
                </a:r>
                <a:r>
                  <a:rPr kumimoji="1" lang="en-US" altLang="zh-CN" dirty="0">
                    <a:solidFill>
                      <a:prstClr val="black"/>
                    </a:solidFill>
                    <a:latin typeface="Times New Roman" pitchFamily="18" charset="0"/>
                  </a:rPr>
                  <a:t>&lt;= 20 </a:t>
                </a:r>
                <a:r>
                  <a:rPr kumimoji="1" lang="en-US" altLang="zh-CN" dirty="0" err="1">
                    <a:solidFill>
                      <a:prstClr val="black"/>
                    </a:solidFill>
                    <a:latin typeface="Times New Roman" pitchFamily="18" charset="0"/>
                  </a:rPr>
                  <a:t>goto</a:t>
                </a:r>
                <a:r>
                  <a:rPr kumimoji="1" lang="en-US" altLang="zh-CN" dirty="0">
                    <a:solidFill>
                      <a:prstClr val="black"/>
                    </a:solidFill>
                    <a:latin typeface="Times New Roman" pitchFamily="18" charset="0"/>
                  </a:rPr>
                  <a:t> </a:t>
                </a:r>
                <a:r>
                  <a:rPr kumimoji="1" lang="en-US" altLang="zh-CN" i="1" dirty="0">
                    <a:solidFill>
                      <a:prstClr val="black"/>
                    </a:solidFill>
                    <a:latin typeface="Times New Roman" pitchFamily="18" charset="0"/>
                  </a:rPr>
                  <a:t>B</a:t>
                </a:r>
                <a:r>
                  <a:rPr kumimoji="1" lang="en-US" altLang="zh-CN" i="1" baseline="-25000" dirty="0">
                    <a:solidFill>
                      <a:prstClr val="black"/>
                    </a:solidFill>
                    <a:latin typeface="Times New Roman" pitchFamily="18" charset="0"/>
                  </a:rPr>
                  <a:t>5</a:t>
                </a:r>
                <a:r>
                  <a:rPr kumimoji="1" lang="en-US" altLang="zh-CN" dirty="0">
                    <a:solidFill>
                      <a:prstClr val="black"/>
                    </a:solidFill>
                    <a:latin typeface="Times New Roman" pitchFamily="18" charset="0"/>
                  </a:rPr>
                  <a:t> </a:t>
                </a:r>
              </a:p>
            </p:txBody>
          </p:sp>
          <p:sp>
            <p:nvSpPr>
              <p:cNvPr id="15" name="Text Box 7">
                <a:extLst>
                  <a:ext uri="{FF2B5EF4-FFF2-40B4-BE49-F238E27FC236}">
                    <a16:creationId xmlns:a16="http://schemas.microsoft.com/office/drawing/2014/main" id="{790C2B0C-F380-4896-B6A7-C248D2BF6A5B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595548" y="4248148"/>
                <a:ext cx="1714512" cy="346076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lIns="68580" tIns="34290" rIns="68580" bIns="34290">
                <a:spAutoFit/>
              </a:bodyPr>
              <a:lstStyle/>
              <a:p>
                <a:pPr algn="ctr">
                  <a:spcBef>
                    <a:spcPct val="50000"/>
                  </a:spcBef>
                  <a:defRPr/>
                </a:pPr>
                <a:r>
                  <a:rPr kumimoji="1" lang="en-US" altLang="zh-CN" i="1" dirty="0">
                    <a:solidFill>
                      <a:prstClr val="black"/>
                    </a:solidFill>
                    <a:latin typeface="Times New Roman" pitchFamily="18" charset="0"/>
                  </a:rPr>
                  <a:t>j </a:t>
                </a:r>
                <a:r>
                  <a:rPr kumimoji="1" lang="en-US" altLang="zh-CN" dirty="0">
                    <a:solidFill>
                      <a:prstClr val="black"/>
                    </a:solidFill>
                    <a:latin typeface="Times New Roman" pitchFamily="18" charset="0"/>
                  </a:rPr>
                  <a:t>= </a:t>
                </a:r>
                <a:r>
                  <a:rPr kumimoji="1" lang="en-US" altLang="zh-CN" i="1" dirty="0" err="1">
                    <a:latin typeface="Times New Roman" pitchFamily="18" charset="0"/>
                  </a:rPr>
                  <a:t>i</a:t>
                </a:r>
                <a:endParaRPr kumimoji="1" lang="en-US" altLang="zh-CN" i="1" dirty="0">
                  <a:latin typeface="Times New Roman" pitchFamily="18" charset="0"/>
                </a:endParaRPr>
              </a:p>
            </p:txBody>
          </p:sp>
          <p:sp>
            <p:nvSpPr>
              <p:cNvPr id="248846" name="Line 8">
                <a:extLst>
                  <a:ext uri="{FF2B5EF4-FFF2-40B4-BE49-F238E27FC236}">
                    <a16:creationId xmlns:a16="http://schemas.microsoft.com/office/drawing/2014/main" id="{12142495-BB42-47CC-AADB-128B1E4EA1B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454401" y="1508104"/>
                <a:ext cx="0" cy="228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lIns="68580" tIns="34290" rIns="68580" bIns="34290"/>
              <a:lstStyle/>
              <a:p>
                <a:endParaRPr lang="zh-CN" altLang="en-US"/>
              </a:p>
            </p:txBody>
          </p:sp>
          <p:sp>
            <p:nvSpPr>
              <p:cNvPr id="248847" name="Line 9">
                <a:extLst>
                  <a:ext uri="{FF2B5EF4-FFF2-40B4-BE49-F238E27FC236}">
                    <a16:creationId xmlns:a16="http://schemas.microsoft.com/office/drawing/2014/main" id="{85ED799B-1D94-4AF3-913D-D137F968DBB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443288" y="2093894"/>
                <a:ext cx="0" cy="10080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lIns="68580" tIns="34290" rIns="68580" bIns="34290"/>
              <a:lstStyle/>
              <a:p>
                <a:endParaRPr lang="zh-CN" altLang="en-US"/>
              </a:p>
            </p:txBody>
          </p:sp>
          <p:sp>
            <p:nvSpPr>
              <p:cNvPr id="248848" name="Line 10">
                <a:extLst>
                  <a:ext uri="{FF2B5EF4-FFF2-40B4-BE49-F238E27FC236}">
                    <a16:creationId xmlns:a16="http://schemas.microsoft.com/office/drawing/2014/main" id="{D9B0042B-2E11-496A-9C02-F910BDAE778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3455438" y="3997686"/>
                <a:ext cx="0" cy="2520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lIns="68580" tIns="34290" rIns="68580" bIns="34290"/>
              <a:lstStyle/>
              <a:p>
                <a:endParaRPr lang="zh-CN" altLang="en-US"/>
              </a:p>
            </p:txBody>
          </p:sp>
          <p:sp>
            <p:nvSpPr>
              <p:cNvPr id="248849" name="Rectangle 27">
                <a:extLst>
                  <a:ext uri="{FF2B5EF4-FFF2-40B4-BE49-F238E27FC236}">
                    <a16:creationId xmlns:a16="http://schemas.microsoft.com/office/drawing/2014/main" id="{D52C4E2B-9A8A-4747-9321-04188E146C7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44933" y="1214428"/>
                <a:ext cx="269877" cy="26987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68580" tIns="34290" rIns="68580" bIns="34290" anchor="ctr"/>
              <a:lstStyle>
                <a:lvl1pPr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-US" altLang="zh-CN" i="1">
                    <a:solidFill>
                      <a:srgbClr val="000000"/>
                    </a:solidFill>
                    <a:latin typeface="Times New Roman" panose="02020603050405020304" pitchFamily="18" charset="0"/>
                    <a:ea typeface="楷体_GB2312" charset="0"/>
                    <a:cs typeface="Times New Roman" panose="02020603050405020304" pitchFamily="18" charset="0"/>
                  </a:rPr>
                  <a:t>B</a:t>
                </a:r>
                <a:r>
                  <a:rPr lang="en-US" altLang="zh-CN" sz="1500" i="1" baseline="-30000">
                    <a:solidFill>
                      <a:srgbClr val="000000"/>
                    </a:solidFill>
                    <a:latin typeface="Times New Roman" panose="02020603050405020304" pitchFamily="18" charset="0"/>
                    <a:ea typeface="楷体_GB2312" charset="0"/>
                    <a:cs typeface="Times New Roman" panose="02020603050405020304" pitchFamily="18" charset="0"/>
                  </a:rPr>
                  <a:t>1</a:t>
                </a:r>
              </a:p>
            </p:txBody>
          </p:sp>
          <p:sp>
            <p:nvSpPr>
              <p:cNvPr id="248850" name="Rectangle 28">
                <a:extLst>
                  <a:ext uri="{FF2B5EF4-FFF2-40B4-BE49-F238E27FC236}">
                    <a16:creationId xmlns:a16="http://schemas.microsoft.com/office/drawing/2014/main" id="{970C4B36-B22E-4DE4-A73D-2EDF52E2534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71974" y="1808155"/>
                <a:ext cx="271464" cy="26987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68580" tIns="34290" rIns="68580" bIns="34290" anchor="ctr"/>
              <a:lstStyle>
                <a:lvl1pPr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-US" altLang="zh-CN" i="1">
                    <a:solidFill>
                      <a:srgbClr val="000000"/>
                    </a:solidFill>
                    <a:latin typeface="Times New Roman" panose="02020603050405020304" pitchFamily="18" charset="0"/>
                    <a:ea typeface="楷体_GB2312" charset="0"/>
                    <a:cs typeface="Times New Roman" panose="02020603050405020304" pitchFamily="18" charset="0"/>
                  </a:rPr>
                  <a:t>B</a:t>
                </a:r>
                <a:r>
                  <a:rPr lang="en-US" altLang="zh-CN" sz="1500" i="1" baseline="-30000">
                    <a:solidFill>
                      <a:srgbClr val="000000"/>
                    </a:solidFill>
                    <a:latin typeface="Times New Roman" panose="02020603050405020304" pitchFamily="18" charset="0"/>
                    <a:ea typeface="楷体_GB2312" charset="0"/>
                    <a:cs typeface="Times New Roman" panose="02020603050405020304" pitchFamily="18" charset="0"/>
                  </a:rPr>
                  <a:t>2</a:t>
                </a:r>
              </a:p>
            </p:txBody>
          </p:sp>
          <p:sp>
            <p:nvSpPr>
              <p:cNvPr id="248851" name="Rectangle 29">
                <a:extLst>
                  <a:ext uri="{FF2B5EF4-FFF2-40B4-BE49-F238E27FC236}">
                    <a16:creationId xmlns:a16="http://schemas.microsoft.com/office/drawing/2014/main" id="{A81ED2E3-1598-4728-A580-A18C92F8233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444735" y="2308218"/>
                <a:ext cx="269877" cy="26987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68580" tIns="34290" rIns="68580" bIns="34290" anchor="ctr"/>
              <a:lstStyle>
                <a:lvl1pPr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-US" altLang="zh-CN" i="1">
                    <a:solidFill>
                      <a:srgbClr val="000000"/>
                    </a:solidFill>
                    <a:latin typeface="Times New Roman" panose="02020603050405020304" pitchFamily="18" charset="0"/>
                    <a:ea typeface="楷体_GB2312" charset="0"/>
                    <a:cs typeface="Times New Roman" panose="02020603050405020304" pitchFamily="18" charset="0"/>
                  </a:rPr>
                  <a:t>B</a:t>
                </a:r>
                <a:r>
                  <a:rPr lang="en-US" altLang="zh-CN" sz="1500" i="1" baseline="-30000">
                    <a:solidFill>
                      <a:srgbClr val="000000"/>
                    </a:solidFill>
                    <a:latin typeface="Times New Roman" panose="02020603050405020304" pitchFamily="18" charset="0"/>
                    <a:ea typeface="楷体_GB2312" charset="0"/>
                    <a:cs typeface="Times New Roman" panose="02020603050405020304" pitchFamily="18" charset="0"/>
                  </a:rPr>
                  <a:t>3</a:t>
                </a:r>
              </a:p>
            </p:txBody>
          </p:sp>
          <p:sp>
            <p:nvSpPr>
              <p:cNvPr id="248852" name="Rectangle 30">
                <a:extLst>
                  <a:ext uri="{FF2B5EF4-FFF2-40B4-BE49-F238E27FC236}">
                    <a16:creationId xmlns:a16="http://schemas.microsoft.com/office/drawing/2014/main" id="{850D614B-B15B-4C21-8CD1-82C82293106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4999" y="3094033"/>
                <a:ext cx="269877" cy="26987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68580" tIns="34290" rIns="68580" bIns="34290" anchor="ctr"/>
              <a:lstStyle>
                <a:lvl1pPr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-US" altLang="zh-CN" i="1">
                    <a:solidFill>
                      <a:srgbClr val="000000"/>
                    </a:solidFill>
                    <a:latin typeface="Times New Roman" panose="02020603050405020304" pitchFamily="18" charset="0"/>
                    <a:ea typeface="楷体_GB2312" charset="0"/>
                    <a:cs typeface="Times New Roman" panose="02020603050405020304" pitchFamily="18" charset="0"/>
                  </a:rPr>
                  <a:t>B</a:t>
                </a:r>
                <a:r>
                  <a:rPr lang="en-US" altLang="zh-CN" sz="1500" i="1" baseline="-30000">
                    <a:solidFill>
                      <a:srgbClr val="000000"/>
                    </a:solidFill>
                    <a:latin typeface="Times New Roman" panose="02020603050405020304" pitchFamily="18" charset="0"/>
                    <a:ea typeface="楷体_GB2312" charset="0"/>
                    <a:cs typeface="Times New Roman" panose="02020603050405020304" pitchFamily="18" charset="0"/>
                  </a:rPr>
                  <a:t>4</a:t>
                </a:r>
              </a:p>
            </p:txBody>
          </p:sp>
          <p:sp>
            <p:nvSpPr>
              <p:cNvPr id="248853" name="Rectangle 31">
                <a:extLst>
                  <a:ext uri="{FF2B5EF4-FFF2-40B4-BE49-F238E27FC236}">
                    <a16:creationId xmlns:a16="http://schemas.microsoft.com/office/drawing/2014/main" id="{9CA6B4AB-ACB8-4044-9FC0-D0FF6B21C9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71974" y="4237036"/>
                <a:ext cx="271464" cy="26987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68580" tIns="34290" rIns="68580" bIns="34290" anchor="ctr"/>
              <a:lstStyle>
                <a:lvl1pPr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b="1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-US" altLang="zh-CN" i="1">
                    <a:solidFill>
                      <a:srgbClr val="000000"/>
                    </a:solidFill>
                    <a:latin typeface="Times New Roman" panose="02020603050405020304" pitchFamily="18" charset="0"/>
                    <a:ea typeface="楷体_GB2312" charset="0"/>
                    <a:cs typeface="Times New Roman" panose="02020603050405020304" pitchFamily="18" charset="0"/>
                  </a:rPr>
                  <a:t>B</a:t>
                </a:r>
                <a:r>
                  <a:rPr lang="en-US" altLang="zh-CN" sz="1500" i="1" baseline="-30000">
                    <a:solidFill>
                      <a:srgbClr val="000000"/>
                    </a:solidFill>
                    <a:latin typeface="Times New Roman" panose="02020603050405020304" pitchFamily="18" charset="0"/>
                    <a:ea typeface="楷体_GB2312" charset="0"/>
                    <a:cs typeface="Times New Roman" panose="02020603050405020304" pitchFamily="18" charset="0"/>
                  </a:rPr>
                  <a:t>5</a:t>
                </a:r>
              </a:p>
            </p:txBody>
          </p:sp>
          <p:sp>
            <p:nvSpPr>
              <p:cNvPr id="248854" name="Line 32">
                <a:extLst>
                  <a:ext uri="{FF2B5EF4-FFF2-40B4-BE49-F238E27FC236}">
                    <a16:creationId xmlns:a16="http://schemas.microsoft.com/office/drawing/2014/main" id="{1F1D2980-D6F8-49CF-81E4-B716869ABDD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714480" y="2919040"/>
                <a:ext cx="857256" cy="174986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lIns="68580" tIns="34290" rIns="68580" bIns="34290"/>
              <a:lstStyle/>
              <a:p>
                <a:endParaRPr lang="zh-CN" altLang="en-US"/>
              </a:p>
            </p:txBody>
          </p:sp>
          <p:sp>
            <p:nvSpPr>
              <p:cNvPr id="248855" name="Line 33">
                <a:extLst>
                  <a:ext uri="{FF2B5EF4-FFF2-40B4-BE49-F238E27FC236}">
                    <a16:creationId xmlns:a16="http://schemas.microsoft.com/office/drawing/2014/main" id="{8F5A767C-9E76-4A3D-AB33-70E1F785388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714479" y="2093894"/>
                <a:ext cx="877835" cy="21431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lIns="68580" tIns="34290" rIns="68580" bIns="34290"/>
              <a:lstStyle/>
              <a:p>
                <a:endParaRPr lang="zh-CN" altLang="en-US"/>
              </a:p>
            </p:txBody>
          </p:sp>
        </p:grpSp>
        <p:sp>
          <p:nvSpPr>
            <p:cNvPr id="248839" name="Rectangle 5">
              <a:extLst>
                <a:ext uri="{FF2B5EF4-FFF2-40B4-BE49-F238E27FC236}">
                  <a16:creationId xmlns:a16="http://schemas.microsoft.com/office/drawing/2014/main" id="{8D3A74ED-3F3B-48B7-A21D-9E2F49D5885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00438" y="3429000"/>
              <a:ext cx="571500" cy="234950"/>
            </a:xfrm>
            <a:prstGeom prst="rect">
              <a:avLst/>
            </a:prstGeom>
            <a:noFill/>
            <a:ln w="25400">
              <a:solidFill>
                <a:srgbClr val="FF0000"/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lIns="68580" tIns="34290" rIns="68580" bIns="34290" anchor="ctr"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endParaRPr lang="zh-CN" altLang="en-US">
                <a:solidFill>
                  <a:srgbClr val="000000"/>
                </a:solidFill>
                <a:cs typeface="楷体_GB2312" charset="0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70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10670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10670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0670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70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10670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10670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0670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70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0670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0670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0670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 nodeType="clickPar">
                      <p:stCondLst>
                        <p:cond delay="indefinite"/>
                      </p:stCondLst>
                      <p:childTnLst>
                        <p:par>
                          <p:cTn id="3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1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70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0670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0670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0670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701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106701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106701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06701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 nodeType="clickPar">
                      <p:stCondLst>
                        <p:cond delay="indefinite"/>
                      </p:stCondLst>
                      <p:childTnLst>
                        <p:par>
                          <p:cTn id="4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3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70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5" dur="500" fill="hold"/>
                                        <p:tgtEl>
                                          <p:spTgt spid="10670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500" fill="hold"/>
                                        <p:tgtEl>
                                          <p:spTgt spid="10670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0670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867" name="Text Box 3">
            <a:extLst>
              <a:ext uri="{FF2B5EF4-FFF2-40B4-BE49-F238E27FC236}">
                <a16:creationId xmlns:a16="http://schemas.microsoft.com/office/drawing/2014/main" id="{C86D11E0-93BF-4F47-8F68-A145B9AC04F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90813" y="1192213"/>
            <a:ext cx="809625" cy="62388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lIns="68580" tIns="34290" rIns="68580" bIns="34290">
            <a:spAutoFit/>
          </a:bodyPr>
          <a:lstStyle/>
          <a:p>
            <a:pPr algn="ctr">
              <a:defRPr/>
            </a:pPr>
            <a:r>
              <a:rPr kumimoji="1" lang="en-US" altLang="zh-CN" i="1" dirty="0" err="1">
                <a:solidFill>
                  <a:prstClr val="black"/>
                </a:solidFill>
                <a:latin typeface="Times New Roman" pitchFamily="18" charset="0"/>
              </a:rPr>
              <a:t>i</a:t>
            </a:r>
            <a:r>
              <a:rPr kumimoji="1" lang="en-US" altLang="zh-CN" dirty="0">
                <a:solidFill>
                  <a:prstClr val="black"/>
                </a:solidFill>
                <a:latin typeface="Times New Roman" pitchFamily="18" charset="0"/>
              </a:rPr>
              <a:t> = 1</a:t>
            </a:r>
          </a:p>
          <a:p>
            <a:pPr algn="ctr">
              <a:defRPr/>
            </a:pPr>
            <a:r>
              <a:rPr kumimoji="1" lang="en-US" altLang="zh-CN" i="1" dirty="0">
                <a:solidFill>
                  <a:prstClr val="black"/>
                </a:solidFill>
                <a:latin typeface="Times New Roman" pitchFamily="18" charset="0"/>
              </a:rPr>
              <a:t>k </a:t>
            </a:r>
            <a:r>
              <a:rPr kumimoji="1" lang="en-US" altLang="zh-CN" dirty="0">
                <a:solidFill>
                  <a:prstClr val="black"/>
                </a:solidFill>
                <a:latin typeface="Times New Roman" pitchFamily="18" charset="0"/>
              </a:rPr>
              <a:t>= 0</a:t>
            </a:r>
          </a:p>
        </p:txBody>
      </p:sp>
      <p:sp>
        <p:nvSpPr>
          <p:cNvPr id="292868" name="Text Box 4">
            <a:extLst>
              <a:ext uri="{FF2B5EF4-FFF2-40B4-BE49-F238E27FC236}">
                <a16:creationId xmlns:a16="http://schemas.microsoft.com/office/drawing/2014/main" id="{33A66198-22EF-453B-BBE3-51DDDD9A257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44725" y="2028825"/>
            <a:ext cx="1714500" cy="90011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lIns="68580" tIns="34290" rIns="68580" bIns="34290">
            <a:spAutoFit/>
          </a:bodyPr>
          <a:lstStyle/>
          <a:p>
            <a:pPr algn="ctr">
              <a:defRPr/>
            </a:pPr>
            <a:r>
              <a:rPr kumimoji="1" lang="en-US" altLang="zh-CN" i="1" dirty="0">
                <a:solidFill>
                  <a:srgbClr val="FF3300"/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k</a:t>
            </a:r>
            <a:r>
              <a:rPr kumimoji="1" lang="en-US" altLang="zh-CN" dirty="0">
                <a:solidFill>
                  <a:srgbClr val="FF3300"/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 = </a:t>
            </a:r>
            <a:r>
              <a:rPr kumimoji="1" lang="en-US" altLang="zh-CN" i="1" dirty="0" err="1">
                <a:solidFill>
                  <a:srgbClr val="FF3300"/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i</a:t>
            </a:r>
            <a:r>
              <a:rPr kumimoji="1" lang="en-US" altLang="zh-CN" i="1" dirty="0">
                <a:solidFill>
                  <a:srgbClr val="FF3300"/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 </a:t>
            </a:r>
            <a:r>
              <a:rPr kumimoji="1" lang="en-US" altLang="zh-CN" dirty="0">
                <a:solidFill>
                  <a:srgbClr val="FF3300"/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+ 1</a:t>
            </a:r>
          </a:p>
          <a:p>
            <a:pPr algn="ctr">
              <a:defRPr/>
            </a:pPr>
            <a:r>
              <a:rPr kumimoji="1" lang="en-US" altLang="zh-CN" i="1" dirty="0">
                <a:solidFill>
                  <a:srgbClr val="FF3300"/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t</a:t>
            </a:r>
            <a:r>
              <a:rPr kumimoji="1" lang="en-US" altLang="zh-CN" dirty="0">
                <a:solidFill>
                  <a:srgbClr val="FF3300"/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 =2 * </a:t>
            </a:r>
            <a:r>
              <a:rPr kumimoji="1" lang="en-US" altLang="zh-CN" i="1" dirty="0">
                <a:solidFill>
                  <a:srgbClr val="FF3300"/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k</a:t>
            </a:r>
            <a:r>
              <a:rPr kumimoji="1" lang="en-US" altLang="zh-CN" dirty="0">
                <a:solidFill>
                  <a:srgbClr val="FF3300"/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   </a:t>
            </a:r>
          </a:p>
          <a:p>
            <a:pPr algn="ctr">
              <a:defRPr/>
            </a:pPr>
            <a:r>
              <a:rPr kumimoji="1" lang="en-US" altLang="zh-CN" dirty="0">
                <a:solidFill>
                  <a:prstClr val="black"/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if  </a:t>
            </a:r>
            <a:r>
              <a:rPr kumimoji="1" lang="en-US" altLang="zh-CN" i="1" dirty="0">
                <a:solidFill>
                  <a:prstClr val="black"/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u</a:t>
            </a:r>
            <a:r>
              <a:rPr kumimoji="1" lang="en-US" altLang="zh-CN" dirty="0">
                <a:solidFill>
                  <a:prstClr val="black"/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&lt;</a:t>
            </a:r>
            <a:r>
              <a:rPr kumimoji="1" lang="en-US" altLang="zh-CN" i="1" dirty="0">
                <a:solidFill>
                  <a:prstClr val="black"/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v</a:t>
            </a:r>
            <a:r>
              <a:rPr kumimoji="1" lang="en-US" altLang="zh-CN" dirty="0">
                <a:solidFill>
                  <a:prstClr val="black"/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 </a:t>
            </a:r>
            <a:r>
              <a:rPr kumimoji="1" lang="en-US" altLang="zh-CN" dirty="0" err="1">
                <a:solidFill>
                  <a:prstClr val="black"/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goto</a:t>
            </a:r>
            <a:r>
              <a:rPr kumimoji="1" lang="en-US" altLang="zh-CN" dirty="0">
                <a:solidFill>
                  <a:prstClr val="black"/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   </a:t>
            </a:r>
            <a:r>
              <a:rPr kumimoji="1" lang="en-US" altLang="zh-CN" i="1" dirty="0">
                <a:solidFill>
                  <a:prstClr val="black"/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B</a:t>
            </a:r>
            <a:r>
              <a:rPr kumimoji="1" lang="en-US" altLang="zh-CN" i="1" baseline="-25000" dirty="0">
                <a:solidFill>
                  <a:prstClr val="black"/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3</a:t>
            </a:r>
          </a:p>
        </p:txBody>
      </p:sp>
      <p:sp>
        <p:nvSpPr>
          <p:cNvPr id="292869" name="Text Box 5">
            <a:extLst>
              <a:ext uri="{FF2B5EF4-FFF2-40B4-BE49-F238E27FC236}">
                <a16:creationId xmlns:a16="http://schemas.microsoft.com/office/drawing/2014/main" id="{369E764E-980D-4717-A319-0E6714991B8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1500" y="3060700"/>
            <a:ext cx="1314450" cy="34607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lIns="68580" tIns="34290" rIns="68580" bIns="34290">
            <a:spAutoFit/>
          </a:bodyPr>
          <a:lstStyle/>
          <a:p>
            <a:pPr algn="ctr">
              <a:spcBef>
                <a:spcPct val="50000"/>
              </a:spcBef>
              <a:defRPr/>
            </a:pPr>
            <a:r>
              <a:rPr kumimoji="1" lang="en-US" altLang="zh-CN" i="1" dirty="0">
                <a:solidFill>
                  <a:prstClr val="black"/>
                </a:solidFill>
                <a:latin typeface="Times New Roman" pitchFamily="18" charset="0"/>
              </a:rPr>
              <a:t>u</a:t>
            </a:r>
            <a:r>
              <a:rPr kumimoji="1" lang="en-US" altLang="zh-CN" dirty="0">
                <a:solidFill>
                  <a:prstClr val="black"/>
                </a:solidFill>
                <a:latin typeface="Times New Roman" pitchFamily="18" charset="0"/>
              </a:rPr>
              <a:t> = </a:t>
            </a:r>
            <a:r>
              <a:rPr kumimoji="1" lang="en-US" altLang="zh-CN" i="1" dirty="0">
                <a:solidFill>
                  <a:prstClr val="black"/>
                </a:solidFill>
                <a:latin typeface="Times New Roman" pitchFamily="18" charset="0"/>
              </a:rPr>
              <a:t>u</a:t>
            </a:r>
            <a:r>
              <a:rPr kumimoji="1" lang="en-US" altLang="zh-CN" dirty="0">
                <a:solidFill>
                  <a:prstClr val="black"/>
                </a:solidFill>
                <a:latin typeface="Times New Roman" pitchFamily="18" charset="0"/>
              </a:rPr>
              <a:t> + 1</a:t>
            </a:r>
          </a:p>
        </p:txBody>
      </p:sp>
      <p:sp>
        <p:nvSpPr>
          <p:cNvPr id="292870" name="Text Box 6">
            <a:extLst>
              <a:ext uri="{FF2B5EF4-FFF2-40B4-BE49-F238E27FC236}">
                <a16:creationId xmlns:a16="http://schemas.microsoft.com/office/drawing/2014/main" id="{56A84C7C-7748-4FF1-ADE2-01387FD2D92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82813" y="3416300"/>
            <a:ext cx="1817687" cy="62388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lIns="68580" tIns="34290" rIns="68580" bIns="34290">
            <a:spAutoFit/>
          </a:bodyPr>
          <a:lstStyle/>
          <a:p>
            <a:pPr algn="ctr">
              <a:defRPr/>
            </a:pPr>
            <a:r>
              <a:rPr kumimoji="1" lang="en-US" altLang="zh-CN" i="1" dirty="0">
                <a:solidFill>
                  <a:prstClr val="black"/>
                </a:solidFill>
                <a:latin typeface="Times New Roman" pitchFamily="18" charset="0"/>
              </a:rPr>
              <a:t>v</a:t>
            </a:r>
            <a:r>
              <a:rPr kumimoji="1" lang="en-US" altLang="zh-CN" dirty="0">
                <a:solidFill>
                  <a:prstClr val="black"/>
                </a:solidFill>
                <a:latin typeface="Times New Roman" pitchFamily="18" charset="0"/>
              </a:rPr>
              <a:t> = </a:t>
            </a:r>
            <a:r>
              <a:rPr kumimoji="1" lang="en-US" altLang="zh-CN" i="1" dirty="0">
                <a:solidFill>
                  <a:prstClr val="black"/>
                </a:solidFill>
                <a:latin typeface="Times New Roman" pitchFamily="18" charset="0"/>
              </a:rPr>
              <a:t>v</a:t>
            </a:r>
            <a:r>
              <a:rPr kumimoji="1" lang="en-US" altLang="zh-CN" dirty="0">
                <a:solidFill>
                  <a:prstClr val="black"/>
                </a:solidFill>
                <a:latin typeface="Times New Roman" pitchFamily="18" charset="0"/>
              </a:rPr>
              <a:t> - 1</a:t>
            </a:r>
          </a:p>
          <a:p>
            <a:pPr algn="ctr">
              <a:defRPr/>
            </a:pPr>
            <a:r>
              <a:rPr kumimoji="1" lang="en-US" altLang="zh-CN" dirty="0">
                <a:solidFill>
                  <a:prstClr val="black"/>
                </a:solidFill>
                <a:latin typeface="Times New Roman" pitchFamily="18" charset="0"/>
              </a:rPr>
              <a:t>if </a:t>
            </a:r>
            <a:r>
              <a:rPr kumimoji="1" lang="en-US" altLang="zh-CN" i="1" dirty="0">
                <a:solidFill>
                  <a:prstClr val="black"/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v</a:t>
            </a:r>
            <a:r>
              <a:rPr kumimoji="1" lang="en-US" altLang="zh-CN" dirty="0">
                <a:solidFill>
                  <a:prstClr val="black"/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 </a:t>
            </a:r>
            <a:r>
              <a:rPr kumimoji="1" lang="en-US" altLang="zh-CN" dirty="0">
                <a:solidFill>
                  <a:prstClr val="black"/>
                </a:solidFill>
                <a:latin typeface="Times New Roman" pitchFamily="18" charset="0"/>
              </a:rPr>
              <a:t>&lt;= 20 </a:t>
            </a:r>
            <a:r>
              <a:rPr kumimoji="1" lang="en-US" altLang="zh-CN" dirty="0" err="1">
                <a:solidFill>
                  <a:prstClr val="black"/>
                </a:solidFill>
                <a:latin typeface="Times New Roman" pitchFamily="18" charset="0"/>
              </a:rPr>
              <a:t>goto</a:t>
            </a:r>
            <a:r>
              <a:rPr kumimoji="1" lang="en-US" altLang="zh-CN" dirty="0">
                <a:solidFill>
                  <a:prstClr val="black"/>
                </a:solidFill>
                <a:latin typeface="Times New Roman" pitchFamily="18" charset="0"/>
              </a:rPr>
              <a:t> </a:t>
            </a:r>
            <a:r>
              <a:rPr kumimoji="1" lang="en-US" altLang="zh-CN" i="1" dirty="0">
                <a:solidFill>
                  <a:prstClr val="black"/>
                </a:solidFill>
                <a:latin typeface="Times New Roman" pitchFamily="18" charset="0"/>
              </a:rPr>
              <a:t>B</a:t>
            </a:r>
            <a:r>
              <a:rPr kumimoji="1" lang="en-US" altLang="zh-CN" i="1" baseline="-25000" dirty="0">
                <a:solidFill>
                  <a:prstClr val="black"/>
                </a:solidFill>
                <a:latin typeface="Times New Roman" pitchFamily="18" charset="0"/>
              </a:rPr>
              <a:t>5</a:t>
            </a:r>
            <a:r>
              <a:rPr kumimoji="1" lang="en-US" altLang="zh-CN" dirty="0">
                <a:solidFill>
                  <a:prstClr val="black"/>
                </a:solidFill>
                <a:latin typeface="Times New Roman" pitchFamily="18" charset="0"/>
              </a:rPr>
              <a:t> </a:t>
            </a:r>
          </a:p>
        </p:txBody>
      </p:sp>
      <p:sp>
        <p:nvSpPr>
          <p:cNvPr id="292871" name="Text Box 7">
            <a:extLst>
              <a:ext uri="{FF2B5EF4-FFF2-40B4-BE49-F238E27FC236}">
                <a16:creationId xmlns:a16="http://schemas.microsoft.com/office/drawing/2014/main" id="{D73116F6-D06B-4F3D-AC9B-8155D79F1CD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7588" y="4297363"/>
            <a:ext cx="1714500" cy="34607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lIns="68580" tIns="34290" rIns="68580" bIns="34290">
            <a:spAutoFit/>
          </a:bodyPr>
          <a:lstStyle/>
          <a:p>
            <a:pPr algn="ctr">
              <a:spcBef>
                <a:spcPct val="50000"/>
              </a:spcBef>
              <a:defRPr/>
            </a:pPr>
            <a:r>
              <a:rPr kumimoji="1" lang="en-US" altLang="zh-CN" i="1" dirty="0">
                <a:solidFill>
                  <a:prstClr val="black"/>
                </a:solidFill>
                <a:latin typeface="Times New Roman" pitchFamily="18" charset="0"/>
              </a:rPr>
              <a:t>j </a:t>
            </a:r>
            <a:r>
              <a:rPr kumimoji="1" lang="en-US" altLang="zh-CN" dirty="0">
                <a:solidFill>
                  <a:prstClr val="black"/>
                </a:solidFill>
                <a:latin typeface="Times New Roman" pitchFamily="18" charset="0"/>
              </a:rPr>
              <a:t>= </a:t>
            </a:r>
            <a:r>
              <a:rPr kumimoji="1" lang="en-US" altLang="zh-CN" i="1" dirty="0" err="1">
                <a:latin typeface="Times New Roman" pitchFamily="18" charset="0"/>
              </a:rPr>
              <a:t>i</a:t>
            </a:r>
            <a:endParaRPr kumimoji="1" lang="en-US" altLang="zh-CN" i="1" dirty="0">
              <a:latin typeface="Times New Roman" pitchFamily="18" charset="0"/>
            </a:endParaRPr>
          </a:p>
        </p:txBody>
      </p:sp>
      <p:sp>
        <p:nvSpPr>
          <p:cNvPr id="252935" name="Line 8">
            <a:extLst>
              <a:ext uri="{FF2B5EF4-FFF2-40B4-BE49-F238E27FC236}">
                <a16:creationId xmlns:a16="http://schemas.microsoft.com/office/drawing/2014/main" id="{0067FE8A-C1E8-456F-B383-0A3AD8D0A0B6}"/>
              </a:ext>
            </a:extLst>
          </p:cNvPr>
          <p:cNvSpPr>
            <a:spLocks noChangeShapeType="1"/>
          </p:cNvSpPr>
          <p:nvPr/>
        </p:nvSpPr>
        <p:spPr bwMode="auto">
          <a:xfrm>
            <a:off x="3097213" y="1812925"/>
            <a:ext cx="0" cy="228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/>
          </a:p>
        </p:txBody>
      </p:sp>
      <p:sp>
        <p:nvSpPr>
          <p:cNvPr id="252936" name="Line 9">
            <a:extLst>
              <a:ext uri="{FF2B5EF4-FFF2-40B4-BE49-F238E27FC236}">
                <a16:creationId xmlns:a16="http://schemas.microsoft.com/office/drawing/2014/main" id="{B38C07BB-E090-44A8-BB09-8C876B479E6B}"/>
              </a:ext>
            </a:extLst>
          </p:cNvPr>
          <p:cNvSpPr>
            <a:spLocks noChangeShapeType="1"/>
          </p:cNvSpPr>
          <p:nvPr/>
        </p:nvSpPr>
        <p:spPr bwMode="auto">
          <a:xfrm>
            <a:off x="3086100" y="2930525"/>
            <a:ext cx="0" cy="46831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/>
          </a:p>
        </p:txBody>
      </p:sp>
      <p:sp>
        <p:nvSpPr>
          <p:cNvPr id="252937" name="Line 10">
            <a:extLst>
              <a:ext uri="{FF2B5EF4-FFF2-40B4-BE49-F238E27FC236}">
                <a16:creationId xmlns:a16="http://schemas.microsoft.com/office/drawing/2014/main" id="{1E2D76E4-DB54-4FC2-AEB6-A71018072AC7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098800" y="4046538"/>
            <a:ext cx="0" cy="25241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/>
          </a:p>
        </p:txBody>
      </p:sp>
      <p:sp>
        <p:nvSpPr>
          <p:cNvPr id="708623" name="Text Box 15">
            <a:extLst>
              <a:ext uri="{FF2B5EF4-FFF2-40B4-BE49-F238E27FC236}">
                <a16:creationId xmlns:a16="http://schemas.microsoft.com/office/drawing/2014/main" id="{890D0365-452B-487B-9998-4323BF84662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043738" y="2411413"/>
            <a:ext cx="1668462" cy="34607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lIns="68580" tIns="34290" rIns="68580" bIns="34290">
            <a:spAutoFit/>
          </a:bodyPr>
          <a:lstStyle/>
          <a:p>
            <a:pPr algn="ctr">
              <a:defRPr/>
            </a:pPr>
            <a:r>
              <a:rPr kumimoji="1" lang="en-US" altLang="zh-CN" dirty="0">
                <a:solidFill>
                  <a:prstClr val="black"/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if  </a:t>
            </a:r>
            <a:r>
              <a:rPr kumimoji="1" lang="en-US" altLang="zh-CN" i="1" dirty="0">
                <a:solidFill>
                  <a:prstClr val="black"/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u</a:t>
            </a:r>
            <a:r>
              <a:rPr kumimoji="1" lang="en-US" altLang="zh-CN" dirty="0">
                <a:solidFill>
                  <a:prstClr val="black"/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&lt;</a:t>
            </a:r>
            <a:r>
              <a:rPr kumimoji="1" lang="en-US" altLang="zh-CN" i="1" dirty="0">
                <a:solidFill>
                  <a:prstClr val="black"/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v</a:t>
            </a:r>
            <a:r>
              <a:rPr kumimoji="1" lang="en-US" altLang="zh-CN" dirty="0">
                <a:solidFill>
                  <a:prstClr val="black"/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 </a:t>
            </a:r>
            <a:r>
              <a:rPr kumimoji="1" lang="en-US" altLang="zh-CN" dirty="0" err="1">
                <a:solidFill>
                  <a:prstClr val="black"/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goto</a:t>
            </a:r>
            <a:r>
              <a:rPr kumimoji="1" lang="en-US" altLang="zh-CN" dirty="0">
                <a:solidFill>
                  <a:prstClr val="black"/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  </a:t>
            </a:r>
            <a:r>
              <a:rPr kumimoji="1" lang="en-US" altLang="zh-CN" i="1" dirty="0">
                <a:solidFill>
                  <a:prstClr val="black"/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B</a:t>
            </a:r>
            <a:r>
              <a:rPr kumimoji="1" lang="en-US" altLang="zh-CN" i="1" baseline="-25000" dirty="0">
                <a:solidFill>
                  <a:prstClr val="black"/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3</a:t>
            </a:r>
          </a:p>
        </p:txBody>
      </p:sp>
      <p:sp>
        <p:nvSpPr>
          <p:cNvPr id="708627" name="Line 19">
            <a:extLst>
              <a:ext uri="{FF2B5EF4-FFF2-40B4-BE49-F238E27FC236}">
                <a16:creationId xmlns:a16="http://schemas.microsoft.com/office/drawing/2014/main" id="{F5301D19-3CB2-468E-9C6D-42927E874B6F}"/>
              </a:ext>
            </a:extLst>
          </p:cNvPr>
          <p:cNvSpPr>
            <a:spLocks noChangeShapeType="1"/>
          </p:cNvSpPr>
          <p:nvPr/>
        </p:nvSpPr>
        <p:spPr bwMode="auto">
          <a:xfrm>
            <a:off x="7874000" y="2195513"/>
            <a:ext cx="0" cy="228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/>
          </a:p>
        </p:txBody>
      </p:sp>
      <p:sp>
        <p:nvSpPr>
          <p:cNvPr id="708628" name="Line 20">
            <a:extLst>
              <a:ext uri="{FF2B5EF4-FFF2-40B4-BE49-F238E27FC236}">
                <a16:creationId xmlns:a16="http://schemas.microsoft.com/office/drawing/2014/main" id="{F6CA2797-85DD-44C7-8BC7-ED6A01388597}"/>
              </a:ext>
            </a:extLst>
          </p:cNvPr>
          <p:cNvSpPr>
            <a:spLocks noChangeShapeType="1"/>
          </p:cNvSpPr>
          <p:nvPr/>
        </p:nvSpPr>
        <p:spPr bwMode="auto">
          <a:xfrm>
            <a:off x="7874000" y="2736850"/>
            <a:ext cx="0" cy="62071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/>
          </a:p>
        </p:txBody>
      </p:sp>
      <p:sp>
        <p:nvSpPr>
          <p:cNvPr id="708629" name="Line 21">
            <a:extLst>
              <a:ext uri="{FF2B5EF4-FFF2-40B4-BE49-F238E27FC236}">
                <a16:creationId xmlns:a16="http://schemas.microsoft.com/office/drawing/2014/main" id="{0F078593-F264-476A-98A3-06EACCD55242}"/>
              </a:ext>
            </a:extLst>
          </p:cNvPr>
          <p:cNvSpPr>
            <a:spLocks noChangeShapeType="1"/>
          </p:cNvSpPr>
          <p:nvPr/>
        </p:nvSpPr>
        <p:spPr bwMode="auto">
          <a:xfrm>
            <a:off x="7874000" y="3870325"/>
            <a:ext cx="0" cy="3937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/>
          </a:p>
        </p:txBody>
      </p:sp>
      <p:sp>
        <p:nvSpPr>
          <p:cNvPr id="708633" name="Text Box 25">
            <a:extLst>
              <a:ext uri="{FF2B5EF4-FFF2-40B4-BE49-F238E27FC236}">
                <a16:creationId xmlns:a16="http://schemas.microsoft.com/office/drawing/2014/main" id="{966F588B-8403-4B38-8BAD-B3C1C7427E3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062788" y="1566863"/>
            <a:ext cx="1608137" cy="62388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lIns="68580" tIns="34290" rIns="68580" bIns="34290">
            <a:spAutoFit/>
          </a:bodyPr>
          <a:lstStyle/>
          <a:p>
            <a:pPr algn="ctr" eaLnBrk="1" hangingPunct="1">
              <a:defRPr/>
            </a:pPr>
            <a:r>
              <a:rPr kumimoji="1" lang="en-US" altLang="zh-CN" i="1" dirty="0">
                <a:solidFill>
                  <a:srgbClr val="FF3300"/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k</a:t>
            </a:r>
            <a:r>
              <a:rPr kumimoji="1" lang="en-US" altLang="zh-CN" dirty="0">
                <a:solidFill>
                  <a:srgbClr val="FF3300"/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 = </a:t>
            </a:r>
            <a:r>
              <a:rPr kumimoji="1" lang="en-US" altLang="zh-CN" i="1" dirty="0" err="1">
                <a:solidFill>
                  <a:srgbClr val="FF3300"/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i</a:t>
            </a:r>
            <a:r>
              <a:rPr kumimoji="1" lang="en-US" altLang="zh-CN" dirty="0">
                <a:solidFill>
                  <a:srgbClr val="FF3300"/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 + 1</a:t>
            </a:r>
          </a:p>
          <a:p>
            <a:pPr algn="ctr" eaLnBrk="1" hangingPunct="1">
              <a:defRPr/>
            </a:pPr>
            <a:r>
              <a:rPr kumimoji="1" lang="en-US" altLang="zh-CN" i="1" dirty="0">
                <a:solidFill>
                  <a:srgbClr val="FF3300"/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t</a:t>
            </a:r>
            <a:r>
              <a:rPr kumimoji="1" lang="en-US" altLang="zh-CN" dirty="0">
                <a:solidFill>
                  <a:srgbClr val="FF3300"/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 = 2 * </a:t>
            </a:r>
            <a:r>
              <a:rPr kumimoji="1" lang="en-US" altLang="zh-CN" i="1" dirty="0">
                <a:solidFill>
                  <a:srgbClr val="FF3300"/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k</a:t>
            </a:r>
            <a:r>
              <a:rPr kumimoji="1" lang="en-US" altLang="zh-CN" dirty="0">
                <a:solidFill>
                  <a:srgbClr val="FF3300"/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   </a:t>
            </a:r>
          </a:p>
        </p:txBody>
      </p:sp>
      <p:sp>
        <p:nvSpPr>
          <p:cNvPr id="708634" name="Line 26">
            <a:extLst>
              <a:ext uri="{FF2B5EF4-FFF2-40B4-BE49-F238E27FC236}">
                <a16:creationId xmlns:a16="http://schemas.microsoft.com/office/drawing/2014/main" id="{0137EBAE-EFDB-480D-8343-D2D107855CD6}"/>
              </a:ext>
            </a:extLst>
          </p:cNvPr>
          <p:cNvSpPr>
            <a:spLocks noChangeShapeType="1"/>
          </p:cNvSpPr>
          <p:nvPr/>
        </p:nvSpPr>
        <p:spPr bwMode="auto">
          <a:xfrm>
            <a:off x="7874000" y="1349375"/>
            <a:ext cx="0" cy="228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/>
          </a:p>
        </p:txBody>
      </p:sp>
      <p:sp>
        <p:nvSpPr>
          <p:cNvPr id="252944" name="Rectangle 27">
            <a:extLst>
              <a:ext uri="{FF2B5EF4-FFF2-40B4-BE49-F238E27FC236}">
                <a16:creationId xmlns:a16="http://schemas.microsoft.com/office/drawing/2014/main" id="{001EBAE9-7DEF-408A-B0E0-E38629FC8B0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57438" y="1263650"/>
            <a:ext cx="269875" cy="269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68580" tIns="34290" rIns="68580" bIns="34290" anchor="ctr"/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-US" altLang="zh-CN" i="1">
                <a:solidFill>
                  <a:srgbClr val="2D83F4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B</a:t>
            </a:r>
            <a:r>
              <a:rPr lang="en-US" altLang="zh-CN" sz="1500" i="1" baseline="-30000">
                <a:solidFill>
                  <a:srgbClr val="2D83F4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252945" name="Rectangle 28">
            <a:extLst>
              <a:ext uri="{FF2B5EF4-FFF2-40B4-BE49-F238E27FC236}">
                <a16:creationId xmlns:a16="http://schemas.microsoft.com/office/drawing/2014/main" id="{E6B2D5CE-41B2-496E-9EAE-A4BA2237A2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28813" y="2049463"/>
            <a:ext cx="271462" cy="269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68580" tIns="34290" rIns="68580" bIns="34290" anchor="ctr"/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-US" altLang="zh-CN" i="1">
                <a:solidFill>
                  <a:srgbClr val="2D83F4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B</a:t>
            </a:r>
            <a:r>
              <a:rPr lang="en-US" altLang="zh-CN" sz="1500" i="1" baseline="-30000">
                <a:solidFill>
                  <a:srgbClr val="2D83F4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2</a:t>
            </a:r>
          </a:p>
        </p:txBody>
      </p:sp>
      <p:sp>
        <p:nvSpPr>
          <p:cNvPr id="252946" name="Rectangle 29">
            <a:extLst>
              <a:ext uri="{FF2B5EF4-FFF2-40B4-BE49-F238E27FC236}">
                <a16:creationId xmlns:a16="http://schemas.microsoft.com/office/drawing/2014/main" id="{ED6BB554-AF83-4B23-B27B-FEB32EE7E75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5750" y="3065463"/>
            <a:ext cx="269875" cy="269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68580" tIns="34290" rIns="68580" bIns="34290" anchor="ctr"/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-US" altLang="zh-CN" i="1">
                <a:solidFill>
                  <a:srgbClr val="2D83F4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B</a:t>
            </a:r>
            <a:r>
              <a:rPr lang="en-US" altLang="zh-CN" sz="1500" i="1" baseline="-30000">
                <a:solidFill>
                  <a:srgbClr val="2D83F4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3</a:t>
            </a:r>
          </a:p>
        </p:txBody>
      </p:sp>
      <p:sp>
        <p:nvSpPr>
          <p:cNvPr id="252947" name="Rectangle 30">
            <a:extLst>
              <a:ext uri="{FF2B5EF4-FFF2-40B4-BE49-F238E27FC236}">
                <a16:creationId xmlns:a16="http://schemas.microsoft.com/office/drawing/2014/main" id="{DE71DCC0-92F1-48A5-BB52-E47CD39504B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57375" y="3763963"/>
            <a:ext cx="269875" cy="269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68580" tIns="34290" rIns="68580" bIns="34290" anchor="ctr"/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-US" altLang="zh-CN" i="1">
                <a:solidFill>
                  <a:srgbClr val="2D83F4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B</a:t>
            </a:r>
            <a:r>
              <a:rPr lang="en-US" altLang="zh-CN" sz="1500" i="1" baseline="-30000">
                <a:solidFill>
                  <a:srgbClr val="2D83F4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4</a:t>
            </a:r>
          </a:p>
        </p:txBody>
      </p:sp>
      <p:sp>
        <p:nvSpPr>
          <p:cNvPr id="252948" name="Rectangle 31">
            <a:extLst>
              <a:ext uri="{FF2B5EF4-FFF2-40B4-BE49-F238E27FC236}">
                <a16:creationId xmlns:a16="http://schemas.microsoft.com/office/drawing/2014/main" id="{17D0EECF-652B-45FF-9581-E08A95E8E5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57375" y="4351338"/>
            <a:ext cx="271463" cy="269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68580" tIns="34290" rIns="68580" bIns="34290" anchor="ctr"/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-US" altLang="zh-CN" i="1">
                <a:solidFill>
                  <a:srgbClr val="2D83F4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B</a:t>
            </a:r>
            <a:r>
              <a:rPr lang="en-US" altLang="zh-CN" sz="1500" i="1" baseline="-30000">
                <a:solidFill>
                  <a:srgbClr val="2D83F4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5</a:t>
            </a:r>
          </a:p>
        </p:txBody>
      </p:sp>
      <p:sp>
        <p:nvSpPr>
          <p:cNvPr id="252949" name="Line 32">
            <a:extLst>
              <a:ext uri="{FF2B5EF4-FFF2-40B4-BE49-F238E27FC236}">
                <a16:creationId xmlns:a16="http://schemas.microsoft.com/office/drawing/2014/main" id="{B27AEF99-29A4-425C-A902-50C322B72856}"/>
              </a:ext>
            </a:extLst>
          </p:cNvPr>
          <p:cNvSpPr>
            <a:spLocks noChangeShapeType="1"/>
          </p:cNvSpPr>
          <p:nvPr/>
        </p:nvSpPr>
        <p:spPr bwMode="auto">
          <a:xfrm>
            <a:off x="1428750" y="3406775"/>
            <a:ext cx="714375" cy="3571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/>
          </a:p>
        </p:txBody>
      </p:sp>
      <p:sp>
        <p:nvSpPr>
          <p:cNvPr id="252950" name="Line 33">
            <a:extLst>
              <a:ext uri="{FF2B5EF4-FFF2-40B4-BE49-F238E27FC236}">
                <a16:creationId xmlns:a16="http://schemas.microsoft.com/office/drawing/2014/main" id="{341EC77A-32FA-41B1-B9DD-2E8ED0551636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357313" y="2925763"/>
            <a:ext cx="877887" cy="1238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/>
          </a:p>
        </p:txBody>
      </p:sp>
      <p:sp>
        <p:nvSpPr>
          <p:cNvPr id="708643" name="Text Box 35">
            <a:extLst>
              <a:ext uri="{FF2B5EF4-FFF2-40B4-BE49-F238E27FC236}">
                <a16:creationId xmlns:a16="http://schemas.microsoft.com/office/drawing/2014/main" id="{69B94A5D-2BA0-4585-9E25-2C050D67AF0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472363" y="714375"/>
            <a:ext cx="809625" cy="6223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lIns="68580" tIns="34290" rIns="68580" bIns="34290">
            <a:spAutoFit/>
          </a:bodyPr>
          <a:lstStyle/>
          <a:p>
            <a:pPr algn="ctr">
              <a:defRPr/>
            </a:pPr>
            <a:r>
              <a:rPr kumimoji="1" lang="en-US" altLang="zh-CN" i="1" dirty="0" err="1">
                <a:solidFill>
                  <a:prstClr val="black"/>
                </a:solidFill>
                <a:latin typeface="Times New Roman" pitchFamily="18" charset="0"/>
              </a:rPr>
              <a:t>i</a:t>
            </a:r>
            <a:r>
              <a:rPr kumimoji="1" lang="en-US" altLang="zh-CN" dirty="0">
                <a:solidFill>
                  <a:prstClr val="black"/>
                </a:solidFill>
                <a:latin typeface="Times New Roman" pitchFamily="18" charset="0"/>
              </a:rPr>
              <a:t> = 1</a:t>
            </a:r>
          </a:p>
          <a:p>
            <a:pPr algn="ctr">
              <a:defRPr/>
            </a:pPr>
            <a:r>
              <a:rPr kumimoji="1" lang="en-US" altLang="zh-CN" i="1" dirty="0">
                <a:solidFill>
                  <a:prstClr val="black"/>
                </a:solidFill>
                <a:latin typeface="Times New Roman" pitchFamily="18" charset="0"/>
              </a:rPr>
              <a:t>k</a:t>
            </a:r>
            <a:r>
              <a:rPr kumimoji="1" lang="en-US" altLang="zh-CN" dirty="0">
                <a:solidFill>
                  <a:prstClr val="black"/>
                </a:solidFill>
                <a:latin typeface="Times New Roman" pitchFamily="18" charset="0"/>
              </a:rPr>
              <a:t> = 0</a:t>
            </a:r>
          </a:p>
        </p:txBody>
      </p:sp>
      <p:sp>
        <p:nvSpPr>
          <p:cNvPr id="708644" name="Rectangle 36">
            <a:extLst>
              <a:ext uri="{FF2B5EF4-FFF2-40B4-BE49-F238E27FC236}">
                <a16:creationId xmlns:a16="http://schemas.microsoft.com/office/drawing/2014/main" id="{E5E2AE4A-01B9-42BE-BCE7-FAFE3864FEF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2325" y="917575"/>
            <a:ext cx="269875" cy="2714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68580" tIns="34290" rIns="68580" bIns="34290" anchor="ctr"/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-US" altLang="zh-CN" i="1">
                <a:solidFill>
                  <a:srgbClr val="2D83F4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B</a:t>
            </a:r>
            <a:r>
              <a:rPr lang="en-US" altLang="zh-CN" sz="1500" i="1" baseline="-30000">
                <a:solidFill>
                  <a:srgbClr val="2D83F4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708645" name="Text Box 37">
            <a:extLst>
              <a:ext uri="{FF2B5EF4-FFF2-40B4-BE49-F238E27FC236}">
                <a16:creationId xmlns:a16="http://schemas.microsoft.com/office/drawing/2014/main" id="{4C319CF8-B890-44CB-A410-266046DD2F6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45125" y="2940050"/>
            <a:ext cx="1285875" cy="34607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lIns="68580" tIns="34290" rIns="68580" bIns="34290">
            <a:spAutoFit/>
          </a:bodyPr>
          <a:lstStyle/>
          <a:p>
            <a:pPr algn="ctr">
              <a:spcBef>
                <a:spcPct val="50000"/>
              </a:spcBef>
              <a:defRPr/>
            </a:pPr>
            <a:r>
              <a:rPr kumimoji="1" lang="en-US" altLang="zh-CN" i="1" dirty="0">
                <a:solidFill>
                  <a:prstClr val="black"/>
                </a:solidFill>
                <a:latin typeface="Times New Roman" pitchFamily="18" charset="0"/>
              </a:rPr>
              <a:t>u</a:t>
            </a:r>
            <a:r>
              <a:rPr kumimoji="1" lang="en-US" altLang="zh-CN" dirty="0">
                <a:solidFill>
                  <a:prstClr val="black"/>
                </a:solidFill>
                <a:latin typeface="Times New Roman" pitchFamily="18" charset="0"/>
              </a:rPr>
              <a:t> = </a:t>
            </a:r>
            <a:r>
              <a:rPr kumimoji="1" lang="en-US" altLang="zh-CN" i="1" dirty="0">
                <a:solidFill>
                  <a:prstClr val="black"/>
                </a:solidFill>
                <a:latin typeface="Times New Roman" pitchFamily="18" charset="0"/>
              </a:rPr>
              <a:t>u</a:t>
            </a:r>
            <a:r>
              <a:rPr kumimoji="1" lang="en-US" altLang="zh-CN" dirty="0">
                <a:solidFill>
                  <a:prstClr val="black"/>
                </a:solidFill>
                <a:latin typeface="Times New Roman" pitchFamily="18" charset="0"/>
              </a:rPr>
              <a:t> + 1</a:t>
            </a:r>
          </a:p>
        </p:txBody>
      </p:sp>
      <p:sp>
        <p:nvSpPr>
          <p:cNvPr id="708646" name="Text Box 38">
            <a:extLst>
              <a:ext uri="{FF2B5EF4-FFF2-40B4-BE49-F238E27FC236}">
                <a16:creationId xmlns:a16="http://schemas.microsoft.com/office/drawing/2014/main" id="{E59F4A58-5648-4CA4-A139-109AF4A5518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975475" y="3384550"/>
            <a:ext cx="1811338" cy="62388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lIns="68580" tIns="34290" rIns="68580" bIns="34290">
            <a:spAutoFit/>
          </a:bodyPr>
          <a:lstStyle/>
          <a:p>
            <a:pPr algn="ctr">
              <a:defRPr/>
            </a:pPr>
            <a:r>
              <a:rPr kumimoji="1" lang="en-US" altLang="zh-CN" i="1" dirty="0">
                <a:solidFill>
                  <a:prstClr val="black"/>
                </a:solidFill>
                <a:latin typeface="Times New Roman" pitchFamily="18" charset="0"/>
              </a:rPr>
              <a:t>v</a:t>
            </a:r>
            <a:r>
              <a:rPr kumimoji="1" lang="en-US" altLang="zh-CN" dirty="0">
                <a:solidFill>
                  <a:prstClr val="black"/>
                </a:solidFill>
                <a:latin typeface="Times New Roman" pitchFamily="18" charset="0"/>
              </a:rPr>
              <a:t> = </a:t>
            </a:r>
            <a:r>
              <a:rPr kumimoji="1" lang="en-US" altLang="zh-CN" i="1" dirty="0">
                <a:solidFill>
                  <a:prstClr val="black"/>
                </a:solidFill>
                <a:latin typeface="Times New Roman" pitchFamily="18" charset="0"/>
              </a:rPr>
              <a:t>v</a:t>
            </a:r>
            <a:r>
              <a:rPr kumimoji="1" lang="en-US" altLang="zh-CN" dirty="0">
                <a:solidFill>
                  <a:prstClr val="black"/>
                </a:solidFill>
                <a:latin typeface="Times New Roman" pitchFamily="18" charset="0"/>
              </a:rPr>
              <a:t> - 1</a:t>
            </a:r>
          </a:p>
          <a:p>
            <a:pPr algn="ctr">
              <a:defRPr/>
            </a:pPr>
            <a:r>
              <a:rPr kumimoji="1" lang="en-US" altLang="zh-CN" dirty="0">
                <a:solidFill>
                  <a:prstClr val="black"/>
                </a:solidFill>
                <a:latin typeface="Times New Roman" pitchFamily="18" charset="0"/>
              </a:rPr>
              <a:t>if </a:t>
            </a:r>
            <a:r>
              <a:rPr kumimoji="1" lang="en-US" altLang="zh-CN" i="1" dirty="0">
                <a:solidFill>
                  <a:prstClr val="black"/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v</a:t>
            </a:r>
            <a:r>
              <a:rPr kumimoji="1" lang="en-US" altLang="zh-CN" dirty="0">
                <a:solidFill>
                  <a:prstClr val="black"/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 </a:t>
            </a:r>
            <a:r>
              <a:rPr kumimoji="1" lang="en-US" altLang="zh-CN" dirty="0">
                <a:solidFill>
                  <a:prstClr val="black"/>
                </a:solidFill>
                <a:latin typeface="Times New Roman" pitchFamily="18" charset="0"/>
              </a:rPr>
              <a:t>&lt;= 20 </a:t>
            </a:r>
            <a:r>
              <a:rPr kumimoji="1" lang="en-US" altLang="zh-CN" dirty="0" err="1">
                <a:solidFill>
                  <a:prstClr val="black"/>
                </a:solidFill>
                <a:latin typeface="Times New Roman" pitchFamily="18" charset="0"/>
              </a:rPr>
              <a:t>goto</a:t>
            </a:r>
            <a:r>
              <a:rPr kumimoji="1" lang="en-US" altLang="zh-CN" dirty="0">
                <a:solidFill>
                  <a:prstClr val="black"/>
                </a:solidFill>
                <a:latin typeface="Times New Roman" pitchFamily="18" charset="0"/>
              </a:rPr>
              <a:t> </a:t>
            </a:r>
            <a:r>
              <a:rPr kumimoji="1" lang="en-US" altLang="zh-CN" i="1" dirty="0">
                <a:solidFill>
                  <a:prstClr val="black"/>
                </a:solidFill>
                <a:latin typeface="Times New Roman" pitchFamily="18" charset="0"/>
              </a:rPr>
              <a:t>B</a:t>
            </a:r>
            <a:r>
              <a:rPr kumimoji="1" lang="en-US" altLang="zh-CN" i="1" baseline="-25000" dirty="0">
                <a:solidFill>
                  <a:prstClr val="black"/>
                </a:solidFill>
                <a:latin typeface="Times New Roman" pitchFamily="18" charset="0"/>
              </a:rPr>
              <a:t>5</a:t>
            </a:r>
            <a:r>
              <a:rPr kumimoji="1" lang="en-US" altLang="zh-CN" dirty="0">
                <a:solidFill>
                  <a:prstClr val="black"/>
                </a:solidFill>
                <a:latin typeface="Times New Roman" pitchFamily="18" charset="0"/>
              </a:rPr>
              <a:t> </a:t>
            </a:r>
          </a:p>
        </p:txBody>
      </p:sp>
      <p:sp>
        <p:nvSpPr>
          <p:cNvPr id="708647" name="Rectangle 39">
            <a:extLst>
              <a:ext uri="{FF2B5EF4-FFF2-40B4-BE49-F238E27FC236}">
                <a16:creationId xmlns:a16="http://schemas.microsoft.com/office/drawing/2014/main" id="{34BE221F-1C48-4115-B5D1-8363A151B2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38938" y="2411413"/>
            <a:ext cx="271462" cy="269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68580" tIns="34290" rIns="68580" bIns="34290" anchor="ctr"/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-US" altLang="zh-CN" i="1">
                <a:solidFill>
                  <a:srgbClr val="2D83F4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B</a:t>
            </a:r>
            <a:r>
              <a:rPr lang="en-US" altLang="zh-CN" sz="1500" i="1" baseline="-30000">
                <a:solidFill>
                  <a:srgbClr val="2D83F4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2</a:t>
            </a:r>
          </a:p>
        </p:txBody>
      </p:sp>
      <p:sp>
        <p:nvSpPr>
          <p:cNvPr id="708648" name="Rectangle 40">
            <a:extLst>
              <a:ext uri="{FF2B5EF4-FFF2-40B4-BE49-F238E27FC236}">
                <a16:creationId xmlns:a16="http://schemas.microsoft.com/office/drawing/2014/main" id="{BC9681B7-CB6E-476C-B40C-155FF1DB21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43500" y="3000375"/>
            <a:ext cx="271463" cy="269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68580" tIns="34290" rIns="68580" bIns="34290" anchor="ctr"/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-US" altLang="zh-CN" i="1">
                <a:solidFill>
                  <a:srgbClr val="2D83F4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B</a:t>
            </a:r>
            <a:r>
              <a:rPr lang="en-US" altLang="zh-CN" sz="1500" i="1" baseline="-30000">
                <a:solidFill>
                  <a:srgbClr val="2D83F4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3</a:t>
            </a:r>
          </a:p>
        </p:txBody>
      </p:sp>
      <p:sp>
        <p:nvSpPr>
          <p:cNvPr id="708649" name="Rectangle 41">
            <a:extLst>
              <a:ext uri="{FF2B5EF4-FFF2-40B4-BE49-F238E27FC236}">
                <a16:creationId xmlns:a16="http://schemas.microsoft.com/office/drawing/2014/main" id="{B1C76D74-4206-4BEC-B3A5-4FC5FB57BE1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59563" y="3730625"/>
            <a:ext cx="271462" cy="269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68580" tIns="34290" rIns="68580" bIns="34290" anchor="ctr"/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-US" altLang="zh-CN" i="1">
                <a:solidFill>
                  <a:srgbClr val="2D83F4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B</a:t>
            </a:r>
            <a:r>
              <a:rPr lang="en-US" altLang="zh-CN" sz="1500" i="1" baseline="-30000">
                <a:solidFill>
                  <a:srgbClr val="2D83F4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4</a:t>
            </a:r>
          </a:p>
        </p:txBody>
      </p:sp>
      <p:sp>
        <p:nvSpPr>
          <p:cNvPr id="708650" name="Rectangle 42">
            <a:extLst>
              <a:ext uri="{FF2B5EF4-FFF2-40B4-BE49-F238E27FC236}">
                <a16:creationId xmlns:a16="http://schemas.microsoft.com/office/drawing/2014/main" id="{2BDDC382-11D1-41EA-8BA9-D2F3D65369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59563" y="4373563"/>
            <a:ext cx="269875" cy="269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68580" tIns="34290" rIns="68580" bIns="34290" anchor="ctr"/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-US" altLang="zh-CN" i="1">
                <a:solidFill>
                  <a:srgbClr val="2D83F4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B</a:t>
            </a:r>
            <a:r>
              <a:rPr lang="en-US" altLang="zh-CN" sz="1500" i="1" baseline="-30000">
                <a:solidFill>
                  <a:srgbClr val="2D83F4"/>
                </a:solidFill>
                <a:latin typeface="Times New Roman" panose="02020603050405020304" pitchFamily="18" charset="0"/>
                <a:ea typeface="楷体_GB2312" charset="0"/>
                <a:cs typeface="Times New Roman" panose="02020603050405020304" pitchFamily="18" charset="0"/>
              </a:rPr>
              <a:t>5</a:t>
            </a:r>
          </a:p>
        </p:txBody>
      </p:sp>
      <p:sp>
        <p:nvSpPr>
          <p:cNvPr id="708651" name="Line 43">
            <a:extLst>
              <a:ext uri="{FF2B5EF4-FFF2-40B4-BE49-F238E27FC236}">
                <a16:creationId xmlns:a16="http://schemas.microsoft.com/office/drawing/2014/main" id="{45C6B54F-1EA5-4358-9B2F-8FC7471967AA}"/>
              </a:ext>
            </a:extLst>
          </p:cNvPr>
          <p:cNvSpPr>
            <a:spLocks noChangeShapeType="1"/>
          </p:cNvSpPr>
          <p:nvPr/>
        </p:nvSpPr>
        <p:spPr bwMode="auto">
          <a:xfrm>
            <a:off x="6302375" y="3286125"/>
            <a:ext cx="642938" cy="4286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/>
          </a:p>
        </p:txBody>
      </p:sp>
      <p:sp>
        <p:nvSpPr>
          <p:cNvPr id="708652" name="Line 44">
            <a:extLst>
              <a:ext uri="{FF2B5EF4-FFF2-40B4-BE49-F238E27FC236}">
                <a16:creationId xmlns:a16="http://schemas.microsoft.com/office/drawing/2014/main" id="{6F9F9432-6B70-4978-AD9D-170062F0EB0B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6302375" y="2755900"/>
            <a:ext cx="757238" cy="1619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/>
          </a:p>
        </p:txBody>
      </p:sp>
      <p:sp>
        <p:nvSpPr>
          <p:cNvPr id="708653" name="Text Box 45">
            <a:extLst>
              <a:ext uri="{FF2B5EF4-FFF2-40B4-BE49-F238E27FC236}">
                <a16:creationId xmlns:a16="http://schemas.microsoft.com/office/drawing/2014/main" id="{BB0C0009-972D-4339-BE48-BDE98FB693B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062788" y="4302125"/>
            <a:ext cx="1620837" cy="34607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lIns="68580" tIns="34290" rIns="68580" bIns="34290">
            <a:spAutoFit/>
          </a:bodyPr>
          <a:lstStyle/>
          <a:p>
            <a:pPr algn="ctr">
              <a:spcBef>
                <a:spcPct val="50000"/>
              </a:spcBef>
              <a:defRPr/>
            </a:pPr>
            <a:r>
              <a:rPr kumimoji="1" lang="en-US" altLang="zh-CN" i="1" dirty="0">
                <a:solidFill>
                  <a:prstClr val="black"/>
                </a:solidFill>
                <a:latin typeface="Times New Roman" pitchFamily="18" charset="0"/>
              </a:rPr>
              <a:t>j</a:t>
            </a:r>
            <a:r>
              <a:rPr kumimoji="1" lang="en-US" altLang="zh-CN" dirty="0">
                <a:solidFill>
                  <a:prstClr val="black"/>
                </a:solidFill>
                <a:latin typeface="Times New Roman" pitchFamily="18" charset="0"/>
              </a:rPr>
              <a:t> = </a:t>
            </a:r>
            <a:r>
              <a:rPr kumimoji="1" lang="en-US" altLang="zh-CN" i="1" dirty="0" err="1">
                <a:latin typeface="Times New Roman" pitchFamily="18" charset="0"/>
              </a:rPr>
              <a:t>i</a:t>
            </a:r>
            <a:endParaRPr kumimoji="1" lang="en-US" altLang="zh-CN" i="1" dirty="0">
              <a:latin typeface="Times New Roman" pitchFamily="18" charset="0"/>
            </a:endParaRPr>
          </a:p>
        </p:txBody>
      </p:sp>
      <p:sp>
        <p:nvSpPr>
          <p:cNvPr id="708655" name="Freeform 47">
            <a:extLst>
              <a:ext uri="{FF2B5EF4-FFF2-40B4-BE49-F238E27FC236}">
                <a16:creationId xmlns:a16="http://schemas.microsoft.com/office/drawing/2014/main" id="{FE300BC4-7DB8-4121-AC03-B2015D877C4F}"/>
              </a:ext>
            </a:extLst>
          </p:cNvPr>
          <p:cNvSpPr>
            <a:spLocks/>
          </p:cNvSpPr>
          <p:nvPr/>
        </p:nvSpPr>
        <p:spPr bwMode="auto">
          <a:xfrm>
            <a:off x="5072063" y="2003425"/>
            <a:ext cx="2214562" cy="2376488"/>
          </a:xfrm>
          <a:custGeom>
            <a:avLst/>
            <a:gdLst>
              <a:gd name="T0" fmla="*/ 2147483646 w 1345"/>
              <a:gd name="T1" fmla="*/ 2147483646 h 1792"/>
              <a:gd name="T2" fmla="*/ 2147483646 w 1345"/>
              <a:gd name="T3" fmla="*/ 2147483646 h 1792"/>
              <a:gd name="T4" fmla="*/ 2147483646 w 1345"/>
              <a:gd name="T5" fmla="*/ 2147483646 h 1792"/>
              <a:gd name="T6" fmla="*/ 2147483646 w 1345"/>
              <a:gd name="T7" fmla="*/ 2147483646 h 1792"/>
              <a:gd name="T8" fmla="*/ 2147483646 w 1345"/>
              <a:gd name="T9" fmla="*/ 2147483646 h 179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1345"/>
              <a:gd name="T16" fmla="*/ 0 h 1792"/>
              <a:gd name="T17" fmla="*/ 1345 w 1345"/>
              <a:gd name="T18" fmla="*/ 1792 h 1792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1345" h="1792">
                <a:moveTo>
                  <a:pt x="1345" y="1512"/>
                </a:moveTo>
                <a:cubicBezTo>
                  <a:pt x="1114" y="1652"/>
                  <a:pt x="884" y="1792"/>
                  <a:pt x="665" y="1694"/>
                </a:cubicBezTo>
                <a:cubicBezTo>
                  <a:pt x="446" y="1596"/>
                  <a:pt x="60" y="1187"/>
                  <a:pt x="30" y="922"/>
                </a:cubicBezTo>
                <a:cubicBezTo>
                  <a:pt x="0" y="657"/>
                  <a:pt x="287" y="212"/>
                  <a:pt x="483" y="106"/>
                </a:cubicBezTo>
                <a:cubicBezTo>
                  <a:pt x="679" y="0"/>
                  <a:pt x="944" y="143"/>
                  <a:pt x="1209" y="287"/>
                </a:cubicBez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 type="stealth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/>
          </a:p>
        </p:txBody>
      </p:sp>
      <p:sp>
        <p:nvSpPr>
          <p:cNvPr id="252963" name="Rectangle 2">
            <a:extLst>
              <a:ext uri="{FF2B5EF4-FFF2-40B4-BE49-F238E27FC236}">
                <a16:creationId xmlns:a16="http://schemas.microsoft.com/office/drawing/2014/main" id="{1BBCCD1C-4766-4D59-A32E-6DBB4F6BDF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例</a:t>
            </a:r>
          </a:p>
        </p:txBody>
      </p:sp>
      <p:sp>
        <p:nvSpPr>
          <p:cNvPr id="252964" name="Freeform 47">
            <a:extLst>
              <a:ext uri="{FF2B5EF4-FFF2-40B4-BE49-F238E27FC236}">
                <a16:creationId xmlns:a16="http://schemas.microsoft.com/office/drawing/2014/main" id="{28C6C241-61F8-4DED-8606-50151D24F249}"/>
              </a:ext>
            </a:extLst>
          </p:cNvPr>
          <p:cNvSpPr>
            <a:spLocks/>
          </p:cNvSpPr>
          <p:nvPr/>
        </p:nvSpPr>
        <p:spPr bwMode="auto">
          <a:xfrm>
            <a:off x="142875" y="1571625"/>
            <a:ext cx="2325688" cy="2928938"/>
          </a:xfrm>
          <a:custGeom>
            <a:avLst/>
            <a:gdLst>
              <a:gd name="T0" fmla="*/ 2147483646 w 1345"/>
              <a:gd name="T1" fmla="*/ 2147483646 h 1792"/>
              <a:gd name="T2" fmla="*/ 2147483646 w 1345"/>
              <a:gd name="T3" fmla="*/ 2147483646 h 1792"/>
              <a:gd name="T4" fmla="*/ 2147483646 w 1345"/>
              <a:gd name="T5" fmla="*/ 2147483646 h 1792"/>
              <a:gd name="T6" fmla="*/ 2147483646 w 1345"/>
              <a:gd name="T7" fmla="*/ 2147483646 h 1792"/>
              <a:gd name="T8" fmla="*/ 2147483646 w 1345"/>
              <a:gd name="T9" fmla="*/ 2147483646 h 179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1345"/>
              <a:gd name="T16" fmla="*/ 0 h 1792"/>
              <a:gd name="T17" fmla="*/ 1345 w 1345"/>
              <a:gd name="T18" fmla="*/ 1792 h 1792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1345" h="1792">
                <a:moveTo>
                  <a:pt x="1345" y="1512"/>
                </a:moveTo>
                <a:cubicBezTo>
                  <a:pt x="1114" y="1652"/>
                  <a:pt x="884" y="1792"/>
                  <a:pt x="665" y="1694"/>
                </a:cubicBezTo>
                <a:cubicBezTo>
                  <a:pt x="446" y="1596"/>
                  <a:pt x="60" y="1187"/>
                  <a:pt x="30" y="922"/>
                </a:cubicBezTo>
                <a:cubicBezTo>
                  <a:pt x="0" y="657"/>
                  <a:pt x="287" y="212"/>
                  <a:pt x="483" y="106"/>
                </a:cubicBezTo>
                <a:cubicBezTo>
                  <a:pt x="679" y="0"/>
                  <a:pt x="944" y="143"/>
                  <a:pt x="1209" y="287"/>
                </a:cubicBez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 type="stealth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/>
          </a:p>
        </p:txBody>
      </p:sp>
      <p:sp>
        <p:nvSpPr>
          <p:cNvPr id="37" name="AutoShape 8">
            <a:extLst>
              <a:ext uri="{FF2B5EF4-FFF2-40B4-BE49-F238E27FC236}">
                <a16:creationId xmlns:a16="http://schemas.microsoft.com/office/drawing/2014/main" id="{524A2851-8116-4113-BF3F-B4EA3E8597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14813" y="3017838"/>
            <a:ext cx="646112" cy="339725"/>
          </a:xfrm>
          <a:prstGeom prst="rightArrow">
            <a:avLst>
              <a:gd name="adj1" fmla="val 50000"/>
              <a:gd name="adj2" fmla="val 55326"/>
            </a:avLst>
          </a:prstGeom>
          <a:solidFill>
            <a:schemeClr val="tx2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lIns="68580" tIns="34290" rIns="68580" bIns="34290" anchor="ctr"/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defRPr/>
            </a:pPr>
            <a:endParaRPr lang="zh-CN" altLang="en-US">
              <a:solidFill>
                <a:srgbClr val="000000"/>
              </a:solidFill>
              <a:cs typeface="楷体_GB2312" charset="0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59C6D370-1E5A-47C7-BD19-B591DE1A7FEC}"/>
              </a:ext>
            </a:extLst>
          </p:cNvPr>
          <p:cNvSpPr/>
          <p:nvPr/>
        </p:nvSpPr>
        <p:spPr>
          <a:xfrm>
            <a:off x="5702874" y="1694140"/>
            <a:ext cx="146386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  <a:cs typeface="Times New Roman" pitchFamily="18" charset="0"/>
              </a:rPr>
              <a:t>前置首结点 </a:t>
            </a:r>
            <a:endParaRPr lang="zh-CN" altLang="en-US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86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7086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7086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7086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86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086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086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7086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86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7086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7086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086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86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7086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7086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7086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53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86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7086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7086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7086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86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70863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70863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7086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53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86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70864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70864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7086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53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86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70864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70864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7086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53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86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70864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70864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7086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53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86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2" dur="500" fill="hold"/>
                                        <p:tgtEl>
                                          <p:spTgt spid="70864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500" fill="hold"/>
                                        <p:tgtEl>
                                          <p:spTgt spid="70864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7086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53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86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7" dur="500" fill="hold"/>
                                        <p:tgtEl>
                                          <p:spTgt spid="70864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500" fill="hold"/>
                                        <p:tgtEl>
                                          <p:spTgt spid="70864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7086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53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86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2" dur="500" fill="hold"/>
                                        <p:tgtEl>
                                          <p:spTgt spid="70864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3" dur="500" fill="hold"/>
                                        <p:tgtEl>
                                          <p:spTgt spid="70864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7086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53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86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7" dur="500" fill="hold"/>
                                        <p:tgtEl>
                                          <p:spTgt spid="70864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8" dur="500" fill="hold"/>
                                        <p:tgtEl>
                                          <p:spTgt spid="70864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7086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53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86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" dur="500" fill="hold"/>
                                        <p:tgtEl>
                                          <p:spTgt spid="70865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500" fill="hold"/>
                                        <p:tgtEl>
                                          <p:spTgt spid="70865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7086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86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7" dur="500" fill="hold"/>
                                        <p:tgtEl>
                                          <p:spTgt spid="70865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8" dur="500" fill="hold"/>
                                        <p:tgtEl>
                                          <p:spTgt spid="70865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7086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86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2" dur="500" fill="hold"/>
                                        <p:tgtEl>
                                          <p:spTgt spid="70865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3" dur="500" fill="hold"/>
                                        <p:tgtEl>
                                          <p:spTgt spid="70865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7086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53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86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7" dur="500" fill="hold"/>
                                        <p:tgtEl>
                                          <p:spTgt spid="70865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8" dur="500" fill="hold"/>
                                        <p:tgtEl>
                                          <p:spTgt spid="70865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7086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86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2" dur="500" fill="hold"/>
                                        <p:tgtEl>
                                          <p:spTgt spid="70865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3" dur="500" fill="hold"/>
                                        <p:tgtEl>
                                          <p:spTgt spid="70865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7086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53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7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8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08623" grpId="0" animBg="1"/>
      <p:bldP spid="708633" grpId="0" animBg="1"/>
      <p:bldP spid="708643" grpId="0" animBg="1"/>
      <p:bldP spid="708644" grpId="0"/>
      <p:bldP spid="708645" grpId="0" animBg="1"/>
      <p:bldP spid="708646" grpId="0" animBg="1"/>
      <p:bldP spid="708647" grpId="0"/>
      <p:bldP spid="708648" grpId="0"/>
      <p:bldP spid="708649" grpId="0"/>
      <p:bldP spid="708650" grpId="0"/>
      <p:bldP spid="708653" grpId="0" animBg="1"/>
      <p:bldP spid="37" grpId="0" animBg="1"/>
      <p:bldP spid="2" grpId="0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7587" name="Rectangle 3">
            <a:extLst>
              <a:ext uri="{FF2B5EF4-FFF2-40B4-BE49-F238E27FC236}">
                <a16:creationId xmlns:a16="http://schemas.microsoft.com/office/drawing/2014/main" id="{BEEEB095-928E-447C-A687-7249B96BFA0D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01650" y="785812"/>
            <a:ext cx="8142288" cy="3874169"/>
          </a:xfrm>
        </p:spPr>
        <p:txBody>
          <a:bodyPr vert="horz"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lnSpc>
                <a:spcPts val="30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2200" b="1" dirty="0">
                <a:solidFill>
                  <a:schemeClr val="tx1"/>
                </a:solidFill>
                <a:cs typeface="Times New Roman" panose="02020603050405020304" pitchFamily="18" charset="0"/>
              </a:rPr>
              <a:t>输入：循环</a:t>
            </a:r>
            <a:r>
              <a:rPr lang="en-US" altLang="zh-CN" sz="22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L</a:t>
            </a:r>
            <a:r>
              <a:rPr lang="zh-CN" altLang="en-US" sz="2200" b="1" dirty="0">
                <a:solidFill>
                  <a:schemeClr val="tx1"/>
                </a:solidFill>
                <a:cs typeface="Times New Roman" panose="02020603050405020304" pitchFamily="18" charset="0"/>
              </a:rPr>
              <a:t>、</a:t>
            </a:r>
            <a:r>
              <a:rPr lang="en-US" altLang="zh-CN" sz="2200" b="1" i="1" dirty="0" err="1">
                <a:solidFill>
                  <a:srgbClr val="0070C0"/>
                </a:solidFill>
                <a:cs typeface="Times New Roman" panose="02020603050405020304" pitchFamily="18" charset="0"/>
              </a:rPr>
              <a:t>ud</a:t>
            </a:r>
            <a:r>
              <a:rPr lang="zh-CN" altLang="en-US" sz="2200" b="1" dirty="0">
                <a:solidFill>
                  <a:srgbClr val="0070C0"/>
                </a:solidFill>
                <a:cs typeface="Times New Roman" panose="02020603050405020304" pitchFamily="18" charset="0"/>
              </a:rPr>
              <a:t>链、支配结点信息</a:t>
            </a:r>
            <a:endParaRPr lang="en-US" altLang="zh-CN" sz="2200" b="1" dirty="0">
              <a:solidFill>
                <a:srgbClr val="0070C0"/>
              </a:solidFill>
              <a:cs typeface="Times New Roman" panose="02020603050405020304" pitchFamily="18" charset="0"/>
            </a:endParaRPr>
          </a:p>
          <a:p>
            <a:pPr eaLnBrk="1" hangingPunct="1">
              <a:lnSpc>
                <a:spcPts val="30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2200" b="1" dirty="0">
                <a:solidFill>
                  <a:schemeClr val="tx1"/>
                </a:solidFill>
                <a:cs typeface="Times New Roman" panose="02020603050405020304" pitchFamily="18" charset="0"/>
              </a:rPr>
              <a:t>输出：修改后的循环</a:t>
            </a:r>
            <a:endParaRPr lang="en-US" altLang="zh-CN" sz="22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eaLnBrk="1" hangingPunct="1">
              <a:lnSpc>
                <a:spcPts val="30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2200" b="1" dirty="0">
                <a:solidFill>
                  <a:schemeClr val="tx1"/>
                </a:solidFill>
                <a:cs typeface="Times New Roman" panose="02020603050405020304" pitchFamily="18" charset="0"/>
              </a:rPr>
              <a:t>方法：</a:t>
            </a:r>
            <a:endParaRPr lang="en-US" altLang="zh-CN" sz="22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lvl="1" eaLnBrk="1" hangingPunct="1">
              <a:lnSpc>
                <a:spcPts val="3000"/>
              </a:lnSpc>
              <a:buFont typeface="Symbol" panose="05050102010706020507" pitchFamily="18" charset="2"/>
              <a:buNone/>
              <a:defRPr/>
            </a:pPr>
            <a:r>
              <a:rPr lang="en-US" altLang="zh-CN" b="1" dirty="0">
                <a:solidFill>
                  <a:schemeClr val="tx1"/>
                </a:solidFill>
                <a:cs typeface="Times New Roman" panose="02020603050405020304" pitchFamily="18" charset="0"/>
              </a:rPr>
              <a:t>1. </a:t>
            </a:r>
            <a:r>
              <a:rPr lang="zh-CN" altLang="en-US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寻找</a:t>
            </a:r>
            <a:r>
              <a:rPr lang="zh-CN" altLang="en-US" sz="2000" b="1" dirty="0">
                <a:solidFill>
                  <a:srgbClr val="0070C0"/>
                </a:solidFill>
                <a:cs typeface="Times New Roman" panose="02020603050405020304" pitchFamily="18" charset="0"/>
              </a:rPr>
              <a:t>循环不变计算</a:t>
            </a:r>
            <a:endParaRPr lang="en-US" altLang="zh-CN" sz="2000" b="1" dirty="0">
              <a:solidFill>
                <a:srgbClr val="0070C0"/>
              </a:solidFill>
              <a:cs typeface="Times New Roman" panose="02020603050405020304" pitchFamily="18" charset="0"/>
            </a:endParaRPr>
          </a:p>
          <a:p>
            <a:pPr lvl="1" eaLnBrk="1" hangingPunct="1">
              <a:lnSpc>
                <a:spcPts val="3000"/>
              </a:lnSpc>
              <a:buFont typeface="Symbol" panose="05050102010706020507" pitchFamily="18" charset="2"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2. </a:t>
            </a:r>
            <a:r>
              <a:rPr lang="zh-CN" altLang="en-US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对于步骤</a:t>
            </a: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(1)</a:t>
            </a:r>
            <a:r>
              <a:rPr lang="zh-CN" altLang="en-US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中找到的每个循环不变计算，检查是否满足上面的</a:t>
            </a:r>
            <a:r>
              <a:rPr lang="zh-CN" altLang="en-US" sz="2000" b="1" dirty="0">
                <a:solidFill>
                  <a:srgbClr val="0070C0"/>
                </a:solidFill>
                <a:cs typeface="Times New Roman" panose="02020603050405020304" pitchFamily="18" charset="0"/>
              </a:rPr>
              <a:t>三个条件</a:t>
            </a:r>
            <a:endParaRPr lang="en-US" altLang="zh-CN" sz="2000" b="1" dirty="0">
              <a:solidFill>
                <a:srgbClr val="0070C0"/>
              </a:solidFill>
              <a:cs typeface="Times New Roman" panose="02020603050405020304" pitchFamily="18" charset="0"/>
            </a:endParaRPr>
          </a:p>
          <a:p>
            <a:pPr lvl="1" eaLnBrk="1" hangingPunct="1">
              <a:lnSpc>
                <a:spcPts val="3000"/>
              </a:lnSpc>
              <a:buFont typeface="Symbol" panose="05050102010706020507" pitchFamily="18" charset="2"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3. </a:t>
            </a:r>
            <a:r>
              <a:rPr lang="zh-CN" altLang="en-US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按照循环不变计算找出的次序，把所找到的满足上述条件的循环不变计算外提到前置首结点中。</a:t>
            </a:r>
            <a:r>
              <a:rPr lang="zh-CN" altLang="en-US" sz="2000" b="1" dirty="0">
                <a:solidFill>
                  <a:srgbClr val="0070C0"/>
                </a:solidFill>
                <a:cs typeface="Times New Roman" panose="02020603050405020304" pitchFamily="18" charset="0"/>
              </a:rPr>
              <a:t>如果循环不变计算有分量在循环中定值，只有将定值点外提后，该循环不变计算才可以外提</a:t>
            </a:r>
            <a:endParaRPr lang="en-US" altLang="zh-CN" sz="2000" b="1" dirty="0">
              <a:solidFill>
                <a:srgbClr val="0070C0"/>
              </a:solidFill>
            </a:endParaRPr>
          </a:p>
        </p:txBody>
      </p:sp>
      <p:sp>
        <p:nvSpPr>
          <p:cNvPr id="250883" name="Rectangle 2">
            <a:extLst>
              <a:ext uri="{FF2B5EF4-FFF2-40B4-BE49-F238E27FC236}">
                <a16:creationId xmlns:a16="http://schemas.microsoft.com/office/drawing/2014/main" id="{7895E0F7-A7C4-4805-95EB-FBC5188496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代码移动算法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75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7075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7075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7075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758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0758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0758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70758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758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70758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70758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0758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758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70758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70758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70758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758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70758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70758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70758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758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70758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70758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70758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BB82871-C693-4812-A9E2-8C54EF513CE8}"/>
              </a:ext>
            </a:extLst>
          </p:cNvPr>
          <p:cNvSpPr>
            <a:spLocks noGrp="1"/>
          </p:cNvSpPr>
          <p:nvPr>
            <p:ph idx="1"/>
          </p:nvPr>
        </p:nvSpPr>
        <p:spPr bwMode="auto">
          <a:xfrm>
            <a:off x="323850" y="930275"/>
            <a:ext cx="8640637" cy="3944937"/>
          </a:xfrm>
          <a:ln>
            <a:miter lim="800000"/>
            <a:headEnd/>
            <a:tailEnd/>
          </a:ln>
        </p:spPr>
        <p:txBody>
          <a:bodyPr vert="horz"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lnSpc>
                <a:spcPts val="3400"/>
              </a:lnSpc>
              <a:defRPr/>
            </a:pPr>
            <a:r>
              <a:rPr lang="zh-CN" altLang="en-US" b="1" dirty="0">
                <a:solidFill>
                  <a:schemeClr val="tx1"/>
                </a:solidFill>
                <a:cs typeface="Times New Roman" pitchFamily="18" charset="0"/>
              </a:rPr>
              <a:t>如果循环</a:t>
            </a:r>
            <a:r>
              <a:rPr lang="en-US" altLang="zh-CN" b="1" i="1" dirty="0">
                <a:solidFill>
                  <a:schemeClr val="tx1"/>
                </a:solidFill>
                <a:cs typeface="Times New Roman" pitchFamily="18" charset="0"/>
              </a:rPr>
              <a:t>L</a:t>
            </a:r>
            <a:r>
              <a:rPr lang="zh-CN" altLang="en-US" b="1" dirty="0">
                <a:solidFill>
                  <a:schemeClr val="tx1"/>
                </a:solidFill>
                <a:cs typeface="Times New Roman" pitchFamily="18" charset="0"/>
              </a:rPr>
              <a:t>中的变量 </a:t>
            </a:r>
            <a:r>
              <a:rPr lang="en-US" altLang="zh-CN" b="1" i="1" dirty="0" err="1">
                <a:solidFill>
                  <a:schemeClr val="tx1"/>
                </a:solidFill>
                <a:cs typeface="Times New Roman" pitchFamily="18" charset="0"/>
              </a:rPr>
              <a:t>i</a:t>
            </a:r>
            <a:r>
              <a:rPr lang="en-US" altLang="zh-CN" b="1" i="1" dirty="0">
                <a:solidFill>
                  <a:schemeClr val="tx1"/>
                </a:solidFill>
                <a:cs typeface="Times New Roman" pitchFamily="18" charset="0"/>
              </a:rPr>
              <a:t> </a:t>
            </a:r>
            <a:r>
              <a:rPr lang="zh-CN" altLang="en-US" b="1" dirty="0">
                <a:solidFill>
                  <a:srgbClr val="0070C0"/>
                </a:solidFill>
                <a:cs typeface="Times New Roman" pitchFamily="18" charset="0"/>
              </a:rPr>
              <a:t>只有</a:t>
            </a:r>
            <a:r>
              <a:rPr lang="zh-CN" altLang="en-US" b="1" dirty="0">
                <a:solidFill>
                  <a:schemeClr val="tx1"/>
                </a:solidFill>
                <a:cs typeface="Times New Roman" pitchFamily="18" charset="0"/>
              </a:rPr>
              <a:t>形如</a:t>
            </a:r>
            <a:r>
              <a:rPr lang="en-US" altLang="zh-CN" b="1" i="1" dirty="0" err="1">
                <a:solidFill>
                  <a:srgbClr val="0070C0"/>
                </a:solidFill>
                <a:cs typeface="Times New Roman" pitchFamily="18" charset="0"/>
              </a:rPr>
              <a:t>i</a:t>
            </a:r>
            <a:r>
              <a:rPr lang="en-US" altLang="zh-CN" b="1" dirty="0">
                <a:solidFill>
                  <a:srgbClr val="0070C0"/>
                </a:solidFill>
                <a:cs typeface="Times New Roman" pitchFamily="18" charset="0"/>
              </a:rPr>
              <a:t> =</a:t>
            </a:r>
            <a:r>
              <a:rPr lang="en-US" altLang="zh-CN" b="1" i="1" dirty="0" err="1">
                <a:solidFill>
                  <a:srgbClr val="0070C0"/>
                </a:solidFill>
                <a:cs typeface="Times New Roman" pitchFamily="18" charset="0"/>
              </a:rPr>
              <a:t>i</a:t>
            </a:r>
            <a:r>
              <a:rPr lang="en-US" altLang="zh-CN" b="1" dirty="0" err="1">
                <a:solidFill>
                  <a:srgbClr val="0070C0"/>
                </a:solidFill>
                <a:cs typeface="Times New Roman" pitchFamily="18" charset="0"/>
              </a:rPr>
              <a:t>+</a:t>
            </a:r>
            <a:r>
              <a:rPr lang="en-US" altLang="zh-CN" b="1" i="1" dirty="0" err="1">
                <a:solidFill>
                  <a:srgbClr val="0070C0"/>
                </a:solidFill>
                <a:cs typeface="Times New Roman" pitchFamily="18" charset="0"/>
              </a:rPr>
              <a:t>n</a:t>
            </a:r>
            <a:r>
              <a:rPr lang="zh-CN" altLang="en-US" b="1" dirty="0">
                <a:solidFill>
                  <a:schemeClr val="tx1"/>
                </a:solidFill>
                <a:cs typeface="Times New Roman" pitchFamily="18" charset="0"/>
              </a:rPr>
              <a:t>的定值，</a:t>
            </a:r>
            <a:r>
              <a:rPr lang="en-US" altLang="zh-CN" b="1" i="1" dirty="0">
                <a:solidFill>
                  <a:srgbClr val="0070C0"/>
                </a:solidFill>
                <a:cs typeface="Times New Roman" pitchFamily="18" charset="0"/>
              </a:rPr>
              <a:t>n</a:t>
            </a:r>
            <a:r>
              <a:rPr lang="zh-CN" altLang="en-US" b="1" dirty="0">
                <a:solidFill>
                  <a:schemeClr val="tx1"/>
                </a:solidFill>
                <a:cs typeface="Times New Roman" pitchFamily="18" charset="0"/>
              </a:rPr>
              <a:t>是</a:t>
            </a:r>
            <a:r>
              <a:rPr lang="zh-CN" altLang="en-US" b="1" dirty="0">
                <a:solidFill>
                  <a:srgbClr val="0070C0"/>
                </a:solidFill>
                <a:cs typeface="Times New Roman" pitchFamily="18" charset="0"/>
              </a:rPr>
              <a:t>常量</a:t>
            </a:r>
            <a:r>
              <a:rPr lang="en-US" altLang="zh-CN" b="1" dirty="0">
                <a:solidFill>
                  <a:schemeClr val="tx1"/>
                </a:solidFill>
                <a:cs typeface="Times New Roman" pitchFamily="18" charset="0"/>
              </a:rPr>
              <a:t>(</a:t>
            </a:r>
            <a:r>
              <a:rPr lang="zh-CN" altLang="en-US" b="1" dirty="0">
                <a:solidFill>
                  <a:schemeClr val="tx1"/>
                </a:solidFill>
                <a:cs typeface="Times New Roman" pitchFamily="18" charset="0"/>
              </a:rPr>
              <a:t>或</a:t>
            </a:r>
            <a:r>
              <a:rPr lang="zh-CN" altLang="en-US" b="1" dirty="0">
                <a:solidFill>
                  <a:srgbClr val="0070C0"/>
                </a:solidFill>
                <a:cs typeface="Times New Roman" pitchFamily="18" charset="0"/>
              </a:rPr>
              <a:t>循环不变量</a:t>
            </a:r>
            <a:r>
              <a:rPr lang="en-US" altLang="zh-CN" b="1" dirty="0">
                <a:solidFill>
                  <a:schemeClr val="tx1"/>
                </a:solidFill>
                <a:ea typeface="楷体_GB2312"/>
                <a:cs typeface="Times New Roman" pitchFamily="18" charset="0"/>
              </a:rPr>
              <a:t>)</a:t>
            </a:r>
            <a:r>
              <a:rPr lang="zh-CN" altLang="en-US" b="1" dirty="0">
                <a:solidFill>
                  <a:schemeClr val="tx1"/>
                </a:solidFill>
                <a:cs typeface="Times New Roman" pitchFamily="18" charset="0"/>
              </a:rPr>
              <a:t>，则称</a:t>
            </a:r>
            <a:r>
              <a:rPr lang="en-US" altLang="zh-CN" b="1" i="1" dirty="0" err="1">
                <a:solidFill>
                  <a:schemeClr val="tx1"/>
                </a:solidFill>
                <a:cs typeface="Times New Roman" pitchFamily="18" charset="0"/>
              </a:rPr>
              <a:t>i</a:t>
            </a:r>
            <a:r>
              <a:rPr lang="zh-CN" altLang="en-US" b="1" dirty="0">
                <a:solidFill>
                  <a:schemeClr val="tx1"/>
                </a:solidFill>
                <a:cs typeface="Times New Roman" pitchFamily="18" charset="0"/>
              </a:rPr>
              <a:t>为循环</a:t>
            </a:r>
            <a:r>
              <a:rPr lang="en-US" altLang="zh-CN" b="1" i="1" dirty="0">
                <a:solidFill>
                  <a:schemeClr val="tx1"/>
                </a:solidFill>
                <a:cs typeface="Times New Roman" pitchFamily="18" charset="0"/>
              </a:rPr>
              <a:t>L</a:t>
            </a:r>
            <a:r>
              <a:rPr lang="zh-CN" altLang="en-US" b="1" dirty="0">
                <a:solidFill>
                  <a:schemeClr val="tx1"/>
                </a:solidFill>
                <a:cs typeface="Times New Roman" pitchFamily="18" charset="0"/>
              </a:rPr>
              <a:t>的</a:t>
            </a:r>
            <a:r>
              <a:rPr lang="zh-CN" altLang="en-US" b="1" dirty="0">
                <a:solidFill>
                  <a:srgbClr val="FF0000"/>
                </a:solidFill>
                <a:cs typeface="Times New Roman" pitchFamily="18" charset="0"/>
              </a:rPr>
              <a:t>基本归纳变量</a:t>
            </a:r>
            <a:endParaRPr lang="en-US" altLang="zh-CN" b="1" dirty="0">
              <a:solidFill>
                <a:srgbClr val="FF0000"/>
              </a:solidFill>
              <a:cs typeface="Times New Roman" pitchFamily="18" charset="0"/>
            </a:endParaRPr>
          </a:p>
          <a:p>
            <a:pPr eaLnBrk="1" hangingPunct="1">
              <a:lnSpc>
                <a:spcPts val="3400"/>
              </a:lnSpc>
              <a:defRPr/>
            </a:pPr>
            <a:r>
              <a:rPr lang="zh-CN" altLang="en-US" b="1" dirty="0">
                <a:solidFill>
                  <a:schemeClr val="tx1"/>
                </a:solidFill>
                <a:cs typeface="Times New Roman" pitchFamily="18" charset="0"/>
              </a:rPr>
              <a:t>如果循环</a:t>
            </a:r>
            <a:r>
              <a:rPr lang="en-US" altLang="zh-CN" b="1" i="1" dirty="0">
                <a:solidFill>
                  <a:schemeClr val="tx1"/>
                </a:solidFill>
                <a:cs typeface="Times New Roman" pitchFamily="18" charset="0"/>
              </a:rPr>
              <a:t>L</a:t>
            </a:r>
            <a:r>
              <a:rPr lang="zh-CN" altLang="en-US" b="1" dirty="0">
                <a:solidFill>
                  <a:schemeClr val="tx1"/>
                </a:solidFill>
                <a:cs typeface="Times New Roman" pitchFamily="18" charset="0"/>
              </a:rPr>
              <a:t>中的变量 </a:t>
            </a:r>
            <a:r>
              <a:rPr lang="en-US" altLang="zh-CN" b="1" i="1" dirty="0">
                <a:solidFill>
                  <a:schemeClr val="tx1"/>
                </a:solidFill>
                <a:cs typeface="Times New Roman" pitchFamily="18" charset="0"/>
              </a:rPr>
              <a:t>j</a:t>
            </a:r>
            <a:r>
              <a:rPr lang="zh-CN" altLang="en-US" b="1" dirty="0">
                <a:solidFill>
                  <a:srgbClr val="0070C0"/>
                </a:solidFill>
                <a:cs typeface="Times New Roman" pitchFamily="18" charset="0"/>
              </a:rPr>
              <a:t>只有</a:t>
            </a:r>
            <a:r>
              <a:rPr lang="zh-CN" altLang="en-US" b="1" dirty="0">
                <a:solidFill>
                  <a:schemeClr val="tx1"/>
                </a:solidFill>
                <a:cs typeface="Times New Roman" pitchFamily="18" charset="0"/>
              </a:rPr>
              <a:t>形如 </a:t>
            </a:r>
            <a:r>
              <a:rPr lang="en-US" altLang="zh-CN" b="1" i="1" dirty="0">
                <a:solidFill>
                  <a:srgbClr val="0070C0"/>
                </a:solidFill>
                <a:cs typeface="Times New Roman" pitchFamily="18" charset="0"/>
              </a:rPr>
              <a:t>j </a:t>
            </a:r>
            <a:r>
              <a:rPr lang="en-US" altLang="zh-CN" b="1" dirty="0">
                <a:solidFill>
                  <a:srgbClr val="0070C0"/>
                </a:solidFill>
                <a:cs typeface="Times New Roman" pitchFamily="18" charset="0"/>
              </a:rPr>
              <a:t>= </a:t>
            </a:r>
            <a:r>
              <a:rPr lang="en-US" altLang="zh-CN" b="1" i="1" dirty="0" err="1">
                <a:solidFill>
                  <a:srgbClr val="0070C0"/>
                </a:solidFill>
                <a:cs typeface="Times New Roman" pitchFamily="18" charset="0"/>
              </a:rPr>
              <a:t>c</a:t>
            </a:r>
            <a:r>
              <a:rPr lang="en-US" altLang="zh-CN" sz="2000" b="1" dirty="0" err="1">
                <a:solidFill>
                  <a:srgbClr val="0070C0"/>
                </a:solidFill>
                <a:cs typeface="Times New Roman" pitchFamily="18" charset="0"/>
              </a:rPr>
              <a:t>×</a:t>
            </a:r>
            <a:r>
              <a:rPr lang="en-US" altLang="zh-CN" b="1" i="1" dirty="0" err="1">
                <a:solidFill>
                  <a:srgbClr val="0070C0"/>
                </a:solidFill>
                <a:cs typeface="Times New Roman" pitchFamily="18" charset="0"/>
              </a:rPr>
              <a:t>i</a:t>
            </a:r>
            <a:r>
              <a:rPr lang="en-US" altLang="zh-CN" b="1" dirty="0" err="1">
                <a:solidFill>
                  <a:srgbClr val="0070C0"/>
                </a:solidFill>
                <a:cs typeface="Times New Roman" pitchFamily="18" charset="0"/>
              </a:rPr>
              <a:t>+</a:t>
            </a:r>
            <a:r>
              <a:rPr lang="en-US" altLang="zh-CN" b="1" i="1" dirty="0" err="1">
                <a:solidFill>
                  <a:srgbClr val="0070C0"/>
                </a:solidFill>
                <a:cs typeface="Times New Roman" pitchFamily="18" charset="0"/>
              </a:rPr>
              <a:t>d</a:t>
            </a:r>
            <a:r>
              <a:rPr lang="zh-CN" altLang="en-US" b="1" dirty="0">
                <a:cs typeface="Times New Roman" pitchFamily="18" charset="0"/>
              </a:rPr>
              <a:t>的定值</a:t>
            </a:r>
            <a:r>
              <a:rPr lang="zh-CN" altLang="en-US" b="1" dirty="0">
                <a:solidFill>
                  <a:schemeClr val="tx1"/>
                </a:solidFill>
                <a:cs typeface="Times New Roman" pitchFamily="18" charset="0"/>
              </a:rPr>
              <a:t>，其中</a:t>
            </a:r>
            <a:r>
              <a:rPr lang="en-US" altLang="zh-CN" b="1" i="1" dirty="0" err="1">
                <a:solidFill>
                  <a:srgbClr val="0070C0"/>
                </a:solidFill>
                <a:cs typeface="Times New Roman" pitchFamily="18" charset="0"/>
              </a:rPr>
              <a:t>i</a:t>
            </a:r>
            <a:r>
              <a:rPr lang="zh-CN" altLang="en-US" b="1" dirty="0">
                <a:solidFill>
                  <a:schemeClr val="tx1"/>
                </a:solidFill>
                <a:cs typeface="Times New Roman" pitchFamily="18" charset="0"/>
              </a:rPr>
              <a:t>是</a:t>
            </a:r>
            <a:r>
              <a:rPr lang="zh-CN" altLang="en-US" b="1" dirty="0">
                <a:solidFill>
                  <a:srgbClr val="0070C0"/>
                </a:solidFill>
                <a:cs typeface="Times New Roman" pitchFamily="18" charset="0"/>
              </a:rPr>
              <a:t>基本归纳变量</a:t>
            </a:r>
            <a:r>
              <a:rPr lang="zh-CN" altLang="en-US" b="1" dirty="0">
                <a:solidFill>
                  <a:schemeClr val="tx1"/>
                </a:solidFill>
                <a:cs typeface="Times New Roman" pitchFamily="18" charset="0"/>
              </a:rPr>
              <a:t>，</a:t>
            </a:r>
            <a:r>
              <a:rPr lang="en-US" altLang="zh-CN" b="1" i="1" dirty="0">
                <a:solidFill>
                  <a:srgbClr val="0070C0"/>
                </a:solidFill>
                <a:cs typeface="Times New Roman" pitchFamily="18" charset="0"/>
              </a:rPr>
              <a:t>c</a:t>
            </a:r>
            <a:r>
              <a:rPr lang="zh-CN" altLang="en-US" b="1" dirty="0">
                <a:solidFill>
                  <a:srgbClr val="0070C0"/>
                </a:solidFill>
                <a:cs typeface="Times New Roman" pitchFamily="18" charset="0"/>
              </a:rPr>
              <a:t>和</a:t>
            </a:r>
            <a:r>
              <a:rPr lang="en-US" altLang="zh-CN" b="1" i="1" dirty="0">
                <a:solidFill>
                  <a:srgbClr val="0070C0"/>
                </a:solidFill>
                <a:cs typeface="Times New Roman" pitchFamily="18" charset="0"/>
              </a:rPr>
              <a:t>d</a:t>
            </a:r>
            <a:r>
              <a:rPr lang="zh-CN" altLang="en-US" b="1" dirty="0">
                <a:solidFill>
                  <a:srgbClr val="0070C0"/>
                </a:solidFill>
                <a:cs typeface="Times New Roman" pitchFamily="18" charset="0"/>
              </a:rPr>
              <a:t>是常量</a:t>
            </a:r>
            <a:r>
              <a:rPr lang="en-US" altLang="zh-CN" b="1" dirty="0">
                <a:cs typeface="Times New Roman" pitchFamily="18" charset="0"/>
              </a:rPr>
              <a:t>(</a:t>
            </a:r>
            <a:r>
              <a:rPr lang="zh-CN" altLang="en-US" b="1" dirty="0">
                <a:cs typeface="Times New Roman" pitchFamily="18" charset="0"/>
              </a:rPr>
              <a:t>或</a:t>
            </a:r>
            <a:r>
              <a:rPr lang="zh-CN" altLang="en-US" b="1" dirty="0">
                <a:solidFill>
                  <a:srgbClr val="0070C0"/>
                </a:solidFill>
                <a:cs typeface="Times New Roman" pitchFamily="18" charset="0"/>
              </a:rPr>
              <a:t>循环不变量</a:t>
            </a:r>
            <a:r>
              <a:rPr lang="en-US" altLang="zh-CN" b="1" dirty="0">
                <a:cs typeface="Times New Roman" pitchFamily="18" charset="0"/>
              </a:rPr>
              <a:t>)</a:t>
            </a:r>
            <a:r>
              <a:rPr lang="zh-CN" altLang="en-US" b="1" dirty="0">
                <a:solidFill>
                  <a:schemeClr val="tx1"/>
                </a:solidFill>
                <a:cs typeface="Times New Roman" pitchFamily="18" charset="0"/>
              </a:rPr>
              <a:t>，则 </a:t>
            </a:r>
            <a:r>
              <a:rPr lang="en-US" altLang="zh-CN" b="1" i="1" dirty="0">
                <a:solidFill>
                  <a:schemeClr val="tx1"/>
                </a:solidFill>
                <a:cs typeface="Times New Roman" pitchFamily="18" charset="0"/>
              </a:rPr>
              <a:t>j</a:t>
            </a:r>
            <a:r>
              <a:rPr lang="zh-CN" altLang="en-US" b="1" dirty="0">
                <a:solidFill>
                  <a:schemeClr val="tx1"/>
                </a:solidFill>
                <a:cs typeface="Times New Roman" pitchFamily="18" charset="0"/>
              </a:rPr>
              <a:t>也是一个</a:t>
            </a:r>
            <a:r>
              <a:rPr lang="zh-CN" altLang="en-US" b="1" dirty="0">
                <a:solidFill>
                  <a:srgbClr val="FF0000"/>
                </a:solidFill>
                <a:cs typeface="Times New Roman" pitchFamily="18" charset="0"/>
              </a:rPr>
              <a:t>归纳变量</a:t>
            </a:r>
            <a:r>
              <a:rPr lang="zh-CN" altLang="en-US" b="1" dirty="0">
                <a:solidFill>
                  <a:schemeClr val="tx1"/>
                </a:solidFill>
                <a:cs typeface="Times New Roman" pitchFamily="18" charset="0"/>
              </a:rPr>
              <a:t>，称 </a:t>
            </a:r>
            <a:r>
              <a:rPr lang="en-US" altLang="zh-CN" b="1" i="1" dirty="0">
                <a:solidFill>
                  <a:srgbClr val="FF0000"/>
                </a:solidFill>
                <a:cs typeface="Times New Roman" pitchFamily="18" charset="0"/>
              </a:rPr>
              <a:t>j</a:t>
            </a:r>
            <a:r>
              <a:rPr lang="zh-CN" altLang="en-US" b="1" dirty="0">
                <a:solidFill>
                  <a:srgbClr val="FF0000"/>
                </a:solidFill>
                <a:cs typeface="Times New Roman" pitchFamily="18" charset="0"/>
              </a:rPr>
              <a:t>属于</a:t>
            </a:r>
            <a:r>
              <a:rPr lang="en-US" altLang="zh-CN" b="1" i="1" dirty="0" err="1">
                <a:solidFill>
                  <a:srgbClr val="FF0000"/>
                </a:solidFill>
                <a:cs typeface="Times New Roman" pitchFamily="18" charset="0"/>
              </a:rPr>
              <a:t>i</a:t>
            </a:r>
            <a:r>
              <a:rPr lang="zh-CN" altLang="en-US" b="1" dirty="0">
                <a:solidFill>
                  <a:srgbClr val="FF0000"/>
                </a:solidFill>
                <a:cs typeface="Times New Roman" pitchFamily="18" charset="0"/>
              </a:rPr>
              <a:t>族</a:t>
            </a:r>
            <a:endParaRPr lang="en-US" altLang="zh-CN" b="1" dirty="0">
              <a:solidFill>
                <a:srgbClr val="FF0000"/>
              </a:solidFill>
              <a:cs typeface="Times New Roman" pitchFamily="18" charset="0"/>
            </a:endParaRPr>
          </a:p>
          <a:p>
            <a:pPr lvl="1" eaLnBrk="1" hangingPunct="1">
              <a:lnSpc>
                <a:spcPts val="3400"/>
              </a:lnSpc>
              <a:buClrTx/>
              <a:buFont typeface="Wingdings" pitchFamily="2" charset="2"/>
              <a:buChar char="Ø"/>
              <a:defRPr/>
            </a:pPr>
            <a:r>
              <a:rPr lang="zh-CN" altLang="en-US" b="1" dirty="0">
                <a:solidFill>
                  <a:prstClr val="black"/>
                </a:solidFill>
                <a:cs typeface="Times New Roman" pitchFamily="18" charset="0"/>
              </a:rPr>
              <a:t>基本归纳变量</a:t>
            </a:r>
            <a:r>
              <a:rPr lang="en-US" altLang="zh-CN" b="1" i="1" dirty="0" err="1">
                <a:solidFill>
                  <a:prstClr val="black"/>
                </a:solidFill>
                <a:cs typeface="Times New Roman" pitchFamily="18" charset="0"/>
              </a:rPr>
              <a:t>i</a:t>
            </a:r>
            <a:r>
              <a:rPr lang="zh-CN" altLang="en-US" b="1" dirty="0">
                <a:solidFill>
                  <a:prstClr val="black"/>
                </a:solidFill>
                <a:cs typeface="Times New Roman" pitchFamily="18" charset="0"/>
              </a:rPr>
              <a:t>属于它自己的族</a:t>
            </a:r>
            <a:endParaRPr lang="en-US" altLang="zh-CN" b="1" dirty="0">
              <a:solidFill>
                <a:prstClr val="black"/>
              </a:solidFill>
              <a:cs typeface="Times New Roman" pitchFamily="18" charset="0"/>
            </a:endParaRPr>
          </a:p>
          <a:p>
            <a:pPr eaLnBrk="1" hangingPunct="1">
              <a:lnSpc>
                <a:spcPts val="3400"/>
              </a:lnSpc>
              <a:defRPr/>
            </a:pPr>
            <a:r>
              <a:rPr lang="zh-CN" altLang="en-US" b="1" dirty="0">
                <a:cs typeface="Times New Roman" pitchFamily="18" charset="0"/>
              </a:rPr>
              <a:t>每个</a:t>
            </a:r>
            <a:r>
              <a:rPr lang="zh-CN" altLang="en-US" b="1" dirty="0">
                <a:solidFill>
                  <a:srgbClr val="0070C0"/>
                </a:solidFill>
                <a:cs typeface="Times New Roman" pitchFamily="18" charset="0"/>
              </a:rPr>
              <a:t>归纳变量</a:t>
            </a:r>
            <a:r>
              <a:rPr lang="zh-CN" altLang="en-US" b="1" dirty="0">
                <a:cs typeface="Times New Roman" pitchFamily="18" charset="0"/>
              </a:rPr>
              <a:t>都</a:t>
            </a:r>
            <a:r>
              <a:rPr lang="zh-CN" altLang="en-US" b="1" dirty="0">
                <a:solidFill>
                  <a:srgbClr val="0070C0"/>
                </a:solidFill>
                <a:cs typeface="Times New Roman" pitchFamily="18" charset="0"/>
              </a:rPr>
              <a:t>关联</a:t>
            </a:r>
            <a:r>
              <a:rPr lang="zh-CN" altLang="en-US" b="1" dirty="0">
                <a:cs typeface="Times New Roman" pitchFamily="18" charset="0"/>
              </a:rPr>
              <a:t>一个</a:t>
            </a:r>
            <a:r>
              <a:rPr lang="zh-CN" altLang="en-US" b="1" dirty="0">
                <a:solidFill>
                  <a:srgbClr val="0070C0"/>
                </a:solidFill>
                <a:cs typeface="Times New Roman" pitchFamily="18" charset="0"/>
              </a:rPr>
              <a:t>三元组</a:t>
            </a:r>
            <a:r>
              <a:rPr lang="zh-CN" altLang="en-US" b="1" dirty="0">
                <a:cs typeface="Times New Roman" pitchFamily="18" charset="0"/>
              </a:rPr>
              <a:t>。如果 </a:t>
            </a:r>
            <a:r>
              <a:rPr lang="en-US" altLang="zh-CN" b="1" i="1" dirty="0">
                <a:solidFill>
                  <a:srgbClr val="0070C0"/>
                </a:solidFill>
                <a:cs typeface="Times New Roman" pitchFamily="18" charset="0"/>
              </a:rPr>
              <a:t>j </a:t>
            </a:r>
            <a:r>
              <a:rPr lang="en-US" altLang="zh-CN" b="1" dirty="0">
                <a:solidFill>
                  <a:srgbClr val="0070C0"/>
                </a:solidFill>
                <a:cs typeface="Times New Roman" pitchFamily="18" charset="0"/>
              </a:rPr>
              <a:t>= </a:t>
            </a:r>
            <a:r>
              <a:rPr lang="en-US" altLang="zh-CN" b="1" i="1" dirty="0" err="1">
                <a:solidFill>
                  <a:srgbClr val="0070C0"/>
                </a:solidFill>
                <a:cs typeface="Times New Roman" pitchFamily="18" charset="0"/>
              </a:rPr>
              <a:t>c</a:t>
            </a:r>
            <a:r>
              <a:rPr lang="en-US" altLang="zh-CN" sz="2000" b="1" dirty="0" err="1">
                <a:solidFill>
                  <a:srgbClr val="0070C0"/>
                </a:solidFill>
                <a:cs typeface="Times New Roman" pitchFamily="18" charset="0"/>
              </a:rPr>
              <a:t>×</a:t>
            </a:r>
            <a:r>
              <a:rPr lang="en-US" altLang="zh-CN" b="1" i="1" dirty="0" err="1">
                <a:solidFill>
                  <a:srgbClr val="0070C0"/>
                </a:solidFill>
                <a:cs typeface="Times New Roman" pitchFamily="18" charset="0"/>
              </a:rPr>
              <a:t>i</a:t>
            </a:r>
            <a:r>
              <a:rPr lang="en-US" altLang="zh-CN" b="1" dirty="0" err="1">
                <a:solidFill>
                  <a:srgbClr val="0070C0"/>
                </a:solidFill>
                <a:cs typeface="Times New Roman" pitchFamily="18" charset="0"/>
              </a:rPr>
              <a:t>+</a:t>
            </a:r>
            <a:r>
              <a:rPr lang="en-US" altLang="zh-CN" b="1" i="1" dirty="0" err="1">
                <a:solidFill>
                  <a:srgbClr val="0070C0"/>
                </a:solidFill>
                <a:cs typeface="Times New Roman" pitchFamily="18" charset="0"/>
              </a:rPr>
              <a:t>d</a:t>
            </a:r>
            <a:r>
              <a:rPr lang="zh-CN" altLang="en-US" b="1" dirty="0">
                <a:cs typeface="Times New Roman" pitchFamily="18" charset="0"/>
              </a:rPr>
              <a:t>，其中</a:t>
            </a:r>
            <a:r>
              <a:rPr lang="en-US" altLang="zh-CN" b="1" i="1" dirty="0" err="1">
                <a:cs typeface="Times New Roman" pitchFamily="18" charset="0"/>
              </a:rPr>
              <a:t>i</a:t>
            </a:r>
            <a:r>
              <a:rPr lang="zh-CN" altLang="en-US" b="1" dirty="0">
                <a:cs typeface="Times New Roman" pitchFamily="18" charset="0"/>
              </a:rPr>
              <a:t>是基本归纳变量，</a:t>
            </a:r>
            <a:r>
              <a:rPr lang="en-US" altLang="zh-CN" b="1" i="1" dirty="0">
                <a:cs typeface="Times New Roman" pitchFamily="18" charset="0"/>
              </a:rPr>
              <a:t>c</a:t>
            </a:r>
            <a:r>
              <a:rPr lang="zh-CN" altLang="en-US" b="1" dirty="0">
                <a:cs typeface="Times New Roman" pitchFamily="18" charset="0"/>
              </a:rPr>
              <a:t>和</a:t>
            </a:r>
            <a:r>
              <a:rPr lang="en-US" altLang="zh-CN" b="1" i="1" dirty="0">
                <a:cs typeface="Times New Roman" pitchFamily="18" charset="0"/>
              </a:rPr>
              <a:t>d</a:t>
            </a:r>
            <a:r>
              <a:rPr lang="zh-CN" altLang="en-US" b="1" dirty="0">
                <a:cs typeface="Times New Roman" pitchFamily="18" charset="0"/>
              </a:rPr>
              <a:t>是常量，则与</a:t>
            </a:r>
            <a:r>
              <a:rPr lang="en-US" altLang="zh-CN" b="1" i="1" dirty="0">
                <a:cs typeface="Times New Roman" pitchFamily="18" charset="0"/>
              </a:rPr>
              <a:t>j</a:t>
            </a:r>
            <a:r>
              <a:rPr lang="zh-CN" altLang="en-US" b="1" dirty="0">
                <a:cs typeface="Times New Roman" pitchFamily="18" charset="0"/>
              </a:rPr>
              <a:t>相关联的三元组是</a:t>
            </a:r>
            <a:r>
              <a:rPr lang="en-US" altLang="zh-CN" b="1" dirty="0">
                <a:solidFill>
                  <a:srgbClr val="0070C0"/>
                </a:solidFill>
                <a:cs typeface="Times New Roman" pitchFamily="18" charset="0"/>
              </a:rPr>
              <a:t>( </a:t>
            </a:r>
            <a:r>
              <a:rPr lang="en-US" altLang="zh-CN" b="1" i="1" dirty="0" err="1">
                <a:solidFill>
                  <a:srgbClr val="0070C0"/>
                </a:solidFill>
                <a:cs typeface="Times New Roman" pitchFamily="18" charset="0"/>
              </a:rPr>
              <a:t>i</a:t>
            </a:r>
            <a:r>
              <a:rPr lang="en-US" altLang="zh-CN" b="1" dirty="0">
                <a:solidFill>
                  <a:srgbClr val="0070C0"/>
                </a:solidFill>
                <a:cs typeface="Times New Roman" pitchFamily="18" charset="0"/>
              </a:rPr>
              <a:t>, </a:t>
            </a:r>
            <a:r>
              <a:rPr lang="en-US" altLang="zh-CN" b="1" i="1" dirty="0">
                <a:solidFill>
                  <a:srgbClr val="0070C0"/>
                </a:solidFill>
                <a:cs typeface="Times New Roman" pitchFamily="18" charset="0"/>
              </a:rPr>
              <a:t>c</a:t>
            </a:r>
            <a:r>
              <a:rPr lang="en-US" altLang="zh-CN" b="1" dirty="0">
                <a:solidFill>
                  <a:srgbClr val="0070C0"/>
                </a:solidFill>
                <a:cs typeface="Times New Roman" pitchFamily="18" charset="0"/>
              </a:rPr>
              <a:t>, </a:t>
            </a:r>
            <a:r>
              <a:rPr lang="en-US" altLang="zh-CN" b="1" i="1" dirty="0">
                <a:solidFill>
                  <a:srgbClr val="0070C0"/>
                </a:solidFill>
                <a:cs typeface="Times New Roman" pitchFamily="18" charset="0"/>
              </a:rPr>
              <a:t>d </a:t>
            </a:r>
            <a:r>
              <a:rPr lang="en-US" altLang="zh-CN" b="1" dirty="0">
                <a:solidFill>
                  <a:srgbClr val="0070C0"/>
                </a:solidFill>
                <a:cs typeface="Times New Roman" pitchFamily="18" charset="0"/>
              </a:rPr>
              <a:t>)</a:t>
            </a:r>
            <a:r>
              <a:rPr lang="zh-CN" altLang="en-US" b="1" dirty="0">
                <a:solidFill>
                  <a:srgbClr val="0070C0"/>
                </a:solidFill>
                <a:cs typeface="Times New Roman" pitchFamily="18" charset="0"/>
              </a:rPr>
              <a:t> </a:t>
            </a:r>
          </a:p>
        </p:txBody>
      </p:sp>
      <p:sp>
        <p:nvSpPr>
          <p:cNvPr id="254979" name="标题 1">
            <a:extLst>
              <a:ext uri="{FF2B5EF4-FFF2-40B4-BE49-F238E27FC236}">
                <a16:creationId xmlns:a16="http://schemas.microsoft.com/office/drawing/2014/main" id="{B483A16F-6B13-467E-A509-5132D6C6E3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④ 作用于归纳变量的强度削弱</a:t>
            </a:r>
            <a:r>
              <a:rPr lang="en-US" altLang="zh-CN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 </a:t>
            </a:r>
            <a:endParaRPr lang="zh-CN" altLang="en-US" sz="3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 nodeType="clickPar">
                      <p:stCondLst>
                        <p:cond delay="indefinite"/>
                      </p:stCondLst>
                      <p:childTnLst>
                        <p:par>
                          <p:cTn id="1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53" presetClass="exit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53" presetClass="exit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41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074" name="Rectangle 4">
            <a:extLst>
              <a:ext uri="{FF2B5EF4-FFF2-40B4-BE49-F238E27FC236}">
                <a16:creationId xmlns:a16="http://schemas.microsoft.com/office/drawing/2014/main" id="{0A4B93DD-EB96-4B3E-A649-7FED0938D0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例</a:t>
            </a:r>
          </a:p>
        </p:txBody>
      </p:sp>
      <p:grpSp>
        <p:nvGrpSpPr>
          <p:cNvPr id="259075" name="组合 2">
            <a:extLst>
              <a:ext uri="{FF2B5EF4-FFF2-40B4-BE49-F238E27FC236}">
                <a16:creationId xmlns:a16="http://schemas.microsoft.com/office/drawing/2014/main" id="{77C199CF-E2B4-47E8-8026-3C4F035A0906}"/>
              </a:ext>
            </a:extLst>
          </p:cNvPr>
          <p:cNvGrpSpPr>
            <a:grpSpLocks/>
          </p:cNvGrpSpPr>
          <p:nvPr/>
        </p:nvGrpSpPr>
        <p:grpSpPr bwMode="auto">
          <a:xfrm>
            <a:off x="827584" y="447675"/>
            <a:ext cx="2863850" cy="4592637"/>
            <a:chOff x="1403648" y="531480"/>
            <a:chExt cx="2863654" cy="4592624"/>
          </a:xfrm>
        </p:grpSpPr>
        <p:sp>
          <p:nvSpPr>
            <p:cNvPr id="259078" name="Freeform 42">
              <a:extLst>
                <a:ext uri="{FF2B5EF4-FFF2-40B4-BE49-F238E27FC236}">
                  <a16:creationId xmlns:a16="http://schemas.microsoft.com/office/drawing/2014/main" id="{5E13A963-8BEE-4D20-81AB-259E60EC607C}"/>
                </a:ext>
              </a:extLst>
            </p:cNvPr>
            <p:cNvSpPr>
              <a:spLocks/>
            </p:cNvSpPr>
            <p:nvPr/>
          </p:nvSpPr>
          <p:spPr bwMode="auto">
            <a:xfrm>
              <a:off x="1403648" y="1195041"/>
              <a:ext cx="746127" cy="3929063"/>
            </a:xfrm>
            <a:custGeom>
              <a:avLst/>
              <a:gdLst>
                <a:gd name="T0" fmla="*/ 2147483646 w 627"/>
                <a:gd name="T1" fmla="*/ 2147483646 h 3190"/>
                <a:gd name="T2" fmla="*/ 2147483646 w 627"/>
                <a:gd name="T3" fmla="*/ 2147483646 h 3190"/>
                <a:gd name="T4" fmla="*/ 2147483646 w 627"/>
                <a:gd name="T5" fmla="*/ 2147483646 h 3190"/>
                <a:gd name="T6" fmla="*/ 2147483646 w 627"/>
                <a:gd name="T7" fmla="*/ 2147483646 h 3190"/>
                <a:gd name="T8" fmla="*/ 2147483646 w 627"/>
                <a:gd name="T9" fmla="*/ 2147483646 h 319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627"/>
                <a:gd name="T16" fmla="*/ 0 h 3190"/>
                <a:gd name="T17" fmla="*/ 627 w 627"/>
                <a:gd name="T18" fmla="*/ 3190 h 319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627" h="3190">
                  <a:moveTo>
                    <a:pt x="491" y="2994"/>
                  </a:moveTo>
                  <a:cubicBezTo>
                    <a:pt x="430" y="3092"/>
                    <a:pt x="369" y="3190"/>
                    <a:pt x="309" y="3130"/>
                  </a:cubicBezTo>
                  <a:cubicBezTo>
                    <a:pt x="249" y="3070"/>
                    <a:pt x="166" y="3092"/>
                    <a:pt x="128" y="2631"/>
                  </a:cubicBezTo>
                  <a:cubicBezTo>
                    <a:pt x="90" y="2170"/>
                    <a:pt x="0" y="726"/>
                    <a:pt x="83" y="363"/>
                  </a:cubicBezTo>
                  <a:cubicBezTo>
                    <a:pt x="166" y="0"/>
                    <a:pt x="396" y="227"/>
                    <a:pt x="627" y="454"/>
                  </a:cubicBezTo>
                </a:path>
              </a:pathLst>
            </a:cu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259079" name="Freeform 40">
              <a:extLst>
                <a:ext uri="{FF2B5EF4-FFF2-40B4-BE49-F238E27FC236}">
                  <a16:creationId xmlns:a16="http://schemas.microsoft.com/office/drawing/2014/main" id="{F517040C-CC15-4F5C-A1A8-1FF728CDB346}"/>
                </a:ext>
              </a:extLst>
            </p:cNvPr>
            <p:cNvSpPr>
              <a:spLocks/>
            </p:cNvSpPr>
            <p:nvPr/>
          </p:nvSpPr>
          <p:spPr bwMode="auto">
            <a:xfrm>
              <a:off x="1652683" y="1623666"/>
              <a:ext cx="385763" cy="1357313"/>
            </a:xfrm>
            <a:custGeom>
              <a:avLst/>
              <a:gdLst>
                <a:gd name="T0" fmla="*/ 2147483646 w 325"/>
                <a:gd name="T1" fmla="*/ 2147483646 h 983"/>
                <a:gd name="T2" fmla="*/ 2147483646 w 325"/>
                <a:gd name="T3" fmla="*/ 2147483646 h 983"/>
                <a:gd name="T4" fmla="*/ 2147483646 w 325"/>
                <a:gd name="T5" fmla="*/ 2147483646 h 983"/>
                <a:gd name="T6" fmla="*/ 2147483646 w 325"/>
                <a:gd name="T7" fmla="*/ 2147483646 h 983"/>
                <a:gd name="T8" fmla="*/ 2147483646 w 325"/>
                <a:gd name="T9" fmla="*/ 2147483646 h 98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5"/>
                <a:gd name="T16" fmla="*/ 0 h 983"/>
                <a:gd name="T17" fmla="*/ 325 w 325"/>
                <a:gd name="T18" fmla="*/ 983 h 98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5" h="983">
                  <a:moveTo>
                    <a:pt x="325" y="847"/>
                  </a:moveTo>
                  <a:cubicBezTo>
                    <a:pt x="215" y="915"/>
                    <a:pt x="106" y="983"/>
                    <a:pt x="53" y="938"/>
                  </a:cubicBezTo>
                  <a:cubicBezTo>
                    <a:pt x="0" y="893"/>
                    <a:pt x="1" y="719"/>
                    <a:pt x="8" y="575"/>
                  </a:cubicBezTo>
                  <a:cubicBezTo>
                    <a:pt x="15" y="431"/>
                    <a:pt x="53" y="152"/>
                    <a:pt x="98" y="76"/>
                  </a:cubicBezTo>
                  <a:cubicBezTo>
                    <a:pt x="143" y="0"/>
                    <a:pt x="211" y="60"/>
                    <a:pt x="280" y="121"/>
                  </a:cubicBezTo>
                </a:path>
              </a:pathLst>
            </a:cu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77" name="Rectangle 23">
              <a:extLst>
                <a:ext uri="{FF2B5EF4-FFF2-40B4-BE49-F238E27FC236}">
                  <a16:creationId xmlns:a16="http://schemas.microsoft.com/office/drawing/2014/main" id="{0E6D36A4-5873-4D7F-A4F9-53DDF5169BA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48124" y="539417"/>
              <a:ext cx="1693746" cy="998535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tIns="36000" bIns="0"/>
            <a:lstStyle>
              <a:lvl1pPr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just">
                <a:lnSpc>
                  <a:spcPts val="1800"/>
                </a:lnSpc>
                <a:defRPr/>
              </a:pP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i 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=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 m 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  <a:sym typeface="Symbol" charset="2"/>
                </a:rPr>
                <a:t>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1</a:t>
              </a:r>
            </a:p>
            <a:p>
              <a:pPr algn="just">
                <a:lnSpc>
                  <a:spcPts val="1800"/>
                </a:lnSpc>
                <a:defRPr/>
              </a:pP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j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 =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 n</a:t>
              </a:r>
            </a:p>
            <a:p>
              <a:pPr algn="just">
                <a:lnSpc>
                  <a:spcPts val="1800"/>
                </a:lnSpc>
                <a:defRPr/>
              </a:pP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t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charset="0"/>
                </a:rPr>
                <a:t>1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 = 4 *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n</a:t>
              </a:r>
            </a:p>
            <a:p>
              <a:pPr algn="just">
                <a:lnSpc>
                  <a:spcPts val="1800"/>
                </a:lnSpc>
                <a:defRPr/>
              </a:pP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v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 =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a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[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t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charset="0"/>
                </a:rPr>
                <a:t>1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]</a:t>
              </a:r>
            </a:p>
          </p:txBody>
        </p:sp>
        <p:sp>
          <p:nvSpPr>
            <p:cNvPr id="78" name="Rectangle 24">
              <a:extLst>
                <a:ext uri="{FF2B5EF4-FFF2-40B4-BE49-F238E27FC236}">
                  <a16:creationId xmlns:a16="http://schemas.microsoft.com/office/drawing/2014/main" id="{C0574574-8C36-42A5-A0D9-0CAB333A312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40186" y="1777663"/>
              <a:ext cx="1711208" cy="1060447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tIns="72000" bIns="0"/>
            <a:lstStyle>
              <a:lvl1pPr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just">
                <a:lnSpc>
                  <a:spcPts val="1800"/>
                </a:lnSpc>
                <a:defRPr/>
              </a:pPr>
              <a:r>
                <a:rPr lang="en-US" altLang="zh-CN" i="1" dirty="0" err="1">
                  <a:solidFill>
                    <a:srgbClr val="0000FF"/>
                  </a:solidFill>
                  <a:latin typeface="Times New Roman" charset="0"/>
                  <a:ea typeface="宋体" panose="02010600030101010101" pitchFamily="2" charset="-122"/>
                </a:rPr>
                <a:t>i</a:t>
              </a:r>
              <a:r>
                <a:rPr lang="en-US" altLang="zh-CN" dirty="0">
                  <a:solidFill>
                    <a:srgbClr val="0000FF"/>
                  </a:solidFill>
                  <a:latin typeface="Times New Roman" charset="0"/>
                  <a:ea typeface="宋体" panose="02010600030101010101" pitchFamily="2" charset="-122"/>
                </a:rPr>
                <a:t> =</a:t>
              </a:r>
              <a:r>
                <a:rPr lang="en-US" altLang="zh-CN" i="1" dirty="0">
                  <a:solidFill>
                    <a:srgbClr val="0000FF"/>
                  </a:solidFill>
                  <a:latin typeface="Times New Roman" charset="0"/>
                  <a:ea typeface="宋体" panose="02010600030101010101" pitchFamily="2" charset="-122"/>
                </a:rPr>
                <a:t> </a:t>
              </a:r>
              <a:r>
                <a:rPr lang="en-US" altLang="zh-CN" i="1" dirty="0" err="1">
                  <a:solidFill>
                    <a:srgbClr val="0000FF"/>
                  </a:solidFill>
                  <a:latin typeface="Times New Roman" charset="0"/>
                  <a:ea typeface="宋体" panose="02010600030101010101" pitchFamily="2" charset="-122"/>
                </a:rPr>
                <a:t>i</a:t>
              </a:r>
              <a:r>
                <a:rPr lang="en-US" altLang="zh-CN" i="1" dirty="0">
                  <a:solidFill>
                    <a:srgbClr val="0000FF"/>
                  </a:solidFill>
                  <a:latin typeface="Times New Roman" charset="0"/>
                  <a:ea typeface="宋体" panose="02010600030101010101" pitchFamily="2" charset="-122"/>
                </a:rPr>
                <a:t> </a:t>
              </a:r>
              <a:r>
                <a:rPr lang="en-US" altLang="zh-CN" dirty="0">
                  <a:solidFill>
                    <a:srgbClr val="0000FF"/>
                  </a:solidFill>
                  <a:latin typeface="Times New Roman" charset="0"/>
                  <a:ea typeface="宋体" panose="02010600030101010101" pitchFamily="2" charset="-122"/>
                </a:rPr>
                <a:t>+ 1</a:t>
              </a:r>
            </a:p>
            <a:p>
              <a:pPr algn="just">
                <a:lnSpc>
                  <a:spcPts val="1800"/>
                </a:lnSpc>
                <a:defRPr/>
              </a:pPr>
              <a:r>
                <a:rPr lang="en-US" altLang="zh-CN" i="1" dirty="0">
                  <a:solidFill>
                    <a:srgbClr val="0000FF"/>
                  </a:solidFill>
                  <a:latin typeface="Times New Roman" charset="0"/>
                  <a:ea typeface="宋体" panose="02010600030101010101" pitchFamily="2" charset="-122"/>
                </a:rPr>
                <a:t>t</a:t>
              </a:r>
              <a:r>
                <a:rPr lang="en-US" altLang="zh-CN" i="1" baseline="-25000" dirty="0">
                  <a:solidFill>
                    <a:srgbClr val="0000FF"/>
                  </a:solidFill>
                  <a:latin typeface="Times New Roman" charset="0"/>
                  <a:ea typeface="宋体" panose="02010600030101010101" pitchFamily="2" charset="-122"/>
                </a:rPr>
                <a:t>2</a:t>
              </a:r>
              <a:r>
                <a:rPr lang="en-US" altLang="zh-CN" dirty="0">
                  <a:solidFill>
                    <a:srgbClr val="0000FF"/>
                  </a:solidFill>
                  <a:latin typeface="Times New Roman" charset="0"/>
                  <a:ea typeface="宋体" panose="02010600030101010101" pitchFamily="2" charset="-122"/>
                </a:rPr>
                <a:t> = 4 * </a:t>
              </a:r>
              <a:r>
                <a:rPr lang="en-US" altLang="zh-CN" i="1" dirty="0" err="1">
                  <a:solidFill>
                    <a:srgbClr val="0000FF"/>
                  </a:solidFill>
                  <a:latin typeface="Times New Roman" charset="0"/>
                  <a:ea typeface="宋体" panose="02010600030101010101" pitchFamily="2" charset="-122"/>
                </a:rPr>
                <a:t>i</a:t>
              </a:r>
              <a:endParaRPr lang="en-US" altLang="zh-CN" i="1" dirty="0">
                <a:solidFill>
                  <a:srgbClr val="0000FF"/>
                </a:solidFill>
                <a:latin typeface="Times New Roman" charset="0"/>
                <a:ea typeface="宋体" panose="02010600030101010101" pitchFamily="2" charset="-122"/>
              </a:endParaRPr>
            </a:p>
            <a:p>
              <a:pPr algn="just">
                <a:lnSpc>
                  <a:spcPts val="1800"/>
                </a:lnSpc>
                <a:defRPr/>
              </a:pP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t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charset="0"/>
                </a:rPr>
                <a:t>3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 =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a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[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t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charset="0"/>
                </a:rPr>
                <a:t>2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]</a:t>
              </a:r>
            </a:p>
            <a:p>
              <a:pPr algn="just">
                <a:lnSpc>
                  <a:spcPts val="1800"/>
                </a:lnSpc>
                <a:defRPr/>
              </a:pP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if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t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charset="0"/>
                </a:rPr>
                <a:t>3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 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&lt;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v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 </a:t>
              </a:r>
              <a:r>
                <a:rPr lang="en-US" altLang="zh-CN" dirty="0" err="1">
                  <a:solidFill>
                    <a:prstClr val="black"/>
                  </a:solidFill>
                  <a:latin typeface="Times New Roman" charset="0"/>
                </a:rPr>
                <a:t>goto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B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charset="0"/>
                </a:rPr>
                <a:t>2</a:t>
              </a:r>
            </a:p>
          </p:txBody>
        </p:sp>
        <p:sp>
          <p:nvSpPr>
            <p:cNvPr id="259082" name="Rectangle 25">
              <a:extLst>
                <a:ext uri="{FF2B5EF4-FFF2-40B4-BE49-F238E27FC236}">
                  <a16:creationId xmlns:a16="http://schemas.microsoft.com/office/drawing/2014/main" id="{56997C0F-6E30-4686-BFD8-8F1CC757376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75611" y="531480"/>
              <a:ext cx="392774" cy="2203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0" rIns="0" bIns="0"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sz="1500" i="1">
                  <a:solidFill>
                    <a:srgbClr val="000000"/>
                  </a:solidFill>
                  <a:latin typeface="Times New Roman" panose="02020603050405020304" pitchFamily="18" charset="0"/>
                </a:rPr>
                <a:t>B</a:t>
              </a:r>
              <a:r>
                <a:rPr lang="en-US" altLang="zh-CN" sz="1500" baseline="-25000">
                  <a:solidFill>
                    <a:srgbClr val="000000"/>
                  </a:solidFill>
                  <a:latin typeface="Times New Roman" panose="02020603050405020304" pitchFamily="18" charset="0"/>
                </a:rPr>
                <a:t>1</a:t>
              </a:r>
              <a:endParaRPr lang="en-US" altLang="zh-CN" sz="1500">
                <a:solidFill>
                  <a:srgbClr val="000000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259083" name="Rectangle 26">
              <a:extLst>
                <a:ext uri="{FF2B5EF4-FFF2-40B4-BE49-F238E27FC236}">
                  <a16:creationId xmlns:a16="http://schemas.microsoft.com/office/drawing/2014/main" id="{BA8EA854-19A3-4B64-A7C4-9D76E78495F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09108" y="1722006"/>
              <a:ext cx="626058" cy="32631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sz="1500" i="1">
                  <a:solidFill>
                    <a:srgbClr val="000000"/>
                  </a:solidFill>
                  <a:latin typeface="Times New Roman" panose="02020603050405020304" pitchFamily="18" charset="0"/>
                </a:rPr>
                <a:t>B</a:t>
              </a:r>
              <a:r>
                <a:rPr lang="en-US" altLang="zh-CN" sz="1500" baseline="-25000">
                  <a:solidFill>
                    <a:srgbClr val="000000"/>
                  </a:solidFill>
                  <a:latin typeface="Times New Roman" panose="02020603050405020304" pitchFamily="18" charset="0"/>
                </a:rPr>
                <a:t>2</a:t>
              </a:r>
              <a:endParaRPr lang="en-US" altLang="zh-CN" sz="1500">
                <a:solidFill>
                  <a:srgbClr val="000000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81" name="Rectangle 27">
              <a:extLst>
                <a:ext uri="{FF2B5EF4-FFF2-40B4-BE49-F238E27FC236}">
                  <a16:creationId xmlns:a16="http://schemas.microsoft.com/office/drawing/2014/main" id="{E8AF986A-6B8A-4C16-9119-18811EC791E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57648" y="3123860"/>
              <a:ext cx="1711208" cy="1000122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tIns="72000" bIns="0" anchor="ctr"/>
            <a:lstStyle>
              <a:lvl1pPr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just">
                <a:lnSpc>
                  <a:spcPts val="1800"/>
                </a:lnSpc>
                <a:defRPr/>
              </a:pPr>
              <a:r>
                <a:rPr lang="en-US" altLang="zh-CN" i="1" dirty="0">
                  <a:solidFill>
                    <a:srgbClr val="0000FF"/>
                  </a:solidFill>
                  <a:latin typeface="Times New Roman" charset="0"/>
                  <a:ea typeface="宋体" panose="02010600030101010101" pitchFamily="2" charset="-122"/>
                </a:rPr>
                <a:t>j </a:t>
              </a:r>
              <a:r>
                <a:rPr lang="en-US" altLang="zh-CN" dirty="0">
                  <a:solidFill>
                    <a:srgbClr val="0000FF"/>
                  </a:solidFill>
                  <a:latin typeface="Times New Roman" charset="0"/>
                  <a:ea typeface="宋体" panose="02010600030101010101" pitchFamily="2" charset="-122"/>
                </a:rPr>
                <a:t>= </a:t>
              </a:r>
              <a:r>
                <a:rPr lang="en-US" altLang="zh-CN" i="1" dirty="0">
                  <a:solidFill>
                    <a:srgbClr val="0000FF"/>
                  </a:solidFill>
                  <a:latin typeface="Times New Roman" charset="0"/>
                  <a:ea typeface="宋体" panose="02010600030101010101" pitchFamily="2" charset="-122"/>
                </a:rPr>
                <a:t>j </a:t>
              </a:r>
              <a:r>
                <a:rPr lang="en-US" altLang="zh-CN" dirty="0">
                  <a:solidFill>
                    <a:srgbClr val="0000FF"/>
                  </a:solidFill>
                  <a:latin typeface="Times New Roman" charset="0"/>
                  <a:ea typeface="宋体" panose="02010600030101010101" pitchFamily="2" charset="-122"/>
                  <a:sym typeface="Symbol" charset="2"/>
                </a:rPr>
                <a:t></a:t>
              </a:r>
              <a:r>
                <a:rPr lang="en-US" altLang="zh-CN" dirty="0">
                  <a:solidFill>
                    <a:srgbClr val="0000FF"/>
                  </a:solidFill>
                  <a:latin typeface="Times New Roman" charset="0"/>
                  <a:ea typeface="宋体" panose="02010600030101010101" pitchFamily="2" charset="-122"/>
                </a:rPr>
                <a:t>1</a:t>
              </a:r>
            </a:p>
            <a:p>
              <a:pPr algn="just">
                <a:lnSpc>
                  <a:spcPts val="1800"/>
                </a:lnSpc>
                <a:defRPr/>
              </a:pPr>
              <a:r>
                <a:rPr lang="en-US" altLang="zh-CN" i="1" dirty="0">
                  <a:solidFill>
                    <a:srgbClr val="0000FF"/>
                  </a:solidFill>
                  <a:latin typeface="Times New Roman" charset="0"/>
                  <a:ea typeface="宋体" panose="02010600030101010101" pitchFamily="2" charset="-122"/>
                </a:rPr>
                <a:t>t</a:t>
              </a:r>
              <a:r>
                <a:rPr lang="en-US" altLang="zh-CN" i="1" baseline="-25000" dirty="0">
                  <a:solidFill>
                    <a:srgbClr val="0000FF"/>
                  </a:solidFill>
                  <a:latin typeface="Times New Roman" charset="0"/>
                  <a:ea typeface="宋体" panose="02010600030101010101" pitchFamily="2" charset="-122"/>
                </a:rPr>
                <a:t>4</a:t>
              </a:r>
              <a:r>
                <a:rPr lang="en-US" altLang="zh-CN" i="1" dirty="0">
                  <a:solidFill>
                    <a:srgbClr val="0000FF"/>
                  </a:solidFill>
                  <a:latin typeface="Times New Roman" charset="0"/>
                  <a:ea typeface="宋体" panose="02010600030101010101" pitchFamily="2" charset="-122"/>
                </a:rPr>
                <a:t> </a:t>
              </a:r>
              <a:r>
                <a:rPr lang="en-US" altLang="zh-CN" dirty="0">
                  <a:solidFill>
                    <a:srgbClr val="0000FF"/>
                  </a:solidFill>
                  <a:latin typeface="Times New Roman" charset="0"/>
                  <a:ea typeface="宋体" panose="02010600030101010101" pitchFamily="2" charset="-122"/>
                </a:rPr>
                <a:t>= 4 *</a:t>
              </a:r>
              <a:r>
                <a:rPr lang="en-US" altLang="zh-CN" i="1" dirty="0">
                  <a:solidFill>
                    <a:srgbClr val="0000FF"/>
                  </a:solidFill>
                  <a:latin typeface="Times New Roman" charset="0"/>
                  <a:ea typeface="宋体" panose="02010600030101010101" pitchFamily="2" charset="-122"/>
                </a:rPr>
                <a:t> j</a:t>
              </a:r>
            </a:p>
            <a:p>
              <a:pPr algn="just">
                <a:lnSpc>
                  <a:spcPts val="1800"/>
                </a:lnSpc>
                <a:defRPr/>
              </a:pP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t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charset="0"/>
                </a:rPr>
                <a:t>5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 =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a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[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t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charset="0"/>
                </a:rPr>
                <a:t>4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]</a:t>
              </a:r>
            </a:p>
            <a:p>
              <a:pPr algn="just">
                <a:lnSpc>
                  <a:spcPts val="1800"/>
                </a:lnSpc>
                <a:defRPr/>
              </a:pP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if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t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charset="0"/>
                </a:rPr>
                <a:t>5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 &gt;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v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 </a:t>
              </a:r>
              <a:r>
                <a:rPr lang="en-US" altLang="zh-CN" dirty="0" err="1">
                  <a:solidFill>
                    <a:prstClr val="black"/>
                  </a:solidFill>
                  <a:latin typeface="Times New Roman" charset="0"/>
                </a:rPr>
                <a:t>goto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B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charset="0"/>
                </a:rPr>
                <a:t>3</a:t>
              </a:r>
            </a:p>
          </p:txBody>
        </p:sp>
        <p:sp>
          <p:nvSpPr>
            <p:cNvPr id="82" name="Rectangle 30">
              <a:extLst>
                <a:ext uri="{FF2B5EF4-FFF2-40B4-BE49-F238E27FC236}">
                  <a16:creationId xmlns:a16="http://schemas.microsoft.com/office/drawing/2014/main" id="{49E6A399-DAFF-4C69-B70C-35B67C94FB2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57648" y="4254156"/>
              <a:ext cx="1727082" cy="276224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90000" tIns="0" rIns="0" bIns="0"/>
            <a:lstStyle>
              <a:lvl1pPr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just">
                <a:lnSpc>
                  <a:spcPct val="96000"/>
                </a:lnSpc>
                <a:defRPr/>
              </a:pPr>
              <a:r>
                <a:rPr lang="en-US" altLang="zh-CN" dirty="0">
                  <a:solidFill>
                    <a:srgbClr val="000000"/>
                  </a:solidFill>
                  <a:latin typeface="Times New Roman" charset="0"/>
                </a:rPr>
                <a:t>if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i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 &gt;=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j </a:t>
              </a:r>
              <a:r>
                <a:rPr lang="en-US" altLang="zh-CN" dirty="0" err="1">
                  <a:solidFill>
                    <a:srgbClr val="000000"/>
                  </a:solidFill>
                  <a:latin typeface="Times New Roman" charset="0"/>
                </a:rPr>
                <a:t>goto</a:t>
              </a:r>
              <a:r>
                <a:rPr lang="en-US" altLang="zh-CN" dirty="0">
                  <a:solidFill>
                    <a:srgbClr val="000000"/>
                  </a:solidFill>
                  <a:latin typeface="Times New Roman" charset="0"/>
                </a:rPr>
                <a:t> </a:t>
              </a:r>
              <a:r>
                <a:rPr lang="en-US" altLang="zh-CN" i="1" dirty="0">
                  <a:solidFill>
                    <a:srgbClr val="000000"/>
                  </a:solidFill>
                  <a:latin typeface="Times New Roman" charset="0"/>
                </a:rPr>
                <a:t>B</a:t>
              </a:r>
              <a:r>
                <a:rPr lang="en-US" altLang="zh-CN" i="1" baseline="-25000" dirty="0">
                  <a:solidFill>
                    <a:srgbClr val="000000"/>
                  </a:solidFill>
                  <a:latin typeface="Times New Roman" charset="0"/>
                </a:rPr>
                <a:t>6</a:t>
              </a:r>
            </a:p>
          </p:txBody>
        </p:sp>
        <p:sp>
          <p:nvSpPr>
            <p:cNvPr id="83" name="Rectangle 32">
              <a:extLst>
                <a:ext uri="{FF2B5EF4-FFF2-40B4-BE49-F238E27FC236}">
                  <a16:creationId xmlns:a16="http://schemas.microsoft.com/office/drawing/2014/main" id="{A0EBF8C9-9A65-4ED0-AF37-FD2D0B9D215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2250" y="4727230"/>
              <a:ext cx="784171" cy="231774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tIns="0" bIns="0"/>
            <a:lstStyle>
              <a:lvl1pPr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just">
                <a:lnSpc>
                  <a:spcPct val="96000"/>
                </a:lnSpc>
                <a:defRPr/>
              </a:pPr>
              <a:endParaRPr lang="en-US" altLang="zh-CN" sz="700" b="0" baseline="-25000">
                <a:solidFill>
                  <a:prstClr val="black"/>
                </a:solidFill>
                <a:latin typeface="Times New Roman" charset="0"/>
              </a:endParaRPr>
            </a:p>
          </p:txBody>
        </p:sp>
        <p:sp>
          <p:nvSpPr>
            <p:cNvPr id="259087" name="Rectangle 33">
              <a:extLst>
                <a:ext uri="{FF2B5EF4-FFF2-40B4-BE49-F238E27FC236}">
                  <a16:creationId xmlns:a16="http://schemas.microsoft.com/office/drawing/2014/main" id="{7822D6EE-7BB8-44CB-83A0-75626A9DB7C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25423" y="4206320"/>
              <a:ext cx="626058" cy="32392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sz="1500" i="1">
                  <a:solidFill>
                    <a:srgbClr val="000000"/>
                  </a:solidFill>
                  <a:latin typeface="Times New Roman" panose="02020603050405020304" pitchFamily="18" charset="0"/>
                </a:rPr>
                <a:t>B</a:t>
              </a:r>
              <a:r>
                <a:rPr lang="en-US" altLang="zh-CN" sz="1500" baseline="-25000">
                  <a:solidFill>
                    <a:srgbClr val="000000"/>
                  </a:solidFill>
                  <a:latin typeface="Times New Roman" panose="02020603050405020304" pitchFamily="18" charset="0"/>
                </a:rPr>
                <a:t>4</a:t>
              </a:r>
              <a:endParaRPr lang="en-US" altLang="zh-CN" sz="1500">
                <a:solidFill>
                  <a:srgbClr val="000000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259088" name="Rectangle 34">
              <a:extLst>
                <a:ext uri="{FF2B5EF4-FFF2-40B4-BE49-F238E27FC236}">
                  <a16:creationId xmlns:a16="http://schemas.microsoft.com/office/drawing/2014/main" id="{98AE1E75-D0F8-4DF1-9A49-93DE398F634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38864" y="3052416"/>
              <a:ext cx="628438" cy="3275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sz="1500" i="1">
                  <a:solidFill>
                    <a:srgbClr val="000000"/>
                  </a:solidFill>
                  <a:latin typeface="Times New Roman" panose="02020603050405020304" pitchFamily="18" charset="0"/>
                </a:rPr>
                <a:t>B</a:t>
              </a:r>
              <a:r>
                <a:rPr lang="en-US" altLang="zh-CN" sz="1500" baseline="-25000">
                  <a:solidFill>
                    <a:srgbClr val="000000"/>
                  </a:solidFill>
                  <a:latin typeface="Times New Roman" panose="02020603050405020304" pitchFamily="18" charset="0"/>
                </a:rPr>
                <a:t>3</a:t>
              </a:r>
              <a:endParaRPr lang="en-US" altLang="zh-CN" sz="1500">
                <a:solidFill>
                  <a:srgbClr val="000000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86" name="Rectangle 36">
              <a:extLst>
                <a:ext uri="{FF2B5EF4-FFF2-40B4-BE49-F238E27FC236}">
                  <a16:creationId xmlns:a16="http://schemas.microsoft.com/office/drawing/2014/main" id="{3FCAB2BD-2C14-4F40-BA5C-3DAAFF685B9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49762" y="4727230"/>
              <a:ext cx="809570" cy="231774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tIns="0" bIns="0"/>
            <a:lstStyle>
              <a:lvl1pPr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just">
                <a:lnSpc>
                  <a:spcPct val="96000"/>
                </a:lnSpc>
                <a:defRPr/>
              </a:pPr>
              <a:endParaRPr lang="en-US" altLang="zh-CN" sz="700" b="0" baseline="-25000">
                <a:solidFill>
                  <a:prstClr val="black"/>
                </a:solidFill>
                <a:latin typeface="Times New Roman" charset="0"/>
              </a:endParaRPr>
            </a:p>
          </p:txBody>
        </p:sp>
        <p:sp>
          <p:nvSpPr>
            <p:cNvPr id="259090" name="Rectangle 39">
              <a:extLst>
                <a:ext uri="{FF2B5EF4-FFF2-40B4-BE49-F238E27FC236}">
                  <a16:creationId xmlns:a16="http://schemas.microsoft.com/office/drawing/2014/main" id="{F9A646BB-4EAA-4EC6-9C0C-2ECF783791F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24234" y="4673123"/>
              <a:ext cx="627248" cy="3275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sz="1500" i="1">
                  <a:solidFill>
                    <a:srgbClr val="000000"/>
                  </a:solidFill>
                  <a:latin typeface="Times New Roman" panose="02020603050405020304" pitchFamily="18" charset="0"/>
                </a:rPr>
                <a:t>B</a:t>
              </a:r>
              <a:r>
                <a:rPr lang="en-US" altLang="zh-CN" sz="1500" baseline="-25000">
                  <a:solidFill>
                    <a:srgbClr val="000000"/>
                  </a:solidFill>
                  <a:latin typeface="Times New Roman" panose="02020603050405020304" pitchFamily="18" charset="0"/>
                </a:rPr>
                <a:t>6</a:t>
              </a:r>
              <a:endParaRPr lang="en-US" altLang="zh-CN" sz="1500">
                <a:solidFill>
                  <a:srgbClr val="000000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259091" name="Line 28">
              <a:extLst>
                <a:ext uri="{FF2B5EF4-FFF2-40B4-BE49-F238E27FC236}">
                  <a16:creationId xmlns:a16="http://schemas.microsoft.com/office/drawing/2014/main" id="{13054CDC-5F51-43C9-ACE7-751D24B2743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732186" y="1539535"/>
              <a:ext cx="0" cy="239711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259092" name="Line 29">
              <a:extLst>
                <a:ext uri="{FF2B5EF4-FFF2-40B4-BE49-F238E27FC236}">
                  <a16:creationId xmlns:a16="http://schemas.microsoft.com/office/drawing/2014/main" id="{248F94B1-455B-479C-A530-19FA0E8DEBF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725848" y="2852393"/>
              <a:ext cx="0" cy="27146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259093" name="Line 31">
              <a:extLst>
                <a:ext uri="{FF2B5EF4-FFF2-40B4-BE49-F238E27FC236}">
                  <a16:creationId xmlns:a16="http://schemas.microsoft.com/office/drawing/2014/main" id="{A99A1C2D-D67C-41B3-8904-B1DE8FDF09D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794098" y="4115916"/>
              <a:ext cx="0" cy="169861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259094" name="Line 37">
              <a:extLst>
                <a:ext uri="{FF2B5EF4-FFF2-40B4-BE49-F238E27FC236}">
                  <a16:creationId xmlns:a16="http://schemas.microsoft.com/office/drawing/2014/main" id="{B0B715CF-935F-40B6-B969-A5240315EC31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236884" y="4543818"/>
              <a:ext cx="368301" cy="182561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259095" name="Line 38">
              <a:extLst>
                <a:ext uri="{FF2B5EF4-FFF2-40B4-BE49-F238E27FC236}">
                  <a16:creationId xmlns:a16="http://schemas.microsoft.com/office/drawing/2014/main" id="{B19001AF-B468-477B-83E1-2D8B8B828CE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92537" y="4543818"/>
              <a:ext cx="323851" cy="182561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259096" name="Freeform 41">
              <a:extLst>
                <a:ext uri="{FF2B5EF4-FFF2-40B4-BE49-F238E27FC236}">
                  <a16:creationId xmlns:a16="http://schemas.microsoft.com/office/drawing/2014/main" id="{F5EEFF47-29E6-4217-BD47-11544CAC9886}"/>
                </a:ext>
              </a:extLst>
            </p:cNvPr>
            <p:cNvSpPr>
              <a:spLocks/>
            </p:cNvSpPr>
            <p:nvPr/>
          </p:nvSpPr>
          <p:spPr bwMode="auto">
            <a:xfrm>
              <a:off x="1725713" y="2909541"/>
              <a:ext cx="271464" cy="1357313"/>
            </a:xfrm>
            <a:custGeom>
              <a:avLst/>
              <a:gdLst>
                <a:gd name="T0" fmla="*/ 2147483646 w 227"/>
                <a:gd name="T1" fmla="*/ 2147483646 h 983"/>
                <a:gd name="T2" fmla="*/ 2147483646 w 227"/>
                <a:gd name="T3" fmla="*/ 2147483646 h 983"/>
                <a:gd name="T4" fmla="*/ 0 w 227"/>
                <a:gd name="T5" fmla="*/ 2147483646 h 983"/>
                <a:gd name="T6" fmla="*/ 2147483646 w 227"/>
                <a:gd name="T7" fmla="*/ 2147483646 h 983"/>
                <a:gd name="T8" fmla="*/ 2147483646 w 227"/>
                <a:gd name="T9" fmla="*/ 2147483646 h 98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27"/>
                <a:gd name="T16" fmla="*/ 0 h 983"/>
                <a:gd name="T17" fmla="*/ 227 w 227"/>
                <a:gd name="T18" fmla="*/ 983 h 98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27" h="983">
                  <a:moveTo>
                    <a:pt x="182" y="885"/>
                  </a:moveTo>
                  <a:cubicBezTo>
                    <a:pt x="129" y="934"/>
                    <a:pt x="76" y="983"/>
                    <a:pt x="46" y="930"/>
                  </a:cubicBezTo>
                  <a:cubicBezTo>
                    <a:pt x="16" y="877"/>
                    <a:pt x="0" y="711"/>
                    <a:pt x="0" y="567"/>
                  </a:cubicBezTo>
                  <a:cubicBezTo>
                    <a:pt x="0" y="423"/>
                    <a:pt x="8" y="136"/>
                    <a:pt x="46" y="68"/>
                  </a:cubicBezTo>
                  <a:cubicBezTo>
                    <a:pt x="84" y="0"/>
                    <a:pt x="155" y="79"/>
                    <a:pt x="227" y="159"/>
                  </a:cubicBezTo>
                </a:path>
              </a:pathLst>
            </a:cu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259097" name="Rectangle 16">
              <a:extLst>
                <a:ext uri="{FF2B5EF4-FFF2-40B4-BE49-F238E27FC236}">
                  <a16:creationId xmlns:a16="http://schemas.microsoft.com/office/drawing/2014/main" id="{3724ED26-FD48-4476-A561-D896F349C19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82837" y="4673124"/>
              <a:ext cx="514351" cy="3254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sz="1500" i="1">
                  <a:solidFill>
                    <a:srgbClr val="000000"/>
                  </a:solidFill>
                  <a:latin typeface="Times New Roman" panose="02020603050405020304" pitchFamily="18" charset="0"/>
                </a:rPr>
                <a:t>B</a:t>
              </a:r>
              <a:r>
                <a:rPr lang="en-US" altLang="zh-CN" sz="1500" i="1" baseline="-25000">
                  <a:solidFill>
                    <a:srgbClr val="000000"/>
                  </a:solidFill>
                  <a:latin typeface="Times New Roman" panose="02020603050405020304" pitchFamily="18" charset="0"/>
                </a:rPr>
                <a:t>5</a:t>
              </a:r>
              <a:endParaRPr lang="en-US" altLang="zh-CN" sz="1500" i="1">
                <a:solidFill>
                  <a:srgbClr val="000000"/>
                </a:solidFill>
                <a:latin typeface="Times New Roman" panose="02020603050405020304" pitchFamily="18" charset="0"/>
              </a:endParaRPr>
            </a:p>
          </p:txBody>
        </p:sp>
      </p:grpSp>
      <p:sp>
        <p:nvSpPr>
          <p:cNvPr id="46" name="矩形 45">
            <a:extLst>
              <a:ext uri="{FF2B5EF4-FFF2-40B4-BE49-F238E27FC236}">
                <a16:creationId xmlns:a16="http://schemas.microsoft.com/office/drawing/2014/main" id="{993A377A-3DE6-4A81-81FE-DE67DC504E25}"/>
              </a:ext>
            </a:extLst>
          </p:cNvPr>
          <p:cNvSpPr/>
          <p:nvPr/>
        </p:nvSpPr>
        <p:spPr>
          <a:xfrm>
            <a:off x="3652281" y="2807884"/>
            <a:ext cx="4862512" cy="992579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lIns="68580" tIns="34290" rIns="68580" bIns="34290">
            <a:spAutoFit/>
          </a:bodyPr>
          <a:lstStyle/>
          <a:p>
            <a:pPr marL="257175" indent="-257175" eaLnBrk="1" hangingPunct="1">
              <a:spcBef>
                <a:spcPts val="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2000" i="1" dirty="0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 </a:t>
            </a:r>
            <a:r>
              <a:rPr lang="en-US" altLang="zh-CN" sz="2000" i="1" dirty="0" err="1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i</a:t>
            </a:r>
            <a:r>
              <a:rPr lang="en-US" altLang="zh-CN" sz="2000" i="1" dirty="0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 </a:t>
            </a:r>
            <a:r>
              <a:rPr lang="zh-CN" altLang="en-US" sz="2000" dirty="0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是</a:t>
            </a:r>
            <a:r>
              <a:rPr lang="zh-CN" altLang="en-US" sz="2000" dirty="0">
                <a:solidFill>
                  <a:srgbClr val="0000FF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基本归纳变量，</a:t>
            </a:r>
            <a:r>
              <a:rPr lang="en-US" altLang="zh-CN" sz="2000" i="1" dirty="0" err="1">
                <a:solidFill>
                  <a:srgbClr val="0000FF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i</a:t>
            </a:r>
            <a:r>
              <a:rPr lang="en-US" altLang="zh-CN" sz="2000" i="1" dirty="0">
                <a:solidFill>
                  <a:srgbClr val="0000FF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 </a:t>
            </a:r>
            <a:r>
              <a:rPr lang="en-US" altLang="zh-CN" sz="2000" dirty="0">
                <a:solidFill>
                  <a:srgbClr val="0000FF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= </a:t>
            </a:r>
            <a:r>
              <a:rPr lang="en-US" altLang="zh-CN" sz="2000" i="1" dirty="0" err="1">
                <a:solidFill>
                  <a:srgbClr val="0000FF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i</a:t>
            </a:r>
            <a:r>
              <a:rPr lang="en-US" altLang="zh-CN" sz="2000" i="1" dirty="0">
                <a:solidFill>
                  <a:srgbClr val="0000FF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 </a:t>
            </a:r>
            <a:r>
              <a:rPr lang="en-US" altLang="zh-CN" sz="2000" dirty="0">
                <a:solidFill>
                  <a:srgbClr val="0000FF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+ 1</a:t>
            </a:r>
            <a:endParaRPr lang="en-US" altLang="zh-CN" sz="2000" dirty="0">
              <a:latin typeface="Times New Roman" pitchFamily="18" charset="0"/>
              <a:ea typeface="楷体" pitchFamily="49" charset="-122"/>
              <a:cs typeface="Times New Roman" pitchFamily="18" charset="0"/>
            </a:endParaRPr>
          </a:p>
          <a:p>
            <a:pPr marL="257175" indent="-257175" eaLnBrk="1" hangingPunct="1">
              <a:spcBef>
                <a:spcPts val="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2000" i="1" dirty="0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 t</a:t>
            </a:r>
            <a:r>
              <a:rPr lang="en-US" altLang="zh-CN" sz="2000" i="1" baseline="-25000" dirty="0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2</a:t>
            </a:r>
            <a:r>
              <a:rPr lang="zh-CN" altLang="en-US" sz="2000" dirty="0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是 </a:t>
            </a:r>
            <a:r>
              <a:rPr lang="en-US" altLang="zh-CN" sz="2000" i="1" dirty="0" err="1">
                <a:solidFill>
                  <a:srgbClr val="0000FF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i</a:t>
            </a:r>
            <a:r>
              <a:rPr lang="en-US" altLang="zh-CN" sz="2000" i="1" dirty="0">
                <a:solidFill>
                  <a:srgbClr val="0000FF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 </a:t>
            </a:r>
            <a:r>
              <a:rPr lang="zh-CN" altLang="en-US" sz="2000" dirty="0">
                <a:solidFill>
                  <a:srgbClr val="0000FF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族归纳变量</a:t>
            </a:r>
            <a:r>
              <a:rPr lang="zh-CN" altLang="en-US" sz="2000" dirty="0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，可以表示为</a:t>
            </a:r>
            <a:r>
              <a:rPr lang="en-US" altLang="zh-CN" sz="2000" dirty="0">
                <a:solidFill>
                  <a:srgbClr val="0000FF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( </a:t>
            </a:r>
            <a:r>
              <a:rPr lang="en-US" altLang="zh-CN" sz="2000" i="1" dirty="0" err="1">
                <a:solidFill>
                  <a:srgbClr val="0000FF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i</a:t>
            </a:r>
            <a:r>
              <a:rPr lang="en-US" altLang="zh-CN" sz="2000" dirty="0">
                <a:solidFill>
                  <a:srgbClr val="0000FF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,  4, 0 )</a:t>
            </a:r>
          </a:p>
          <a:p>
            <a:pPr marL="257175" indent="-257175" eaLnBrk="1" hangingPunct="1">
              <a:spcBef>
                <a:spcPts val="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2000" i="1" dirty="0">
                <a:solidFill>
                  <a:srgbClr val="0000FF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 </a:t>
            </a:r>
            <a:r>
              <a:rPr lang="en-US" altLang="zh-CN" sz="2000" i="1" dirty="0" err="1">
                <a:solidFill>
                  <a:srgbClr val="0000FF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i</a:t>
            </a:r>
            <a:r>
              <a:rPr lang="zh-CN" altLang="en-US" sz="2000" dirty="0">
                <a:solidFill>
                  <a:srgbClr val="0000FF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增加</a:t>
            </a:r>
            <a:r>
              <a:rPr lang="en-US" altLang="zh-CN" sz="2000" dirty="0">
                <a:solidFill>
                  <a:srgbClr val="0000FF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1</a:t>
            </a:r>
            <a:r>
              <a:rPr lang="zh-CN" altLang="en-US" sz="2000" dirty="0">
                <a:solidFill>
                  <a:srgbClr val="0000FF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，</a:t>
            </a:r>
            <a:r>
              <a:rPr lang="en-US" altLang="zh-CN" sz="2000" i="1" dirty="0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t</a:t>
            </a:r>
            <a:r>
              <a:rPr lang="en-US" altLang="zh-CN" sz="2000" i="1" baseline="-25000" dirty="0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2</a:t>
            </a:r>
            <a:r>
              <a:rPr lang="zh-CN" altLang="en-US" sz="2000" dirty="0">
                <a:solidFill>
                  <a:srgbClr val="0000FF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增加</a:t>
            </a:r>
            <a:r>
              <a:rPr lang="en-US" altLang="zh-CN" sz="2000" dirty="0">
                <a:solidFill>
                  <a:srgbClr val="0000FF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4 </a:t>
            </a:r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5A85E34A-B6E7-4C2E-97F4-FDB973481960}"/>
              </a:ext>
            </a:extLst>
          </p:cNvPr>
          <p:cNvSpPr/>
          <p:nvPr/>
        </p:nvSpPr>
        <p:spPr>
          <a:xfrm>
            <a:off x="3644060" y="3904332"/>
            <a:ext cx="4862512" cy="1115690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lIns="68580" tIns="34290" rIns="68580" bIns="34290">
            <a:spAutoFit/>
          </a:bodyPr>
          <a:lstStyle/>
          <a:p>
            <a:pPr marL="257175" indent="-257175" eaLnBrk="1" hangingPunct="1">
              <a:spcBef>
                <a:spcPct val="2000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2000" i="1" dirty="0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 j</a:t>
            </a:r>
            <a:r>
              <a:rPr lang="zh-CN" altLang="en-US" sz="2000" dirty="0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是</a:t>
            </a:r>
            <a:r>
              <a:rPr lang="zh-CN" altLang="en-US" sz="2000" dirty="0">
                <a:solidFill>
                  <a:srgbClr val="0000FF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基本归纳变量，</a:t>
            </a:r>
            <a:r>
              <a:rPr lang="en-US" altLang="zh-CN" sz="2000" i="1" dirty="0">
                <a:solidFill>
                  <a:srgbClr val="0000FF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 j </a:t>
            </a:r>
            <a:r>
              <a:rPr lang="en-US" altLang="zh-CN" sz="2000" dirty="0">
                <a:solidFill>
                  <a:srgbClr val="0000FF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= </a:t>
            </a:r>
            <a:r>
              <a:rPr lang="en-US" altLang="zh-CN" sz="2000" i="1" dirty="0">
                <a:solidFill>
                  <a:srgbClr val="0000FF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j -</a:t>
            </a:r>
            <a:r>
              <a:rPr lang="en-US" altLang="zh-CN" sz="2000" dirty="0">
                <a:solidFill>
                  <a:srgbClr val="0000FF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1</a:t>
            </a:r>
            <a:endParaRPr lang="en-US" altLang="zh-CN" sz="2000" dirty="0">
              <a:latin typeface="Times New Roman" pitchFamily="18" charset="0"/>
              <a:ea typeface="楷体" pitchFamily="49" charset="-122"/>
              <a:cs typeface="Times New Roman" pitchFamily="18" charset="0"/>
            </a:endParaRPr>
          </a:p>
          <a:p>
            <a:pPr marL="257175" indent="-257175" eaLnBrk="1" hangingPunct="1">
              <a:spcBef>
                <a:spcPct val="2000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2000" i="1" dirty="0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 t</a:t>
            </a:r>
            <a:r>
              <a:rPr lang="en-US" altLang="zh-CN" sz="2000" i="1" baseline="-25000" dirty="0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4</a:t>
            </a:r>
            <a:r>
              <a:rPr lang="zh-CN" altLang="en-US" sz="2000" dirty="0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是 </a:t>
            </a:r>
            <a:r>
              <a:rPr lang="en-US" altLang="zh-CN" sz="2000" i="1" dirty="0">
                <a:solidFill>
                  <a:srgbClr val="0000FF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j </a:t>
            </a:r>
            <a:r>
              <a:rPr lang="zh-CN" altLang="en-US" sz="2000" dirty="0">
                <a:solidFill>
                  <a:srgbClr val="0000FF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族归纳变量</a:t>
            </a:r>
            <a:r>
              <a:rPr lang="zh-CN" altLang="en-US" sz="2000" dirty="0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，可以表示为</a:t>
            </a:r>
            <a:r>
              <a:rPr lang="en-US" altLang="zh-CN" sz="2000" dirty="0">
                <a:solidFill>
                  <a:srgbClr val="0000FF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( </a:t>
            </a:r>
            <a:r>
              <a:rPr lang="en-US" altLang="zh-CN" sz="2000" i="1" dirty="0">
                <a:solidFill>
                  <a:srgbClr val="0000FF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j</a:t>
            </a:r>
            <a:r>
              <a:rPr lang="en-US" altLang="zh-CN" sz="2000" dirty="0">
                <a:solidFill>
                  <a:srgbClr val="0000FF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,  4, 0 )</a:t>
            </a:r>
          </a:p>
          <a:p>
            <a:pPr marL="257175" indent="-257175" eaLnBrk="1" hangingPunct="1">
              <a:spcBef>
                <a:spcPct val="2000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2000" i="1" dirty="0">
                <a:solidFill>
                  <a:srgbClr val="0000FF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 j</a:t>
            </a:r>
            <a:r>
              <a:rPr lang="zh-CN" altLang="en-US" sz="2000" dirty="0">
                <a:solidFill>
                  <a:srgbClr val="0000FF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增加</a:t>
            </a:r>
            <a:r>
              <a:rPr lang="en-US" altLang="zh-CN" sz="2000" dirty="0">
                <a:solidFill>
                  <a:srgbClr val="0000FF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-1</a:t>
            </a:r>
            <a:r>
              <a:rPr lang="zh-CN" altLang="en-US" sz="2000" dirty="0">
                <a:solidFill>
                  <a:srgbClr val="0000FF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，</a:t>
            </a:r>
            <a:r>
              <a:rPr lang="en-US" altLang="zh-CN" sz="2000" i="1" dirty="0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t</a:t>
            </a:r>
            <a:r>
              <a:rPr lang="en-US" altLang="zh-CN" sz="2000" i="1" baseline="-25000" dirty="0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4</a:t>
            </a:r>
            <a:r>
              <a:rPr lang="zh-CN" altLang="en-US" sz="2000" dirty="0">
                <a:solidFill>
                  <a:srgbClr val="0000FF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增加</a:t>
            </a:r>
            <a:r>
              <a:rPr lang="en-US" altLang="zh-CN" sz="2000" dirty="0">
                <a:solidFill>
                  <a:srgbClr val="0000FF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-4 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17A92C7A-DE43-465F-A25F-46D8D4852D6E}"/>
              </a:ext>
            </a:extLst>
          </p:cNvPr>
          <p:cNvSpPr/>
          <p:nvPr/>
        </p:nvSpPr>
        <p:spPr>
          <a:xfrm>
            <a:off x="3636307" y="1471813"/>
            <a:ext cx="4865513" cy="122033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lIns="68580" tIns="34290" rIns="68580" bIns="34290">
            <a:spAutoFit/>
          </a:bodyPr>
          <a:lstStyle/>
          <a:p>
            <a:pPr marL="342900" indent="-342900" eaLnBrk="1" hangingPunct="1">
              <a:spcBef>
                <a:spcPct val="20000"/>
              </a:spcBef>
              <a:buSzPct val="100000"/>
              <a:buFont typeface="Wingdings" panose="05000000000000000000" pitchFamily="2" charset="2"/>
              <a:buChar char="Ø"/>
              <a:defRPr/>
            </a:pPr>
            <a:r>
              <a:rPr lang="zh-CN" altLang="en-US" sz="2200" dirty="0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若</a:t>
            </a:r>
            <a:r>
              <a:rPr lang="zh-CN" altLang="en-US" sz="2200" i="1" dirty="0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 </a:t>
            </a:r>
            <a:r>
              <a:rPr lang="en-US" altLang="zh-CN" sz="2200" i="1" dirty="0" err="1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i</a:t>
            </a:r>
            <a:r>
              <a:rPr lang="zh-CN" altLang="en-US" sz="2200" dirty="0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是</a:t>
            </a:r>
            <a:r>
              <a:rPr lang="zh-CN" altLang="en-US" sz="2200" dirty="0">
                <a:solidFill>
                  <a:srgbClr val="0000FF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基本归纳变量：</a:t>
            </a:r>
            <a:r>
              <a:rPr lang="en-US" altLang="zh-CN" sz="2200" i="1" dirty="0" err="1">
                <a:solidFill>
                  <a:srgbClr val="0000FF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i</a:t>
            </a:r>
            <a:r>
              <a:rPr lang="en-US" altLang="zh-CN" sz="2200" dirty="0">
                <a:solidFill>
                  <a:srgbClr val="0000FF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 = </a:t>
            </a:r>
            <a:r>
              <a:rPr lang="en-US" altLang="zh-CN" sz="2200" i="1" dirty="0" err="1">
                <a:solidFill>
                  <a:srgbClr val="0000FF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i</a:t>
            </a:r>
            <a:r>
              <a:rPr lang="en-US" altLang="zh-CN" sz="2200" i="1" dirty="0">
                <a:solidFill>
                  <a:srgbClr val="0000FF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 </a:t>
            </a:r>
            <a:r>
              <a:rPr lang="en-US" altLang="zh-CN" sz="2200" dirty="0">
                <a:solidFill>
                  <a:srgbClr val="0000FF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+ </a:t>
            </a:r>
            <a:r>
              <a:rPr lang="en-US" altLang="zh-CN" sz="2200" i="1" dirty="0">
                <a:solidFill>
                  <a:srgbClr val="0000FF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n</a:t>
            </a:r>
            <a:endParaRPr lang="en-US" altLang="zh-CN" sz="2200" i="1" dirty="0">
              <a:latin typeface="Times New Roman" pitchFamily="18" charset="0"/>
              <a:ea typeface="楷体" pitchFamily="49" charset="-122"/>
              <a:cs typeface="Times New Roman" pitchFamily="18" charset="0"/>
            </a:endParaRPr>
          </a:p>
          <a:p>
            <a:pPr marL="257175" indent="-257175" eaLnBrk="1" hangingPunct="1">
              <a:spcBef>
                <a:spcPct val="20000"/>
              </a:spcBef>
              <a:buClr>
                <a:srgbClr val="3333CC"/>
              </a:buClr>
              <a:buSzPct val="60000"/>
              <a:defRPr/>
            </a:pPr>
            <a:r>
              <a:rPr lang="zh-CN" altLang="en-US" sz="2200" dirty="0">
                <a:solidFill>
                  <a:schemeClr val="tx2">
                    <a:lumMod val="60000"/>
                    <a:lumOff val="40000"/>
                  </a:schemeClr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      </a:t>
            </a:r>
            <a:r>
              <a:rPr lang="en-US" altLang="zh-CN" sz="2200" i="1" dirty="0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j </a:t>
            </a:r>
            <a:r>
              <a:rPr lang="zh-CN" altLang="en-US" sz="2200" dirty="0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是</a:t>
            </a:r>
            <a:r>
              <a:rPr lang="en-US" altLang="zh-CN" sz="2200" i="1" dirty="0" err="1">
                <a:solidFill>
                  <a:srgbClr val="0000FF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i</a:t>
            </a:r>
            <a:r>
              <a:rPr lang="zh-CN" altLang="en-US" sz="2200" dirty="0">
                <a:solidFill>
                  <a:srgbClr val="0000FF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族</a:t>
            </a:r>
            <a:r>
              <a:rPr lang="zh-CN" altLang="en-US" sz="2200" dirty="0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归纳变量，表示为</a:t>
            </a:r>
            <a:r>
              <a:rPr lang="en-US" altLang="zh-CN" sz="2200" dirty="0">
                <a:solidFill>
                  <a:srgbClr val="0000FF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( </a:t>
            </a:r>
            <a:r>
              <a:rPr lang="en-US" altLang="zh-CN" sz="2200" i="1" dirty="0" err="1">
                <a:solidFill>
                  <a:srgbClr val="0000FF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i</a:t>
            </a:r>
            <a:r>
              <a:rPr lang="en-US" altLang="zh-CN" sz="2200" dirty="0">
                <a:solidFill>
                  <a:srgbClr val="0000FF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, </a:t>
            </a:r>
            <a:r>
              <a:rPr lang="en-US" altLang="zh-CN" sz="2200" i="1" dirty="0">
                <a:solidFill>
                  <a:srgbClr val="0000FF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c</a:t>
            </a:r>
            <a:r>
              <a:rPr lang="en-US" altLang="zh-CN" sz="2200" dirty="0">
                <a:solidFill>
                  <a:srgbClr val="0000FF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, </a:t>
            </a:r>
            <a:r>
              <a:rPr lang="en-US" altLang="zh-CN" sz="2200" i="1" dirty="0">
                <a:solidFill>
                  <a:srgbClr val="0000FF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d</a:t>
            </a:r>
            <a:r>
              <a:rPr lang="en-US" altLang="zh-CN" sz="2200" dirty="0">
                <a:solidFill>
                  <a:srgbClr val="0000FF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 )</a:t>
            </a:r>
          </a:p>
          <a:p>
            <a:pPr marL="257175" indent="-257175" eaLnBrk="1" hangingPunct="1">
              <a:spcBef>
                <a:spcPct val="20000"/>
              </a:spcBef>
              <a:buClr>
                <a:srgbClr val="3333CC"/>
              </a:buClr>
              <a:buSzPct val="60000"/>
              <a:defRPr/>
            </a:pPr>
            <a:r>
              <a:rPr lang="zh-CN" altLang="en-US" sz="2200" dirty="0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     那么有，</a:t>
            </a:r>
            <a:r>
              <a:rPr lang="en-US" altLang="zh-CN" sz="2200" i="1" u="sng" dirty="0" err="1">
                <a:solidFill>
                  <a:srgbClr val="0000FF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i</a:t>
            </a:r>
            <a:r>
              <a:rPr lang="en-US" altLang="zh-CN" sz="2200" u="sng" dirty="0">
                <a:solidFill>
                  <a:srgbClr val="0000FF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 </a:t>
            </a:r>
            <a:r>
              <a:rPr lang="zh-CN" altLang="en-US" sz="2200" u="sng" dirty="0">
                <a:solidFill>
                  <a:srgbClr val="0000FF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增加</a:t>
            </a:r>
            <a:r>
              <a:rPr lang="en-US" altLang="zh-CN" sz="2200" i="1" u="sng" dirty="0">
                <a:solidFill>
                  <a:srgbClr val="0000FF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n</a:t>
            </a:r>
            <a:r>
              <a:rPr lang="en-US" altLang="zh-CN" sz="2200" u="sng" dirty="0">
                <a:solidFill>
                  <a:srgbClr val="0000FF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,  </a:t>
            </a:r>
            <a:r>
              <a:rPr lang="en-US" altLang="zh-CN" sz="2200" i="1" u="sng" dirty="0">
                <a:solidFill>
                  <a:srgbClr val="0000FF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j</a:t>
            </a:r>
            <a:r>
              <a:rPr lang="en-US" altLang="zh-CN" sz="2200" u="sng" dirty="0">
                <a:solidFill>
                  <a:srgbClr val="0000FF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 </a:t>
            </a:r>
            <a:r>
              <a:rPr lang="zh-CN" altLang="en-US" sz="2200" u="sng" dirty="0">
                <a:solidFill>
                  <a:srgbClr val="0000FF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增加 </a:t>
            </a:r>
            <a:r>
              <a:rPr lang="en-US" altLang="zh-CN" sz="2200" i="1" u="sng" dirty="0">
                <a:solidFill>
                  <a:srgbClr val="0000FF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c</a:t>
            </a:r>
            <a:r>
              <a:rPr lang="en-US" altLang="zh-CN" sz="2200" u="sng" dirty="0">
                <a:solidFill>
                  <a:srgbClr val="0000FF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*</a:t>
            </a:r>
            <a:r>
              <a:rPr lang="en-US" altLang="zh-CN" sz="2200" i="1" u="sng" dirty="0">
                <a:solidFill>
                  <a:srgbClr val="0000FF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n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46E5330-9C3E-4541-98E8-165DDA7CB00D}"/>
              </a:ext>
            </a:extLst>
          </p:cNvPr>
          <p:cNvSpPr/>
          <p:nvPr/>
        </p:nvSpPr>
        <p:spPr>
          <a:xfrm>
            <a:off x="3626407" y="239618"/>
            <a:ext cx="4944373" cy="110799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285750" lvl="0" indent="-285750" algn="just" eaLnBrk="1" hangingPunct="1">
              <a:spcBef>
                <a:spcPct val="30000"/>
              </a:spcBef>
              <a:buFont typeface="Wingdings" panose="05000000000000000000" pitchFamily="2" charset="2"/>
              <a:buChar char="Ø"/>
              <a:defRPr/>
            </a:pPr>
            <a:r>
              <a:rPr lang="zh-CN" altLang="en-US" sz="2200" u="sng" dirty="0">
                <a:solidFill>
                  <a:srgbClr val="0000FF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归纳变量强度削弱的目标</a:t>
            </a:r>
            <a:r>
              <a:rPr lang="zh-CN" altLang="en-US" sz="2200" dirty="0">
                <a:latin typeface="华文楷体" panose="02010600040101010101" pitchFamily="2" charset="-122"/>
                <a:ea typeface="华文楷体" panose="02010600040101010101" pitchFamily="2" charset="-122"/>
              </a:rPr>
              <a:t>是找到它</a:t>
            </a:r>
            <a:r>
              <a:rPr lang="zh-CN" altLang="en-US" sz="2200" dirty="0">
                <a:solidFill>
                  <a:srgbClr val="0000FF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与基本归纳变量</a:t>
            </a:r>
            <a:r>
              <a:rPr lang="zh-CN" altLang="en-US" sz="2200" dirty="0">
                <a:latin typeface="华文楷体" panose="02010600040101010101" pitchFamily="2" charset="-122"/>
                <a:ea typeface="华文楷体" panose="02010600040101010101" pitchFamily="2" charset="-122"/>
              </a:rPr>
              <a:t>之间的</a:t>
            </a:r>
            <a:r>
              <a:rPr lang="zh-CN" altLang="en-US" sz="2200" dirty="0">
                <a:solidFill>
                  <a:srgbClr val="0000FF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函数关系</a:t>
            </a:r>
            <a:r>
              <a:rPr lang="zh-CN" altLang="en-US" sz="2200" dirty="0">
                <a:latin typeface="华文楷体" panose="02010600040101010101" pitchFamily="2" charset="-122"/>
                <a:ea typeface="华文楷体" panose="02010600040101010101" pitchFamily="2" charset="-122"/>
              </a:rPr>
              <a:t>，以期使用</a:t>
            </a:r>
            <a:r>
              <a:rPr lang="zh-CN" altLang="en-US" sz="2200" dirty="0">
                <a:solidFill>
                  <a:srgbClr val="0000FF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代价低的运算代替代价高的运算</a:t>
            </a:r>
            <a:endParaRPr lang="en-US" altLang="zh-CN" sz="2200" dirty="0">
              <a:solidFill>
                <a:srgbClr val="0000FF"/>
              </a:solidFill>
              <a:latin typeface="华文楷体" panose="02010600040101010101" pitchFamily="2" charset="-122"/>
              <a:ea typeface="华文楷体" panose="02010600040101010101" pitchFamily="2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3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53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6" grpId="0" animBg="1"/>
      <p:bldP spid="47" grpId="0" animBg="1"/>
      <p:bldP spid="26" grpId="0" animBg="1"/>
      <p:bldP spid="2" grpId="0" animBg="1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6851" name="Rectangle 3">
            <a:extLst>
              <a:ext uri="{FF2B5EF4-FFF2-40B4-BE49-F238E27FC236}">
                <a16:creationId xmlns:a16="http://schemas.microsoft.com/office/drawing/2014/main" id="{D2E2A068-2F60-4E66-98E2-72C43975CD33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01650" y="857250"/>
            <a:ext cx="8070850" cy="3802732"/>
          </a:xfrm>
          <a:ln>
            <a:miter lim="800000"/>
            <a:headEnd/>
            <a:tailEnd/>
          </a:ln>
        </p:spPr>
        <p:txBody>
          <a:bodyPr vert="horz"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lnSpc>
                <a:spcPts val="4000"/>
              </a:lnSpc>
              <a:buClrTx/>
              <a:buFont typeface="Wingdings" pitchFamily="2" charset="2"/>
              <a:buChar char="Ø"/>
              <a:defRPr/>
            </a:pPr>
            <a:r>
              <a:rPr lang="zh-CN" altLang="en-US" sz="2500" b="1" dirty="0">
                <a:solidFill>
                  <a:schemeClr val="tx1"/>
                </a:solidFill>
                <a:cs typeface="Times New Roman" pitchFamily="18" charset="0"/>
              </a:rPr>
              <a:t>输入：带有</a:t>
            </a:r>
            <a:r>
              <a:rPr lang="zh-CN" altLang="en-US" sz="2500" b="1" dirty="0">
                <a:solidFill>
                  <a:srgbClr val="0070C0"/>
                </a:solidFill>
                <a:cs typeface="Times New Roman" pitchFamily="18" charset="0"/>
              </a:rPr>
              <a:t>循环不变计算</a:t>
            </a:r>
            <a:r>
              <a:rPr lang="zh-CN" altLang="en-US" sz="2500" b="1" dirty="0">
                <a:solidFill>
                  <a:schemeClr val="tx1"/>
                </a:solidFill>
                <a:cs typeface="Times New Roman" pitchFamily="18" charset="0"/>
              </a:rPr>
              <a:t>信息和</a:t>
            </a:r>
            <a:r>
              <a:rPr lang="zh-CN" altLang="en-US" sz="2500" b="1" dirty="0">
                <a:solidFill>
                  <a:srgbClr val="0070C0"/>
                </a:solidFill>
                <a:cs typeface="Times New Roman" pitchFamily="18" charset="0"/>
              </a:rPr>
              <a:t>到达定值</a:t>
            </a:r>
            <a:r>
              <a:rPr lang="zh-CN" altLang="en-US" sz="2500" b="1" dirty="0">
                <a:solidFill>
                  <a:schemeClr val="tx1"/>
                </a:solidFill>
                <a:cs typeface="Times New Roman" pitchFamily="18" charset="0"/>
              </a:rPr>
              <a:t>信息的循环</a:t>
            </a:r>
            <a:r>
              <a:rPr lang="en-US" altLang="zh-CN" sz="2500" b="1" i="1" dirty="0">
                <a:solidFill>
                  <a:schemeClr val="tx1"/>
                </a:solidFill>
                <a:cs typeface="Times New Roman" pitchFamily="18" charset="0"/>
              </a:rPr>
              <a:t>L</a:t>
            </a:r>
            <a:r>
              <a:rPr lang="en-US" altLang="zh-CN" sz="2500" b="1" dirty="0">
                <a:solidFill>
                  <a:schemeClr val="tx1"/>
                </a:solidFill>
                <a:cs typeface="Times New Roman" pitchFamily="18" charset="0"/>
              </a:rPr>
              <a:t> </a:t>
            </a:r>
          </a:p>
          <a:p>
            <a:pPr eaLnBrk="1" hangingPunct="1">
              <a:lnSpc>
                <a:spcPts val="4000"/>
              </a:lnSpc>
              <a:buClrTx/>
              <a:buFont typeface="Wingdings" pitchFamily="2" charset="2"/>
              <a:buChar char="Ø"/>
              <a:defRPr/>
            </a:pPr>
            <a:r>
              <a:rPr lang="zh-CN" altLang="en-US" sz="2500" b="1" dirty="0">
                <a:solidFill>
                  <a:schemeClr val="tx1"/>
                </a:solidFill>
                <a:cs typeface="Times New Roman" pitchFamily="18" charset="0"/>
              </a:rPr>
              <a:t>输出：一组归纳变量</a:t>
            </a:r>
            <a:endParaRPr lang="en-US" altLang="zh-CN" sz="2500" b="1" dirty="0">
              <a:solidFill>
                <a:schemeClr val="tx1"/>
              </a:solidFill>
              <a:cs typeface="Times New Roman" pitchFamily="18" charset="0"/>
            </a:endParaRPr>
          </a:p>
          <a:p>
            <a:pPr eaLnBrk="1" hangingPunct="1">
              <a:lnSpc>
                <a:spcPts val="4000"/>
              </a:lnSpc>
              <a:buClrTx/>
              <a:buFont typeface="Wingdings" pitchFamily="2" charset="2"/>
              <a:buChar char="Ø"/>
              <a:defRPr/>
            </a:pPr>
            <a:r>
              <a:rPr lang="zh-CN" altLang="en-US" sz="2500" b="1" dirty="0">
                <a:solidFill>
                  <a:schemeClr val="tx1"/>
                </a:solidFill>
                <a:cs typeface="Times New Roman" pitchFamily="18" charset="0"/>
              </a:rPr>
              <a:t>方法：</a:t>
            </a:r>
            <a:endParaRPr lang="en-US" altLang="zh-CN" sz="2500" b="1" dirty="0">
              <a:solidFill>
                <a:schemeClr val="tx1"/>
              </a:solidFill>
              <a:cs typeface="Times New Roman" pitchFamily="18" charset="0"/>
            </a:endParaRPr>
          </a:p>
          <a:p>
            <a:pPr lvl="1" eaLnBrk="1" hangingPunct="1">
              <a:lnSpc>
                <a:spcPts val="4000"/>
              </a:lnSpc>
              <a:buFont typeface="Symbol" panose="05050102010706020507" pitchFamily="18" charset="2"/>
              <a:buNone/>
              <a:defRPr/>
            </a:pPr>
            <a:r>
              <a:rPr lang="en-US" altLang="zh-CN" sz="2500" b="1" dirty="0">
                <a:solidFill>
                  <a:schemeClr val="tx1"/>
                </a:solidFill>
                <a:cs typeface="Times New Roman" pitchFamily="18" charset="0"/>
              </a:rPr>
              <a:t>1. </a:t>
            </a:r>
            <a:r>
              <a:rPr lang="zh-CN" altLang="en-US" sz="2500" b="1" dirty="0">
                <a:solidFill>
                  <a:schemeClr val="tx1"/>
                </a:solidFill>
                <a:cs typeface="Times New Roman" pitchFamily="18" charset="0"/>
              </a:rPr>
              <a:t>扫描</a:t>
            </a:r>
            <a:r>
              <a:rPr lang="en-US" altLang="zh-CN" sz="2500" b="1" i="1" dirty="0">
                <a:solidFill>
                  <a:schemeClr val="tx1"/>
                </a:solidFill>
                <a:cs typeface="Times New Roman" pitchFamily="18" charset="0"/>
              </a:rPr>
              <a:t>L</a:t>
            </a:r>
            <a:r>
              <a:rPr lang="zh-CN" altLang="en-US" sz="2500" b="1" dirty="0">
                <a:solidFill>
                  <a:schemeClr val="tx1"/>
                </a:solidFill>
                <a:cs typeface="Times New Roman" pitchFamily="18" charset="0"/>
              </a:rPr>
              <a:t>的语句，</a:t>
            </a:r>
            <a:r>
              <a:rPr lang="zh-CN" altLang="en-US" sz="2500" b="1" dirty="0">
                <a:solidFill>
                  <a:srgbClr val="0070C0"/>
                </a:solidFill>
                <a:cs typeface="Times New Roman" pitchFamily="18" charset="0"/>
              </a:rPr>
              <a:t>找出</a:t>
            </a:r>
            <a:r>
              <a:rPr lang="zh-CN" altLang="en-US" sz="2500" b="1" dirty="0">
                <a:solidFill>
                  <a:schemeClr val="tx1"/>
                </a:solidFill>
                <a:cs typeface="Times New Roman" pitchFamily="18" charset="0"/>
              </a:rPr>
              <a:t>所有</a:t>
            </a:r>
            <a:r>
              <a:rPr lang="zh-CN" altLang="en-US" sz="2500" b="1" dirty="0">
                <a:solidFill>
                  <a:srgbClr val="0070C0"/>
                </a:solidFill>
                <a:cs typeface="Times New Roman" pitchFamily="18" charset="0"/>
              </a:rPr>
              <a:t>基本归纳变量</a:t>
            </a:r>
            <a:r>
              <a:rPr lang="zh-CN" altLang="en-US" sz="2500" b="1" dirty="0">
                <a:solidFill>
                  <a:schemeClr val="tx1"/>
                </a:solidFill>
                <a:cs typeface="Times New Roman" pitchFamily="18" charset="0"/>
              </a:rPr>
              <a:t>。在此要用到</a:t>
            </a:r>
            <a:r>
              <a:rPr lang="zh-CN" altLang="en-US" sz="2500" b="1" dirty="0">
                <a:solidFill>
                  <a:srgbClr val="0070C0"/>
                </a:solidFill>
                <a:cs typeface="Times New Roman" pitchFamily="18" charset="0"/>
              </a:rPr>
              <a:t>循环不变计算</a:t>
            </a:r>
            <a:r>
              <a:rPr lang="zh-CN" altLang="en-US" sz="2500" b="1" dirty="0">
                <a:solidFill>
                  <a:schemeClr val="tx1"/>
                </a:solidFill>
                <a:cs typeface="Times New Roman" pitchFamily="18" charset="0"/>
              </a:rPr>
              <a:t>信息。与每个基本归纳变量 </a:t>
            </a:r>
            <a:r>
              <a:rPr lang="en-US" altLang="zh-CN" sz="2500" b="1" i="1" dirty="0" err="1">
                <a:solidFill>
                  <a:schemeClr val="tx1"/>
                </a:solidFill>
                <a:cs typeface="Times New Roman" pitchFamily="18" charset="0"/>
              </a:rPr>
              <a:t>i</a:t>
            </a:r>
            <a:r>
              <a:rPr lang="en-US" altLang="zh-CN" sz="2500" b="1" i="1" dirty="0">
                <a:solidFill>
                  <a:schemeClr val="tx1"/>
                </a:solidFill>
                <a:cs typeface="Times New Roman" pitchFamily="18" charset="0"/>
              </a:rPr>
              <a:t> </a:t>
            </a:r>
            <a:r>
              <a:rPr lang="zh-CN" altLang="en-US" sz="2500" b="1" dirty="0">
                <a:solidFill>
                  <a:schemeClr val="tx1"/>
                </a:solidFill>
                <a:cs typeface="Times New Roman" pitchFamily="18" charset="0"/>
              </a:rPr>
              <a:t>相关联的三元组是</a:t>
            </a:r>
            <a:r>
              <a:rPr lang="en-US" altLang="zh-CN" sz="2500" b="1" dirty="0">
                <a:solidFill>
                  <a:srgbClr val="0070C0"/>
                </a:solidFill>
                <a:cs typeface="Times New Roman" pitchFamily="18" charset="0"/>
              </a:rPr>
              <a:t>( </a:t>
            </a:r>
            <a:r>
              <a:rPr lang="en-US" altLang="zh-CN" sz="2500" b="1" i="1" dirty="0" err="1">
                <a:solidFill>
                  <a:srgbClr val="0070C0"/>
                </a:solidFill>
                <a:cs typeface="Times New Roman" pitchFamily="18" charset="0"/>
              </a:rPr>
              <a:t>i</a:t>
            </a:r>
            <a:r>
              <a:rPr lang="en-US" altLang="zh-CN" sz="2500" b="1" dirty="0">
                <a:solidFill>
                  <a:srgbClr val="0070C0"/>
                </a:solidFill>
                <a:cs typeface="Times New Roman" pitchFamily="18" charset="0"/>
              </a:rPr>
              <a:t>, 1, 0 )</a:t>
            </a:r>
            <a:endParaRPr lang="zh-CN" altLang="en-US" sz="2500" b="1" dirty="0">
              <a:solidFill>
                <a:srgbClr val="0070C0"/>
              </a:solidFill>
              <a:cs typeface="Times New Roman" pitchFamily="18" charset="0"/>
            </a:endParaRPr>
          </a:p>
        </p:txBody>
      </p:sp>
      <p:sp>
        <p:nvSpPr>
          <p:cNvPr id="261123" name="Rectangle 2">
            <a:extLst>
              <a:ext uri="{FF2B5EF4-FFF2-40B4-BE49-F238E27FC236}">
                <a16:creationId xmlns:a16="http://schemas.microsoft.com/office/drawing/2014/main" id="{FF83A4B1-12B3-42AA-A8F5-D92C780D56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归纳变量检测算法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685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84685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84685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84685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685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84685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84685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84685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685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84685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84685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84685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685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84685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84685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84685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6851" name="Rectangle 3">
            <a:extLst>
              <a:ext uri="{FF2B5EF4-FFF2-40B4-BE49-F238E27FC236}">
                <a16:creationId xmlns:a16="http://schemas.microsoft.com/office/drawing/2014/main" id="{EEB74B2F-4342-4D71-B17A-ADD7D076AAE6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42875" y="785813"/>
            <a:ext cx="8643938" cy="3873500"/>
          </a:xfrm>
          <a:ln>
            <a:miter lim="800000"/>
            <a:headEnd/>
            <a:tailEnd/>
          </a:ln>
        </p:spPr>
        <p:txBody>
          <a:bodyPr vert="horz" wrap="square" numCol="1" anchor="t" anchorCtr="0" compatLnSpc="1">
            <a:prstTxWarp prst="textNoShape">
              <a:avLst/>
            </a:prstTxWarp>
          </a:bodyPr>
          <a:lstStyle/>
          <a:p>
            <a:pPr lvl="1" eaLnBrk="1" hangingPunct="1">
              <a:lnSpc>
                <a:spcPts val="2800"/>
              </a:lnSpc>
              <a:buFont typeface="Symbol" panose="05050102010706020507" pitchFamily="18" charset="2"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  <a:cs typeface="Times New Roman" pitchFamily="18" charset="0"/>
              </a:rPr>
              <a:t>2: </a:t>
            </a:r>
            <a:r>
              <a:rPr lang="zh-CN" altLang="en-US" sz="2000" b="1" dirty="0">
                <a:solidFill>
                  <a:schemeClr val="tx1"/>
                </a:solidFill>
                <a:cs typeface="Times New Roman" pitchFamily="18" charset="0"/>
              </a:rPr>
              <a:t>寻找</a:t>
            </a:r>
            <a:r>
              <a:rPr lang="en-US" altLang="zh-CN" sz="2000" b="1" i="1" dirty="0">
                <a:solidFill>
                  <a:srgbClr val="0070C0"/>
                </a:solidFill>
                <a:cs typeface="Times New Roman" pitchFamily="18" charset="0"/>
              </a:rPr>
              <a:t>L</a:t>
            </a:r>
            <a:r>
              <a:rPr lang="zh-CN" altLang="en-US" sz="2000" b="1" dirty="0">
                <a:solidFill>
                  <a:srgbClr val="0070C0"/>
                </a:solidFill>
                <a:cs typeface="Times New Roman" pitchFamily="18" charset="0"/>
              </a:rPr>
              <a:t>中只有一次定值</a:t>
            </a:r>
            <a:r>
              <a:rPr lang="zh-CN" altLang="en-US" sz="2000" b="1" dirty="0">
                <a:solidFill>
                  <a:schemeClr val="tx1"/>
                </a:solidFill>
                <a:cs typeface="Times New Roman" pitchFamily="18" charset="0"/>
              </a:rPr>
              <a:t>的变量</a:t>
            </a:r>
            <a:r>
              <a:rPr lang="en-US" altLang="zh-CN" sz="2000" b="1" i="1" dirty="0">
                <a:solidFill>
                  <a:schemeClr val="tx1"/>
                </a:solidFill>
                <a:cs typeface="Times New Roman" pitchFamily="18" charset="0"/>
              </a:rPr>
              <a:t>k</a:t>
            </a:r>
            <a:r>
              <a:rPr lang="zh-CN" altLang="en-US" sz="2000" b="1" dirty="0">
                <a:solidFill>
                  <a:schemeClr val="tx1"/>
                </a:solidFill>
                <a:cs typeface="Times New Roman" pitchFamily="18" charset="0"/>
              </a:rPr>
              <a:t>，它具有下面的形式：</a:t>
            </a:r>
            <a:r>
              <a:rPr lang="en-US" altLang="zh-CN" sz="2000" b="1" i="1" dirty="0">
                <a:solidFill>
                  <a:schemeClr val="tx1"/>
                </a:solidFill>
                <a:cs typeface="Times New Roman" pitchFamily="18" charset="0"/>
              </a:rPr>
              <a:t>k</a:t>
            </a:r>
            <a:r>
              <a:rPr lang="en-US" altLang="zh-CN" sz="2000" b="1" dirty="0">
                <a:solidFill>
                  <a:schemeClr val="tx1"/>
                </a:solidFill>
                <a:cs typeface="Times New Roman" pitchFamily="18" charset="0"/>
              </a:rPr>
              <a:t>=</a:t>
            </a:r>
            <a:r>
              <a:rPr lang="en-US" altLang="zh-CN" sz="2000" b="1" i="1" dirty="0">
                <a:solidFill>
                  <a:schemeClr val="tx1"/>
                </a:solidFill>
                <a:cs typeface="Times New Roman" pitchFamily="18" charset="0"/>
              </a:rPr>
              <a:t>c</a:t>
            </a:r>
            <a:r>
              <a:rPr lang="en-US" altLang="zh-CN" sz="2000" b="1" i="1" dirty="0">
                <a:solidFill>
                  <a:schemeClr val="tx1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′</a:t>
            </a:r>
            <a:r>
              <a:rPr lang="en-US" altLang="zh-CN" sz="1800" b="1" dirty="0">
                <a:solidFill>
                  <a:schemeClr val="tx1"/>
                </a:solidFill>
                <a:cs typeface="Times New Roman" pitchFamily="18" charset="0"/>
              </a:rPr>
              <a:t>×</a:t>
            </a:r>
            <a:r>
              <a:rPr lang="en-US" altLang="zh-CN" sz="2000" b="1" i="1" dirty="0" err="1">
                <a:solidFill>
                  <a:schemeClr val="tx1"/>
                </a:solidFill>
                <a:cs typeface="Times New Roman" pitchFamily="18" charset="0"/>
              </a:rPr>
              <a:t>j+d</a:t>
            </a:r>
            <a:r>
              <a:rPr lang="en-US" altLang="zh-CN" sz="2000" b="1" i="1" dirty="0">
                <a:solidFill>
                  <a:schemeClr val="tx1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′</a:t>
            </a:r>
            <a:r>
              <a:rPr lang="zh-CN" altLang="en-US" sz="2000" b="1" dirty="0">
                <a:solidFill>
                  <a:schemeClr val="tx1"/>
                </a:solidFill>
                <a:cs typeface="Times New Roman" pitchFamily="18" charset="0"/>
              </a:rPr>
              <a:t>。其中</a:t>
            </a:r>
            <a:r>
              <a:rPr lang="en-US" altLang="zh-CN" sz="2000" b="1" i="1" dirty="0">
                <a:solidFill>
                  <a:schemeClr val="tx1"/>
                </a:solidFill>
                <a:cs typeface="Times New Roman" pitchFamily="18" charset="0"/>
              </a:rPr>
              <a:t>c</a:t>
            </a:r>
            <a:r>
              <a:rPr lang="en-US" altLang="zh-CN" sz="2000" b="1" i="1" dirty="0">
                <a:solidFill>
                  <a:schemeClr val="tx1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′</a:t>
            </a:r>
            <a:r>
              <a:rPr lang="zh-CN" altLang="en-US" sz="2000" b="1" dirty="0">
                <a:solidFill>
                  <a:schemeClr val="tx1"/>
                </a:solidFill>
                <a:cs typeface="Times New Roman" pitchFamily="18" charset="0"/>
              </a:rPr>
              <a:t>和</a:t>
            </a:r>
            <a:r>
              <a:rPr lang="en-US" altLang="zh-CN" sz="2000" b="1" i="1" dirty="0">
                <a:solidFill>
                  <a:schemeClr val="tx1"/>
                </a:solidFill>
                <a:cs typeface="Times New Roman" pitchFamily="18" charset="0"/>
              </a:rPr>
              <a:t>d</a:t>
            </a:r>
            <a:r>
              <a:rPr lang="en-US" altLang="zh-CN" sz="2000" b="1" i="1" dirty="0">
                <a:solidFill>
                  <a:schemeClr val="tx1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′</a:t>
            </a:r>
            <a:r>
              <a:rPr lang="zh-CN" altLang="en-US" sz="2000" b="1" dirty="0">
                <a:solidFill>
                  <a:schemeClr val="tx1"/>
                </a:solidFill>
                <a:cs typeface="Times New Roman" pitchFamily="18" charset="0"/>
              </a:rPr>
              <a:t>是常量</a:t>
            </a:r>
            <a:r>
              <a:rPr lang="en-US" altLang="zh-CN" sz="2000" b="1" dirty="0">
                <a:cs typeface="Times New Roman" pitchFamily="18" charset="0"/>
              </a:rPr>
              <a:t>(</a:t>
            </a:r>
            <a:r>
              <a:rPr lang="zh-CN" altLang="en-US" sz="2000" b="1" dirty="0">
                <a:cs typeface="Times New Roman" pitchFamily="18" charset="0"/>
              </a:rPr>
              <a:t>或</a:t>
            </a:r>
            <a:r>
              <a:rPr lang="zh-CN" altLang="en-US" sz="2000" b="1" dirty="0">
                <a:solidFill>
                  <a:srgbClr val="0070C0"/>
                </a:solidFill>
                <a:cs typeface="Times New Roman" pitchFamily="18" charset="0"/>
              </a:rPr>
              <a:t>循环不变计算</a:t>
            </a:r>
            <a:r>
              <a:rPr lang="en-US" altLang="zh-CN" sz="2000" b="1" dirty="0">
                <a:cs typeface="Times New Roman" pitchFamily="18" charset="0"/>
              </a:rPr>
              <a:t>) </a:t>
            </a:r>
            <a:r>
              <a:rPr lang="zh-CN" altLang="en-US" sz="2000" b="1" dirty="0">
                <a:solidFill>
                  <a:schemeClr val="tx1"/>
                </a:solidFill>
                <a:cs typeface="Times New Roman" pitchFamily="18" charset="0"/>
              </a:rPr>
              <a:t>，</a:t>
            </a:r>
            <a:r>
              <a:rPr lang="en-US" altLang="zh-CN" sz="2000" b="1" i="1" dirty="0">
                <a:solidFill>
                  <a:schemeClr val="tx1"/>
                </a:solidFill>
                <a:cs typeface="Times New Roman" pitchFamily="18" charset="0"/>
              </a:rPr>
              <a:t>j</a:t>
            </a:r>
            <a:r>
              <a:rPr lang="zh-CN" altLang="en-US" sz="2000" b="1" dirty="0">
                <a:solidFill>
                  <a:schemeClr val="tx1"/>
                </a:solidFill>
                <a:cs typeface="Times New Roman" pitchFamily="18" charset="0"/>
              </a:rPr>
              <a:t>是</a:t>
            </a:r>
            <a:r>
              <a:rPr lang="zh-CN" altLang="en-US" sz="2000" b="1" dirty="0">
                <a:solidFill>
                  <a:srgbClr val="0070C0"/>
                </a:solidFill>
                <a:cs typeface="Times New Roman" pitchFamily="18" charset="0"/>
              </a:rPr>
              <a:t>基本的</a:t>
            </a:r>
            <a:r>
              <a:rPr lang="zh-CN" altLang="en-US" sz="2000" b="1" dirty="0">
                <a:solidFill>
                  <a:schemeClr val="tx1"/>
                </a:solidFill>
                <a:cs typeface="Times New Roman" pitchFamily="18" charset="0"/>
              </a:rPr>
              <a:t>或</a:t>
            </a:r>
            <a:r>
              <a:rPr lang="zh-CN" altLang="en-US" sz="2000" b="1" dirty="0">
                <a:solidFill>
                  <a:srgbClr val="0070C0"/>
                </a:solidFill>
                <a:cs typeface="Times New Roman" pitchFamily="18" charset="0"/>
              </a:rPr>
              <a:t>非基本的</a:t>
            </a:r>
            <a:r>
              <a:rPr lang="zh-CN" altLang="en-US" sz="2000" b="1" dirty="0">
                <a:solidFill>
                  <a:schemeClr val="tx1"/>
                </a:solidFill>
                <a:cs typeface="Times New Roman" pitchFamily="18" charset="0"/>
              </a:rPr>
              <a:t>归纳变量</a:t>
            </a:r>
          </a:p>
          <a:p>
            <a:pPr lvl="2" eaLnBrk="1" hangingPunct="1">
              <a:lnSpc>
                <a:spcPts val="2800"/>
              </a:lnSpc>
              <a:defRPr/>
            </a:pPr>
            <a:r>
              <a:rPr lang="zh-CN" altLang="en-US" b="1" dirty="0">
                <a:solidFill>
                  <a:schemeClr val="tx1"/>
                </a:solidFill>
                <a:cs typeface="Times New Roman" pitchFamily="18" charset="0"/>
              </a:rPr>
              <a:t>如果 </a:t>
            </a:r>
            <a:r>
              <a:rPr lang="en-US" altLang="zh-CN" b="1" i="1" dirty="0">
                <a:solidFill>
                  <a:schemeClr val="tx1"/>
                </a:solidFill>
                <a:cs typeface="Times New Roman" pitchFamily="18" charset="0"/>
              </a:rPr>
              <a:t>j</a:t>
            </a:r>
            <a:r>
              <a:rPr lang="zh-CN" altLang="en-US" b="1" dirty="0">
                <a:solidFill>
                  <a:srgbClr val="FF0000"/>
                </a:solidFill>
                <a:cs typeface="Times New Roman" pitchFamily="18" charset="0"/>
              </a:rPr>
              <a:t>是基本归纳变量</a:t>
            </a:r>
            <a:r>
              <a:rPr lang="zh-CN" altLang="en-US" b="1" dirty="0">
                <a:solidFill>
                  <a:schemeClr val="tx1"/>
                </a:solidFill>
                <a:cs typeface="Times New Roman" pitchFamily="18" charset="0"/>
              </a:rPr>
              <a:t>，那么</a:t>
            </a:r>
            <a:r>
              <a:rPr lang="en-US" altLang="zh-CN" b="1" i="1" dirty="0">
                <a:solidFill>
                  <a:srgbClr val="0070C0"/>
                </a:solidFill>
                <a:cs typeface="Times New Roman" pitchFamily="18" charset="0"/>
              </a:rPr>
              <a:t>k</a:t>
            </a:r>
            <a:r>
              <a:rPr lang="zh-CN" altLang="en-US" b="1" dirty="0">
                <a:solidFill>
                  <a:srgbClr val="0070C0"/>
                </a:solidFill>
                <a:cs typeface="Times New Roman" pitchFamily="18" charset="0"/>
              </a:rPr>
              <a:t>属于</a:t>
            </a:r>
            <a:r>
              <a:rPr lang="en-US" altLang="zh-CN" b="1" i="1" dirty="0">
                <a:solidFill>
                  <a:srgbClr val="0070C0"/>
                </a:solidFill>
                <a:cs typeface="Times New Roman" pitchFamily="18" charset="0"/>
              </a:rPr>
              <a:t>j</a:t>
            </a:r>
            <a:r>
              <a:rPr lang="zh-CN" altLang="en-US" b="1" dirty="0">
                <a:solidFill>
                  <a:srgbClr val="0070C0"/>
                </a:solidFill>
                <a:cs typeface="Times New Roman" pitchFamily="18" charset="0"/>
              </a:rPr>
              <a:t>族</a:t>
            </a:r>
            <a:r>
              <a:rPr lang="zh-CN" altLang="en-US" b="1" dirty="0">
                <a:solidFill>
                  <a:schemeClr val="tx1"/>
                </a:solidFill>
                <a:cs typeface="Times New Roman" pitchFamily="18" charset="0"/>
              </a:rPr>
              <a:t>。</a:t>
            </a:r>
            <a:r>
              <a:rPr lang="en-US" altLang="zh-CN" b="1" i="1" dirty="0">
                <a:solidFill>
                  <a:schemeClr val="tx1"/>
                </a:solidFill>
                <a:cs typeface="Times New Roman" pitchFamily="18" charset="0"/>
              </a:rPr>
              <a:t>k</a:t>
            </a:r>
            <a:r>
              <a:rPr lang="zh-CN" altLang="en-US" b="1" dirty="0">
                <a:solidFill>
                  <a:schemeClr val="tx1"/>
                </a:solidFill>
                <a:cs typeface="Times New Roman" pitchFamily="18" charset="0"/>
              </a:rPr>
              <a:t>对应的三元组可以通过</a:t>
            </a:r>
            <a:r>
              <a:rPr lang="zh-CN" altLang="en-US" b="1" dirty="0">
                <a:solidFill>
                  <a:srgbClr val="0070C0"/>
                </a:solidFill>
                <a:cs typeface="Times New Roman" pitchFamily="18" charset="0"/>
              </a:rPr>
              <a:t>其定值语句</a:t>
            </a:r>
            <a:r>
              <a:rPr lang="zh-CN" altLang="en-US" b="1" dirty="0">
                <a:solidFill>
                  <a:schemeClr val="tx1"/>
                </a:solidFill>
                <a:cs typeface="Times New Roman" pitchFamily="18" charset="0"/>
              </a:rPr>
              <a:t>确定</a:t>
            </a:r>
            <a:r>
              <a:rPr lang="zh-CN" altLang="en-US" b="1" dirty="0">
                <a:cs typeface="Times New Roman" pitchFamily="18" charset="0"/>
              </a:rPr>
              <a:t>，即</a:t>
            </a:r>
            <a:r>
              <a:rPr lang="en-US" altLang="zh-CN" b="1" dirty="0">
                <a:cs typeface="Times New Roman" pitchFamily="18" charset="0"/>
              </a:rPr>
              <a:t>( </a:t>
            </a:r>
            <a:r>
              <a:rPr lang="en-US" altLang="zh-CN" b="1" i="1" dirty="0">
                <a:cs typeface="Times New Roman" pitchFamily="18" charset="0"/>
              </a:rPr>
              <a:t>j, c</a:t>
            </a:r>
            <a:r>
              <a:rPr lang="en-US" altLang="zh-CN" b="1" i="1" dirty="0">
                <a:ea typeface="楷体" panose="02010609060101010101" pitchFamily="49" charset="-122"/>
                <a:cs typeface="Times New Roman" panose="02020603050405020304" pitchFamily="18" charset="0"/>
              </a:rPr>
              <a:t>′</a:t>
            </a:r>
            <a:r>
              <a:rPr lang="en-US" altLang="zh-CN" b="1" dirty="0">
                <a:cs typeface="Times New Roman" pitchFamily="18" charset="0"/>
              </a:rPr>
              <a:t>, </a:t>
            </a:r>
            <a:r>
              <a:rPr lang="en-US" altLang="zh-CN" b="1" i="1" dirty="0">
                <a:cs typeface="Times New Roman" pitchFamily="18" charset="0"/>
              </a:rPr>
              <a:t>d</a:t>
            </a:r>
            <a:r>
              <a:rPr lang="en-US" altLang="zh-CN" b="1" i="1" dirty="0">
                <a:ea typeface="楷体" panose="02010609060101010101" pitchFamily="49" charset="-122"/>
                <a:cs typeface="Times New Roman" panose="02020603050405020304" pitchFamily="18" charset="0"/>
              </a:rPr>
              <a:t>′</a:t>
            </a:r>
            <a:r>
              <a:rPr lang="en-US" altLang="zh-CN" b="1" dirty="0">
                <a:ea typeface="楷体" panose="02010609060101010101" pitchFamily="49" charset="-122"/>
                <a:cs typeface="Times New Roman" panose="02020603050405020304" pitchFamily="18" charset="0"/>
              </a:rPr>
              <a:t>)</a:t>
            </a:r>
            <a:endParaRPr lang="zh-CN" altLang="en-US" b="1" dirty="0">
              <a:solidFill>
                <a:schemeClr val="tx1"/>
              </a:solidFill>
              <a:cs typeface="Times New Roman" pitchFamily="18" charset="0"/>
            </a:endParaRPr>
          </a:p>
          <a:p>
            <a:pPr lvl="2" eaLnBrk="1" hangingPunct="1">
              <a:lnSpc>
                <a:spcPts val="2800"/>
              </a:lnSpc>
              <a:defRPr/>
            </a:pPr>
            <a:r>
              <a:rPr lang="zh-CN" altLang="en-US" b="1" dirty="0">
                <a:solidFill>
                  <a:schemeClr val="tx1"/>
                </a:solidFill>
                <a:cs typeface="Times New Roman" pitchFamily="18" charset="0"/>
              </a:rPr>
              <a:t>如果 </a:t>
            </a:r>
            <a:r>
              <a:rPr lang="en-US" altLang="zh-CN" b="1" i="1" dirty="0">
                <a:solidFill>
                  <a:schemeClr val="tx1"/>
                </a:solidFill>
                <a:cs typeface="Times New Roman" pitchFamily="18" charset="0"/>
              </a:rPr>
              <a:t>j</a:t>
            </a:r>
            <a:r>
              <a:rPr lang="zh-CN" altLang="en-US" b="1" dirty="0">
                <a:solidFill>
                  <a:srgbClr val="FF0000"/>
                </a:solidFill>
                <a:cs typeface="Times New Roman" pitchFamily="18" charset="0"/>
              </a:rPr>
              <a:t>不是基本归纳变量</a:t>
            </a:r>
            <a:r>
              <a:rPr lang="zh-CN" altLang="en-US" b="1" dirty="0">
                <a:solidFill>
                  <a:schemeClr val="tx1"/>
                </a:solidFill>
                <a:cs typeface="Times New Roman" pitchFamily="18" charset="0"/>
              </a:rPr>
              <a:t>，假设其属于</a:t>
            </a:r>
            <a:r>
              <a:rPr lang="en-US" altLang="zh-CN" b="1" i="1" dirty="0" err="1">
                <a:solidFill>
                  <a:srgbClr val="0070C0"/>
                </a:solidFill>
                <a:cs typeface="Times New Roman" pitchFamily="18" charset="0"/>
              </a:rPr>
              <a:t>i</a:t>
            </a:r>
            <a:r>
              <a:rPr lang="zh-CN" altLang="en-US" b="1" dirty="0">
                <a:solidFill>
                  <a:srgbClr val="0070C0"/>
                </a:solidFill>
                <a:cs typeface="Times New Roman" pitchFamily="18" charset="0"/>
              </a:rPr>
              <a:t>族</a:t>
            </a:r>
            <a:r>
              <a:rPr lang="zh-CN" altLang="en-US" b="1" dirty="0">
                <a:solidFill>
                  <a:schemeClr val="tx1"/>
                </a:solidFill>
                <a:cs typeface="Times New Roman" pitchFamily="18" charset="0"/>
              </a:rPr>
              <a:t>，那么</a:t>
            </a:r>
            <a:r>
              <a:rPr lang="en-US" altLang="zh-CN" b="1" i="1" dirty="0">
                <a:solidFill>
                  <a:srgbClr val="0070C0"/>
                </a:solidFill>
                <a:cs typeface="Times New Roman" pitchFamily="18" charset="0"/>
              </a:rPr>
              <a:t>k</a:t>
            </a:r>
            <a:r>
              <a:rPr lang="zh-CN" altLang="en-US" b="1" dirty="0">
                <a:solidFill>
                  <a:srgbClr val="0070C0"/>
                </a:solidFill>
                <a:cs typeface="Times New Roman" pitchFamily="18" charset="0"/>
              </a:rPr>
              <a:t>也属于</a:t>
            </a:r>
            <a:r>
              <a:rPr lang="en-US" altLang="zh-CN" b="1" i="1" dirty="0" err="1">
                <a:solidFill>
                  <a:srgbClr val="0070C0"/>
                </a:solidFill>
                <a:cs typeface="Times New Roman" pitchFamily="18" charset="0"/>
              </a:rPr>
              <a:t>i</a:t>
            </a:r>
            <a:r>
              <a:rPr lang="zh-CN" altLang="en-US" b="1" dirty="0">
                <a:solidFill>
                  <a:srgbClr val="0070C0"/>
                </a:solidFill>
                <a:cs typeface="Times New Roman" pitchFamily="18" charset="0"/>
              </a:rPr>
              <a:t>族</a:t>
            </a:r>
            <a:r>
              <a:rPr lang="zh-CN" altLang="en-US" b="1" dirty="0">
                <a:cs typeface="Times New Roman" pitchFamily="18" charset="0"/>
              </a:rPr>
              <a:t>，且</a:t>
            </a:r>
            <a:r>
              <a:rPr lang="en-US" altLang="zh-CN" b="1" i="1" dirty="0">
                <a:cs typeface="Times New Roman" pitchFamily="18" charset="0"/>
              </a:rPr>
              <a:t>k</a:t>
            </a:r>
            <a:r>
              <a:rPr lang="zh-CN" altLang="en-US" b="1" dirty="0">
                <a:cs typeface="Times New Roman" pitchFamily="18" charset="0"/>
              </a:rPr>
              <a:t>的</a:t>
            </a:r>
            <a:r>
              <a:rPr lang="zh-CN" altLang="en-US" b="1" dirty="0">
                <a:solidFill>
                  <a:schemeClr val="tx1"/>
                </a:solidFill>
                <a:cs typeface="Times New Roman" pitchFamily="18" charset="0"/>
              </a:rPr>
              <a:t>三元组可以通过 </a:t>
            </a:r>
            <a:r>
              <a:rPr lang="en-US" altLang="zh-CN" b="1" i="1" dirty="0">
                <a:solidFill>
                  <a:srgbClr val="0070C0"/>
                </a:solidFill>
                <a:cs typeface="Times New Roman" pitchFamily="18" charset="0"/>
              </a:rPr>
              <a:t>j</a:t>
            </a:r>
            <a:r>
              <a:rPr lang="zh-CN" altLang="en-US" b="1" dirty="0">
                <a:solidFill>
                  <a:srgbClr val="0070C0"/>
                </a:solidFill>
                <a:cs typeface="Times New Roman" pitchFamily="18" charset="0"/>
              </a:rPr>
              <a:t>的三元组</a:t>
            </a:r>
            <a:r>
              <a:rPr lang="en-US" altLang="zh-CN" b="1" dirty="0">
                <a:solidFill>
                  <a:srgbClr val="0070C0"/>
                </a:solidFill>
                <a:cs typeface="Times New Roman" pitchFamily="18" charset="0"/>
              </a:rPr>
              <a:t>( </a:t>
            </a:r>
            <a:r>
              <a:rPr lang="en-US" altLang="zh-CN" b="1" i="1" dirty="0" err="1">
                <a:solidFill>
                  <a:srgbClr val="0070C0"/>
                </a:solidFill>
                <a:cs typeface="Times New Roman" pitchFamily="18" charset="0"/>
              </a:rPr>
              <a:t>i</a:t>
            </a:r>
            <a:r>
              <a:rPr lang="en-US" altLang="zh-CN" b="1" dirty="0">
                <a:solidFill>
                  <a:srgbClr val="0070C0"/>
                </a:solidFill>
                <a:cs typeface="Times New Roman" pitchFamily="18" charset="0"/>
              </a:rPr>
              <a:t>, </a:t>
            </a:r>
            <a:r>
              <a:rPr lang="en-US" altLang="zh-CN" b="1" i="1" dirty="0">
                <a:solidFill>
                  <a:srgbClr val="0070C0"/>
                </a:solidFill>
                <a:cs typeface="Times New Roman" pitchFamily="18" charset="0"/>
              </a:rPr>
              <a:t>c</a:t>
            </a:r>
            <a:r>
              <a:rPr lang="en-US" altLang="zh-CN" b="1" dirty="0">
                <a:solidFill>
                  <a:srgbClr val="0070C0"/>
                </a:solidFill>
                <a:cs typeface="Times New Roman" pitchFamily="18" charset="0"/>
              </a:rPr>
              <a:t>, </a:t>
            </a:r>
            <a:r>
              <a:rPr lang="en-US" altLang="zh-CN" b="1" i="1" dirty="0">
                <a:solidFill>
                  <a:srgbClr val="0070C0"/>
                </a:solidFill>
                <a:cs typeface="Times New Roman" pitchFamily="18" charset="0"/>
              </a:rPr>
              <a:t>d </a:t>
            </a:r>
            <a:r>
              <a:rPr lang="en-US" altLang="zh-CN" b="1" dirty="0">
                <a:solidFill>
                  <a:srgbClr val="0070C0"/>
                </a:solidFill>
                <a:cs typeface="Times New Roman" pitchFamily="18" charset="0"/>
              </a:rPr>
              <a:t>)</a:t>
            </a:r>
            <a:r>
              <a:rPr lang="zh-CN" altLang="en-US" b="1" dirty="0">
                <a:solidFill>
                  <a:schemeClr val="tx1"/>
                </a:solidFill>
                <a:cs typeface="Times New Roman" pitchFamily="18" charset="0"/>
              </a:rPr>
              <a:t>和</a:t>
            </a:r>
            <a:r>
              <a:rPr lang="en-US" altLang="zh-CN" b="1" i="1" dirty="0">
                <a:solidFill>
                  <a:srgbClr val="0070C0"/>
                </a:solidFill>
                <a:cs typeface="Times New Roman" pitchFamily="18" charset="0"/>
              </a:rPr>
              <a:t>k</a:t>
            </a:r>
            <a:r>
              <a:rPr lang="zh-CN" altLang="en-US" b="1" dirty="0">
                <a:solidFill>
                  <a:srgbClr val="0070C0"/>
                </a:solidFill>
                <a:cs typeface="Times New Roman" pitchFamily="18" charset="0"/>
              </a:rPr>
              <a:t>的定值语句</a:t>
            </a:r>
            <a:r>
              <a:rPr lang="en-US" altLang="zh-CN" b="1" dirty="0">
                <a:solidFill>
                  <a:srgbClr val="0070C0"/>
                </a:solidFill>
                <a:cs typeface="Times New Roman" pitchFamily="18" charset="0"/>
              </a:rPr>
              <a:t>( </a:t>
            </a:r>
            <a:r>
              <a:rPr lang="en-US" altLang="zh-CN" b="1" i="1" dirty="0">
                <a:solidFill>
                  <a:srgbClr val="0070C0"/>
                </a:solidFill>
                <a:cs typeface="Times New Roman" pitchFamily="18" charset="0"/>
              </a:rPr>
              <a:t>k</a:t>
            </a:r>
            <a:r>
              <a:rPr lang="en-US" altLang="zh-CN" b="1" dirty="0">
                <a:solidFill>
                  <a:srgbClr val="0070C0"/>
                </a:solidFill>
                <a:cs typeface="Times New Roman" pitchFamily="18" charset="0"/>
              </a:rPr>
              <a:t>=</a:t>
            </a:r>
            <a:r>
              <a:rPr lang="en-US" altLang="zh-CN" b="1" i="1" dirty="0">
                <a:solidFill>
                  <a:srgbClr val="0070C0"/>
                </a:solidFill>
                <a:cs typeface="Times New Roman" pitchFamily="18" charset="0"/>
              </a:rPr>
              <a:t>c</a:t>
            </a:r>
            <a:r>
              <a:rPr lang="en-US" altLang="zh-CN" b="1" i="1" dirty="0">
                <a:solidFill>
                  <a:srgbClr val="0070C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′</a:t>
            </a:r>
            <a:r>
              <a:rPr lang="en-US" altLang="zh-CN" sz="1800" b="1" dirty="0">
                <a:solidFill>
                  <a:srgbClr val="0070C0"/>
                </a:solidFill>
                <a:cs typeface="Times New Roman" pitchFamily="18" charset="0"/>
              </a:rPr>
              <a:t>×</a:t>
            </a:r>
            <a:r>
              <a:rPr lang="en-US" altLang="zh-CN" b="1" i="1" dirty="0" err="1">
                <a:solidFill>
                  <a:srgbClr val="0070C0"/>
                </a:solidFill>
                <a:cs typeface="Times New Roman" pitchFamily="18" charset="0"/>
              </a:rPr>
              <a:t>j+d</a:t>
            </a:r>
            <a:r>
              <a:rPr lang="en-US" altLang="zh-CN" b="1" i="1" dirty="0">
                <a:solidFill>
                  <a:srgbClr val="0070C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′ </a:t>
            </a:r>
            <a:r>
              <a:rPr lang="en-US" altLang="zh-CN" b="1" dirty="0">
                <a:solidFill>
                  <a:srgbClr val="0070C0"/>
                </a:solidFill>
                <a:cs typeface="Times New Roman" pitchFamily="18" charset="0"/>
              </a:rPr>
              <a:t>)</a:t>
            </a:r>
            <a:r>
              <a:rPr lang="zh-CN" altLang="en-US" b="1" dirty="0">
                <a:solidFill>
                  <a:schemeClr val="tx1"/>
                </a:solidFill>
                <a:cs typeface="Times New Roman" pitchFamily="18" charset="0"/>
              </a:rPr>
              <a:t>来计算，即</a:t>
            </a:r>
            <a:r>
              <a:rPr lang="en-US" altLang="zh-CN" b="1" i="1" dirty="0">
                <a:cs typeface="Times New Roman" pitchFamily="18" charset="0"/>
              </a:rPr>
              <a:t>k</a:t>
            </a:r>
            <a:r>
              <a:rPr lang="zh-CN" altLang="en-US" b="1" dirty="0">
                <a:cs typeface="Times New Roman" pitchFamily="18" charset="0"/>
              </a:rPr>
              <a:t>的三元组为</a:t>
            </a:r>
            <a:r>
              <a:rPr lang="en-US" altLang="zh-CN" b="1" dirty="0">
                <a:solidFill>
                  <a:srgbClr val="0070C0"/>
                </a:solidFill>
                <a:cs typeface="Times New Roman" pitchFamily="18" charset="0"/>
              </a:rPr>
              <a:t>( </a:t>
            </a:r>
            <a:r>
              <a:rPr lang="en-US" altLang="zh-CN" b="1" i="1" dirty="0" err="1">
                <a:solidFill>
                  <a:srgbClr val="0070C0"/>
                </a:solidFill>
                <a:cs typeface="Times New Roman" pitchFamily="18" charset="0"/>
              </a:rPr>
              <a:t>i</a:t>
            </a:r>
            <a:r>
              <a:rPr lang="en-US" altLang="zh-CN" b="1" dirty="0">
                <a:solidFill>
                  <a:srgbClr val="0070C0"/>
                </a:solidFill>
                <a:cs typeface="Times New Roman" pitchFamily="18" charset="0"/>
              </a:rPr>
              <a:t>, </a:t>
            </a:r>
            <a:r>
              <a:rPr lang="en-US" altLang="zh-CN" b="1" i="1" dirty="0">
                <a:solidFill>
                  <a:srgbClr val="0070C0"/>
                </a:solidFill>
                <a:cs typeface="Times New Roman" pitchFamily="18" charset="0"/>
              </a:rPr>
              <a:t>c</a:t>
            </a:r>
            <a:r>
              <a:rPr lang="en-US" altLang="zh-CN" b="1" i="1" dirty="0">
                <a:solidFill>
                  <a:srgbClr val="0070C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′</a:t>
            </a:r>
            <a:r>
              <a:rPr lang="en-US" altLang="zh-CN" sz="1600" b="1" dirty="0">
                <a:solidFill>
                  <a:srgbClr val="0070C0"/>
                </a:solidFill>
                <a:cs typeface="Times New Roman" pitchFamily="18" charset="0"/>
              </a:rPr>
              <a:t>×</a:t>
            </a:r>
            <a:r>
              <a:rPr lang="en-US" altLang="zh-CN" b="1" i="1" dirty="0">
                <a:solidFill>
                  <a:srgbClr val="0070C0"/>
                </a:solidFill>
                <a:cs typeface="Times New Roman" pitchFamily="18" charset="0"/>
              </a:rPr>
              <a:t> c, c</a:t>
            </a:r>
            <a:r>
              <a:rPr lang="en-US" altLang="zh-CN" b="1" i="1" dirty="0">
                <a:solidFill>
                  <a:srgbClr val="0070C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′</a:t>
            </a:r>
            <a:r>
              <a:rPr lang="en-US" altLang="zh-CN" sz="1400" b="1" dirty="0">
                <a:solidFill>
                  <a:srgbClr val="0070C0"/>
                </a:solidFill>
                <a:cs typeface="Times New Roman" pitchFamily="18" charset="0"/>
              </a:rPr>
              <a:t>×</a:t>
            </a:r>
            <a:r>
              <a:rPr lang="en-US" altLang="zh-CN" b="1" i="1" dirty="0">
                <a:solidFill>
                  <a:srgbClr val="0070C0"/>
                </a:solidFill>
                <a:cs typeface="Times New Roman" pitchFamily="18" charset="0"/>
              </a:rPr>
              <a:t> </a:t>
            </a:r>
            <a:r>
              <a:rPr lang="en-US" altLang="zh-CN" b="1" i="1" dirty="0" err="1">
                <a:solidFill>
                  <a:srgbClr val="0070C0"/>
                </a:solidFill>
                <a:cs typeface="Times New Roman" pitchFamily="18" charset="0"/>
              </a:rPr>
              <a:t>d+d</a:t>
            </a:r>
            <a:r>
              <a:rPr lang="en-US" altLang="zh-CN" b="1" i="1" dirty="0">
                <a:solidFill>
                  <a:srgbClr val="0070C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′ </a:t>
            </a:r>
            <a:r>
              <a:rPr lang="en-US" altLang="zh-CN" b="1" dirty="0">
                <a:solidFill>
                  <a:srgbClr val="0070C0"/>
                </a:solidFill>
                <a:cs typeface="Times New Roman" pitchFamily="18" charset="0"/>
              </a:rPr>
              <a:t>)</a:t>
            </a:r>
            <a:r>
              <a:rPr lang="zh-CN" altLang="en-US" b="1" dirty="0">
                <a:solidFill>
                  <a:schemeClr val="tx2">
                    <a:lumMod val="60000"/>
                    <a:lumOff val="40000"/>
                  </a:schemeClr>
                </a:solidFill>
                <a:cs typeface="Times New Roman" pitchFamily="18" charset="0"/>
              </a:rPr>
              <a:t>，</a:t>
            </a:r>
            <a:r>
              <a:rPr lang="zh-CN" altLang="en-US" b="1" dirty="0">
                <a:cs typeface="Times New Roman" pitchFamily="18" charset="0"/>
              </a:rPr>
              <a:t>此时</a:t>
            </a:r>
            <a:r>
              <a:rPr lang="zh-CN" altLang="en-US" b="1" dirty="0">
                <a:solidFill>
                  <a:schemeClr val="tx1"/>
                </a:solidFill>
                <a:cs typeface="Times New Roman" pitchFamily="18" charset="0"/>
              </a:rPr>
              <a:t>我们还要求：</a:t>
            </a:r>
            <a:endParaRPr lang="en-US" altLang="zh-CN" b="1" dirty="0">
              <a:solidFill>
                <a:schemeClr val="tx1"/>
              </a:solidFill>
              <a:cs typeface="Times New Roman" pitchFamily="18" charset="0"/>
            </a:endParaRPr>
          </a:p>
          <a:p>
            <a:pPr lvl="3" eaLnBrk="1" hangingPunct="1">
              <a:lnSpc>
                <a:spcPts val="2800"/>
              </a:lnSpc>
              <a:buClrTx/>
              <a:buFont typeface="Wingdings" pitchFamily="2" charset="2"/>
              <a:buChar char="Ø"/>
              <a:defRPr/>
            </a:pPr>
            <a:r>
              <a:rPr lang="zh-CN" altLang="en-US" b="1" dirty="0">
                <a:solidFill>
                  <a:schemeClr val="tx1"/>
                </a:solidFill>
                <a:cs typeface="Times New Roman" pitchFamily="18" charset="0"/>
              </a:rPr>
              <a:t>循环</a:t>
            </a:r>
            <a:r>
              <a:rPr lang="en-US" altLang="zh-CN" b="1" i="1" dirty="0">
                <a:solidFill>
                  <a:schemeClr val="tx1"/>
                </a:solidFill>
                <a:cs typeface="Times New Roman" pitchFamily="18" charset="0"/>
              </a:rPr>
              <a:t>L</a:t>
            </a:r>
            <a:r>
              <a:rPr lang="zh-CN" altLang="en-US" b="1" dirty="0">
                <a:solidFill>
                  <a:schemeClr val="tx1"/>
                </a:solidFill>
                <a:cs typeface="Times New Roman" pitchFamily="18" charset="0"/>
              </a:rPr>
              <a:t>中对 </a:t>
            </a:r>
            <a:r>
              <a:rPr lang="en-US" altLang="zh-CN" b="1" i="1" dirty="0">
                <a:solidFill>
                  <a:schemeClr val="tx1"/>
                </a:solidFill>
                <a:cs typeface="Times New Roman" pitchFamily="18" charset="0"/>
              </a:rPr>
              <a:t>j</a:t>
            </a:r>
            <a:r>
              <a:rPr lang="zh-CN" altLang="en-US" b="1" dirty="0">
                <a:solidFill>
                  <a:schemeClr val="tx1"/>
                </a:solidFill>
                <a:cs typeface="Times New Roman" pitchFamily="18" charset="0"/>
              </a:rPr>
              <a:t>的唯一定值和对</a:t>
            </a:r>
            <a:r>
              <a:rPr lang="en-US" altLang="zh-CN" b="1" i="1" dirty="0">
                <a:solidFill>
                  <a:schemeClr val="tx1"/>
                </a:solidFill>
                <a:cs typeface="Times New Roman" pitchFamily="18" charset="0"/>
              </a:rPr>
              <a:t>k</a:t>
            </a:r>
            <a:r>
              <a:rPr lang="zh-CN" altLang="en-US" b="1" dirty="0">
                <a:solidFill>
                  <a:schemeClr val="tx1"/>
                </a:solidFill>
                <a:cs typeface="Times New Roman" pitchFamily="18" charset="0"/>
              </a:rPr>
              <a:t>的定值之间</a:t>
            </a:r>
            <a:r>
              <a:rPr lang="zh-CN" altLang="en-US" b="1" dirty="0">
                <a:solidFill>
                  <a:srgbClr val="0070C0"/>
                </a:solidFill>
                <a:cs typeface="Times New Roman" pitchFamily="18" charset="0"/>
              </a:rPr>
              <a:t>没有对</a:t>
            </a:r>
            <a:r>
              <a:rPr lang="en-US" altLang="zh-CN" b="1" i="1" dirty="0" err="1">
                <a:solidFill>
                  <a:srgbClr val="0070C0"/>
                </a:solidFill>
                <a:cs typeface="Times New Roman" pitchFamily="18" charset="0"/>
              </a:rPr>
              <a:t>i</a:t>
            </a:r>
            <a:r>
              <a:rPr lang="zh-CN" altLang="en-US" b="1" dirty="0">
                <a:solidFill>
                  <a:srgbClr val="0070C0"/>
                </a:solidFill>
                <a:cs typeface="Times New Roman" pitchFamily="18" charset="0"/>
              </a:rPr>
              <a:t>的定值</a:t>
            </a:r>
            <a:endParaRPr lang="en-US" altLang="zh-CN" b="1" dirty="0">
              <a:solidFill>
                <a:srgbClr val="0070C0"/>
              </a:solidFill>
              <a:cs typeface="Times New Roman" pitchFamily="18" charset="0"/>
            </a:endParaRPr>
          </a:p>
          <a:p>
            <a:pPr lvl="3" eaLnBrk="1" hangingPunct="1">
              <a:lnSpc>
                <a:spcPts val="2800"/>
              </a:lnSpc>
              <a:buClrTx/>
              <a:buFont typeface="Wingdings" pitchFamily="2" charset="2"/>
              <a:buChar char="Ø"/>
              <a:defRPr/>
            </a:pPr>
            <a:r>
              <a:rPr lang="zh-CN" altLang="en-US" b="1" dirty="0">
                <a:solidFill>
                  <a:schemeClr val="tx1"/>
                </a:solidFill>
                <a:cs typeface="Times New Roman" pitchFamily="18" charset="0"/>
              </a:rPr>
              <a:t>循环</a:t>
            </a:r>
            <a:r>
              <a:rPr lang="en-US" altLang="zh-CN" b="1" i="1" dirty="0">
                <a:solidFill>
                  <a:schemeClr val="tx1"/>
                </a:solidFill>
                <a:cs typeface="Times New Roman" pitchFamily="18" charset="0"/>
              </a:rPr>
              <a:t>L</a:t>
            </a:r>
            <a:r>
              <a:rPr lang="zh-CN" altLang="en-US" b="1" dirty="0">
                <a:solidFill>
                  <a:schemeClr val="tx1"/>
                </a:solidFill>
                <a:cs typeface="Times New Roman" pitchFamily="18" charset="0"/>
              </a:rPr>
              <a:t>外没有 </a:t>
            </a:r>
            <a:r>
              <a:rPr lang="en-US" altLang="zh-CN" b="1" i="1" dirty="0">
                <a:solidFill>
                  <a:schemeClr val="tx1"/>
                </a:solidFill>
                <a:cs typeface="Times New Roman" pitchFamily="18" charset="0"/>
              </a:rPr>
              <a:t>j</a:t>
            </a:r>
            <a:r>
              <a:rPr lang="zh-CN" altLang="en-US" b="1" dirty="0">
                <a:solidFill>
                  <a:schemeClr val="tx1"/>
                </a:solidFill>
                <a:cs typeface="Times New Roman" pitchFamily="18" charset="0"/>
              </a:rPr>
              <a:t>的定值可以到达</a:t>
            </a:r>
            <a:r>
              <a:rPr lang="en-US" altLang="zh-CN" b="1" i="1" dirty="0">
                <a:solidFill>
                  <a:schemeClr val="tx1"/>
                </a:solidFill>
                <a:cs typeface="Times New Roman" pitchFamily="18" charset="0"/>
              </a:rPr>
              <a:t>k</a:t>
            </a:r>
            <a:endParaRPr lang="zh-CN" altLang="en-US" b="1" dirty="0">
              <a:solidFill>
                <a:schemeClr val="tx1"/>
              </a:solidFill>
              <a:cs typeface="Times New Roman" pitchFamily="18" charset="0"/>
            </a:endParaRPr>
          </a:p>
          <a:p>
            <a:pPr eaLnBrk="1" hangingPunct="1">
              <a:lnSpc>
                <a:spcPts val="2800"/>
              </a:lnSpc>
              <a:defRPr/>
            </a:pPr>
            <a:endParaRPr lang="zh-CN" altLang="en-US" sz="1800" b="1" dirty="0">
              <a:solidFill>
                <a:schemeClr val="tx1"/>
              </a:solidFill>
              <a:cs typeface="Times New Roman" pitchFamily="18" charset="0"/>
            </a:endParaRPr>
          </a:p>
        </p:txBody>
      </p:sp>
      <p:sp>
        <p:nvSpPr>
          <p:cNvPr id="846855" name="AutoShape 7">
            <a:extLst>
              <a:ext uri="{FF2B5EF4-FFF2-40B4-BE49-F238E27FC236}">
                <a16:creationId xmlns:a16="http://schemas.microsoft.com/office/drawing/2014/main" id="{9D4F968C-2D25-42E8-A1AA-7BBF3A9EEB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75656" y="4299942"/>
            <a:ext cx="5561508" cy="718455"/>
          </a:xfrm>
          <a:prstGeom prst="wedgeRoundRectCallout">
            <a:avLst>
              <a:gd name="adj1" fmla="val 15489"/>
              <a:gd name="adj2" fmla="val -93959"/>
              <a:gd name="adj3" fmla="val 16667"/>
            </a:avLst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lIns="68580" tIns="34290" rIns="68580" bIns="34290"/>
          <a:lstStyle/>
          <a:p>
            <a:pPr eaLnBrk="1" hangingPunct="1">
              <a:spcBef>
                <a:spcPct val="30000"/>
              </a:spcBef>
              <a:defRPr/>
            </a:pPr>
            <a:r>
              <a:rPr lang="zh-CN" altLang="en-US" sz="2000" dirty="0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这两个条件是为了保证对</a:t>
            </a:r>
            <a:r>
              <a:rPr lang="en-US" altLang="zh-CN" sz="2000" i="1" dirty="0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k</a:t>
            </a:r>
            <a:r>
              <a:rPr lang="en-US" altLang="zh-CN" sz="2000" dirty="0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 </a:t>
            </a:r>
            <a:r>
              <a:rPr lang="zh-CN" altLang="en-US" sz="2000" dirty="0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与</a:t>
            </a:r>
            <a:r>
              <a:rPr lang="en-US" altLang="zh-CN" sz="2000" i="1" dirty="0" err="1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i</a:t>
            </a:r>
            <a:r>
              <a:rPr lang="zh-CN" altLang="en-US" sz="2000" dirty="0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的函数关系是符合同步调变化（线性）的。</a:t>
            </a:r>
            <a:endParaRPr lang="zh-CN" altLang="en-US" sz="2000" i="1" dirty="0">
              <a:latin typeface="Times New Roman" pitchFamily="18" charset="0"/>
              <a:ea typeface="楷体" pitchFamily="49" charset="-122"/>
              <a:cs typeface="Times New Roman" pitchFamily="18" charset="0"/>
            </a:endParaRP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C86A475C-D6CC-48AE-B098-29CE01B504F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>
              <a:defRPr/>
            </a:pPr>
            <a:r>
              <a:rPr lang="zh-CN" altLang="en-US" sz="30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归纳变量检测算法 </a:t>
            </a:r>
            <a:r>
              <a:rPr lang="en-US" altLang="zh-CN" sz="3200" spc="300" dirty="0">
                <a:solidFill>
                  <a:schemeClr val="tx1"/>
                </a:solidFill>
              </a:rPr>
              <a:t>(</a:t>
            </a:r>
            <a:r>
              <a:rPr lang="zh-CN" altLang="en-US" sz="3000" spc="3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续</a:t>
            </a:r>
            <a:r>
              <a:rPr lang="en-US" altLang="zh-CN" sz="3200" spc="300" dirty="0">
                <a:solidFill>
                  <a:schemeClr val="tx1"/>
                </a:solidFill>
              </a:rPr>
              <a:t>)</a:t>
            </a:r>
            <a:endParaRPr lang="zh-CN" altLang="en-US" sz="3000" spc="300" dirty="0">
              <a:solidFill>
                <a:schemeClr val="tx1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grpSp>
        <p:nvGrpSpPr>
          <p:cNvPr id="2" name="组合 1">
            <a:extLst>
              <a:ext uri="{FF2B5EF4-FFF2-40B4-BE49-F238E27FC236}">
                <a16:creationId xmlns:a16="http://schemas.microsoft.com/office/drawing/2014/main" id="{0214997A-2E7C-4240-8B77-655D6A63B6F5}"/>
              </a:ext>
            </a:extLst>
          </p:cNvPr>
          <p:cNvGrpSpPr>
            <a:grpSpLocks/>
          </p:cNvGrpSpPr>
          <p:nvPr/>
        </p:nvGrpSpPr>
        <p:grpSpPr bwMode="auto">
          <a:xfrm>
            <a:off x="7470775" y="4029075"/>
            <a:ext cx="1192213" cy="944563"/>
            <a:chOff x="7470947" y="4029075"/>
            <a:chExt cx="1192437" cy="944562"/>
          </a:xfrm>
        </p:grpSpPr>
        <p:sp>
          <p:nvSpPr>
            <p:cNvPr id="5" name="Rectangle 26">
              <a:extLst>
                <a:ext uri="{FF2B5EF4-FFF2-40B4-BE49-F238E27FC236}">
                  <a16:creationId xmlns:a16="http://schemas.microsoft.com/office/drawing/2014/main" id="{6FB092D1-DBEF-4E26-9E2D-AC892C7E46E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472535" y="4659312"/>
              <a:ext cx="1190849" cy="314325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8580" tIns="34290" rIns="68580" bIns="34290"/>
            <a:lstStyle>
              <a:lvl1pPr marL="257175" indent="-257175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eaLnBrk="1" hangingPunct="1"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lang="en-US" altLang="zh-CN" i="1" dirty="0">
                  <a:solidFill>
                    <a:prstClr val="black"/>
                  </a:solidFill>
                  <a:latin typeface="Times New Roman" panose="02020603050405020304" pitchFamily="18" charset="0"/>
                  <a:ea typeface="华文楷体" panose="02010600040101010101" pitchFamily="2" charset="-122"/>
                  <a:cs typeface="Times New Roman" pitchFamily="18" charset="0"/>
                </a:rPr>
                <a:t>k</a:t>
              </a:r>
              <a:r>
                <a:rPr lang="en-US" altLang="zh-CN" dirty="0">
                  <a:solidFill>
                    <a:prstClr val="black"/>
                  </a:solidFill>
                  <a:latin typeface="Times New Roman" panose="02020603050405020304" pitchFamily="18" charset="0"/>
                  <a:ea typeface="华文楷体" panose="02010600040101010101" pitchFamily="2" charset="-122"/>
                  <a:cs typeface="Times New Roman" pitchFamily="18" charset="0"/>
                </a:rPr>
                <a:t>=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panose="02020603050405020304" pitchFamily="18" charset="0"/>
                  <a:ea typeface="华文楷体" panose="02010600040101010101" pitchFamily="2" charset="-122"/>
                  <a:cs typeface="Times New Roman" pitchFamily="18" charset="0"/>
                </a:rPr>
                <a:t>c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′</a:t>
              </a:r>
              <a:r>
                <a:rPr lang="en-US" altLang="zh-CN" sz="1600" dirty="0">
                  <a:solidFill>
                    <a:prstClr val="black"/>
                  </a:solidFill>
                  <a:latin typeface="Times New Roman" panose="02020603050405020304" pitchFamily="18" charset="0"/>
                  <a:ea typeface="华文楷体" panose="02010600040101010101" pitchFamily="2" charset="-122"/>
                  <a:cs typeface="Times New Roman" pitchFamily="18" charset="0"/>
                </a:rPr>
                <a:t>×</a:t>
              </a:r>
              <a:r>
                <a:rPr lang="en-US" altLang="zh-CN" i="1" dirty="0" err="1">
                  <a:solidFill>
                    <a:prstClr val="black"/>
                  </a:solidFill>
                  <a:latin typeface="Times New Roman" panose="02020603050405020304" pitchFamily="18" charset="0"/>
                  <a:ea typeface="华文楷体" panose="02010600040101010101" pitchFamily="2" charset="-122"/>
                  <a:cs typeface="Times New Roman" pitchFamily="18" charset="0"/>
                </a:rPr>
                <a:t>j+d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′</a:t>
              </a:r>
              <a:endParaRPr kumimoji="1" lang="en-US" altLang="zh-CN" sz="1400" i="1" dirty="0">
                <a:solidFill>
                  <a:prstClr val="black"/>
                </a:solidFill>
                <a:latin typeface="Times New Roman" charset="0"/>
              </a:endParaRPr>
            </a:p>
          </p:txBody>
        </p:sp>
        <p:sp>
          <p:nvSpPr>
            <p:cNvPr id="6" name="Rectangle 27">
              <a:extLst>
                <a:ext uri="{FF2B5EF4-FFF2-40B4-BE49-F238E27FC236}">
                  <a16:creationId xmlns:a16="http://schemas.microsoft.com/office/drawing/2014/main" id="{52857078-E062-4068-80BC-A5DDD2D4CE5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470947" y="4029075"/>
              <a:ext cx="1190849" cy="314325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68580" tIns="34290" rIns="68580" bIns="34290" anchor="ctr"/>
            <a:lstStyle>
              <a:lvl1pPr marL="257175" indent="-257175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marL="0" indent="0" eaLnBrk="1" hangingPunct="1">
                <a:spcBef>
                  <a:spcPct val="20000"/>
                </a:spcBef>
                <a:buClr>
                  <a:srgbClr val="5EAEFF"/>
                </a:buClr>
                <a:buSzPct val="60000"/>
                <a:defRPr/>
              </a:pPr>
              <a:r>
                <a:rPr lang="en-US" altLang="zh-CN" i="1" dirty="0">
                  <a:solidFill>
                    <a:prstClr val="black"/>
                  </a:solidFill>
                  <a:latin typeface="Times New Roman" panose="02020603050405020304" pitchFamily="18" charset="0"/>
                  <a:ea typeface="华文楷体" panose="02010600040101010101" pitchFamily="2" charset="-122"/>
                  <a:cs typeface="Times New Roman" pitchFamily="18" charset="0"/>
                </a:rPr>
                <a:t>j</a:t>
              </a:r>
              <a:r>
                <a:rPr lang="en-US" altLang="zh-CN" dirty="0">
                  <a:solidFill>
                    <a:prstClr val="black"/>
                  </a:solidFill>
                  <a:latin typeface="Times New Roman" panose="02020603050405020304" pitchFamily="18" charset="0"/>
                  <a:ea typeface="华文楷体" panose="02010600040101010101" pitchFamily="2" charset="-122"/>
                  <a:cs typeface="Times New Roman" pitchFamily="18" charset="0"/>
                </a:rPr>
                <a:t>=</a:t>
              </a:r>
              <a:r>
                <a:rPr lang="en-US" altLang="zh-CN" i="1" dirty="0" err="1">
                  <a:solidFill>
                    <a:prstClr val="black"/>
                  </a:solidFill>
                  <a:latin typeface="Times New Roman" panose="02020603050405020304" pitchFamily="18" charset="0"/>
                  <a:ea typeface="华文楷体" panose="02010600040101010101" pitchFamily="2" charset="-122"/>
                  <a:cs typeface="Times New Roman" pitchFamily="18" charset="0"/>
                </a:rPr>
                <a:t>c</a:t>
              </a:r>
              <a:r>
                <a:rPr lang="en-US" altLang="zh-CN" sz="1600" dirty="0" err="1">
                  <a:solidFill>
                    <a:prstClr val="black"/>
                  </a:solidFill>
                  <a:latin typeface="Times New Roman" panose="02020603050405020304" pitchFamily="18" charset="0"/>
                  <a:ea typeface="华文楷体" panose="02010600040101010101" pitchFamily="2" charset="-122"/>
                  <a:cs typeface="Times New Roman" pitchFamily="18" charset="0"/>
                </a:rPr>
                <a:t>×</a:t>
              </a:r>
              <a:r>
                <a:rPr lang="en-US" altLang="zh-CN" i="1" dirty="0" err="1">
                  <a:solidFill>
                    <a:prstClr val="black"/>
                  </a:solidFill>
                  <a:latin typeface="Times New Roman" panose="02020603050405020304" pitchFamily="18" charset="0"/>
                  <a:ea typeface="华文楷体" panose="02010600040101010101" pitchFamily="2" charset="-122"/>
                  <a:cs typeface="Times New Roman" pitchFamily="18" charset="0"/>
                </a:rPr>
                <a:t>i+d</a:t>
              </a:r>
              <a:endParaRPr kumimoji="1" lang="en-US" altLang="zh-CN" sz="1400" i="1" dirty="0">
                <a:solidFill>
                  <a:prstClr val="black"/>
                </a:solidFill>
                <a:latin typeface="Times New Roman" charset="0"/>
                <a:ea typeface="宋体" panose="02010600030101010101" pitchFamily="2" charset="-122"/>
              </a:endParaRPr>
            </a:p>
          </p:txBody>
        </p:sp>
        <p:sp>
          <p:nvSpPr>
            <p:cNvPr id="263176" name="任意多边形 1">
              <a:extLst>
                <a:ext uri="{FF2B5EF4-FFF2-40B4-BE49-F238E27FC236}">
                  <a16:creationId xmlns:a16="http://schemas.microsoft.com/office/drawing/2014/main" id="{5B3DF51A-51AF-4089-B58D-ACD19032EC76}"/>
                </a:ext>
              </a:extLst>
            </p:cNvPr>
            <p:cNvSpPr>
              <a:spLocks/>
            </p:cNvSpPr>
            <p:nvPr/>
          </p:nvSpPr>
          <p:spPr bwMode="auto">
            <a:xfrm>
              <a:off x="7887170" y="4398741"/>
              <a:ext cx="180975" cy="242887"/>
            </a:xfrm>
            <a:custGeom>
              <a:avLst/>
              <a:gdLst>
                <a:gd name="T0" fmla="*/ 2 w 240085"/>
                <a:gd name="T1" fmla="*/ 0 h 323557"/>
                <a:gd name="T2" fmla="*/ 2 w 240085"/>
                <a:gd name="T3" fmla="*/ 2 h 323557"/>
                <a:gd name="T4" fmla="*/ 2 w 240085"/>
                <a:gd name="T5" fmla="*/ 2 h 323557"/>
                <a:gd name="T6" fmla="*/ 2 w 240085"/>
                <a:gd name="T7" fmla="*/ 2 h 323557"/>
                <a:gd name="T8" fmla="*/ 2 w 240085"/>
                <a:gd name="T9" fmla="*/ 2 h 323557"/>
                <a:gd name="T10" fmla="*/ 2 w 240085"/>
                <a:gd name="T11" fmla="*/ 2 h 323557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40085"/>
                <a:gd name="T19" fmla="*/ 0 h 323557"/>
                <a:gd name="T20" fmla="*/ 240085 w 240085"/>
                <a:gd name="T21" fmla="*/ 323557 h 323557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40085" h="323557">
                  <a:moveTo>
                    <a:pt x="112" y="0"/>
                  </a:moveTo>
                  <a:cubicBezTo>
                    <a:pt x="4801" y="46892"/>
                    <a:pt x="-9565" y="99970"/>
                    <a:pt x="14180" y="140677"/>
                  </a:cubicBezTo>
                  <a:cubicBezTo>
                    <a:pt x="20868" y="152142"/>
                    <a:pt x="132438" y="176475"/>
                    <a:pt x="154857" y="182880"/>
                  </a:cubicBezTo>
                  <a:cubicBezTo>
                    <a:pt x="169115" y="186954"/>
                    <a:pt x="182992" y="192259"/>
                    <a:pt x="197060" y="196948"/>
                  </a:cubicBezTo>
                  <a:cubicBezTo>
                    <a:pt x="206439" y="206326"/>
                    <a:pt x="218372" y="213710"/>
                    <a:pt x="225196" y="225083"/>
                  </a:cubicBezTo>
                  <a:cubicBezTo>
                    <a:pt x="245194" y="258413"/>
                    <a:pt x="239263" y="286190"/>
                    <a:pt x="239263" y="323557"/>
                  </a:cubicBez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 type="stealth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685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84685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84685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84685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 nodeType="clickPar">
                      <p:stCondLst>
                        <p:cond delay="indefinite"/>
                      </p:stCondLst>
                      <p:childTnLst>
                        <p:par>
                          <p:cTn id="1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685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84685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84685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84685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685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84685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84685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84685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 nodeType="clickPar">
                      <p:stCondLst>
                        <p:cond delay="indefinite"/>
                      </p:stCondLst>
                      <p:childTnLst>
                        <p:par>
                          <p:cTn id="2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6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685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84685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84685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84685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685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84685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84685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84685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53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68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84685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84685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8468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46855" grpId="0" animBg="1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114" name="Rectangle 23">
            <a:extLst>
              <a:ext uri="{FF2B5EF4-FFF2-40B4-BE49-F238E27FC236}">
                <a16:creationId xmlns:a16="http://schemas.microsoft.com/office/drawing/2014/main" id="{5FBF8E44-EEB6-4E12-BD25-332BEF4C68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7588" y="55563"/>
            <a:ext cx="1693862" cy="141446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tIns="36000" bIns="0"/>
          <a:lstStyle>
            <a:lvl1pPr>
              <a:defRPr b="1">
                <a:solidFill>
                  <a:schemeClr val="tx1"/>
                </a:solidFill>
                <a:latin typeface="Tahoma" charset="0"/>
                <a:ea typeface="宋体" charset="0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charset="0"/>
                <a:ea typeface="宋体" charset="0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charset="0"/>
                <a:ea typeface="宋体" charset="0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charset="0"/>
                <a:ea typeface="宋体" charset="0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charset="0"/>
                <a:ea typeface="宋体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charset="0"/>
                <a:ea typeface="宋体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charset="0"/>
                <a:ea typeface="宋体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charset="0"/>
                <a:ea typeface="宋体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charset="0"/>
                <a:ea typeface="宋体" charset="0"/>
              </a:defRPr>
            </a:lvl9pPr>
          </a:lstStyle>
          <a:p>
            <a:pPr algn="just">
              <a:lnSpc>
                <a:spcPts val="1800"/>
              </a:lnSpc>
              <a:defRPr/>
            </a:pPr>
            <a:r>
              <a:rPr lang="en-US" altLang="zh-CN" i="1" dirty="0">
                <a:solidFill>
                  <a:prstClr val="black"/>
                </a:solidFill>
                <a:latin typeface="Times New Roman" charset="0"/>
              </a:rPr>
              <a:t>i </a:t>
            </a:r>
            <a:r>
              <a:rPr lang="en-US" altLang="zh-CN" dirty="0">
                <a:solidFill>
                  <a:prstClr val="black"/>
                </a:solidFill>
                <a:latin typeface="Times New Roman" charset="0"/>
              </a:rPr>
              <a:t>=</a:t>
            </a:r>
            <a:r>
              <a:rPr lang="en-US" altLang="zh-CN" i="1" dirty="0">
                <a:solidFill>
                  <a:prstClr val="black"/>
                </a:solidFill>
                <a:latin typeface="Times New Roman" charset="0"/>
              </a:rPr>
              <a:t> m </a:t>
            </a:r>
            <a:r>
              <a:rPr lang="en-US" altLang="zh-CN" dirty="0">
                <a:solidFill>
                  <a:prstClr val="black"/>
                </a:solidFill>
                <a:latin typeface="Times New Roman" charset="0"/>
                <a:sym typeface="Symbol" charset="2"/>
              </a:rPr>
              <a:t></a:t>
            </a:r>
            <a:r>
              <a:rPr lang="en-US" altLang="zh-CN" dirty="0">
                <a:solidFill>
                  <a:prstClr val="black"/>
                </a:solidFill>
                <a:latin typeface="Times New Roman" charset="0"/>
              </a:rPr>
              <a:t>1</a:t>
            </a:r>
          </a:p>
          <a:p>
            <a:pPr algn="just">
              <a:lnSpc>
                <a:spcPts val="1800"/>
              </a:lnSpc>
              <a:defRPr/>
            </a:pPr>
            <a:r>
              <a:rPr lang="en-US" altLang="zh-CN" i="1" dirty="0">
                <a:solidFill>
                  <a:prstClr val="black"/>
                </a:solidFill>
                <a:latin typeface="Times New Roman" charset="0"/>
              </a:rPr>
              <a:t>j</a:t>
            </a:r>
            <a:r>
              <a:rPr lang="en-US" altLang="zh-CN" dirty="0">
                <a:solidFill>
                  <a:prstClr val="black"/>
                </a:solidFill>
                <a:latin typeface="Times New Roman" charset="0"/>
              </a:rPr>
              <a:t> =</a:t>
            </a:r>
            <a:r>
              <a:rPr lang="en-US" altLang="zh-CN" i="1" dirty="0">
                <a:solidFill>
                  <a:prstClr val="black"/>
                </a:solidFill>
                <a:latin typeface="Times New Roman" charset="0"/>
              </a:rPr>
              <a:t> n</a:t>
            </a:r>
          </a:p>
          <a:p>
            <a:pPr algn="just">
              <a:lnSpc>
                <a:spcPts val="1800"/>
              </a:lnSpc>
              <a:defRPr/>
            </a:pPr>
            <a:r>
              <a:rPr lang="en-US" altLang="zh-CN" i="1" dirty="0">
                <a:solidFill>
                  <a:prstClr val="black"/>
                </a:solidFill>
                <a:latin typeface="Times New Roman" charset="0"/>
              </a:rPr>
              <a:t>t</a:t>
            </a:r>
            <a:r>
              <a:rPr lang="en-US" altLang="zh-CN" i="1" baseline="-25000" dirty="0">
                <a:solidFill>
                  <a:prstClr val="black"/>
                </a:solidFill>
                <a:latin typeface="Times New Roman" charset="0"/>
              </a:rPr>
              <a:t>1</a:t>
            </a:r>
            <a:r>
              <a:rPr lang="en-US" altLang="zh-CN" dirty="0">
                <a:solidFill>
                  <a:prstClr val="black"/>
                </a:solidFill>
                <a:latin typeface="Times New Roman" charset="0"/>
              </a:rPr>
              <a:t> = 4 * </a:t>
            </a:r>
            <a:r>
              <a:rPr lang="en-US" altLang="zh-CN" i="1" dirty="0">
                <a:solidFill>
                  <a:prstClr val="black"/>
                </a:solidFill>
                <a:latin typeface="Times New Roman" charset="0"/>
              </a:rPr>
              <a:t>n</a:t>
            </a:r>
          </a:p>
          <a:p>
            <a:pPr algn="just">
              <a:lnSpc>
                <a:spcPts val="1800"/>
              </a:lnSpc>
              <a:defRPr/>
            </a:pPr>
            <a:r>
              <a:rPr lang="en-US" altLang="zh-CN" i="1" dirty="0">
                <a:solidFill>
                  <a:prstClr val="black"/>
                </a:solidFill>
                <a:latin typeface="Times New Roman" charset="0"/>
              </a:rPr>
              <a:t>v</a:t>
            </a:r>
            <a:r>
              <a:rPr lang="en-US" altLang="zh-CN" dirty="0">
                <a:solidFill>
                  <a:prstClr val="black"/>
                </a:solidFill>
                <a:latin typeface="Times New Roman" charset="0"/>
              </a:rPr>
              <a:t> = </a:t>
            </a:r>
            <a:r>
              <a:rPr lang="en-US" altLang="zh-CN" i="1" dirty="0">
                <a:solidFill>
                  <a:prstClr val="black"/>
                </a:solidFill>
                <a:latin typeface="Times New Roman" charset="0"/>
              </a:rPr>
              <a:t>a</a:t>
            </a:r>
            <a:r>
              <a:rPr lang="en-US" altLang="zh-CN" dirty="0">
                <a:solidFill>
                  <a:prstClr val="black"/>
                </a:solidFill>
                <a:latin typeface="Times New Roman" charset="0"/>
              </a:rPr>
              <a:t>[</a:t>
            </a:r>
            <a:r>
              <a:rPr lang="en-US" altLang="zh-CN" i="1" dirty="0">
                <a:solidFill>
                  <a:prstClr val="black"/>
                </a:solidFill>
                <a:latin typeface="Times New Roman" charset="0"/>
              </a:rPr>
              <a:t>t</a:t>
            </a:r>
            <a:r>
              <a:rPr lang="en-US" altLang="zh-CN" i="1" baseline="-25000" dirty="0">
                <a:solidFill>
                  <a:prstClr val="black"/>
                </a:solidFill>
                <a:latin typeface="Times New Roman" charset="0"/>
              </a:rPr>
              <a:t>1</a:t>
            </a:r>
            <a:r>
              <a:rPr lang="en-US" altLang="zh-CN" dirty="0">
                <a:solidFill>
                  <a:prstClr val="black"/>
                </a:solidFill>
                <a:latin typeface="Times New Roman" charset="0"/>
              </a:rPr>
              <a:t>]</a:t>
            </a:r>
          </a:p>
          <a:p>
            <a:pPr algn="just">
              <a:lnSpc>
                <a:spcPts val="1800"/>
              </a:lnSpc>
              <a:defRPr/>
            </a:pPr>
            <a:r>
              <a:rPr lang="en-US" altLang="zh-CN" i="1" dirty="0">
                <a:solidFill>
                  <a:srgbClr val="FF0000"/>
                </a:solidFill>
                <a:latin typeface="Times New Roman" charset="0"/>
              </a:rPr>
              <a:t>s</a:t>
            </a:r>
            <a:r>
              <a:rPr lang="en-US" altLang="zh-CN" i="1" baseline="-25000" dirty="0">
                <a:solidFill>
                  <a:srgbClr val="FF0000"/>
                </a:solidFill>
                <a:latin typeface="Times New Roman" charset="0"/>
              </a:rPr>
              <a:t>2</a:t>
            </a:r>
            <a:r>
              <a:rPr lang="en-US" altLang="zh-CN" dirty="0">
                <a:solidFill>
                  <a:srgbClr val="FF0000"/>
                </a:solidFill>
                <a:latin typeface="Times New Roman" charset="0"/>
              </a:rPr>
              <a:t> = 4 * </a:t>
            </a:r>
            <a:r>
              <a:rPr lang="en-US" altLang="zh-CN" i="1" dirty="0">
                <a:solidFill>
                  <a:srgbClr val="FF0000"/>
                </a:solidFill>
                <a:latin typeface="Times New Roman" charset="0"/>
              </a:rPr>
              <a:t>i</a:t>
            </a:r>
          </a:p>
          <a:p>
            <a:pPr algn="just">
              <a:lnSpc>
                <a:spcPts val="1800"/>
              </a:lnSpc>
              <a:defRPr/>
            </a:pPr>
            <a:r>
              <a:rPr lang="en-US" altLang="zh-CN" i="1" dirty="0">
                <a:solidFill>
                  <a:srgbClr val="FF0000"/>
                </a:solidFill>
                <a:latin typeface="Times New Roman" charset="0"/>
              </a:rPr>
              <a:t>s</a:t>
            </a:r>
            <a:r>
              <a:rPr lang="en-US" altLang="zh-CN" i="1" baseline="-25000" dirty="0">
                <a:solidFill>
                  <a:srgbClr val="FF0000"/>
                </a:solidFill>
                <a:latin typeface="Times New Roman" charset="0"/>
              </a:rPr>
              <a:t>4</a:t>
            </a:r>
            <a:r>
              <a:rPr lang="en-US" altLang="zh-CN" i="1" dirty="0">
                <a:solidFill>
                  <a:srgbClr val="FF0000"/>
                </a:solidFill>
                <a:latin typeface="Times New Roman" charset="0"/>
              </a:rPr>
              <a:t> </a:t>
            </a:r>
            <a:r>
              <a:rPr lang="en-US" altLang="zh-CN" dirty="0">
                <a:solidFill>
                  <a:srgbClr val="FF0000"/>
                </a:solidFill>
                <a:latin typeface="Times New Roman" charset="0"/>
              </a:rPr>
              <a:t>= 4 *</a:t>
            </a:r>
            <a:r>
              <a:rPr lang="en-US" altLang="zh-CN" i="1" dirty="0">
                <a:solidFill>
                  <a:srgbClr val="FF0000"/>
                </a:solidFill>
                <a:latin typeface="Times New Roman" charset="0"/>
              </a:rPr>
              <a:t> j</a:t>
            </a:r>
          </a:p>
        </p:txBody>
      </p:sp>
      <p:sp>
        <p:nvSpPr>
          <p:cNvPr id="46115" name="Rectangle 24">
            <a:extLst>
              <a:ext uri="{FF2B5EF4-FFF2-40B4-BE49-F238E27FC236}">
                <a16:creationId xmlns:a16="http://schemas.microsoft.com/office/drawing/2014/main" id="{6D4B5E7E-70FF-40C5-900A-B697052F67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89650" y="1712913"/>
            <a:ext cx="1711325" cy="106045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tIns="72000" bIns="0"/>
          <a:lstStyle>
            <a:lvl1pPr>
              <a:defRPr b="1">
                <a:solidFill>
                  <a:schemeClr val="tx1"/>
                </a:solidFill>
                <a:latin typeface="Tahoma" charset="0"/>
                <a:ea typeface="宋体" charset="0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charset="0"/>
                <a:ea typeface="宋体" charset="0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charset="0"/>
                <a:ea typeface="宋体" charset="0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charset="0"/>
                <a:ea typeface="宋体" charset="0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charset="0"/>
                <a:ea typeface="宋体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charset="0"/>
                <a:ea typeface="宋体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charset="0"/>
                <a:ea typeface="宋体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charset="0"/>
                <a:ea typeface="宋体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charset="0"/>
                <a:ea typeface="宋体" charset="0"/>
              </a:defRPr>
            </a:lvl9pPr>
          </a:lstStyle>
          <a:p>
            <a:pPr algn="just">
              <a:lnSpc>
                <a:spcPts val="1500"/>
              </a:lnSpc>
              <a:defRPr/>
            </a:pPr>
            <a:r>
              <a:rPr lang="en-US" altLang="zh-CN" sz="1700" i="1" dirty="0">
                <a:solidFill>
                  <a:srgbClr val="000000"/>
                </a:solidFill>
                <a:latin typeface="Times New Roman" charset="0"/>
              </a:rPr>
              <a:t>i</a:t>
            </a:r>
            <a:r>
              <a:rPr lang="en-US" altLang="zh-CN" sz="1700" dirty="0">
                <a:solidFill>
                  <a:srgbClr val="000000"/>
                </a:solidFill>
                <a:latin typeface="Times New Roman" charset="0"/>
              </a:rPr>
              <a:t> =</a:t>
            </a:r>
            <a:r>
              <a:rPr lang="en-US" altLang="zh-CN" sz="1700" i="1" dirty="0">
                <a:solidFill>
                  <a:srgbClr val="000000"/>
                </a:solidFill>
                <a:latin typeface="Times New Roman" charset="0"/>
              </a:rPr>
              <a:t> i </a:t>
            </a:r>
            <a:r>
              <a:rPr lang="en-US" altLang="zh-CN" sz="1700" dirty="0">
                <a:solidFill>
                  <a:srgbClr val="000000"/>
                </a:solidFill>
                <a:latin typeface="Times New Roman" charset="0"/>
              </a:rPr>
              <a:t>+ 1</a:t>
            </a:r>
            <a:endParaRPr lang="en-US" altLang="zh-CN" sz="1700" dirty="0">
              <a:solidFill>
                <a:srgbClr val="0000FF"/>
              </a:solidFill>
              <a:latin typeface="Times New Roman" charset="0"/>
            </a:endParaRPr>
          </a:p>
          <a:p>
            <a:pPr algn="just">
              <a:lnSpc>
                <a:spcPts val="1500"/>
              </a:lnSpc>
              <a:defRPr/>
            </a:pPr>
            <a:r>
              <a:rPr lang="en-US" altLang="zh-CN" sz="1700" i="1" dirty="0">
                <a:solidFill>
                  <a:srgbClr val="FF0000"/>
                </a:solidFill>
                <a:latin typeface="Times New Roman" charset="0"/>
              </a:rPr>
              <a:t>s</a:t>
            </a:r>
            <a:r>
              <a:rPr lang="en-US" altLang="zh-CN" sz="1700" i="1" baseline="-25000" dirty="0">
                <a:solidFill>
                  <a:srgbClr val="FF0000"/>
                </a:solidFill>
                <a:latin typeface="Times New Roman" charset="0"/>
              </a:rPr>
              <a:t>2</a:t>
            </a:r>
            <a:r>
              <a:rPr lang="en-US" altLang="zh-CN" sz="1700" dirty="0">
                <a:solidFill>
                  <a:srgbClr val="FF0000"/>
                </a:solidFill>
                <a:latin typeface="Times New Roman" charset="0"/>
              </a:rPr>
              <a:t> = </a:t>
            </a:r>
            <a:r>
              <a:rPr lang="en-US" altLang="zh-CN" sz="1700" i="1" dirty="0">
                <a:solidFill>
                  <a:srgbClr val="FF0000"/>
                </a:solidFill>
                <a:latin typeface="Times New Roman" charset="0"/>
              </a:rPr>
              <a:t>s</a:t>
            </a:r>
            <a:r>
              <a:rPr lang="en-US" altLang="zh-CN" sz="1700" i="1" baseline="-25000" dirty="0">
                <a:solidFill>
                  <a:srgbClr val="FF0000"/>
                </a:solidFill>
                <a:latin typeface="Times New Roman" charset="0"/>
              </a:rPr>
              <a:t>2</a:t>
            </a:r>
            <a:r>
              <a:rPr lang="en-US" altLang="zh-CN" sz="1700" dirty="0">
                <a:solidFill>
                  <a:srgbClr val="FF0000"/>
                </a:solidFill>
                <a:latin typeface="Times New Roman" charset="0"/>
              </a:rPr>
              <a:t> </a:t>
            </a:r>
            <a:r>
              <a:rPr lang="en-US" altLang="zh-CN" sz="1700" dirty="0">
                <a:solidFill>
                  <a:srgbClr val="FF0000"/>
                </a:solidFill>
                <a:latin typeface="宋体" charset="0"/>
              </a:rPr>
              <a:t>+</a:t>
            </a:r>
            <a:r>
              <a:rPr lang="en-US" altLang="zh-CN" sz="1700" dirty="0">
                <a:solidFill>
                  <a:srgbClr val="FF0000"/>
                </a:solidFill>
                <a:latin typeface="Times New Roman" charset="0"/>
              </a:rPr>
              <a:t> 4</a:t>
            </a:r>
            <a:endParaRPr lang="en-US" altLang="zh-CN" sz="1700" i="1" dirty="0">
              <a:solidFill>
                <a:srgbClr val="FF0000"/>
              </a:solidFill>
              <a:latin typeface="Times New Roman" charset="0"/>
            </a:endParaRPr>
          </a:p>
          <a:p>
            <a:pPr algn="just">
              <a:lnSpc>
                <a:spcPts val="1500"/>
              </a:lnSpc>
              <a:defRPr/>
            </a:pPr>
            <a:r>
              <a:rPr lang="en-US" altLang="zh-CN" sz="1700" i="1" dirty="0">
                <a:solidFill>
                  <a:srgbClr val="FF0000"/>
                </a:solidFill>
                <a:latin typeface="Times New Roman" charset="0"/>
              </a:rPr>
              <a:t>t</a:t>
            </a:r>
            <a:r>
              <a:rPr lang="en-US" altLang="zh-CN" sz="1700" i="1" baseline="-25000" dirty="0">
                <a:solidFill>
                  <a:srgbClr val="FF0000"/>
                </a:solidFill>
                <a:latin typeface="Times New Roman" charset="0"/>
              </a:rPr>
              <a:t>2</a:t>
            </a:r>
            <a:r>
              <a:rPr lang="en-US" altLang="zh-CN" sz="1700" dirty="0">
                <a:solidFill>
                  <a:srgbClr val="FF0000"/>
                </a:solidFill>
                <a:latin typeface="Times New Roman" charset="0"/>
              </a:rPr>
              <a:t> = </a:t>
            </a:r>
            <a:r>
              <a:rPr lang="en-US" altLang="zh-CN" sz="1700" i="1" dirty="0">
                <a:solidFill>
                  <a:srgbClr val="FF0000"/>
                </a:solidFill>
                <a:latin typeface="Times New Roman" charset="0"/>
              </a:rPr>
              <a:t>s</a:t>
            </a:r>
            <a:r>
              <a:rPr lang="en-US" altLang="zh-CN" sz="1700" i="1" baseline="-25000" dirty="0">
                <a:solidFill>
                  <a:srgbClr val="FF0000"/>
                </a:solidFill>
                <a:latin typeface="Times New Roman" charset="0"/>
              </a:rPr>
              <a:t>2</a:t>
            </a:r>
            <a:endParaRPr lang="en-US" altLang="zh-CN" sz="1700" i="1" dirty="0">
              <a:solidFill>
                <a:srgbClr val="FF0000"/>
              </a:solidFill>
              <a:latin typeface="Times New Roman" charset="0"/>
            </a:endParaRPr>
          </a:p>
          <a:p>
            <a:pPr algn="just">
              <a:lnSpc>
                <a:spcPts val="1500"/>
              </a:lnSpc>
              <a:defRPr/>
            </a:pPr>
            <a:r>
              <a:rPr lang="en-US" altLang="zh-CN" sz="1700" i="1" dirty="0">
                <a:solidFill>
                  <a:prstClr val="black"/>
                </a:solidFill>
                <a:latin typeface="Times New Roman" charset="0"/>
              </a:rPr>
              <a:t>t</a:t>
            </a:r>
            <a:r>
              <a:rPr lang="en-US" altLang="zh-CN" sz="1700" i="1" baseline="-25000" dirty="0">
                <a:solidFill>
                  <a:prstClr val="black"/>
                </a:solidFill>
                <a:latin typeface="Times New Roman" charset="0"/>
              </a:rPr>
              <a:t>3</a:t>
            </a:r>
            <a:r>
              <a:rPr lang="en-US" altLang="zh-CN" sz="1700" dirty="0">
                <a:solidFill>
                  <a:prstClr val="black"/>
                </a:solidFill>
                <a:latin typeface="Times New Roman" charset="0"/>
              </a:rPr>
              <a:t> = </a:t>
            </a:r>
            <a:r>
              <a:rPr lang="en-US" altLang="zh-CN" sz="1700" i="1" dirty="0">
                <a:solidFill>
                  <a:prstClr val="black"/>
                </a:solidFill>
                <a:latin typeface="Times New Roman" charset="0"/>
              </a:rPr>
              <a:t>a</a:t>
            </a:r>
            <a:r>
              <a:rPr lang="en-US" altLang="zh-CN" sz="1700" dirty="0">
                <a:solidFill>
                  <a:prstClr val="black"/>
                </a:solidFill>
                <a:latin typeface="Times New Roman" charset="0"/>
              </a:rPr>
              <a:t>[</a:t>
            </a:r>
            <a:r>
              <a:rPr lang="en-US" altLang="zh-CN" sz="1700" i="1" dirty="0">
                <a:solidFill>
                  <a:prstClr val="black"/>
                </a:solidFill>
                <a:latin typeface="Times New Roman" charset="0"/>
              </a:rPr>
              <a:t>t</a:t>
            </a:r>
            <a:r>
              <a:rPr lang="en-US" altLang="zh-CN" sz="1700" i="1" baseline="-25000" dirty="0">
                <a:solidFill>
                  <a:prstClr val="black"/>
                </a:solidFill>
                <a:latin typeface="Times New Roman" charset="0"/>
              </a:rPr>
              <a:t>2</a:t>
            </a:r>
            <a:r>
              <a:rPr lang="en-US" altLang="zh-CN" sz="1700" dirty="0">
                <a:solidFill>
                  <a:prstClr val="black"/>
                </a:solidFill>
                <a:latin typeface="Times New Roman" charset="0"/>
              </a:rPr>
              <a:t>]</a:t>
            </a:r>
          </a:p>
          <a:p>
            <a:pPr algn="just">
              <a:lnSpc>
                <a:spcPts val="1500"/>
              </a:lnSpc>
              <a:defRPr/>
            </a:pPr>
            <a:r>
              <a:rPr lang="en-US" altLang="zh-CN" sz="1700" dirty="0">
                <a:solidFill>
                  <a:prstClr val="black"/>
                </a:solidFill>
                <a:latin typeface="Times New Roman" charset="0"/>
              </a:rPr>
              <a:t>if </a:t>
            </a:r>
            <a:r>
              <a:rPr lang="en-US" altLang="zh-CN" sz="1700" i="1" dirty="0">
                <a:solidFill>
                  <a:prstClr val="black"/>
                </a:solidFill>
                <a:latin typeface="Times New Roman" charset="0"/>
              </a:rPr>
              <a:t>t</a:t>
            </a:r>
            <a:r>
              <a:rPr lang="en-US" altLang="zh-CN" sz="1700" i="1" baseline="-25000" dirty="0">
                <a:solidFill>
                  <a:prstClr val="black"/>
                </a:solidFill>
                <a:latin typeface="Times New Roman" charset="0"/>
              </a:rPr>
              <a:t>3</a:t>
            </a:r>
            <a:r>
              <a:rPr lang="en-US" altLang="zh-CN" sz="1700" i="1" dirty="0">
                <a:solidFill>
                  <a:prstClr val="black"/>
                </a:solidFill>
                <a:latin typeface="Times New Roman" charset="0"/>
              </a:rPr>
              <a:t> </a:t>
            </a:r>
            <a:r>
              <a:rPr lang="en-US" altLang="zh-CN" sz="1700" dirty="0">
                <a:solidFill>
                  <a:prstClr val="black"/>
                </a:solidFill>
                <a:latin typeface="Times New Roman" charset="0"/>
              </a:rPr>
              <a:t>&lt; </a:t>
            </a:r>
            <a:r>
              <a:rPr lang="en-US" altLang="zh-CN" sz="1700" i="1" dirty="0">
                <a:solidFill>
                  <a:prstClr val="black"/>
                </a:solidFill>
                <a:latin typeface="Times New Roman" charset="0"/>
              </a:rPr>
              <a:t>v</a:t>
            </a:r>
            <a:r>
              <a:rPr lang="en-US" altLang="zh-CN" sz="1700" dirty="0">
                <a:solidFill>
                  <a:prstClr val="black"/>
                </a:solidFill>
                <a:latin typeface="Times New Roman" charset="0"/>
              </a:rPr>
              <a:t> </a:t>
            </a:r>
            <a:r>
              <a:rPr lang="en-US" altLang="zh-CN" sz="1700" dirty="0" err="1">
                <a:solidFill>
                  <a:prstClr val="black"/>
                </a:solidFill>
                <a:latin typeface="Times New Roman" charset="0"/>
              </a:rPr>
              <a:t>goto</a:t>
            </a:r>
            <a:r>
              <a:rPr lang="en-US" altLang="zh-CN" sz="1700" dirty="0">
                <a:solidFill>
                  <a:prstClr val="black"/>
                </a:solidFill>
                <a:latin typeface="Times New Roman" charset="0"/>
              </a:rPr>
              <a:t> </a:t>
            </a:r>
            <a:r>
              <a:rPr lang="en-US" altLang="zh-CN" sz="1700" i="1" dirty="0">
                <a:solidFill>
                  <a:prstClr val="black"/>
                </a:solidFill>
                <a:latin typeface="Times New Roman" charset="0"/>
              </a:rPr>
              <a:t>B</a:t>
            </a:r>
            <a:r>
              <a:rPr lang="en-US" altLang="zh-CN" sz="1700" i="1" baseline="-25000" dirty="0">
                <a:solidFill>
                  <a:prstClr val="black"/>
                </a:solidFill>
                <a:latin typeface="Times New Roman" charset="0"/>
              </a:rPr>
              <a:t>2</a:t>
            </a:r>
          </a:p>
        </p:txBody>
      </p:sp>
      <p:sp>
        <p:nvSpPr>
          <p:cNvPr id="46118" name="Rectangle 27">
            <a:extLst>
              <a:ext uri="{FF2B5EF4-FFF2-40B4-BE49-F238E27FC236}">
                <a16:creationId xmlns:a16="http://schemas.microsoft.com/office/drawing/2014/main" id="{FA88F973-89FC-473D-A81F-3EE854A52A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07113" y="3065463"/>
            <a:ext cx="1711325" cy="109537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tIns="72000" bIns="0" anchor="ctr"/>
          <a:lstStyle>
            <a:lvl1pPr>
              <a:defRPr b="1">
                <a:solidFill>
                  <a:schemeClr val="tx1"/>
                </a:solidFill>
                <a:latin typeface="Tahoma" charset="0"/>
                <a:ea typeface="宋体" charset="0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charset="0"/>
                <a:ea typeface="宋体" charset="0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charset="0"/>
                <a:ea typeface="宋体" charset="0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charset="0"/>
                <a:ea typeface="宋体" charset="0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charset="0"/>
                <a:ea typeface="宋体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charset="0"/>
                <a:ea typeface="宋体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charset="0"/>
                <a:ea typeface="宋体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charset="0"/>
                <a:ea typeface="宋体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charset="0"/>
                <a:ea typeface="宋体" charset="0"/>
              </a:defRPr>
            </a:lvl9pPr>
          </a:lstStyle>
          <a:p>
            <a:pPr algn="just">
              <a:lnSpc>
                <a:spcPts val="1600"/>
              </a:lnSpc>
              <a:defRPr/>
            </a:pPr>
            <a:r>
              <a:rPr lang="en-US" altLang="zh-CN" i="1" dirty="0">
                <a:solidFill>
                  <a:prstClr val="black"/>
                </a:solidFill>
                <a:latin typeface="Times New Roman" charset="0"/>
              </a:rPr>
              <a:t>j </a:t>
            </a:r>
            <a:r>
              <a:rPr lang="en-US" altLang="zh-CN" dirty="0">
                <a:solidFill>
                  <a:prstClr val="black"/>
                </a:solidFill>
                <a:latin typeface="Times New Roman" charset="0"/>
              </a:rPr>
              <a:t>= </a:t>
            </a:r>
            <a:r>
              <a:rPr lang="en-US" altLang="zh-CN" i="1" dirty="0">
                <a:solidFill>
                  <a:prstClr val="black"/>
                </a:solidFill>
                <a:latin typeface="Times New Roman" charset="0"/>
              </a:rPr>
              <a:t>j </a:t>
            </a:r>
            <a:r>
              <a:rPr lang="en-US" altLang="zh-CN" dirty="0">
                <a:solidFill>
                  <a:prstClr val="black"/>
                </a:solidFill>
                <a:latin typeface="Times New Roman" charset="0"/>
                <a:sym typeface="Symbol" charset="2"/>
              </a:rPr>
              <a:t></a:t>
            </a:r>
            <a:r>
              <a:rPr lang="en-US" altLang="zh-CN" dirty="0">
                <a:solidFill>
                  <a:prstClr val="black"/>
                </a:solidFill>
                <a:latin typeface="Times New Roman" charset="0"/>
              </a:rPr>
              <a:t>1</a:t>
            </a:r>
          </a:p>
          <a:p>
            <a:pPr algn="just">
              <a:lnSpc>
                <a:spcPts val="1600"/>
              </a:lnSpc>
              <a:defRPr/>
            </a:pPr>
            <a:r>
              <a:rPr lang="en-US" altLang="zh-CN" i="1" dirty="0">
                <a:solidFill>
                  <a:srgbClr val="FF0000"/>
                </a:solidFill>
                <a:latin typeface="Times New Roman" charset="0"/>
              </a:rPr>
              <a:t>s</a:t>
            </a:r>
            <a:r>
              <a:rPr lang="en-US" altLang="zh-CN" i="1" baseline="-25000" dirty="0">
                <a:solidFill>
                  <a:srgbClr val="FF0000"/>
                </a:solidFill>
                <a:latin typeface="Times New Roman" charset="0"/>
              </a:rPr>
              <a:t>4</a:t>
            </a:r>
            <a:r>
              <a:rPr lang="en-US" altLang="zh-CN" dirty="0">
                <a:solidFill>
                  <a:srgbClr val="FF0000"/>
                </a:solidFill>
                <a:latin typeface="Times New Roman" charset="0"/>
              </a:rPr>
              <a:t> = </a:t>
            </a:r>
            <a:r>
              <a:rPr lang="en-US" altLang="zh-CN" i="1" dirty="0">
                <a:solidFill>
                  <a:srgbClr val="FF0000"/>
                </a:solidFill>
                <a:latin typeface="Times New Roman" charset="0"/>
              </a:rPr>
              <a:t>s</a:t>
            </a:r>
            <a:r>
              <a:rPr lang="en-US" altLang="zh-CN" i="1" baseline="-25000" dirty="0">
                <a:solidFill>
                  <a:srgbClr val="FF0000"/>
                </a:solidFill>
                <a:latin typeface="Times New Roman" charset="0"/>
              </a:rPr>
              <a:t>4 </a:t>
            </a:r>
            <a:r>
              <a:rPr lang="en-US" altLang="zh-CN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- 4</a:t>
            </a:r>
            <a:endParaRPr lang="en-US" altLang="zh-CN" i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lnSpc>
                <a:spcPts val="1600"/>
              </a:lnSpc>
              <a:defRPr/>
            </a:pPr>
            <a:r>
              <a:rPr lang="en-US" altLang="zh-CN" i="1" dirty="0">
                <a:solidFill>
                  <a:srgbClr val="FF0000"/>
                </a:solidFill>
                <a:latin typeface="Times New Roman" charset="0"/>
              </a:rPr>
              <a:t>t</a:t>
            </a:r>
            <a:r>
              <a:rPr lang="en-US" altLang="zh-CN" i="1" baseline="-25000" dirty="0">
                <a:solidFill>
                  <a:srgbClr val="FF0000"/>
                </a:solidFill>
                <a:latin typeface="Times New Roman" charset="0"/>
              </a:rPr>
              <a:t>4</a:t>
            </a:r>
            <a:r>
              <a:rPr lang="en-US" altLang="zh-CN" dirty="0">
                <a:solidFill>
                  <a:srgbClr val="FF0000"/>
                </a:solidFill>
                <a:latin typeface="Times New Roman" charset="0"/>
              </a:rPr>
              <a:t> = </a:t>
            </a:r>
            <a:r>
              <a:rPr lang="en-US" altLang="zh-CN" i="1" dirty="0">
                <a:solidFill>
                  <a:srgbClr val="FF0000"/>
                </a:solidFill>
                <a:latin typeface="Times New Roman" charset="0"/>
              </a:rPr>
              <a:t>s</a:t>
            </a:r>
            <a:r>
              <a:rPr lang="en-US" altLang="zh-CN" i="1" baseline="-25000" dirty="0">
                <a:solidFill>
                  <a:srgbClr val="FF0000"/>
                </a:solidFill>
                <a:latin typeface="Times New Roman" charset="0"/>
              </a:rPr>
              <a:t>4</a:t>
            </a:r>
            <a:endParaRPr lang="en-US" altLang="zh-CN" i="1" dirty="0">
              <a:solidFill>
                <a:srgbClr val="FF0000"/>
              </a:solidFill>
              <a:latin typeface="Times New Roman" charset="0"/>
            </a:endParaRPr>
          </a:p>
          <a:p>
            <a:pPr algn="just">
              <a:lnSpc>
                <a:spcPts val="1600"/>
              </a:lnSpc>
              <a:defRPr/>
            </a:pPr>
            <a:r>
              <a:rPr lang="en-US" altLang="zh-CN" i="1" dirty="0">
                <a:solidFill>
                  <a:prstClr val="black"/>
                </a:solidFill>
                <a:latin typeface="Times New Roman" charset="0"/>
              </a:rPr>
              <a:t>t</a:t>
            </a:r>
            <a:r>
              <a:rPr lang="en-US" altLang="zh-CN" i="1" baseline="-25000" dirty="0">
                <a:solidFill>
                  <a:prstClr val="black"/>
                </a:solidFill>
                <a:latin typeface="Times New Roman" charset="0"/>
              </a:rPr>
              <a:t>5</a:t>
            </a:r>
            <a:r>
              <a:rPr lang="en-US" altLang="zh-CN" dirty="0">
                <a:solidFill>
                  <a:prstClr val="black"/>
                </a:solidFill>
                <a:latin typeface="Times New Roman" charset="0"/>
              </a:rPr>
              <a:t> = </a:t>
            </a:r>
            <a:r>
              <a:rPr lang="en-US" altLang="zh-CN" i="1" dirty="0">
                <a:solidFill>
                  <a:prstClr val="black"/>
                </a:solidFill>
                <a:latin typeface="Times New Roman" charset="0"/>
              </a:rPr>
              <a:t>a</a:t>
            </a:r>
            <a:r>
              <a:rPr lang="en-US" altLang="zh-CN" dirty="0">
                <a:solidFill>
                  <a:prstClr val="black"/>
                </a:solidFill>
                <a:latin typeface="Times New Roman" charset="0"/>
              </a:rPr>
              <a:t>[</a:t>
            </a:r>
            <a:r>
              <a:rPr lang="en-US" altLang="zh-CN" i="1" dirty="0">
                <a:solidFill>
                  <a:prstClr val="black"/>
                </a:solidFill>
                <a:latin typeface="Times New Roman" charset="0"/>
              </a:rPr>
              <a:t>t</a:t>
            </a:r>
            <a:r>
              <a:rPr lang="en-US" altLang="zh-CN" i="1" baseline="-25000" dirty="0">
                <a:solidFill>
                  <a:prstClr val="black"/>
                </a:solidFill>
                <a:latin typeface="Times New Roman" charset="0"/>
              </a:rPr>
              <a:t>4</a:t>
            </a:r>
            <a:r>
              <a:rPr lang="en-US" altLang="zh-CN" dirty="0">
                <a:solidFill>
                  <a:prstClr val="black"/>
                </a:solidFill>
                <a:latin typeface="Times New Roman" charset="0"/>
              </a:rPr>
              <a:t>]</a:t>
            </a:r>
          </a:p>
          <a:p>
            <a:pPr algn="just">
              <a:lnSpc>
                <a:spcPts val="1600"/>
              </a:lnSpc>
              <a:defRPr/>
            </a:pPr>
            <a:r>
              <a:rPr lang="en-US" altLang="zh-CN" dirty="0">
                <a:solidFill>
                  <a:prstClr val="black"/>
                </a:solidFill>
                <a:latin typeface="Times New Roman" charset="0"/>
              </a:rPr>
              <a:t>if </a:t>
            </a:r>
            <a:r>
              <a:rPr lang="en-US" altLang="zh-CN" i="1" dirty="0">
                <a:solidFill>
                  <a:prstClr val="black"/>
                </a:solidFill>
                <a:latin typeface="Times New Roman" charset="0"/>
              </a:rPr>
              <a:t>t</a:t>
            </a:r>
            <a:r>
              <a:rPr lang="en-US" altLang="zh-CN" i="1" baseline="-25000" dirty="0">
                <a:solidFill>
                  <a:prstClr val="black"/>
                </a:solidFill>
                <a:latin typeface="Times New Roman" charset="0"/>
              </a:rPr>
              <a:t>5</a:t>
            </a:r>
            <a:r>
              <a:rPr lang="en-US" altLang="zh-CN" dirty="0">
                <a:solidFill>
                  <a:prstClr val="black"/>
                </a:solidFill>
                <a:latin typeface="Times New Roman" charset="0"/>
              </a:rPr>
              <a:t> &gt; </a:t>
            </a:r>
            <a:r>
              <a:rPr lang="en-US" altLang="zh-CN" i="1" dirty="0">
                <a:solidFill>
                  <a:prstClr val="black"/>
                </a:solidFill>
                <a:latin typeface="Times New Roman" charset="0"/>
              </a:rPr>
              <a:t>v</a:t>
            </a:r>
            <a:r>
              <a:rPr lang="en-US" altLang="zh-CN" dirty="0">
                <a:solidFill>
                  <a:prstClr val="black"/>
                </a:solidFill>
                <a:latin typeface="Times New Roman" charset="0"/>
              </a:rPr>
              <a:t> </a:t>
            </a:r>
            <a:r>
              <a:rPr lang="en-US" altLang="zh-CN" dirty="0" err="1">
                <a:solidFill>
                  <a:prstClr val="black"/>
                </a:solidFill>
                <a:latin typeface="Times New Roman" charset="0"/>
              </a:rPr>
              <a:t>goto</a:t>
            </a:r>
            <a:r>
              <a:rPr lang="en-US" altLang="zh-CN" dirty="0">
                <a:solidFill>
                  <a:prstClr val="black"/>
                </a:solidFill>
                <a:latin typeface="Times New Roman" charset="0"/>
              </a:rPr>
              <a:t> </a:t>
            </a:r>
            <a:r>
              <a:rPr lang="en-US" altLang="zh-CN" i="1" dirty="0">
                <a:solidFill>
                  <a:prstClr val="black"/>
                </a:solidFill>
                <a:latin typeface="Times New Roman" charset="0"/>
              </a:rPr>
              <a:t>B</a:t>
            </a:r>
            <a:r>
              <a:rPr lang="en-US" altLang="zh-CN" i="1" baseline="-25000" dirty="0">
                <a:solidFill>
                  <a:prstClr val="black"/>
                </a:solidFill>
                <a:latin typeface="Times New Roman" charset="0"/>
              </a:rPr>
              <a:t>3</a:t>
            </a:r>
          </a:p>
        </p:txBody>
      </p:sp>
      <p:grpSp>
        <p:nvGrpSpPr>
          <p:cNvPr id="2" name="组合 2">
            <a:extLst>
              <a:ext uri="{FF2B5EF4-FFF2-40B4-BE49-F238E27FC236}">
                <a16:creationId xmlns:a16="http://schemas.microsoft.com/office/drawing/2014/main" id="{D1B8AA35-C3CD-420B-848D-D876C8399736}"/>
              </a:ext>
            </a:extLst>
          </p:cNvPr>
          <p:cNvGrpSpPr>
            <a:grpSpLocks/>
          </p:cNvGrpSpPr>
          <p:nvPr/>
        </p:nvGrpSpPr>
        <p:grpSpPr bwMode="auto">
          <a:xfrm>
            <a:off x="4246961" y="555625"/>
            <a:ext cx="4169964" cy="4592638"/>
            <a:chOff x="3662815" y="550863"/>
            <a:chExt cx="4169910" cy="4592637"/>
          </a:xfrm>
        </p:grpSpPr>
        <p:sp>
          <p:nvSpPr>
            <p:cNvPr id="267294" name="Freeform 42">
              <a:extLst>
                <a:ext uri="{FF2B5EF4-FFF2-40B4-BE49-F238E27FC236}">
                  <a16:creationId xmlns:a16="http://schemas.microsoft.com/office/drawing/2014/main" id="{10148A69-459A-455A-8EE0-4328C5B86B8D}"/>
                </a:ext>
              </a:extLst>
            </p:cNvPr>
            <p:cNvSpPr>
              <a:spLocks/>
            </p:cNvSpPr>
            <p:nvPr/>
          </p:nvSpPr>
          <p:spPr bwMode="auto">
            <a:xfrm>
              <a:off x="4969111" y="1131590"/>
              <a:ext cx="746116" cy="4011910"/>
            </a:xfrm>
            <a:custGeom>
              <a:avLst/>
              <a:gdLst>
                <a:gd name="T0" fmla="*/ 2147483646 w 627"/>
                <a:gd name="T1" fmla="*/ 2147483646 h 3190"/>
                <a:gd name="T2" fmla="*/ 2147483646 w 627"/>
                <a:gd name="T3" fmla="*/ 2147483646 h 3190"/>
                <a:gd name="T4" fmla="*/ 2147483646 w 627"/>
                <a:gd name="T5" fmla="*/ 2147483646 h 3190"/>
                <a:gd name="T6" fmla="*/ 2147483646 w 627"/>
                <a:gd name="T7" fmla="*/ 2147483646 h 3190"/>
                <a:gd name="T8" fmla="*/ 2147483646 w 627"/>
                <a:gd name="T9" fmla="*/ 2147483646 h 319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627"/>
                <a:gd name="T16" fmla="*/ 0 h 3190"/>
                <a:gd name="T17" fmla="*/ 627 w 627"/>
                <a:gd name="T18" fmla="*/ 3190 h 319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627" h="3190">
                  <a:moveTo>
                    <a:pt x="491" y="2994"/>
                  </a:moveTo>
                  <a:cubicBezTo>
                    <a:pt x="430" y="3092"/>
                    <a:pt x="369" y="3190"/>
                    <a:pt x="309" y="3130"/>
                  </a:cubicBezTo>
                  <a:cubicBezTo>
                    <a:pt x="249" y="3070"/>
                    <a:pt x="166" y="3092"/>
                    <a:pt x="128" y="2631"/>
                  </a:cubicBezTo>
                  <a:cubicBezTo>
                    <a:pt x="90" y="2170"/>
                    <a:pt x="0" y="726"/>
                    <a:pt x="83" y="363"/>
                  </a:cubicBezTo>
                  <a:cubicBezTo>
                    <a:pt x="166" y="0"/>
                    <a:pt x="396" y="227"/>
                    <a:pt x="627" y="454"/>
                  </a:cubicBezTo>
                </a:path>
              </a:pathLst>
            </a:cu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61" name="AutoShape 8">
              <a:extLst>
                <a:ext uri="{FF2B5EF4-FFF2-40B4-BE49-F238E27FC236}">
                  <a16:creationId xmlns:a16="http://schemas.microsoft.com/office/drawing/2014/main" id="{C35FECF0-07E4-4AA7-B28E-E84B177087D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62815" y="1702892"/>
              <a:ext cx="593717" cy="268287"/>
            </a:xfrm>
            <a:prstGeom prst="rightArrow">
              <a:avLst>
                <a:gd name="adj1" fmla="val 50000"/>
                <a:gd name="adj2" fmla="val 55326"/>
              </a:avLst>
            </a:prstGeom>
            <a:solidFill>
              <a:schemeClr val="tx2">
                <a:lumMod val="60000"/>
                <a:lumOff val="40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lIns="68580" tIns="34290" rIns="68580" bIns="34290" anchor="ctr"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>
                <a:defRPr/>
              </a:pPr>
              <a:endParaRPr lang="zh-CN" altLang="en-US">
                <a:solidFill>
                  <a:srgbClr val="000000"/>
                </a:solidFill>
                <a:cs typeface="楷体_GB2312" charset="0"/>
              </a:endParaRPr>
            </a:p>
          </p:txBody>
        </p:sp>
        <p:sp>
          <p:nvSpPr>
            <p:cNvPr id="267296" name="Freeform 40">
              <a:extLst>
                <a:ext uri="{FF2B5EF4-FFF2-40B4-BE49-F238E27FC236}">
                  <a16:creationId xmlns:a16="http://schemas.microsoft.com/office/drawing/2014/main" id="{1563A970-76EC-4506-AA2A-A4D46D0BE265}"/>
                </a:ext>
              </a:extLst>
            </p:cNvPr>
            <p:cNvSpPr>
              <a:spLocks/>
            </p:cNvSpPr>
            <p:nvPr/>
          </p:nvSpPr>
          <p:spPr bwMode="auto">
            <a:xfrm>
              <a:off x="5218143" y="1563638"/>
              <a:ext cx="385758" cy="1332019"/>
            </a:xfrm>
            <a:custGeom>
              <a:avLst/>
              <a:gdLst>
                <a:gd name="T0" fmla="*/ 2147483646 w 325"/>
                <a:gd name="T1" fmla="*/ 2147483646 h 983"/>
                <a:gd name="T2" fmla="*/ 2147483646 w 325"/>
                <a:gd name="T3" fmla="*/ 2147483646 h 983"/>
                <a:gd name="T4" fmla="*/ 2147483646 w 325"/>
                <a:gd name="T5" fmla="*/ 2147483646 h 983"/>
                <a:gd name="T6" fmla="*/ 2147483646 w 325"/>
                <a:gd name="T7" fmla="*/ 2147483646 h 983"/>
                <a:gd name="T8" fmla="*/ 2147483646 w 325"/>
                <a:gd name="T9" fmla="*/ 2147483646 h 98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5"/>
                <a:gd name="T16" fmla="*/ 0 h 983"/>
                <a:gd name="T17" fmla="*/ 325 w 325"/>
                <a:gd name="T18" fmla="*/ 983 h 98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5" h="983">
                  <a:moveTo>
                    <a:pt x="325" y="847"/>
                  </a:moveTo>
                  <a:cubicBezTo>
                    <a:pt x="215" y="915"/>
                    <a:pt x="106" y="983"/>
                    <a:pt x="53" y="938"/>
                  </a:cubicBezTo>
                  <a:cubicBezTo>
                    <a:pt x="0" y="893"/>
                    <a:pt x="1" y="719"/>
                    <a:pt x="8" y="575"/>
                  </a:cubicBezTo>
                  <a:cubicBezTo>
                    <a:pt x="15" y="431"/>
                    <a:pt x="53" y="152"/>
                    <a:pt x="98" y="76"/>
                  </a:cubicBezTo>
                  <a:cubicBezTo>
                    <a:pt x="143" y="0"/>
                    <a:pt x="211" y="60"/>
                    <a:pt x="280" y="121"/>
                  </a:cubicBezTo>
                </a:path>
              </a:pathLst>
            </a:cu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267297" name="Rectangle 25">
              <a:extLst>
                <a:ext uri="{FF2B5EF4-FFF2-40B4-BE49-F238E27FC236}">
                  <a16:creationId xmlns:a16="http://schemas.microsoft.com/office/drawing/2014/main" id="{D13EC8B8-DEF8-40EA-8DF5-6A1794A3FEF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241042" y="550863"/>
              <a:ext cx="392768" cy="22032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0" rIns="0" bIns="0"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sz="1500" i="1">
                  <a:solidFill>
                    <a:srgbClr val="000000"/>
                  </a:solidFill>
                  <a:latin typeface="Times New Roman" panose="02020603050405020304" pitchFamily="18" charset="0"/>
                </a:rPr>
                <a:t>B</a:t>
              </a:r>
              <a:r>
                <a:rPr lang="en-US" altLang="zh-CN" sz="1500" baseline="-25000">
                  <a:solidFill>
                    <a:srgbClr val="000000"/>
                  </a:solidFill>
                  <a:latin typeface="Times New Roman" panose="02020603050405020304" pitchFamily="18" charset="0"/>
                </a:rPr>
                <a:t>1</a:t>
              </a:r>
              <a:endParaRPr lang="en-US" altLang="zh-CN" sz="1500">
                <a:solidFill>
                  <a:srgbClr val="000000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267298" name="Rectangle 26">
              <a:extLst>
                <a:ext uri="{FF2B5EF4-FFF2-40B4-BE49-F238E27FC236}">
                  <a16:creationId xmlns:a16="http://schemas.microsoft.com/office/drawing/2014/main" id="{C6B43A53-A148-40B4-8DD3-FD3A5A27C5D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74540" y="1741393"/>
              <a:ext cx="626049" cy="3263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sz="1500" i="1">
                  <a:solidFill>
                    <a:srgbClr val="000000"/>
                  </a:solidFill>
                  <a:latin typeface="Times New Roman" panose="02020603050405020304" pitchFamily="18" charset="0"/>
                </a:rPr>
                <a:t>B</a:t>
              </a:r>
              <a:r>
                <a:rPr lang="en-US" altLang="zh-CN" sz="1500" baseline="-25000">
                  <a:solidFill>
                    <a:srgbClr val="000000"/>
                  </a:solidFill>
                  <a:latin typeface="Times New Roman" panose="02020603050405020304" pitchFamily="18" charset="0"/>
                </a:rPr>
                <a:t>2</a:t>
              </a:r>
              <a:endParaRPr lang="en-US" altLang="zh-CN" sz="1500">
                <a:solidFill>
                  <a:srgbClr val="000000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46119" name="Rectangle 30">
              <a:extLst>
                <a:ext uri="{FF2B5EF4-FFF2-40B4-BE49-F238E27FC236}">
                  <a16:creationId xmlns:a16="http://schemas.microsoft.com/office/drawing/2014/main" id="{EC412015-E699-4677-B4E5-4FAAAEC2676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22943" y="4273550"/>
              <a:ext cx="1727178" cy="276225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90000" tIns="0" rIns="0" bIns="0"/>
            <a:lstStyle>
              <a:lvl1pPr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just">
                <a:lnSpc>
                  <a:spcPct val="96000"/>
                </a:lnSpc>
                <a:defRPr/>
              </a:pPr>
              <a:r>
                <a:rPr lang="en-US" altLang="zh-CN" dirty="0">
                  <a:solidFill>
                    <a:srgbClr val="000000"/>
                  </a:solidFill>
                  <a:latin typeface="Times New Roman" charset="0"/>
                </a:rPr>
                <a:t>if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i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 &gt;=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j </a:t>
              </a:r>
              <a:r>
                <a:rPr lang="en-US" altLang="zh-CN" dirty="0" err="1">
                  <a:solidFill>
                    <a:srgbClr val="000000"/>
                  </a:solidFill>
                  <a:latin typeface="Times New Roman" charset="0"/>
                </a:rPr>
                <a:t>goto</a:t>
              </a:r>
              <a:r>
                <a:rPr lang="en-US" altLang="zh-CN" dirty="0">
                  <a:solidFill>
                    <a:srgbClr val="000000"/>
                  </a:solidFill>
                  <a:latin typeface="Times New Roman" charset="0"/>
                </a:rPr>
                <a:t> </a:t>
              </a:r>
              <a:r>
                <a:rPr lang="en-US" altLang="zh-CN" i="1" dirty="0">
                  <a:solidFill>
                    <a:srgbClr val="000000"/>
                  </a:solidFill>
                  <a:latin typeface="Times New Roman" charset="0"/>
                </a:rPr>
                <a:t>B</a:t>
              </a:r>
              <a:r>
                <a:rPr lang="en-US" altLang="zh-CN" i="1" baseline="-25000" dirty="0">
                  <a:solidFill>
                    <a:srgbClr val="000000"/>
                  </a:solidFill>
                  <a:latin typeface="Times New Roman" charset="0"/>
                </a:rPr>
                <a:t>6</a:t>
              </a:r>
            </a:p>
          </p:txBody>
        </p:sp>
        <p:sp>
          <p:nvSpPr>
            <p:cNvPr id="46120" name="Rectangle 32">
              <a:extLst>
                <a:ext uri="{FF2B5EF4-FFF2-40B4-BE49-F238E27FC236}">
                  <a16:creationId xmlns:a16="http://schemas.microsoft.com/office/drawing/2014/main" id="{5ACCF40A-A04C-4459-AE76-9A29756BFD6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97543" y="4746625"/>
              <a:ext cx="784215" cy="231775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tIns="0" bIns="0"/>
            <a:lstStyle>
              <a:lvl1pPr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just">
                <a:lnSpc>
                  <a:spcPct val="96000"/>
                </a:lnSpc>
                <a:defRPr/>
              </a:pPr>
              <a:endParaRPr lang="en-US" altLang="zh-CN" sz="700" b="0" baseline="-25000">
                <a:solidFill>
                  <a:prstClr val="black"/>
                </a:solidFill>
                <a:latin typeface="Times New Roman" charset="0"/>
              </a:endParaRPr>
            </a:p>
          </p:txBody>
        </p:sp>
        <p:sp>
          <p:nvSpPr>
            <p:cNvPr id="267301" name="Rectangle 33">
              <a:extLst>
                <a:ext uri="{FF2B5EF4-FFF2-40B4-BE49-F238E27FC236}">
                  <a16:creationId xmlns:a16="http://schemas.microsoft.com/office/drawing/2014/main" id="{1A37A8A6-1B6C-46D1-833A-956CDB91BA2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90855" y="4225713"/>
              <a:ext cx="626049" cy="32393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sz="1500" i="1">
                  <a:solidFill>
                    <a:srgbClr val="000000"/>
                  </a:solidFill>
                  <a:latin typeface="Times New Roman" panose="02020603050405020304" pitchFamily="18" charset="0"/>
                </a:rPr>
                <a:t>B</a:t>
              </a:r>
              <a:r>
                <a:rPr lang="en-US" altLang="zh-CN" sz="1500" baseline="-25000">
                  <a:solidFill>
                    <a:srgbClr val="000000"/>
                  </a:solidFill>
                  <a:latin typeface="Times New Roman" panose="02020603050405020304" pitchFamily="18" charset="0"/>
                </a:rPr>
                <a:t>4</a:t>
              </a:r>
              <a:endParaRPr lang="en-US" altLang="zh-CN" sz="1500">
                <a:solidFill>
                  <a:srgbClr val="000000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267302" name="Rectangle 34">
              <a:extLst>
                <a:ext uri="{FF2B5EF4-FFF2-40B4-BE49-F238E27FC236}">
                  <a16:creationId xmlns:a16="http://schemas.microsoft.com/office/drawing/2014/main" id="{2A451795-68CE-467F-A8A2-33DC9B9F3D9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204296" y="3071806"/>
              <a:ext cx="628429" cy="3275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sz="1500" i="1">
                  <a:solidFill>
                    <a:srgbClr val="000000"/>
                  </a:solidFill>
                  <a:latin typeface="Times New Roman" panose="02020603050405020304" pitchFamily="18" charset="0"/>
                </a:rPr>
                <a:t>B</a:t>
              </a:r>
              <a:r>
                <a:rPr lang="en-US" altLang="zh-CN" sz="1500" baseline="-25000">
                  <a:solidFill>
                    <a:srgbClr val="000000"/>
                  </a:solidFill>
                  <a:latin typeface="Times New Roman" panose="02020603050405020304" pitchFamily="18" charset="0"/>
                </a:rPr>
                <a:t>3</a:t>
              </a:r>
              <a:endParaRPr lang="en-US" altLang="zh-CN" sz="1500">
                <a:solidFill>
                  <a:srgbClr val="000000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46123" name="Rectangle 36">
              <a:extLst>
                <a:ext uri="{FF2B5EF4-FFF2-40B4-BE49-F238E27FC236}">
                  <a16:creationId xmlns:a16="http://schemas.microsoft.com/office/drawing/2014/main" id="{AAD9E398-C4CC-41F0-9E3D-D92806A4606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415106" y="4746625"/>
              <a:ext cx="809615" cy="231775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tIns="0" bIns="0"/>
            <a:lstStyle>
              <a:lvl1pPr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just">
                <a:lnSpc>
                  <a:spcPct val="96000"/>
                </a:lnSpc>
                <a:defRPr/>
              </a:pPr>
              <a:endParaRPr lang="en-US" altLang="zh-CN" sz="700" b="0" baseline="-25000">
                <a:solidFill>
                  <a:prstClr val="black"/>
                </a:solidFill>
                <a:latin typeface="Times New Roman" charset="0"/>
              </a:endParaRPr>
            </a:p>
          </p:txBody>
        </p:sp>
        <p:sp>
          <p:nvSpPr>
            <p:cNvPr id="267304" name="Rectangle 39">
              <a:extLst>
                <a:ext uri="{FF2B5EF4-FFF2-40B4-BE49-F238E27FC236}">
                  <a16:creationId xmlns:a16="http://schemas.microsoft.com/office/drawing/2014/main" id="{669A51BF-26AF-4E53-94AF-FD621374184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89666" y="4692518"/>
              <a:ext cx="627239" cy="3275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sz="1500" i="1">
                  <a:solidFill>
                    <a:srgbClr val="000000"/>
                  </a:solidFill>
                  <a:latin typeface="Times New Roman" panose="02020603050405020304" pitchFamily="18" charset="0"/>
                </a:rPr>
                <a:t>B</a:t>
              </a:r>
              <a:r>
                <a:rPr lang="en-US" altLang="zh-CN" sz="1500" baseline="-25000">
                  <a:solidFill>
                    <a:srgbClr val="000000"/>
                  </a:solidFill>
                  <a:latin typeface="Times New Roman" panose="02020603050405020304" pitchFamily="18" charset="0"/>
                </a:rPr>
                <a:t>6</a:t>
              </a:r>
              <a:endParaRPr lang="en-US" altLang="zh-CN" sz="1500">
                <a:solidFill>
                  <a:srgbClr val="000000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267305" name="Line 28">
              <a:extLst>
                <a:ext uri="{FF2B5EF4-FFF2-40B4-BE49-F238E27FC236}">
                  <a16:creationId xmlns:a16="http://schemas.microsoft.com/office/drawing/2014/main" id="{9CB17BD4-3C69-4586-B32D-A463172117D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297631" y="1467942"/>
              <a:ext cx="0" cy="239712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267306" name="Line 29">
              <a:extLst>
                <a:ext uri="{FF2B5EF4-FFF2-40B4-BE49-F238E27FC236}">
                  <a16:creationId xmlns:a16="http://schemas.microsoft.com/office/drawing/2014/main" id="{D7364DEA-1AA2-4F55-9264-D5529D5A5D7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291293" y="2804345"/>
              <a:ext cx="0" cy="271461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267307" name="Line 31">
              <a:extLst>
                <a:ext uri="{FF2B5EF4-FFF2-40B4-BE49-F238E27FC236}">
                  <a16:creationId xmlns:a16="http://schemas.microsoft.com/office/drawing/2014/main" id="{2506DD57-954D-4D60-B134-B6087431A30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359542" y="4135309"/>
              <a:ext cx="0" cy="169862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267308" name="Line 37">
              <a:extLst>
                <a:ext uri="{FF2B5EF4-FFF2-40B4-BE49-F238E27FC236}">
                  <a16:creationId xmlns:a16="http://schemas.microsoft.com/office/drawing/2014/main" id="{3361E2D0-B714-41F8-9C6E-687C822ABBE3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5802336" y="4563212"/>
              <a:ext cx="368296" cy="182562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267309" name="Line 38">
              <a:extLst>
                <a:ext uri="{FF2B5EF4-FFF2-40B4-BE49-F238E27FC236}">
                  <a16:creationId xmlns:a16="http://schemas.microsoft.com/office/drawing/2014/main" id="{122E72B3-675D-42CB-8C48-07807194213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557978" y="4563212"/>
              <a:ext cx="323846" cy="182562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267310" name="Freeform 41">
              <a:extLst>
                <a:ext uri="{FF2B5EF4-FFF2-40B4-BE49-F238E27FC236}">
                  <a16:creationId xmlns:a16="http://schemas.microsoft.com/office/drawing/2014/main" id="{9E04E584-F291-4F28-A984-B0C5DD57F079}"/>
                </a:ext>
              </a:extLst>
            </p:cNvPr>
            <p:cNvSpPr>
              <a:spLocks/>
            </p:cNvSpPr>
            <p:nvPr/>
          </p:nvSpPr>
          <p:spPr bwMode="auto">
            <a:xfrm>
              <a:off x="5291171" y="2859782"/>
              <a:ext cx="312729" cy="1357317"/>
            </a:xfrm>
            <a:custGeom>
              <a:avLst/>
              <a:gdLst>
                <a:gd name="T0" fmla="*/ 2147483646 w 227"/>
                <a:gd name="T1" fmla="*/ 2147483646 h 983"/>
                <a:gd name="T2" fmla="*/ 2147483646 w 227"/>
                <a:gd name="T3" fmla="*/ 2147483646 h 983"/>
                <a:gd name="T4" fmla="*/ 0 w 227"/>
                <a:gd name="T5" fmla="*/ 2147483646 h 983"/>
                <a:gd name="T6" fmla="*/ 2147483646 w 227"/>
                <a:gd name="T7" fmla="*/ 2147483646 h 983"/>
                <a:gd name="T8" fmla="*/ 2147483646 w 227"/>
                <a:gd name="T9" fmla="*/ 2147483646 h 98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27"/>
                <a:gd name="T16" fmla="*/ 0 h 983"/>
                <a:gd name="T17" fmla="*/ 227 w 227"/>
                <a:gd name="T18" fmla="*/ 983 h 98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27" h="983">
                  <a:moveTo>
                    <a:pt x="182" y="885"/>
                  </a:moveTo>
                  <a:cubicBezTo>
                    <a:pt x="129" y="934"/>
                    <a:pt x="76" y="983"/>
                    <a:pt x="46" y="930"/>
                  </a:cubicBezTo>
                  <a:cubicBezTo>
                    <a:pt x="16" y="877"/>
                    <a:pt x="0" y="711"/>
                    <a:pt x="0" y="567"/>
                  </a:cubicBezTo>
                  <a:cubicBezTo>
                    <a:pt x="0" y="423"/>
                    <a:pt x="8" y="136"/>
                    <a:pt x="46" y="68"/>
                  </a:cubicBezTo>
                  <a:cubicBezTo>
                    <a:pt x="84" y="0"/>
                    <a:pt x="155" y="79"/>
                    <a:pt x="227" y="159"/>
                  </a:cubicBezTo>
                </a:path>
              </a:pathLst>
            </a:cu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267311" name="Rectangle 16">
              <a:extLst>
                <a:ext uri="{FF2B5EF4-FFF2-40B4-BE49-F238E27FC236}">
                  <a16:creationId xmlns:a16="http://schemas.microsoft.com/office/drawing/2014/main" id="{354012C5-674E-4AAD-8AAA-82335DC2327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48298" y="4692519"/>
              <a:ext cx="514344" cy="3254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sz="1500" i="1">
                  <a:solidFill>
                    <a:srgbClr val="000000"/>
                  </a:solidFill>
                  <a:latin typeface="Times New Roman" panose="02020603050405020304" pitchFamily="18" charset="0"/>
                </a:rPr>
                <a:t>B</a:t>
              </a:r>
              <a:r>
                <a:rPr lang="en-US" altLang="zh-CN" sz="1500" i="1" baseline="-25000">
                  <a:solidFill>
                    <a:srgbClr val="000000"/>
                  </a:solidFill>
                  <a:latin typeface="Times New Roman" panose="02020603050405020304" pitchFamily="18" charset="0"/>
                </a:rPr>
                <a:t>5</a:t>
              </a:r>
              <a:endParaRPr lang="en-US" altLang="zh-CN" sz="1500" i="1">
                <a:solidFill>
                  <a:srgbClr val="000000"/>
                </a:solidFill>
                <a:latin typeface="Times New Roman" panose="02020603050405020304" pitchFamily="18" charset="0"/>
              </a:endParaRPr>
            </a:p>
          </p:txBody>
        </p:sp>
      </p:grpSp>
      <p:sp>
        <p:nvSpPr>
          <p:cNvPr id="267270" name="Rectangle 4">
            <a:extLst>
              <a:ext uri="{FF2B5EF4-FFF2-40B4-BE49-F238E27FC236}">
                <a16:creationId xmlns:a16="http://schemas.microsoft.com/office/drawing/2014/main" id="{39E25DE8-D4BC-41E3-9B9F-120FD176F0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例</a:t>
            </a:r>
          </a:p>
        </p:txBody>
      </p:sp>
      <p:grpSp>
        <p:nvGrpSpPr>
          <p:cNvPr id="267271" name="组合 2">
            <a:extLst>
              <a:ext uri="{FF2B5EF4-FFF2-40B4-BE49-F238E27FC236}">
                <a16:creationId xmlns:a16="http://schemas.microsoft.com/office/drawing/2014/main" id="{802259BA-71E5-4998-9B65-5AF7ECE4A4AC}"/>
              </a:ext>
            </a:extLst>
          </p:cNvPr>
          <p:cNvGrpSpPr>
            <a:grpSpLocks/>
          </p:cNvGrpSpPr>
          <p:nvPr/>
        </p:nvGrpSpPr>
        <p:grpSpPr bwMode="auto">
          <a:xfrm>
            <a:off x="1116013" y="531813"/>
            <a:ext cx="2863850" cy="4592637"/>
            <a:chOff x="1403648" y="531480"/>
            <a:chExt cx="2863654" cy="4592624"/>
          </a:xfrm>
        </p:grpSpPr>
        <p:sp>
          <p:nvSpPr>
            <p:cNvPr id="267274" name="Freeform 42">
              <a:extLst>
                <a:ext uri="{FF2B5EF4-FFF2-40B4-BE49-F238E27FC236}">
                  <a16:creationId xmlns:a16="http://schemas.microsoft.com/office/drawing/2014/main" id="{FA880FA8-3C6E-4199-9656-A513E730D131}"/>
                </a:ext>
              </a:extLst>
            </p:cNvPr>
            <p:cNvSpPr>
              <a:spLocks/>
            </p:cNvSpPr>
            <p:nvPr/>
          </p:nvSpPr>
          <p:spPr bwMode="auto">
            <a:xfrm>
              <a:off x="1403648" y="1195041"/>
              <a:ext cx="746127" cy="3929063"/>
            </a:xfrm>
            <a:custGeom>
              <a:avLst/>
              <a:gdLst>
                <a:gd name="T0" fmla="*/ 2147483646 w 627"/>
                <a:gd name="T1" fmla="*/ 2147483646 h 3190"/>
                <a:gd name="T2" fmla="*/ 2147483646 w 627"/>
                <a:gd name="T3" fmla="*/ 2147483646 h 3190"/>
                <a:gd name="T4" fmla="*/ 2147483646 w 627"/>
                <a:gd name="T5" fmla="*/ 2147483646 h 3190"/>
                <a:gd name="T6" fmla="*/ 2147483646 w 627"/>
                <a:gd name="T7" fmla="*/ 2147483646 h 3190"/>
                <a:gd name="T8" fmla="*/ 2147483646 w 627"/>
                <a:gd name="T9" fmla="*/ 2147483646 h 319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627"/>
                <a:gd name="T16" fmla="*/ 0 h 3190"/>
                <a:gd name="T17" fmla="*/ 627 w 627"/>
                <a:gd name="T18" fmla="*/ 3190 h 319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627" h="3190">
                  <a:moveTo>
                    <a:pt x="491" y="2994"/>
                  </a:moveTo>
                  <a:cubicBezTo>
                    <a:pt x="430" y="3092"/>
                    <a:pt x="369" y="3190"/>
                    <a:pt x="309" y="3130"/>
                  </a:cubicBezTo>
                  <a:cubicBezTo>
                    <a:pt x="249" y="3070"/>
                    <a:pt x="166" y="3092"/>
                    <a:pt x="128" y="2631"/>
                  </a:cubicBezTo>
                  <a:cubicBezTo>
                    <a:pt x="90" y="2170"/>
                    <a:pt x="0" y="726"/>
                    <a:pt x="83" y="363"/>
                  </a:cubicBezTo>
                  <a:cubicBezTo>
                    <a:pt x="166" y="0"/>
                    <a:pt x="396" y="227"/>
                    <a:pt x="627" y="454"/>
                  </a:cubicBezTo>
                </a:path>
              </a:pathLst>
            </a:cu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267275" name="Freeform 40">
              <a:extLst>
                <a:ext uri="{FF2B5EF4-FFF2-40B4-BE49-F238E27FC236}">
                  <a16:creationId xmlns:a16="http://schemas.microsoft.com/office/drawing/2014/main" id="{0AC18016-90CE-4898-B050-D6AB24B1379F}"/>
                </a:ext>
              </a:extLst>
            </p:cNvPr>
            <p:cNvSpPr>
              <a:spLocks/>
            </p:cNvSpPr>
            <p:nvPr/>
          </p:nvSpPr>
          <p:spPr bwMode="auto">
            <a:xfrm>
              <a:off x="1652683" y="1623666"/>
              <a:ext cx="385763" cy="1357313"/>
            </a:xfrm>
            <a:custGeom>
              <a:avLst/>
              <a:gdLst>
                <a:gd name="T0" fmla="*/ 2147483646 w 325"/>
                <a:gd name="T1" fmla="*/ 2147483646 h 983"/>
                <a:gd name="T2" fmla="*/ 2147483646 w 325"/>
                <a:gd name="T3" fmla="*/ 2147483646 h 983"/>
                <a:gd name="T4" fmla="*/ 2147483646 w 325"/>
                <a:gd name="T5" fmla="*/ 2147483646 h 983"/>
                <a:gd name="T6" fmla="*/ 2147483646 w 325"/>
                <a:gd name="T7" fmla="*/ 2147483646 h 983"/>
                <a:gd name="T8" fmla="*/ 2147483646 w 325"/>
                <a:gd name="T9" fmla="*/ 2147483646 h 98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5"/>
                <a:gd name="T16" fmla="*/ 0 h 983"/>
                <a:gd name="T17" fmla="*/ 325 w 325"/>
                <a:gd name="T18" fmla="*/ 983 h 98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5" h="983">
                  <a:moveTo>
                    <a:pt x="325" y="847"/>
                  </a:moveTo>
                  <a:cubicBezTo>
                    <a:pt x="215" y="915"/>
                    <a:pt x="106" y="983"/>
                    <a:pt x="53" y="938"/>
                  </a:cubicBezTo>
                  <a:cubicBezTo>
                    <a:pt x="0" y="893"/>
                    <a:pt x="1" y="719"/>
                    <a:pt x="8" y="575"/>
                  </a:cubicBezTo>
                  <a:cubicBezTo>
                    <a:pt x="15" y="431"/>
                    <a:pt x="53" y="152"/>
                    <a:pt x="98" y="76"/>
                  </a:cubicBezTo>
                  <a:cubicBezTo>
                    <a:pt x="143" y="0"/>
                    <a:pt x="211" y="60"/>
                    <a:pt x="280" y="121"/>
                  </a:cubicBezTo>
                </a:path>
              </a:pathLst>
            </a:cu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77" name="Rectangle 23">
              <a:extLst>
                <a:ext uri="{FF2B5EF4-FFF2-40B4-BE49-F238E27FC236}">
                  <a16:creationId xmlns:a16="http://schemas.microsoft.com/office/drawing/2014/main" id="{713C3072-BEEB-4899-BD30-DD7FE0EE9B5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48123" y="539417"/>
              <a:ext cx="1693747" cy="998535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tIns="36000" bIns="0"/>
            <a:lstStyle>
              <a:lvl1pPr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just">
                <a:lnSpc>
                  <a:spcPts val="1800"/>
                </a:lnSpc>
                <a:defRPr/>
              </a:pP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i 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=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 m 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  <a:sym typeface="Symbol" charset="2"/>
                </a:rPr>
                <a:t>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1</a:t>
              </a:r>
            </a:p>
            <a:p>
              <a:pPr algn="just">
                <a:lnSpc>
                  <a:spcPts val="1800"/>
                </a:lnSpc>
                <a:defRPr/>
              </a:pP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j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 =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 n</a:t>
              </a:r>
            </a:p>
            <a:p>
              <a:pPr algn="just">
                <a:lnSpc>
                  <a:spcPts val="1800"/>
                </a:lnSpc>
                <a:defRPr/>
              </a:pP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t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charset="0"/>
                </a:rPr>
                <a:t>1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 = 4 *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n</a:t>
              </a:r>
            </a:p>
            <a:p>
              <a:pPr algn="just">
                <a:lnSpc>
                  <a:spcPts val="1800"/>
                </a:lnSpc>
                <a:defRPr/>
              </a:pP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v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 =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a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[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t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charset="0"/>
                </a:rPr>
                <a:t>1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]</a:t>
              </a:r>
            </a:p>
          </p:txBody>
        </p:sp>
        <p:sp>
          <p:nvSpPr>
            <p:cNvPr id="78" name="Rectangle 24">
              <a:extLst>
                <a:ext uri="{FF2B5EF4-FFF2-40B4-BE49-F238E27FC236}">
                  <a16:creationId xmlns:a16="http://schemas.microsoft.com/office/drawing/2014/main" id="{FD17F45F-3175-456B-A61C-F81F0D2A698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40186" y="1777663"/>
              <a:ext cx="1711208" cy="1060447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tIns="72000" bIns="0"/>
            <a:lstStyle>
              <a:lvl1pPr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just">
                <a:lnSpc>
                  <a:spcPts val="1800"/>
                </a:lnSpc>
                <a:defRPr/>
              </a:pPr>
              <a:r>
                <a:rPr lang="en-US" altLang="zh-CN" i="1" dirty="0" err="1">
                  <a:solidFill>
                    <a:srgbClr val="0000FF"/>
                  </a:solidFill>
                  <a:latin typeface="Times New Roman" charset="0"/>
                  <a:ea typeface="宋体" panose="02010600030101010101" pitchFamily="2" charset="-122"/>
                </a:rPr>
                <a:t>i</a:t>
              </a:r>
              <a:r>
                <a:rPr lang="en-US" altLang="zh-CN" dirty="0">
                  <a:solidFill>
                    <a:srgbClr val="0000FF"/>
                  </a:solidFill>
                  <a:latin typeface="Times New Roman" charset="0"/>
                  <a:ea typeface="宋体" panose="02010600030101010101" pitchFamily="2" charset="-122"/>
                </a:rPr>
                <a:t> =</a:t>
              </a:r>
              <a:r>
                <a:rPr lang="en-US" altLang="zh-CN" i="1" dirty="0">
                  <a:solidFill>
                    <a:srgbClr val="0000FF"/>
                  </a:solidFill>
                  <a:latin typeface="Times New Roman" charset="0"/>
                  <a:ea typeface="宋体" panose="02010600030101010101" pitchFamily="2" charset="-122"/>
                </a:rPr>
                <a:t> </a:t>
              </a:r>
              <a:r>
                <a:rPr lang="en-US" altLang="zh-CN" i="1" dirty="0" err="1">
                  <a:solidFill>
                    <a:srgbClr val="0000FF"/>
                  </a:solidFill>
                  <a:latin typeface="Times New Roman" charset="0"/>
                  <a:ea typeface="宋体" panose="02010600030101010101" pitchFamily="2" charset="-122"/>
                </a:rPr>
                <a:t>i</a:t>
              </a:r>
              <a:r>
                <a:rPr lang="en-US" altLang="zh-CN" i="1" dirty="0">
                  <a:solidFill>
                    <a:srgbClr val="0000FF"/>
                  </a:solidFill>
                  <a:latin typeface="Times New Roman" charset="0"/>
                  <a:ea typeface="宋体" panose="02010600030101010101" pitchFamily="2" charset="-122"/>
                </a:rPr>
                <a:t> </a:t>
              </a:r>
              <a:r>
                <a:rPr lang="en-US" altLang="zh-CN" dirty="0">
                  <a:solidFill>
                    <a:srgbClr val="0000FF"/>
                  </a:solidFill>
                  <a:latin typeface="Times New Roman" charset="0"/>
                  <a:ea typeface="宋体" panose="02010600030101010101" pitchFamily="2" charset="-122"/>
                </a:rPr>
                <a:t>+ 1</a:t>
              </a:r>
            </a:p>
            <a:p>
              <a:pPr algn="just">
                <a:lnSpc>
                  <a:spcPts val="1800"/>
                </a:lnSpc>
                <a:defRPr/>
              </a:pPr>
              <a:r>
                <a:rPr lang="en-US" altLang="zh-CN" i="1" dirty="0">
                  <a:solidFill>
                    <a:srgbClr val="0000FF"/>
                  </a:solidFill>
                  <a:latin typeface="Times New Roman" charset="0"/>
                  <a:ea typeface="宋体" panose="02010600030101010101" pitchFamily="2" charset="-122"/>
                </a:rPr>
                <a:t>t</a:t>
              </a:r>
              <a:r>
                <a:rPr lang="en-US" altLang="zh-CN" i="1" baseline="-25000" dirty="0">
                  <a:solidFill>
                    <a:srgbClr val="0000FF"/>
                  </a:solidFill>
                  <a:latin typeface="Times New Roman" charset="0"/>
                  <a:ea typeface="宋体" panose="02010600030101010101" pitchFamily="2" charset="-122"/>
                </a:rPr>
                <a:t>2</a:t>
              </a:r>
              <a:r>
                <a:rPr lang="en-US" altLang="zh-CN" dirty="0">
                  <a:solidFill>
                    <a:srgbClr val="0000FF"/>
                  </a:solidFill>
                  <a:latin typeface="Times New Roman" charset="0"/>
                  <a:ea typeface="宋体" panose="02010600030101010101" pitchFamily="2" charset="-122"/>
                </a:rPr>
                <a:t> = 4 * </a:t>
              </a:r>
              <a:r>
                <a:rPr lang="en-US" altLang="zh-CN" i="1" dirty="0" err="1">
                  <a:solidFill>
                    <a:srgbClr val="0000FF"/>
                  </a:solidFill>
                  <a:latin typeface="Times New Roman" charset="0"/>
                  <a:ea typeface="宋体" panose="02010600030101010101" pitchFamily="2" charset="-122"/>
                </a:rPr>
                <a:t>i</a:t>
              </a:r>
              <a:endParaRPr lang="en-US" altLang="zh-CN" i="1" dirty="0">
                <a:solidFill>
                  <a:srgbClr val="0000FF"/>
                </a:solidFill>
                <a:latin typeface="Times New Roman" charset="0"/>
                <a:ea typeface="宋体" panose="02010600030101010101" pitchFamily="2" charset="-122"/>
              </a:endParaRPr>
            </a:p>
            <a:p>
              <a:pPr algn="just">
                <a:lnSpc>
                  <a:spcPts val="1800"/>
                </a:lnSpc>
                <a:defRPr/>
              </a:pP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t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charset="0"/>
                </a:rPr>
                <a:t>3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 =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a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[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t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charset="0"/>
                </a:rPr>
                <a:t>2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]</a:t>
              </a:r>
            </a:p>
            <a:p>
              <a:pPr algn="just">
                <a:lnSpc>
                  <a:spcPts val="1800"/>
                </a:lnSpc>
                <a:defRPr/>
              </a:pP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if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t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charset="0"/>
                </a:rPr>
                <a:t>3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 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&lt;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v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 </a:t>
              </a:r>
              <a:r>
                <a:rPr lang="en-US" altLang="zh-CN" dirty="0" err="1">
                  <a:solidFill>
                    <a:prstClr val="black"/>
                  </a:solidFill>
                  <a:latin typeface="Times New Roman" charset="0"/>
                </a:rPr>
                <a:t>goto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B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charset="0"/>
                </a:rPr>
                <a:t>2</a:t>
              </a:r>
            </a:p>
          </p:txBody>
        </p:sp>
        <p:sp>
          <p:nvSpPr>
            <p:cNvPr id="267278" name="Rectangle 25">
              <a:extLst>
                <a:ext uri="{FF2B5EF4-FFF2-40B4-BE49-F238E27FC236}">
                  <a16:creationId xmlns:a16="http://schemas.microsoft.com/office/drawing/2014/main" id="{52477CD5-A9A5-42D1-97C6-421CDF53C4A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75611" y="531480"/>
              <a:ext cx="392774" cy="2203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0" rIns="0" bIns="0"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sz="1500" i="1">
                  <a:solidFill>
                    <a:srgbClr val="000000"/>
                  </a:solidFill>
                  <a:latin typeface="Times New Roman" panose="02020603050405020304" pitchFamily="18" charset="0"/>
                </a:rPr>
                <a:t>B</a:t>
              </a:r>
              <a:r>
                <a:rPr lang="en-US" altLang="zh-CN" sz="1500" baseline="-25000">
                  <a:solidFill>
                    <a:srgbClr val="000000"/>
                  </a:solidFill>
                  <a:latin typeface="Times New Roman" panose="02020603050405020304" pitchFamily="18" charset="0"/>
                </a:rPr>
                <a:t>1</a:t>
              </a:r>
              <a:endParaRPr lang="en-US" altLang="zh-CN" sz="1500">
                <a:solidFill>
                  <a:srgbClr val="000000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267279" name="Rectangle 26">
              <a:extLst>
                <a:ext uri="{FF2B5EF4-FFF2-40B4-BE49-F238E27FC236}">
                  <a16:creationId xmlns:a16="http://schemas.microsoft.com/office/drawing/2014/main" id="{E263D261-E429-4FD7-97F2-42B9648EE82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09108" y="1722006"/>
              <a:ext cx="626058" cy="32631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sz="1500" i="1">
                  <a:solidFill>
                    <a:srgbClr val="000000"/>
                  </a:solidFill>
                  <a:latin typeface="Times New Roman" panose="02020603050405020304" pitchFamily="18" charset="0"/>
                </a:rPr>
                <a:t>B</a:t>
              </a:r>
              <a:r>
                <a:rPr lang="en-US" altLang="zh-CN" sz="1500" baseline="-25000">
                  <a:solidFill>
                    <a:srgbClr val="000000"/>
                  </a:solidFill>
                  <a:latin typeface="Times New Roman" panose="02020603050405020304" pitchFamily="18" charset="0"/>
                </a:rPr>
                <a:t>2</a:t>
              </a:r>
              <a:endParaRPr lang="en-US" altLang="zh-CN" sz="1500">
                <a:solidFill>
                  <a:srgbClr val="000000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81" name="Rectangle 27">
              <a:extLst>
                <a:ext uri="{FF2B5EF4-FFF2-40B4-BE49-F238E27FC236}">
                  <a16:creationId xmlns:a16="http://schemas.microsoft.com/office/drawing/2014/main" id="{04A3102B-5F70-48DC-9A62-4560459966A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57647" y="3123860"/>
              <a:ext cx="1711208" cy="1000122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tIns="72000" bIns="0" anchor="ctr"/>
            <a:lstStyle>
              <a:lvl1pPr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just">
                <a:lnSpc>
                  <a:spcPts val="1800"/>
                </a:lnSpc>
                <a:defRPr/>
              </a:pPr>
              <a:r>
                <a:rPr lang="en-US" altLang="zh-CN" i="1" dirty="0">
                  <a:solidFill>
                    <a:srgbClr val="0000FF"/>
                  </a:solidFill>
                  <a:latin typeface="Times New Roman" charset="0"/>
                  <a:ea typeface="宋体" panose="02010600030101010101" pitchFamily="2" charset="-122"/>
                </a:rPr>
                <a:t>j </a:t>
              </a:r>
              <a:r>
                <a:rPr lang="en-US" altLang="zh-CN" dirty="0">
                  <a:solidFill>
                    <a:srgbClr val="0000FF"/>
                  </a:solidFill>
                  <a:latin typeface="Times New Roman" charset="0"/>
                  <a:ea typeface="宋体" panose="02010600030101010101" pitchFamily="2" charset="-122"/>
                </a:rPr>
                <a:t>= </a:t>
              </a:r>
              <a:r>
                <a:rPr lang="en-US" altLang="zh-CN" i="1" dirty="0">
                  <a:solidFill>
                    <a:srgbClr val="0000FF"/>
                  </a:solidFill>
                  <a:latin typeface="Times New Roman" charset="0"/>
                  <a:ea typeface="宋体" panose="02010600030101010101" pitchFamily="2" charset="-122"/>
                </a:rPr>
                <a:t>j </a:t>
              </a:r>
              <a:r>
                <a:rPr lang="en-US" altLang="zh-CN" dirty="0">
                  <a:solidFill>
                    <a:srgbClr val="0000FF"/>
                  </a:solidFill>
                  <a:latin typeface="Times New Roman" charset="0"/>
                  <a:ea typeface="宋体" panose="02010600030101010101" pitchFamily="2" charset="-122"/>
                  <a:sym typeface="Symbol" charset="2"/>
                </a:rPr>
                <a:t></a:t>
              </a:r>
              <a:r>
                <a:rPr lang="en-US" altLang="zh-CN" dirty="0">
                  <a:solidFill>
                    <a:srgbClr val="0000FF"/>
                  </a:solidFill>
                  <a:latin typeface="Times New Roman" charset="0"/>
                  <a:ea typeface="宋体" panose="02010600030101010101" pitchFamily="2" charset="-122"/>
                </a:rPr>
                <a:t>1</a:t>
              </a:r>
            </a:p>
            <a:p>
              <a:pPr algn="just">
                <a:lnSpc>
                  <a:spcPts val="1800"/>
                </a:lnSpc>
                <a:defRPr/>
              </a:pPr>
              <a:r>
                <a:rPr lang="en-US" altLang="zh-CN" i="1" dirty="0">
                  <a:solidFill>
                    <a:srgbClr val="0000FF"/>
                  </a:solidFill>
                  <a:latin typeface="Times New Roman" charset="0"/>
                  <a:ea typeface="宋体" panose="02010600030101010101" pitchFamily="2" charset="-122"/>
                </a:rPr>
                <a:t>t</a:t>
              </a:r>
              <a:r>
                <a:rPr lang="en-US" altLang="zh-CN" i="1" baseline="-25000" dirty="0">
                  <a:solidFill>
                    <a:srgbClr val="0000FF"/>
                  </a:solidFill>
                  <a:latin typeface="Times New Roman" charset="0"/>
                  <a:ea typeface="宋体" panose="02010600030101010101" pitchFamily="2" charset="-122"/>
                </a:rPr>
                <a:t>4</a:t>
              </a:r>
              <a:r>
                <a:rPr lang="en-US" altLang="zh-CN" i="1" dirty="0">
                  <a:solidFill>
                    <a:srgbClr val="0000FF"/>
                  </a:solidFill>
                  <a:latin typeface="Times New Roman" charset="0"/>
                  <a:ea typeface="宋体" panose="02010600030101010101" pitchFamily="2" charset="-122"/>
                </a:rPr>
                <a:t> </a:t>
              </a:r>
              <a:r>
                <a:rPr lang="en-US" altLang="zh-CN" dirty="0">
                  <a:solidFill>
                    <a:srgbClr val="0000FF"/>
                  </a:solidFill>
                  <a:latin typeface="Times New Roman" charset="0"/>
                  <a:ea typeface="宋体" panose="02010600030101010101" pitchFamily="2" charset="-122"/>
                </a:rPr>
                <a:t>= 4 *</a:t>
              </a:r>
              <a:r>
                <a:rPr lang="en-US" altLang="zh-CN" i="1" dirty="0">
                  <a:solidFill>
                    <a:srgbClr val="0000FF"/>
                  </a:solidFill>
                  <a:latin typeface="Times New Roman" charset="0"/>
                  <a:ea typeface="宋体" panose="02010600030101010101" pitchFamily="2" charset="-122"/>
                </a:rPr>
                <a:t> j</a:t>
              </a:r>
            </a:p>
            <a:p>
              <a:pPr algn="just">
                <a:lnSpc>
                  <a:spcPts val="1800"/>
                </a:lnSpc>
                <a:defRPr/>
              </a:pP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t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charset="0"/>
                </a:rPr>
                <a:t>5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 =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a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[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t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charset="0"/>
                </a:rPr>
                <a:t>4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]</a:t>
              </a:r>
            </a:p>
            <a:p>
              <a:pPr algn="just">
                <a:lnSpc>
                  <a:spcPts val="1800"/>
                </a:lnSpc>
                <a:defRPr/>
              </a:pP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if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t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charset="0"/>
                </a:rPr>
                <a:t>5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 &gt;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v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 </a:t>
              </a:r>
              <a:r>
                <a:rPr lang="en-US" altLang="zh-CN" dirty="0" err="1">
                  <a:solidFill>
                    <a:prstClr val="black"/>
                  </a:solidFill>
                  <a:latin typeface="Times New Roman" charset="0"/>
                </a:rPr>
                <a:t>goto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B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charset="0"/>
                </a:rPr>
                <a:t>3</a:t>
              </a:r>
            </a:p>
          </p:txBody>
        </p:sp>
        <p:sp>
          <p:nvSpPr>
            <p:cNvPr id="82" name="Rectangle 30">
              <a:extLst>
                <a:ext uri="{FF2B5EF4-FFF2-40B4-BE49-F238E27FC236}">
                  <a16:creationId xmlns:a16="http://schemas.microsoft.com/office/drawing/2014/main" id="{E2592955-F4CF-4C79-92AB-10C4B424D71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57647" y="4254156"/>
              <a:ext cx="1727082" cy="276224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90000" tIns="0" rIns="0" bIns="0"/>
            <a:lstStyle>
              <a:lvl1pPr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just">
                <a:lnSpc>
                  <a:spcPct val="96000"/>
                </a:lnSpc>
                <a:defRPr/>
              </a:pPr>
              <a:r>
                <a:rPr lang="en-US" altLang="zh-CN" dirty="0">
                  <a:solidFill>
                    <a:srgbClr val="000000"/>
                  </a:solidFill>
                  <a:latin typeface="Times New Roman" charset="0"/>
                </a:rPr>
                <a:t>if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i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 &gt;=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j </a:t>
              </a:r>
              <a:r>
                <a:rPr lang="en-US" altLang="zh-CN" dirty="0" err="1">
                  <a:solidFill>
                    <a:srgbClr val="000000"/>
                  </a:solidFill>
                  <a:latin typeface="Times New Roman" charset="0"/>
                </a:rPr>
                <a:t>goto</a:t>
              </a:r>
              <a:r>
                <a:rPr lang="en-US" altLang="zh-CN" dirty="0">
                  <a:solidFill>
                    <a:srgbClr val="000000"/>
                  </a:solidFill>
                  <a:latin typeface="Times New Roman" charset="0"/>
                </a:rPr>
                <a:t> </a:t>
              </a:r>
              <a:r>
                <a:rPr lang="en-US" altLang="zh-CN" i="1" dirty="0">
                  <a:solidFill>
                    <a:srgbClr val="000000"/>
                  </a:solidFill>
                  <a:latin typeface="Times New Roman" charset="0"/>
                </a:rPr>
                <a:t>B</a:t>
              </a:r>
              <a:r>
                <a:rPr lang="en-US" altLang="zh-CN" i="1" baseline="-25000" dirty="0">
                  <a:solidFill>
                    <a:srgbClr val="000000"/>
                  </a:solidFill>
                  <a:latin typeface="Times New Roman" charset="0"/>
                </a:rPr>
                <a:t>6</a:t>
              </a:r>
            </a:p>
          </p:txBody>
        </p:sp>
        <p:sp>
          <p:nvSpPr>
            <p:cNvPr id="83" name="Rectangle 32">
              <a:extLst>
                <a:ext uri="{FF2B5EF4-FFF2-40B4-BE49-F238E27FC236}">
                  <a16:creationId xmlns:a16="http://schemas.microsoft.com/office/drawing/2014/main" id="{D9D1962F-3E92-435B-8A4A-51CA3FD7886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2249" y="4727230"/>
              <a:ext cx="784171" cy="231774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tIns="0" bIns="0"/>
            <a:lstStyle>
              <a:lvl1pPr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just">
                <a:lnSpc>
                  <a:spcPct val="96000"/>
                </a:lnSpc>
                <a:defRPr/>
              </a:pPr>
              <a:endParaRPr lang="en-US" altLang="zh-CN" sz="700" b="0" baseline="-25000">
                <a:solidFill>
                  <a:prstClr val="black"/>
                </a:solidFill>
                <a:latin typeface="Times New Roman" charset="0"/>
              </a:endParaRPr>
            </a:p>
          </p:txBody>
        </p:sp>
        <p:sp>
          <p:nvSpPr>
            <p:cNvPr id="267283" name="Rectangle 33">
              <a:extLst>
                <a:ext uri="{FF2B5EF4-FFF2-40B4-BE49-F238E27FC236}">
                  <a16:creationId xmlns:a16="http://schemas.microsoft.com/office/drawing/2014/main" id="{EA5CB18F-2527-4336-A353-D3B36C56D36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25423" y="4206320"/>
              <a:ext cx="626058" cy="32392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sz="1500" i="1">
                  <a:solidFill>
                    <a:srgbClr val="000000"/>
                  </a:solidFill>
                  <a:latin typeface="Times New Roman" panose="02020603050405020304" pitchFamily="18" charset="0"/>
                </a:rPr>
                <a:t>B</a:t>
              </a:r>
              <a:r>
                <a:rPr lang="en-US" altLang="zh-CN" sz="1500" baseline="-25000">
                  <a:solidFill>
                    <a:srgbClr val="000000"/>
                  </a:solidFill>
                  <a:latin typeface="Times New Roman" panose="02020603050405020304" pitchFamily="18" charset="0"/>
                </a:rPr>
                <a:t>4</a:t>
              </a:r>
              <a:endParaRPr lang="en-US" altLang="zh-CN" sz="1500">
                <a:solidFill>
                  <a:srgbClr val="000000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267284" name="Rectangle 34">
              <a:extLst>
                <a:ext uri="{FF2B5EF4-FFF2-40B4-BE49-F238E27FC236}">
                  <a16:creationId xmlns:a16="http://schemas.microsoft.com/office/drawing/2014/main" id="{747C0718-3E20-4DE3-A9C9-D98CD1CEC23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38864" y="3052416"/>
              <a:ext cx="628438" cy="3275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sz="1500" i="1">
                  <a:solidFill>
                    <a:srgbClr val="000000"/>
                  </a:solidFill>
                  <a:latin typeface="Times New Roman" panose="02020603050405020304" pitchFamily="18" charset="0"/>
                </a:rPr>
                <a:t>B</a:t>
              </a:r>
              <a:r>
                <a:rPr lang="en-US" altLang="zh-CN" sz="1500" baseline="-25000">
                  <a:solidFill>
                    <a:srgbClr val="000000"/>
                  </a:solidFill>
                  <a:latin typeface="Times New Roman" panose="02020603050405020304" pitchFamily="18" charset="0"/>
                </a:rPr>
                <a:t>3</a:t>
              </a:r>
              <a:endParaRPr lang="en-US" altLang="zh-CN" sz="1500">
                <a:solidFill>
                  <a:srgbClr val="000000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86" name="Rectangle 36">
              <a:extLst>
                <a:ext uri="{FF2B5EF4-FFF2-40B4-BE49-F238E27FC236}">
                  <a16:creationId xmlns:a16="http://schemas.microsoft.com/office/drawing/2014/main" id="{232B7F71-BD92-4257-995E-6BD77E1BF09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49761" y="4727230"/>
              <a:ext cx="809570" cy="231774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tIns="0" bIns="0"/>
            <a:lstStyle>
              <a:lvl1pPr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just">
                <a:lnSpc>
                  <a:spcPct val="96000"/>
                </a:lnSpc>
                <a:defRPr/>
              </a:pPr>
              <a:endParaRPr lang="en-US" altLang="zh-CN" sz="700" b="0" baseline="-25000">
                <a:solidFill>
                  <a:prstClr val="black"/>
                </a:solidFill>
                <a:latin typeface="Times New Roman" charset="0"/>
              </a:endParaRPr>
            </a:p>
          </p:txBody>
        </p:sp>
        <p:sp>
          <p:nvSpPr>
            <p:cNvPr id="267286" name="Rectangle 39">
              <a:extLst>
                <a:ext uri="{FF2B5EF4-FFF2-40B4-BE49-F238E27FC236}">
                  <a16:creationId xmlns:a16="http://schemas.microsoft.com/office/drawing/2014/main" id="{F96A1E73-2331-4AC9-B07E-22B02260DB2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24234" y="4673123"/>
              <a:ext cx="627248" cy="3275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sz="1500" i="1">
                  <a:solidFill>
                    <a:srgbClr val="000000"/>
                  </a:solidFill>
                  <a:latin typeface="Times New Roman" panose="02020603050405020304" pitchFamily="18" charset="0"/>
                </a:rPr>
                <a:t>B</a:t>
              </a:r>
              <a:r>
                <a:rPr lang="en-US" altLang="zh-CN" sz="1500" baseline="-25000">
                  <a:solidFill>
                    <a:srgbClr val="000000"/>
                  </a:solidFill>
                  <a:latin typeface="Times New Roman" panose="02020603050405020304" pitchFamily="18" charset="0"/>
                </a:rPr>
                <a:t>6</a:t>
              </a:r>
              <a:endParaRPr lang="en-US" altLang="zh-CN" sz="1500">
                <a:solidFill>
                  <a:srgbClr val="000000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267287" name="Line 28">
              <a:extLst>
                <a:ext uri="{FF2B5EF4-FFF2-40B4-BE49-F238E27FC236}">
                  <a16:creationId xmlns:a16="http://schemas.microsoft.com/office/drawing/2014/main" id="{B7D8583E-2D6E-4AFC-911E-77896261E40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732186" y="1539535"/>
              <a:ext cx="0" cy="239711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267288" name="Line 29">
              <a:extLst>
                <a:ext uri="{FF2B5EF4-FFF2-40B4-BE49-F238E27FC236}">
                  <a16:creationId xmlns:a16="http://schemas.microsoft.com/office/drawing/2014/main" id="{C1E84FF3-D215-4D2A-B80F-BB1AE4EEA08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725848" y="2852393"/>
              <a:ext cx="0" cy="27146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267289" name="Line 31">
              <a:extLst>
                <a:ext uri="{FF2B5EF4-FFF2-40B4-BE49-F238E27FC236}">
                  <a16:creationId xmlns:a16="http://schemas.microsoft.com/office/drawing/2014/main" id="{9BEB156C-0D13-4B6B-8562-5DC8184CC00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794098" y="4115916"/>
              <a:ext cx="0" cy="169861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267290" name="Line 37">
              <a:extLst>
                <a:ext uri="{FF2B5EF4-FFF2-40B4-BE49-F238E27FC236}">
                  <a16:creationId xmlns:a16="http://schemas.microsoft.com/office/drawing/2014/main" id="{44114DB5-AFFE-4C96-944F-1FB0E524F653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236884" y="4543818"/>
              <a:ext cx="368301" cy="182561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267291" name="Line 38">
              <a:extLst>
                <a:ext uri="{FF2B5EF4-FFF2-40B4-BE49-F238E27FC236}">
                  <a16:creationId xmlns:a16="http://schemas.microsoft.com/office/drawing/2014/main" id="{427A5DAD-F6FF-4D3C-BA9A-05518C73792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92537" y="4543818"/>
              <a:ext cx="323851" cy="182561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267292" name="Freeform 41">
              <a:extLst>
                <a:ext uri="{FF2B5EF4-FFF2-40B4-BE49-F238E27FC236}">
                  <a16:creationId xmlns:a16="http://schemas.microsoft.com/office/drawing/2014/main" id="{E1880DC2-B4E7-4B43-9CC3-67C7B0004252}"/>
                </a:ext>
              </a:extLst>
            </p:cNvPr>
            <p:cNvSpPr>
              <a:spLocks/>
            </p:cNvSpPr>
            <p:nvPr/>
          </p:nvSpPr>
          <p:spPr bwMode="auto">
            <a:xfrm>
              <a:off x="1725713" y="2909541"/>
              <a:ext cx="271464" cy="1357313"/>
            </a:xfrm>
            <a:custGeom>
              <a:avLst/>
              <a:gdLst>
                <a:gd name="T0" fmla="*/ 2147483646 w 227"/>
                <a:gd name="T1" fmla="*/ 2147483646 h 983"/>
                <a:gd name="T2" fmla="*/ 2147483646 w 227"/>
                <a:gd name="T3" fmla="*/ 2147483646 h 983"/>
                <a:gd name="T4" fmla="*/ 0 w 227"/>
                <a:gd name="T5" fmla="*/ 2147483646 h 983"/>
                <a:gd name="T6" fmla="*/ 2147483646 w 227"/>
                <a:gd name="T7" fmla="*/ 2147483646 h 983"/>
                <a:gd name="T8" fmla="*/ 2147483646 w 227"/>
                <a:gd name="T9" fmla="*/ 2147483646 h 98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27"/>
                <a:gd name="T16" fmla="*/ 0 h 983"/>
                <a:gd name="T17" fmla="*/ 227 w 227"/>
                <a:gd name="T18" fmla="*/ 983 h 98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27" h="983">
                  <a:moveTo>
                    <a:pt x="182" y="885"/>
                  </a:moveTo>
                  <a:cubicBezTo>
                    <a:pt x="129" y="934"/>
                    <a:pt x="76" y="983"/>
                    <a:pt x="46" y="930"/>
                  </a:cubicBezTo>
                  <a:cubicBezTo>
                    <a:pt x="16" y="877"/>
                    <a:pt x="0" y="711"/>
                    <a:pt x="0" y="567"/>
                  </a:cubicBezTo>
                  <a:cubicBezTo>
                    <a:pt x="0" y="423"/>
                    <a:pt x="8" y="136"/>
                    <a:pt x="46" y="68"/>
                  </a:cubicBezTo>
                  <a:cubicBezTo>
                    <a:pt x="84" y="0"/>
                    <a:pt x="155" y="79"/>
                    <a:pt x="227" y="159"/>
                  </a:cubicBezTo>
                </a:path>
              </a:pathLst>
            </a:cu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267293" name="Rectangle 16">
              <a:extLst>
                <a:ext uri="{FF2B5EF4-FFF2-40B4-BE49-F238E27FC236}">
                  <a16:creationId xmlns:a16="http://schemas.microsoft.com/office/drawing/2014/main" id="{350527AC-2757-40CF-B7A4-D100120AA36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82837" y="4673124"/>
              <a:ext cx="514351" cy="3254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sz="1500" i="1">
                  <a:solidFill>
                    <a:srgbClr val="000000"/>
                  </a:solidFill>
                  <a:latin typeface="Times New Roman" panose="02020603050405020304" pitchFamily="18" charset="0"/>
                </a:rPr>
                <a:t>B</a:t>
              </a:r>
              <a:r>
                <a:rPr lang="en-US" altLang="zh-CN" sz="1500" i="1" baseline="-25000">
                  <a:solidFill>
                    <a:srgbClr val="000000"/>
                  </a:solidFill>
                  <a:latin typeface="Times New Roman" panose="02020603050405020304" pitchFamily="18" charset="0"/>
                </a:rPr>
                <a:t>5</a:t>
              </a:r>
              <a:endParaRPr lang="en-US" altLang="zh-CN" sz="1500" i="1">
                <a:solidFill>
                  <a:srgbClr val="000000"/>
                </a:solidFill>
                <a:latin typeface="Times New Roman" panose="02020603050405020304" pitchFamily="18" charset="0"/>
              </a:endParaRPr>
            </a:p>
          </p:txBody>
        </p:sp>
      </p:grpSp>
      <p:sp>
        <p:nvSpPr>
          <p:cNvPr id="46" name="矩形 45">
            <a:extLst>
              <a:ext uri="{FF2B5EF4-FFF2-40B4-BE49-F238E27FC236}">
                <a16:creationId xmlns:a16="http://schemas.microsoft.com/office/drawing/2014/main" id="{61F1324F-0A29-42D1-A7F7-DF4E74401C52}"/>
              </a:ext>
            </a:extLst>
          </p:cNvPr>
          <p:cNvSpPr/>
          <p:nvPr/>
        </p:nvSpPr>
        <p:spPr>
          <a:xfrm>
            <a:off x="3738402" y="2988463"/>
            <a:ext cx="1778000" cy="346249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lIns="68580" tIns="34290" rIns="68580" bIns="34290">
            <a:spAutoFit/>
          </a:bodyPr>
          <a:lstStyle/>
          <a:p>
            <a:pPr marL="257175" indent="-257175" algn="ctr" eaLnBrk="1" hangingPunct="1">
              <a:spcBef>
                <a:spcPct val="20000"/>
              </a:spcBef>
              <a:buClr>
                <a:srgbClr val="3333CC"/>
              </a:buClr>
              <a:buSzPct val="60000"/>
              <a:defRPr/>
            </a:pPr>
            <a:r>
              <a:rPr lang="en-US" altLang="zh-CN" i="1" dirty="0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t</a:t>
            </a:r>
            <a:r>
              <a:rPr lang="en-US" altLang="zh-CN" i="1" baseline="-25000" dirty="0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2</a:t>
            </a:r>
            <a:r>
              <a:rPr lang="zh-CN" altLang="en-US" dirty="0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：</a:t>
            </a:r>
            <a:r>
              <a:rPr lang="en-US" altLang="zh-CN" dirty="0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( </a:t>
            </a:r>
            <a:r>
              <a:rPr lang="en-US" altLang="zh-CN" i="1" dirty="0" err="1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i</a:t>
            </a:r>
            <a:r>
              <a:rPr lang="en-US" altLang="zh-CN" dirty="0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, 4, 0 )</a:t>
            </a:r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63BB1890-A15D-4DD9-B9F6-6D7962EFE7D8}"/>
              </a:ext>
            </a:extLst>
          </p:cNvPr>
          <p:cNvSpPr/>
          <p:nvPr/>
        </p:nvSpPr>
        <p:spPr>
          <a:xfrm>
            <a:off x="3716337" y="3614587"/>
            <a:ext cx="1778000" cy="34624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lIns="68580" tIns="34290" rIns="68580" bIns="34290">
            <a:spAutoFit/>
          </a:bodyPr>
          <a:lstStyle/>
          <a:p>
            <a:pPr marL="257175" indent="-257175" algn="ctr" eaLnBrk="1" hangingPunct="1">
              <a:spcBef>
                <a:spcPct val="20000"/>
              </a:spcBef>
              <a:buClr>
                <a:srgbClr val="3333CC"/>
              </a:buClr>
              <a:buSzPct val="60000"/>
              <a:defRPr/>
            </a:pPr>
            <a:r>
              <a:rPr lang="en-US" altLang="zh-CN" i="1" dirty="0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t</a:t>
            </a:r>
            <a:r>
              <a:rPr lang="en-US" altLang="zh-CN" i="1" baseline="-25000" dirty="0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4</a:t>
            </a:r>
            <a:r>
              <a:rPr lang="zh-CN" altLang="en-US" dirty="0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：</a:t>
            </a:r>
            <a:r>
              <a:rPr lang="en-US" altLang="zh-CN" dirty="0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( </a:t>
            </a:r>
            <a:r>
              <a:rPr lang="en-US" altLang="zh-CN" i="1" dirty="0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j</a:t>
            </a:r>
            <a:r>
              <a:rPr lang="en-US" altLang="zh-CN" dirty="0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, 4, 0 )</a:t>
            </a: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8FFFC8B2-8CB3-4756-9333-A3D49061C185}"/>
              </a:ext>
            </a:extLst>
          </p:cNvPr>
          <p:cNvSpPr/>
          <p:nvPr/>
        </p:nvSpPr>
        <p:spPr>
          <a:xfrm>
            <a:off x="3710881" y="2201421"/>
            <a:ext cx="1778000" cy="678647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lIns="68580" tIns="34290" rIns="68580" bIns="34290">
            <a:spAutoFit/>
          </a:bodyPr>
          <a:lstStyle/>
          <a:p>
            <a:pPr marL="257175" indent="-257175" algn="ctr" eaLnBrk="1" hangingPunct="1">
              <a:spcBef>
                <a:spcPct val="20000"/>
              </a:spcBef>
              <a:buClr>
                <a:srgbClr val="3333CC"/>
              </a:buClr>
              <a:buSzPct val="60000"/>
              <a:defRPr/>
            </a:pPr>
            <a:r>
              <a:rPr lang="en-US" altLang="zh-CN" i="1" dirty="0" err="1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i</a:t>
            </a:r>
            <a:r>
              <a:rPr lang="zh-CN" altLang="en-US" dirty="0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 增加</a:t>
            </a:r>
            <a:r>
              <a:rPr lang="en-US" altLang="zh-CN" i="1" dirty="0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n</a:t>
            </a:r>
            <a:r>
              <a:rPr lang="en-US" altLang="zh-CN" dirty="0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(</a:t>
            </a:r>
            <a:r>
              <a:rPr lang="en-US" altLang="zh-CN" i="1" dirty="0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1</a:t>
            </a:r>
            <a:r>
              <a:rPr lang="en-US" altLang="zh-CN" dirty="0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)</a:t>
            </a:r>
            <a:r>
              <a:rPr lang="zh-CN" altLang="en-US" dirty="0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，</a:t>
            </a:r>
            <a:endParaRPr lang="en-US" altLang="zh-CN" dirty="0">
              <a:latin typeface="Times New Roman" pitchFamily="18" charset="0"/>
              <a:ea typeface="楷体" pitchFamily="49" charset="-122"/>
              <a:cs typeface="Times New Roman" pitchFamily="18" charset="0"/>
            </a:endParaRPr>
          </a:p>
          <a:p>
            <a:pPr marL="257175" indent="-257175" algn="ctr" eaLnBrk="1" hangingPunct="1">
              <a:spcBef>
                <a:spcPct val="20000"/>
              </a:spcBef>
              <a:buClr>
                <a:srgbClr val="3333CC"/>
              </a:buClr>
              <a:buSzPct val="60000"/>
              <a:defRPr/>
            </a:pPr>
            <a:r>
              <a:rPr lang="en-US" altLang="zh-CN" i="1" dirty="0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 t</a:t>
            </a:r>
            <a:r>
              <a:rPr lang="en-US" altLang="zh-CN" i="1" baseline="-25000" dirty="0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2</a:t>
            </a:r>
            <a:r>
              <a:rPr lang="zh-CN" altLang="en-US" dirty="0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增加</a:t>
            </a:r>
            <a:r>
              <a:rPr lang="en-US" altLang="zh-CN" i="1" dirty="0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c</a:t>
            </a:r>
            <a:r>
              <a:rPr lang="en-US" altLang="zh-CN" dirty="0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(</a:t>
            </a:r>
            <a:r>
              <a:rPr lang="en-US" altLang="zh-CN" i="1" dirty="0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4</a:t>
            </a:r>
            <a:r>
              <a:rPr lang="en-US" altLang="zh-CN" dirty="0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)*</a:t>
            </a:r>
            <a:r>
              <a:rPr lang="en-US" altLang="zh-CN" i="1" dirty="0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n</a:t>
            </a:r>
            <a:r>
              <a:rPr lang="en-US" altLang="zh-CN" dirty="0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(</a:t>
            </a:r>
            <a:r>
              <a:rPr lang="en-US" altLang="zh-CN" i="1" dirty="0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1</a:t>
            </a:r>
            <a:r>
              <a:rPr lang="en-US" altLang="zh-CN" dirty="0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)</a:t>
            </a:r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3F0D3CEB-8273-4041-9A89-27F2CBBA5942}"/>
              </a:ext>
            </a:extLst>
          </p:cNvPr>
          <p:cNvSpPr/>
          <p:nvPr/>
        </p:nvSpPr>
        <p:spPr>
          <a:xfrm>
            <a:off x="3728454" y="4061257"/>
            <a:ext cx="1838653" cy="678647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lIns="68580" tIns="34290" rIns="68580" bIns="34290">
            <a:spAutoFit/>
          </a:bodyPr>
          <a:lstStyle/>
          <a:p>
            <a:pPr marL="257175" indent="-257175" algn="ctr" eaLnBrk="1" hangingPunct="1">
              <a:spcBef>
                <a:spcPct val="20000"/>
              </a:spcBef>
              <a:buClr>
                <a:srgbClr val="3333CC"/>
              </a:buClr>
              <a:buSzPct val="60000"/>
              <a:defRPr/>
            </a:pPr>
            <a:r>
              <a:rPr lang="en-US" altLang="zh-CN" i="1" dirty="0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j</a:t>
            </a:r>
            <a:r>
              <a:rPr lang="zh-CN" altLang="en-US" dirty="0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 增加</a:t>
            </a:r>
            <a:r>
              <a:rPr lang="en-US" altLang="zh-CN" i="1" dirty="0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n</a:t>
            </a:r>
            <a:r>
              <a:rPr lang="en-US" altLang="zh-CN" dirty="0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 (-</a:t>
            </a:r>
            <a:r>
              <a:rPr lang="en-US" altLang="zh-CN" i="1" dirty="0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1</a:t>
            </a:r>
            <a:r>
              <a:rPr lang="en-US" altLang="zh-CN" dirty="0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) </a:t>
            </a:r>
            <a:r>
              <a:rPr lang="zh-CN" altLang="en-US" dirty="0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，</a:t>
            </a:r>
            <a:endParaRPr lang="en-US" altLang="zh-CN" dirty="0">
              <a:latin typeface="Times New Roman" pitchFamily="18" charset="0"/>
              <a:ea typeface="楷体" pitchFamily="49" charset="-122"/>
              <a:cs typeface="Times New Roman" pitchFamily="18" charset="0"/>
            </a:endParaRPr>
          </a:p>
          <a:p>
            <a:pPr marL="257175" indent="-257175" algn="ctr" eaLnBrk="1" hangingPunct="1">
              <a:spcBef>
                <a:spcPct val="20000"/>
              </a:spcBef>
              <a:buClr>
                <a:srgbClr val="3333CC"/>
              </a:buClr>
              <a:buSzPct val="60000"/>
              <a:defRPr/>
            </a:pPr>
            <a:r>
              <a:rPr lang="en-US" altLang="zh-CN" i="1" dirty="0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 t</a:t>
            </a:r>
            <a:r>
              <a:rPr lang="en-US" altLang="zh-CN" i="1" baseline="-25000" dirty="0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4</a:t>
            </a:r>
            <a:r>
              <a:rPr lang="zh-CN" altLang="en-US" dirty="0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增加</a:t>
            </a:r>
            <a:r>
              <a:rPr lang="en-US" altLang="zh-CN" i="1" dirty="0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c</a:t>
            </a:r>
            <a:r>
              <a:rPr lang="en-US" altLang="zh-CN" dirty="0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(</a:t>
            </a:r>
            <a:r>
              <a:rPr lang="en-US" altLang="zh-CN" i="1" dirty="0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4</a:t>
            </a:r>
            <a:r>
              <a:rPr lang="en-US" altLang="zh-CN" dirty="0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)*</a:t>
            </a:r>
            <a:r>
              <a:rPr lang="en-US" altLang="zh-CN" i="1" dirty="0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n</a:t>
            </a:r>
            <a:r>
              <a:rPr lang="en-US" altLang="zh-CN" dirty="0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(-</a:t>
            </a:r>
            <a:r>
              <a:rPr lang="en-US" altLang="zh-CN" i="1" dirty="0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1</a:t>
            </a:r>
            <a:r>
              <a:rPr lang="en-US" altLang="zh-CN" dirty="0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)</a:t>
            </a:r>
            <a:endParaRPr lang="en-US" altLang="zh-CN" i="1" dirty="0">
              <a:latin typeface="Times New Roman" pitchFamily="18" charset="0"/>
              <a:ea typeface="楷体" pitchFamily="49" charset="-122"/>
              <a:cs typeface="Times New Roman" pitchFamily="18" charset="0"/>
            </a:endParaRPr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E969FB12-0E50-4A18-B9F5-C16420032C73}"/>
              </a:ext>
            </a:extLst>
          </p:cNvPr>
          <p:cNvSpPr/>
          <p:nvPr/>
        </p:nvSpPr>
        <p:spPr>
          <a:xfrm>
            <a:off x="3663974" y="219293"/>
            <a:ext cx="2027006" cy="120032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zh-CN" altLang="en-US" dirty="0">
                <a:solidFill>
                  <a:srgbClr val="0000FF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新归纳变量初始化</a:t>
            </a:r>
            <a:r>
              <a:rPr lang="en-US" altLang="zh-CN" dirty="0">
                <a:solidFill>
                  <a:srgbClr val="0000FF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(</a:t>
            </a:r>
            <a:r>
              <a:rPr lang="zh-CN" altLang="en-US" dirty="0">
                <a:solidFill>
                  <a:srgbClr val="0000FF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根据三元组）</a:t>
            </a:r>
            <a:endParaRPr lang="en-US" altLang="zh-CN" dirty="0">
              <a:solidFill>
                <a:srgbClr val="0000FF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algn="ctr"/>
            <a:r>
              <a:rPr lang="en-US" altLang="zh-CN" i="1" dirty="0">
                <a:solidFill>
                  <a:srgbClr val="0000FF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s</a:t>
            </a:r>
            <a:r>
              <a:rPr lang="en-US" altLang="zh-CN" dirty="0">
                <a:solidFill>
                  <a:srgbClr val="0000FF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=</a:t>
            </a:r>
            <a:r>
              <a:rPr lang="en-US" altLang="zh-CN" i="1" dirty="0">
                <a:solidFill>
                  <a:srgbClr val="0000FF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c</a:t>
            </a:r>
            <a:r>
              <a:rPr lang="en-US" altLang="zh-CN" dirty="0">
                <a:solidFill>
                  <a:srgbClr val="0000FF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*</a:t>
            </a:r>
            <a:r>
              <a:rPr lang="en-US" altLang="zh-CN" i="1" dirty="0" err="1">
                <a:solidFill>
                  <a:srgbClr val="0000FF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i</a:t>
            </a:r>
            <a:endParaRPr lang="en-US" altLang="zh-CN" i="1" dirty="0">
              <a:solidFill>
                <a:srgbClr val="0000FF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algn="ctr"/>
            <a:r>
              <a:rPr lang="en-US" altLang="zh-CN" i="1" dirty="0">
                <a:solidFill>
                  <a:srgbClr val="0000FF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s</a:t>
            </a:r>
            <a:r>
              <a:rPr lang="en-US" altLang="zh-CN" dirty="0">
                <a:solidFill>
                  <a:srgbClr val="0000FF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=</a:t>
            </a:r>
            <a:r>
              <a:rPr lang="en-US" altLang="zh-CN" i="1" dirty="0" err="1">
                <a:solidFill>
                  <a:srgbClr val="0000FF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s</a:t>
            </a:r>
            <a:r>
              <a:rPr lang="en-US" altLang="zh-CN" dirty="0" err="1">
                <a:solidFill>
                  <a:srgbClr val="0000FF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+</a:t>
            </a:r>
            <a:r>
              <a:rPr lang="en-US" altLang="zh-CN" i="1" dirty="0" err="1">
                <a:solidFill>
                  <a:srgbClr val="0000FF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d</a:t>
            </a:r>
            <a:endParaRPr lang="zh-CN" altLang="en-US" dirty="0">
              <a:solidFill>
                <a:srgbClr val="0000FF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2BC817A4-93D0-44CF-A782-062355E1192C}"/>
              </a:ext>
            </a:extLst>
          </p:cNvPr>
          <p:cNvSpPr/>
          <p:nvPr/>
        </p:nvSpPr>
        <p:spPr>
          <a:xfrm>
            <a:off x="1909713" y="123002"/>
            <a:ext cx="110799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强度削弱</a:t>
            </a:r>
            <a:endParaRPr lang="zh-CN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14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46114">
                                            <p:bg/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46114">
                                            <p:bg/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46114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461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461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461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461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461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461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461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461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461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500" fill="hold"/>
                                        <p:tgtEl>
                                          <p:spTgt spid="461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461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461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1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1" dur="500" fill="hold"/>
                                        <p:tgtEl>
                                          <p:spTgt spid="46115">
                                            <p:bg/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500" fill="hold"/>
                                        <p:tgtEl>
                                          <p:spTgt spid="46115">
                                            <p:bg/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46115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6" dur="500" fill="hold"/>
                                        <p:tgtEl>
                                          <p:spTgt spid="461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500" fill="hold"/>
                                        <p:tgtEl>
                                          <p:spTgt spid="461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461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461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500" fill="hold"/>
                                        <p:tgtEl>
                                          <p:spTgt spid="461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461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6" dur="500" fill="hold"/>
                                        <p:tgtEl>
                                          <p:spTgt spid="461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500" fill="hold"/>
                                        <p:tgtEl>
                                          <p:spTgt spid="461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461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18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1" dur="500" fill="hold"/>
                                        <p:tgtEl>
                                          <p:spTgt spid="46118">
                                            <p:bg/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500" fill="hold"/>
                                        <p:tgtEl>
                                          <p:spTgt spid="46118">
                                            <p:bg/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46118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6" dur="500" fill="hold"/>
                                        <p:tgtEl>
                                          <p:spTgt spid="461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500" fill="hold"/>
                                        <p:tgtEl>
                                          <p:spTgt spid="461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461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1" dur="500" fill="hold"/>
                                        <p:tgtEl>
                                          <p:spTgt spid="46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500" fill="hold"/>
                                        <p:tgtEl>
                                          <p:spTgt spid="46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46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6" dur="500" fill="hold"/>
                                        <p:tgtEl>
                                          <p:spTgt spid="46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500" fill="hold"/>
                                        <p:tgtEl>
                                          <p:spTgt spid="46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46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 nodeType="clickPar">
                      <p:stCondLst>
                        <p:cond delay="indefinite"/>
                      </p:stCondLst>
                      <p:childTnLst>
                        <p:par>
                          <p:cTn id="9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1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3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4" fill="hold">
                      <p:stCondLst>
                        <p:cond delay="indefinite"/>
                      </p:stCondLst>
                      <p:childTnLst>
                        <p:par>
                          <p:cTn id="95" fill="hold">
                            <p:stCondLst>
                              <p:cond delay="0"/>
                            </p:stCondLst>
                            <p:childTnLst>
                              <p:par>
                                <p:cTn id="96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8" dur="500" fill="hold"/>
                                        <p:tgtEl>
                                          <p:spTgt spid="461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500" fill="hold"/>
                                        <p:tgtEl>
                                          <p:spTgt spid="461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461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1" fill="hold" nodeType="clickPar">
                      <p:stCondLst>
                        <p:cond delay="indefinite"/>
                      </p:stCondLst>
                      <p:childTnLst>
                        <p:par>
                          <p:cTn id="10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5" dur="500" fill="hold"/>
                                        <p:tgtEl>
                                          <p:spTgt spid="461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6" dur="500" fill="hold"/>
                                        <p:tgtEl>
                                          <p:spTgt spid="461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7" dur="500"/>
                                        <p:tgtEl>
                                          <p:spTgt spid="461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 nodeType="clickPar">
                      <p:stCondLst>
                        <p:cond delay="indefinite"/>
                      </p:stCondLst>
                      <p:childTnLst>
                        <p:par>
                          <p:cTn id="10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0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2" dur="500" fill="hold"/>
                                        <p:tgtEl>
                                          <p:spTgt spid="461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3" dur="500" fill="hold"/>
                                        <p:tgtEl>
                                          <p:spTgt spid="461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461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53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9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0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2" fill="hold" nodeType="clickPar">
                      <p:stCondLst>
                        <p:cond delay="indefinite"/>
                      </p:stCondLst>
                      <p:childTnLst>
                        <p:par>
                          <p:cTn id="12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24" presetID="53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6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7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8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9" fill="hold">
                      <p:stCondLst>
                        <p:cond delay="indefinite"/>
                      </p:stCondLst>
                      <p:childTnLst>
                        <p:par>
                          <p:cTn id="130" fill="hold">
                            <p:stCondLst>
                              <p:cond delay="0"/>
                            </p:stCondLst>
                            <p:childTnLst>
                              <p:par>
                                <p:cTn id="13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3" dur="500" fill="hold"/>
                                        <p:tgtEl>
                                          <p:spTgt spid="461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4" dur="500" fill="hold"/>
                                        <p:tgtEl>
                                          <p:spTgt spid="461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5" dur="500"/>
                                        <p:tgtEl>
                                          <p:spTgt spid="461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6" fill="hold" nodeType="clickPar">
                      <p:stCondLst>
                        <p:cond delay="indefinite"/>
                      </p:stCondLst>
                      <p:childTnLst>
                        <p:par>
                          <p:cTn id="13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0" dur="500" fill="hold"/>
                                        <p:tgtEl>
                                          <p:spTgt spid="461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1" dur="500" fill="hold"/>
                                        <p:tgtEl>
                                          <p:spTgt spid="461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2" dur="500"/>
                                        <p:tgtEl>
                                          <p:spTgt spid="461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3" fill="hold" nodeType="clickPar">
                      <p:stCondLst>
                        <p:cond delay="indefinite"/>
                      </p:stCondLst>
                      <p:childTnLst>
                        <p:par>
                          <p:cTn id="1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4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7" dur="500" fill="hold"/>
                                        <p:tgtEl>
                                          <p:spTgt spid="46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8" dur="500" fill="hold"/>
                                        <p:tgtEl>
                                          <p:spTgt spid="46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9" dur="500"/>
                                        <p:tgtEl>
                                          <p:spTgt spid="46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6114" grpId="0" uiExpand="1" build="allAtOnce" animBg="1"/>
      <p:bldP spid="46115" grpId="0" uiExpand="1" build="allAtOnce" animBg="1"/>
      <p:bldP spid="46118" grpId="0" uiExpand="1" build="allAtOnce" animBg="1"/>
      <p:bldP spid="46" grpId="0" animBg="1"/>
      <p:bldP spid="47" grpId="0" uiExpand="1" animBg="1"/>
      <p:bldP spid="50" grpId="0" animBg="1"/>
      <p:bldP spid="51" grpId="0" animBg="1"/>
      <p:bldP spid="52" grpId="0" animBg="1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298" name="内容占位符 2">
            <a:extLst>
              <a:ext uri="{FF2B5EF4-FFF2-40B4-BE49-F238E27FC236}">
                <a16:creationId xmlns:a16="http://schemas.microsoft.com/office/drawing/2014/main" id="{30D0AE80-ED04-42D3-AE60-A45B11B1C69D}"/>
              </a:ext>
            </a:extLst>
          </p:cNvPr>
          <p:cNvSpPr>
            <a:spLocks noGrp="1"/>
          </p:cNvSpPr>
          <p:nvPr>
            <p:ph idx="1"/>
          </p:nvPr>
        </p:nvSpPr>
        <p:spPr bwMode="auto">
          <a:xfrm>
            <a:off x="285750" y="785812"/>
            <a:ext cx="8715375" cy="4089399"/>
          </a:xfrm>
        </p:spPr>
        <p:txBody>
          <a:bodyPr vert="horz"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lnSpc>
                <a:spcPts val="28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2200" b="1" dirty="0">
                <a:solidFill>
                  <a:schemeClr val="tx1"/>
                </a:solidFill>
              </a:rPr>
              <a:t>输入：带有</a:t>
            </a:r>
            <a:r>
              <a:rPr lang="zh-CN" altLang="en-US" sz="2200" b="1" dirty="0">
                <a:solidFill>
                  <a:srgbClr val="0070C0"/>
                </a:solidFill>
              </a:rPr>
              <a:t>到达定值信息</a:t>
            </a:r>
            <a:r>
              <a:rPr lang="zh-CN" altLang="en-US" sz="2200" b="1" dirty="0">
                <a:solidFill>
                  <a:schemeClr val="tx1"/>
                </a:solidFill>
              </a:rPr>
              <a:t>和已计算出的</a:t>
            </a:r>
            <a:r>
              <a:rPr lang="zh-CN" altLang="en-US" sz="2200" b="1" dirty="0">
                <a:solidFill>
                  <a:srgbClr val="0070C0"/>
                </a:solidFill>
              </a:rPr>
              <a:t>归纳变量族</a:t>
            </a:r>
            <a:r>
              <a:rPr lang="zh-CN" altLang="en-US" sz="2200" b="1" dirty="0">
                <a:solidFill>
                  <a:schemeClr val="tx1"/>
                </a:solidFill>
              </a:rPr>
              <a:t>的循环</a:t>
            </a:r>
            <a:r>
              <a:rPr lang="en-US" altLang="zh-CN" sz="2200" b="1" i="1" dirty="0">
                <a:solidFill>
                  <a:schemeClr val="tx1"/>
                </a:solidFill>
              </a:rPr>
              <a:t>L</a:t>
            </a:r>
          </a:p>
          <a:p>
            <a:pPr eaLnBrk="1" hangingPunct="1">
              <a:lnSpc>
                <a:spcPts val="28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2200" b="1" dirty="0">
                <a:solidFill>
                  <a:schemeClr val="tx1"/>
                </a:solidFill>
                <a:cs typeface="Times New Roman" panose="02020603050405020304" pitchFamily="18" charset="0"/>
              </a:rPr>
              <a:t>输出：修改后的循环</a:t>
            </a:r>
            <a:endParaRPr lang="en-US" altLang="zh-CN" sz="22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eaLnBrk="1" hangingPunct="1">
              <a:lnSpc>
                <a:spcPts val="28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sz="2200" b="1" dirty="0">
                <a:solidFill>
                  <a:schemeClr val="tx1"/>
                </a:solidFill>
                <a:cs typeface="Times New Roman" panose="02020603050405020304" pitchFamily="18" charset="0"/>
              </a:rPr>
              <a:t>方法：对于每个基本归纳变量</a:t>
            </a:r>
            <a:r>
              <a:rPr lang="en-US" altLang="zh-CN" sz="2200" b="1" i="1" dirty="0" err="1">
                <a:solidFill>
                  <a:schemeClr val="tx1"/>
                </a:solidFill>
                <a:cs typeface="Times New Roman" panose="02020603050405020304" pitchFamily="18" charset="0"/>
              </a:rPr>
              <a:t>i</a:t>
            </a:r>
            <a:r>
              <a:rPr lang="zh-CN" altLang="en-US" sz="2200" b="1" dirty="0">
                <a:solidFill>
                  <a:schemeClr val="tx1"/>
                </a:solidFill>
                <a:cs typeface="Times New Roman" panose="02020603050405020304" pitchFamily="18" charset="0"/>
              </a:rPr>
              <a:t>，对其族中的</a:t>
            </a:r>
            <a:r>
              <a:rPr lang="zh-CN" altLang="en-US" sz="2200" b="1" dirty="0">
                <a:solidFill>
                  <a:srgbClr val="0070C0"/>
                </a:solidFill>
                <a:cs typeface="Times New Roman" panose="02020603050405020304" pitchFamily="18" charset="0"/>
              </a:rPr>
              <a:t>每个归纳变量</a:t>
            </a:r>
            <a:r>
              <a:rPr lang="en-US" altLang="zh-CN" sz="2200" b="1" i="1" dirty="0">
                <a:solidFill>
                  <a:srgbClr val="0070C0"/>
                </a:solidFill>
                <a:cs typeface="Times New Roman" panose="02020603050405020304" pitchFamily="18" charset="0"/>
              </a:rPr>
              <a:t>j</a:t>
            </a:r>
            <a:r>
              <a:rPr lang="zh-CN" altLang="en-US" sz="2200" b="1" dirty="0">
                <a:solidFill>
                  <a:schemeClr val="tx1"/>
                </a:solidFill>
                <a:cs typeface="Times New Roman" panose="02020603050405020304" pitchFamily="18" charset="0"/>
              </a:rPr>
              <a:t>：</a:t>
            </a:r>
            <a:r>
              <a:rPr lang="en-US" altLang="zh-CN" sz="2200" b="1" dirty="0">
                <a:solidFill>
                  <a:srgbClr val="0070C0"/>
                </a:solidFill>
                <a:cs typeface="Times New Roman" panose="02020603050405020304" pitchFamily="18" charset="0"/>
              </a:rPr>
              <a:t>(</a:t>
            </a:r>
            <a:r>
              <a:rPr lang="en-US" altLang="zh-CN" sz="2200" b="1" i="1" dirty="0" err="1">
                <a:solidFill>
                  <a:srgbClr val="0070C0"/>
                </a:solidFill>
                <a:cs typeface="Times New Roman" panose="02020603050405020304" pitchFamily="18" charset="0"/>
              </a:rPr>
              <a:t>i</a:t>
            </a:r>
            <a:r>
              <a:rPr lang="en-US" altLang="zh-CN" sz="2200" b="1" dirty="0">
                <a:solidFill>
                  <a:srgbClr val="0070C0"/>
                </a:solidFill>
                <a:cs typeface="Times New Roman" panose="02020603050405020304" pitchFamily="18" charset="0"/>
              </a:rPr>
              <a:t>, </a:t>
            </a:r>
            <a:r>
              <a:rPr lang="en-US" altLang="zh-CN" sz="2200" b="1" i="1" dirty="0">
                <a:solidFill>
                  <a:srgbClr val="0070C0"/>
                </a:solidFill>
                <a:cs typeface="Times New Roman" panose="02020603050405020304" pitchFamily="18" charset="0"/>
              </a:rPr>
              <a:t>c</a:t>
            </a:r>
            <a:r>
              <a:rPr lang="en-US" altLang="zh-CN" sz="2200" b="1" dirty="0">
                <a:solidFill>
                  <a:srgbClr val="0070C0"/>
                </a:solidFill>
                <a:cs typeface="Times New Roman" panose="02020603050405020304" pitchFamily="18" charset="0"/>
              </a:rPr>
              <a:t>, </a:t>
            </a:r>
            <a:r>
              <a:rPr lang="en-US" altLang="zh-CN" sz="2200" b="1" i="1" dirty="0">
                <a:solidFill>
                  <a:srgbClr val="0070C0"/>
                </a:solidFill>
                <a:cs typeface="Times New Roman" panose="02020603050405020304" pitchFamily="18" charset="0"/>
              </a:rPr>
              <a:t>d</a:t>
            </a:r>
            <a:r>
              <a:rPr lang="en-US" altLang="zh-CN" sz="2200" b="1" dirty="0">
                <a:solidFill>
                  <a:srgbClr val="0070C0"/>
                </a:solidFill>
                <a:cs typeface="Times New Roman" panose="02020603050405020304" pitchFamily="18" charset="0"/>
              </a:rPr>
              <a:t>)</a:t>
            </a:r>
          </a:p>
          <a:p>
            <a:pPr marL="0" indent="0" eaLnBrk="1" hangingPunct="1">
              <a:lnSpc>
                <a:spcPts val="2800"/>
              </a:lnSpc>
              <a:buClrTx/>
              <a:buFont typeface="Symbol" panose="05050102010706020507" pitchFamily="18" charset="2"/>
              <a:buNone/>
              <a:defRPr/>
            </a:pPr>
            <a:r>
              <a:rPr lang="en-US" altLang="zh-CN" sz="2200" b="1" dirty="0">
                <a:solidFill>
                  <a:schemeClr val="tx2">
                    <a:lumMod val="60000"/>
                    <a:lumOff val="40000"/>
                  </a:schemeClr>
                </a:solidFill>
                <a:cs typeface="Times New Roman" panose="02020603050405020304" pitchFamily="18" charset="0"/>
              </a:rPr>
              <a:t>    </a:t>
            </a:r>
            <a:r>
              <a:rPr lang="zh-CN" altLang="en-US" sz="2200" b="1" dirty="0">
                <a:solidFill>
                  <a:schemeClr val="tx1"/>
                </a:solidFill>
              </a:rPr>
              <a:t>执行下列步骤</a:t>
            </a:r>
            <a:endParaRPr lang="en-US" altLang="zh-CN" sz="2200" b="1" dirty="0">
              <a:solidFill>
                <a:schemeClr val="tx1"/>
              </a:solidFill>
            </a:endParaRPr>
          </a:p>
          <a:p>
            <a:pPr lvl="1" eaLnBrk="1" hangingPunct="1">
              <a:lnSpc>
                <a:spcPts val="2800"/>
              </a:lnSpc>
              <a:buFont typeface="Symbol" panose="05050102010706020507" pitchFamily="18" charset="2"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</a:rPr>
              <a:t>1.</a:t>
            </a:r>
            <a:r>
              <a:rPr lang="zh-CN" altLang="en-US" sz="2000" b="1" dirty="0">
                <a:solidFill>
                  <a:schemeClr val="tx1"/>
                </a:solidFill>
              </a:rPr>
              <a:t>建立</a:t>
            </a:r>
            <a:r>
              <a:rPr lang="zh-CN" altLang="en-US" sz="2000" b="1" dirty="0">
                <a:solidFill>
                  <a:srgbClr val="FF0000"/>
                </a:solidFill>
              </a:rPr>
              <a:t>新的临时变量</a:t>
            </a:r>
            <a:r>
              <a:rPr lang="en-US" altLang="zh-CN" sz="2000" b="1" i="1" dirty="0">
                <a:solidFill>
                  <a:srgbClr val="FF0000"/>
                </a:solidFill>
              </a:rPr>
              <a:t>t</a:t>
            </a:r>
            <a:r>
              <a:rPr lang="zh-CN" altLang="en-US" sz="2000" b="1" dirty="0">
                <a:solidFill>
                  <a:schemeClr val="tx1"/>
                </a:solidFill>
              </a:rPr>
              <a:t>。如果变量</a:t>
            </a:r>
            <a:r>
              <a:rPr lang="en-US" altLang="zh-CN" sz="2000" b="1" i="1" dirty="0">
                <a:solidFill>
                  <a:schemeClr val="tx1"/>
                </a:solidFill>
              </a:rPr>
              <a:t>j</a:t>
            </a:r>
            <a:r>
              <a:rPr lang="en-US" altLang="zh-CN" sz="2000" b="1" i="1" baseline="-25000" dirty="0">
                <a:solidFill>
                  <a:schemeClr val="tx1"/>
                </a:solidFill>
              </a:rPr>
              <a:t>1</a:t>
            </a:r>
            <a:r>
              <a:rPr lang="zh-CN" altLang="en-US" sz="2000" b="1" dirty="0">
                <a:solidFill>
                  <a:schemeClr val="tx1"/>
                </a:solidFill>
              </a:rPr>
              <a:t>和</a:t>
            </a:r>
            <a:r>
              <a:rPr lang="en-US" altLang="zh-CN" sz="2000" b="1" i="1" dirty="0">
                <a:solidFill>
                  <a:schemeClr val="tx1"/>
                </a:solidFill>
              </a:rPr>
              <a:t>j</a:t>
            </a:r>
            <a:r>
              <a:rPr lang="en-US" altLang="zh-CN" sz="2000" b="1" i="1" baseline="-25000" dirty="0">
                <a:solidFill>
                  <a:schemeClr val="tx1"/>
                </a:solidFill>
              </a:rPr>
              <a:t>2</a:t>
            </a:r>
            <a:r>
              <a:rPr lang="zh-CN" altLang="en-US" sz="2000" b="1" dirty="0">
                <a:solidFill>
                  <a:schemeClr val="tx1"/>
                </a:solidFill>
              </a:rPr>
              <a:t>具有相同的三元组，则只为它们建立一个新变量</a:t>
            </a:r>
          </a:p>
          <a:p>
            <a:pPr lvl="1" eaLnBrk="1" hangingPunct="1">
              <a:lnSpc>
                <a:spcPts val="2800"/>
              </a:lnSpc>
              <a:buFont typeface="Symbol" panose="05050102010706020507" pitchFamily="18" charset="2"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</a:rPr>
              <a:t>2.</a:t>
            </a:r>
            <a:r>
              <a:rPr lang="zh-CN" altLang="en-US" sz="2000" b="1" dirty="0">
                <a:solidFill>
                  <a:schemeClr val="tx1"/>
                </a:solidFill>
              </a:rPr>
              <a:t>在</a:t>
            </a:r>
            <a:r>
              <a:rPr lang="zh-CN" altLang="en-US" sz="2000" b="1" dirty="0">
                <a:solidFill>
                  <a:srgbClr val="0070C0"/>
                </a:solidFill>
              </a:rPr>
              <a:t>前置结点</a:t>
            </a:r>
            <a:r>
              <a:rPr lang="zh-CN" altLang="en-US" sz="2000" b="1" dirty="0">
                <a:solidFill>
                  <a:schemeClr val="tx1"/>
                </a:solidFill>
              </a:rPr>
              <a:t>的末尾，添加语句</a:t>
            </a:r>
            <a:r>
              <a:rPr lang="en-US" altLang="zh-CN" sz="2000" b="1" i="1" dirty="0">
                <a:solidFill>
                  <a:srgbClr val="FF0000"/>
                </a:solidFill>
              </a:rPr>
              <a:t>t </a:t>
            </a:r>
            <a:r>
              <a:rPr lang="en-US" altLang="zh-CN" sz="2000" b="1" dirty="0">
                <a:solidFill>
                  <a:srgbClr val="FF0000"/>
                </a:solidFill>
              </a:rPr>
              <a:t>= </a:t>
            </a:r>
            <a:r>
              <a:rPr lang="en-US" altLang="zh-CN" sz="2000" b="1" i="1" dirty="0">
                <a:solidFill>
                  <a:srgbClr val="FF0000"/>
                </a:solidFill>
              </a:rPr>
              <a:t>c</a:t>
            </a:r>
            <a:r>
              <a:rPr lang="en-US" altLang="zh-CN" sz="2000" b="1" dirty="0">
                <a:solidFill>
                  <a:srgbClr val="FF0000"/>
                </a:solidFill>
              </a:rPr>
              <a:t>*</a:t>
            </a:r>
            <a:r>
              <a:rPr lang="en-US" altLang="zh-CN" sz="2000" b="1" i="1" dirty="0" err="1">
                <a:solidFill>
                  <a:srgbClr val="FF0000"/>
                </a:solidFill>
              </a:rPr>
              <a:t>i</a:t>
            </a:r>
            <a:r>
              <a:rPr lang="en-US" altLang="zh-CN" sz="2000" b="1" i="1" dirty="0">
                <a:solidFill>
                  <a:srgbClr val="FF0000"/>
                </a:solidFill>
              </a:rPr>
              <a:t> </a:t>
            </a:r>
            <a:r>
              <a:rPr lang="zh-CN" altLang="en-US" sz="2000" b="1" dirty="0">
                <a:solidFill>
                  <a:schemeClr val="tx1"/>
                </a:solidFill>
              </a:rPr>
              <a:t>和 </a:t>
            </a:r>
            <a:r>
              <a:rPr lang="en-US" altLang="zh-CN" sz="2000" b="1" i="1" dirty="0">
                <a:solidFill>
                  <a:srgbClr val="FF0000"/>
                </a:solidFill>
              </a:rPr>
              <a:t>t </a:t>
            </a:r>
            <a:r>
              <a:rPr lang="en-US" altLang="zh-CN" sz="2000" b="1" dirty="0">
                <a:solidFill>
                  <a:srgbClr val="FF0000"/>
                </a:solidFill>
              </a:rPr>
              <a:t>= </a:t>
            </a:r>
            <a:r>
              <a:rPr lang="en-US" altLang="zh-CN" sz="2000" b="1" i="1" dirty="0" err="1">
                <a:solidFill>
                  <a:srgbClr val="FF0000"/>
                </a:solidFill>
              </a:rPr>
              <a:t>t</a:t>
            </a:r>
            <a:r>
              <a:rPr lang="en-US" altLang="zh-CN" sz="2000" b="1" dirty="0" err="1">
                <a:solidFill>
                  <a:srgbClr val="FF0000"/>
                </a:solidFill>
              </a:rPr>
              <a:t>+</a:t>
            </a:r>
            <a:r>
              <a:rPr lang="en-US" altLang="zh-CN" sz="2000" b="1" i="1" dirty="0" err="1">
                <a:solidFill>
                  <a:srgbClr val="FF0000"/>
                </a:solidFill>
              </a:rPr>
              <a:t>d</a:t>
            </a:r>
            <a:r>
              <a:rPr lang="en-US" altLang="zh-CN" sz="2000" b="1" i="1" dirty="0">
                <a:solidFill>
                  <a:srgbClr val="FF0000"/>
                </a:solidFill>
              </a:rPr>
              <a:t> </a:t>
            </a:r>
            <a:r>
              <a:rPr lang="zh-CN" altLang="en-US" sz="2000" b="1" dirty="0">
                <a:solidFill>
                  <a:schemeClr val="tx1"/>
                </a:solidFill>
              </a:rPr>
              <a:t>，使得在循环开始的时候</a:t>
            </a:r>
            <a:endParaRPr lang="en-US" altLang="zh-CN" sz="2000" b="1" dirty="0">
              <a:solidFill>
                <a:schemeClr val="tx1"/>
              </a:solidFill>
            </a:endParaRPr>
          </a:p>
          <a:p>
            <a:pPr lvl="1" eaLnBrk="1" hangingPunct="1">
              <a:lnSpc>
                <a:spcPts val="2800"/>
              </a:lnSpc>
              <a:spcBef>
                <a:spcPts val="0"/>
              </a:spcBef>
              <a:buFont typeface="Symbol" panose="05050102010706020507" pitchFamily="18" charset="2"/>
              <a:buNone/>
              <a:defRPr/>
            </a:pPr>
            <a:r>
              <a:rPr lang="en-US" altLang="zh-CN" sz="2000" b="1" i="1" dirty="0"/>
              <a:t>    </a:t>
            </a:r>
            <a:r>
              <a:rPr lang="en-US" altLang="zh-CN" sz="2000" b="1" i="1" dirty="0">
                <a:solidFill>
                  <a:schemeClr val="tx1"/>
                </a:solidFill>
              </a:rPr>
              <a:t>t </a:t>
            </a:r>
            <a:r>
              <a:rPr lang="en-US" altLang="zh-CN" sz="2000" b="1" dirty="0">
                <a:solidFill>
                  <a:schemeClr val="tx1"/>
                </a:solidFill>
              </a:rPr>
              <a:t>= </a:t>
            </a:r>
            <a:r>
              <a:rPr lang="en-US" altLang="zh-CN" sz="2000" b="1" i="1" dirty="0">
                <a:solidFill>
                  <a:schemeClr val="tx1"/>
                </a:solidFill>
              </a:rPr>
              <a:t>c</a:t>
            </a:r>
            <a:r>
              <a:rPr lang="en-US" altLang="zh-CN" sz="2000" b="1" dirty="0">
                <a:solidFill>
                  <a:schemeClr val="tx1"/>
                </a:solidFill>
              </a:rPr>
              <a:t>*</a:t>
            </a:r>
            <a:r>
              <a:rPr lang="en-US" altLang="zh-CN" sz="2000" b="1" i="1" dirty="0" err="1">
                <a:solidFill>
                  <a:schemeClr val="tx1"/>
                </a:solidFill>
              </a:rPr>
              <a:t>i</a:t>
            </a:r>
            <a:r>
              <a:rPr lang="en-US" altLang="zh-CN" sz="2000" b="1" i="1" dirty="0">
                <a:solidFill>
                  <a:schemeClr val="tx1"/>
                </a:solidFill>
              </a:rPr>
              <a:t> </a:t>
            </a:r>
            <a:r>
              <a:rPr lang="en-US" altLang="zh-CN" sz="2000" b="1" dirty="0">
                <a:solidFill>
                  <a:schemeClr val="tx1"/>
                </a:solidFill>
              </a:rPr>
              <a:t>+ </a:t>
            </a:r>
            <a:r>
              <a:rPr lang="en-US" altLang="zh-CN" sz="2000" b="1" i="1" dirty="0">
                <a:solidFill>
                  <a:schemeClr val="tx1"/>
                </a:solidFill>
              </a:rPr>
              <a:t>d </a:t>
            </a:r>
            <a:endParaRPr lang="zh-CN" altLang="en-US" sz="2000" b="1" dirty="0">
              <a:solidFill>
                <a:schemeClr val="tx1"/>
              </a:solidFill>
            </a:endParaRPr>
          </a:p>
          <a:p>
            <a:pPr lvl="1" eaLnBrk="1" hangingPunct="1">
              <a:lnSpc>
                <a:spcPts val="2800"/>
              </a:lnSpc>
              <a:buFont typeface="Symbol" panose="05050102010706020507" pitchFamily="18" charset="2"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</a:rPr>
              <a:t>3.</a:t>
            </a:r>
            <a:r>
              <a:rPr lang="zh-CN" altLang="en-US" sz="2000" b="1" dirty="0">
                <a:solidFill>
                  <a:schemeClr val="tx1"/>
                </a:solidFill>
              </a:rPr>
              <a:t>在</a:t>
            </a:r>
            <a:r>
              <a:rPr lang="en-US" altLang="zh-CN" sz="2000" b="1" i="1" dirty="0">
                <a:solidFill>
                  <a:schemeClr val="tx1"/>
                </a:solidFill>
              </a:rPr>
              <a:t>L</a:t>
            </a:r>
            <a:r>
              <a:rPr lang="zh-CN" altLang="en-US" sz="2000" b="1" dirty="0">
                <a:solidFill>
                  <a:schemeClr val="tx1"/>
                </a:solidFill>
              </a:rPr>
              <a:t>中</a:t>
            </a:r>
            <a:r>
              <a:rPr lang="zh-CN" altLang="en-US" sz="2000" b="1" dirty="0">
                <a:solidFill>
                  <a:srgbClr val="0070C0"/>
                </a:solidFill>
              </a:rPr>
              <a:t>紧跟</a:t>
            </a:r>
            <a:r>
              <a:rPr lang="zh-CN" altLang="en-US" sz="2000" b="1" dirty="0">
                <a:solidFill>
                  <a:schemeClr val="tx1"/>
                </a:solidFill>
              </a:rPr>
              <a:t>定值</a:t>
            </a:r>
            <a:r>
              <a:rPr lang="en-US" altLang="zh-CN" sz="2000" b="1" i="1" dirty="0" err="1">
                <a:solidFill>
                  <a:schemeClr val="tx1"/>
                </a:solidFill>
              </a:rPr>
              <a:t>i</a:t>
            </a:r>
            <a:r>
              <a:rPr lang="en-US" altLang="zh-CN" sz="2000" b="1" i="1" dirty="0">
                <a:solidFill>
                  <a:schemeClr val="tx1"/>
                </a:solidFill>
              </a:rPr>
              <a:t> </a:t>
            </a:r>
            <a:r>
              <a:rPr lang="en-US" altLang="zh-CN" sz="2000" b="1" dirty="0">
                <a:solidFill>
                  <a:schemeClr val="tx1"/>
                </a:solidFill>
              </a:rPr>
              <a:t>= </a:t>
            </a:r>
            <a:r>
              <a:rPr lang="en-US" altLang="zh-CN" sz="2000" b="1" i="1" dirty="0" err="1">
                <a:solidFill>
                  <a:schemeClr val="tx1"/>
                </a:solidFill>
              </a:rPr>
              <a:t>i</a:t>
            </a:r>
            <a:r>
              <a:rPr lang="en-US" altLang="zh-CN" sz="2000" b="1" dirty="0" err="1">
                <a:solidFill>
                  <a:schemeClr val="tx1"/>
                </a:solidFill>
              </a:rPr>
              <a:t>+</a:t>
            </a:r>
            <a:r>
              <a:rPr lang="en-US" altLang="zh-CN" sz="2000" b="1" i="1" dirty="0" err="1">
                <a:solidFill>
                  <a:schemeClr val="tx1"/>
                </a:solidFill>
              </a:rPr>
              <a:t>n</a:t>
            </a:r>
            <a:r>
              <a:rPr lang="zh-CN" altLang="en-US" sz="2000" b="1" dirty="0">
                <a:solidFill>
                  <a:schemeClr val="tx1"/>
                </a:solidFill>
              </a:rPr>
              <a:t>之后</a:t>
            </a:r>
            <a:r>
              <a:rPr lang="en-US" altLang="zh-CN" sz="2000" b="1" dirty="0">
                <a:solidFill>
                  <a:schemeClr val="tx1"/>
                </a:solidFill>
              </a:rPr>
              <a:t>, </a:t>
            </a:r>
            <a:r>
              <a:rPr lang="zh-CN" altLang="en-US" sz="2000" b="1" dirty="0">
                <a:solidFill>
                  <a:schemeClr val="tx1"/>
                </a:solidFill>
              </a:rPr>
              <a:t>添加</a:t>
            </a:r>
            <a:r>
              <a:rPr lang="en-US" altLang="zh-CN" sz="2000" b="1" i="1" dirty="0">
                <a:solidFill>
                  <a:srgbClr val="FF0000"/>
                </a:solidFill>
              </a:rPr>
              <a:t>t </a:t>
            </a:r>
            <a:r>
              <a:rPr lang="en-US" altLang="zh-CN" sz="2000" b="1" dirty="0">
                <a:solidFill>
                  <a:srgbClr val="FF0000"/>
                </a:solidFill>
              </a:rPr>
              <a:t>= </a:t>
            </a:r>
            <a:r>
              <a:rPr lang="en-US" altLang="zh-CN" sz="2000" b="1" i="1" dirty="0" err="1">
                <a:solidFill>
                  <a:srgbClr val="FF0000"/>
                </a:solidFill>
              </a:rPr>
              <a:t>t</a:t>
            </a:r>
            <a:r>
              <a:rPr lang="en-US" altLang="zh-CN" sz="2000" b="1" dirty="0" err="1">
                <a:solidFill>
                  <a:srgbClr val="FF0000"/>
                </a:solidFill>
              </a:rPr>
              <a:t>+</a:t>
            </a:r>
            <a:r>
              <a:rPr lang="en-US" altLang="zh-CN" sz="2000" b="1" i="1" dirty="0" err="1">
                <a:solidFill>
                  <a:srgbClr val="FF0000"/>
                </a:solidFill>
              </a:rPr>
              <a:t>c</a:t>
            </a:r>
            <a:r>
              <a:rPr lang="en-US" altLang="zh-CN" sz="2000" b="1" dirty="0">
                <a:solidFill>
                  <a:srgbClr val="FF0000"/>
                </a:solidFill>
              </a:rPr>
              <a:t>*</a:t>
            </a:r>
            <a:r>
              <a:rPr lang="en-US" altLang="zh-CN" sz="2000" b="1" i="1" dirty="0">
                <a:solidFill>
                  <a:srgbClr val="FF0000"/>
                </a:solidFill>
              </a:rPr>
              <a:t>n</a:t>
            </a:r>
            <a:r>
              <a:rPr lang="zh-CN" altLang="en-US" sz="2000" b="1" dirty="0">
                <a:solidFill>
                  <a:schemeClr val="tx1"/>
                </a:solidFill>
              </a:rPr>
              <a:t>。将</a:t>
            </a:r>
            <a:r>
              <a:rPr lang="en-US" altLang="zh-CN" sz="2000" b="1" i="1" dirty="0">
                <a:solidFill>
                  <a:schemeClr val="tx1"/>
                </a:solidFill>
              </a:rPr>
              <a:t>t</a:t>
            </a:r>
            <a:r>
              <a:rPr lang="zh-CN" altLang="en-US" sz="2000" b="1" dirty="0">
                <a:solidFill>
                  <a:schemeClr val="tx1"/>
                </a:solidFill>
              </a:rPr>
              <a:t>放入</a:t>
            </a:r>
            <a:r>
              <a:rPr lang="en-US" altLang="zh-CN" sz="2000" b="1" i="1" dirty="0" err="1">
                <a:solidFill>
                  <a:schemeClr val="tx1"/>
                </a:solidFill>
              </a:rPr>
              <a:t>i</a:t>
            </a:r>
            <a:r>
              <a:rPr lang="zh-CN" altLang="en-US" sz="2000" b="1" dirty="0">
                <a:solidFill>
                  <a:schemeClr val="tx1"/>
                </a:solidFill>
              </a:rPr>
              <a:t>族</a:t>
            </a:r>
            <a:r>
              <a:rPr lang="en-US" altLang="zh-CN" sz="2000" b="1" dirty="0">
                <a:solidFill>
                  <a:schemeClr val="tx1"/>
                </a:solidFill>
              </a:rPr>
              <a:t>, </a:t>
            </a:r>
            <a:r>
              <a:rPr lang="zh-CN" altLang="en-US" sz="2000" b="1" dirty="0">
                <a:solidFill>
                  <a:schemeClr val="tx1"/>
                </a:solidFill>
              </a:rPr>
              <a:t>其三元组为</a:t>
            </a:r>
            <a:r>
              <a:rPr lang="en-US" altLang="zh-CN" sz="2000" b="1" dirty="0">
                <a:solidFill>
                  <a:schemeClr val="tx1"/>
                </a:solidFill>
              </a:rPr>
              <a:t> (</a:t>
            </a:r>
            <a:r>
              <a:rPr lang="en-US" altLang="zh-CN" sz="2000" b="1" i="1" dirty="0" err="1">
                <a:solidFill>
                  <a:schemeClr val="tx1"/>
                </a:solidFill>
              </a:rPr>
              <a:t>i</a:t>
            </a:r>
            <a:r>
              <a:rPr lang="en-US" altLang="zh-CN" sz="2000" b="1" dirty="0">
                <a:solidFill>
                  <a:schemeClr val="tx1"/>
                </a:solidFill>
              </a:rPr>
              <a:t>, </a:t>
            </a:r>
            <a:r>
              <a:rPr lang="en-US" altLang="zh-CN" sz="2000" b="1" i="1" dirty="0">
                <a:solidFill>
                  <a:schemeClr val="tx1"/>
                </a:solidFill>
              </a:rPr>
              <a:t>c</a:t>
            </a:r>
            <a:r>
              <a:rPr lang="en-US" altLang="zh-CN" sz="2000" b="1" dirty="0">
                <a:solidFill>
                  <a:schemeClr val="tx1"/>
                </a:solidFill>
              </a:rPr>
              <a:t>, </a:t>
            </a:r>
            <a:r>
              <a:rPr lang="en-US" altLang="zh-CN" sz="2000" b="1" i="1" dirty="0">
                <a:solidFill>
                  <a:schemeClr val="tx1"/>
                </a:solidFill>
              </a:rPr>
              <a:t>d</a:t>
            </a:r>
            <a:r>
              <a:rPr lang="en-US" altLang="zh-CN" sz="2000" b="1" dirty="0">
                <a:solidFill>
                  <a:schemeClr val="tx1"/>
                </a:solidFill>
              </a:rPr>
              <a:t>)</a:t>
            </a:r>
          </a:p>
          <a:p>
            <a:pPr lvl="1" eaLnBrk="1" hangingPunct="1">
              <a:lnSpc>
                <a:spcPts val="2800"/>
              </a:lnSpc>
              <a:buFont typeface="Symbol" panose="05050102010706020507" pitchFamily="18" charset="2"/>
              <a:buNone/>
              <a:defRPr/>
            </a:pPr>
            <a:r>
              <a:rPr lang="en-US" altLang="zh-CN" sz="2000" b="1" dirty="0">
                <a:solidFill>
                  <a:schemeClr val="tx1"/>
                </a:solidFill>
              </a:rPr>
              <a:t>4.</a:t>
            </a:r>
            <a:r>
              <a:rPr lang="zh-CN" altLang="en-US" sz="2000" b="1" dirty="0">
                <a:solidFill>
                  <a:schemeClr val="tx1"/>
                </a:solidFill>
              </a:rPr>
              <a:t>用</a:t>
            </a:r>
            <a:r>
              <a:rPr lang="en-US" altLang="zh-CN" sz="2000" b="1" i="1" dirty="0">
                <a:solidFill>
                  <a:srgbClr val="FF0000"/>
                </a:solidFill>
              </a:rPr>
              <a:t>j</a:t>
            </a:r>
            <a:r>
              <a:rPr lang="en-US" altLang="zh-CN" sz="2000" b="1" dirty="0">
                <a:solidFill>
                  <a:srgbClr val="FF0000"/>
                </a:solidFill>
              </a:rPr>
              <a:t>=</a:t>
            </a:r>
            <a:r>
              <a:rPr lang="en-US" altLang="zh-CN" sz="2000" b="1" i="1" dirty="0">
                <a:solidFill>
                  <a:srgbClr val="FF0000"/>
                </a:solidFill>
              </a:rPr>
              <a:t>t</a:t>
            </a:r>
            <a:r>
              <a:rPr lang="zh-CN" altLang="en-US" sz="2000" b="1" dirty="0">
                <a:solidFill>
                  <a:schemeClr val="tx1"/>
                </a:solidFill>
              </a:rPr>
              <a:t>代替对</a:t>
            </a:r>
            <a:r>
              <a:rPr lang="en-US" altLang="zh-CN" sz="2000" b="1" i="1" dirty="0">
                <a:solidFill>
                  <a:schemeClr val="tx1"/>
                </a:solidFill>
              </a:rPr>
              <a:t>j</a:t>
            </a:r>
            <a:r>
              <a:rPr lang="zh-CN" altLang="en-US" sz="2000" b="1" dirty="0">
                <a:solidFill>
                  <a:schemeClr val="tx1"/>
                </a:solidFill>
              </a:rPr>
              <a:t>的赋值</a:t>
            </a:r>
            <a:endParaRPr lang="en-US" altLang="zh-CN" sz="2000" b="1" dirty="0">
              <a:solidFill>
                <a:schemeClr val="tx1"/>
              </a:solidFill>
            </a:endParaRPr>
          </a:p>
        </p:txBody>
      </p:sp>
      <p:sp>
        <p:nvSpPr>
          <p:cNvPr id="265219" name="标题 1">
            <a:extLst>
              <a:ext uri="{FF2B5EF4-FFF2-40B4-BE49-F238E27FC236}">
                <a16:creationId xmlns:a16="http://schemas.microsoft.com/office/drawing/2014/main" id="{3D40A3D8-BFFD-420B-B696-949D16B94D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作用于归纳变量的强度削弱算法</a:t>
            </a:r>
            <a:endParaRPr lang="zh-CN" altLang="en-US" sz="41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129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1129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1129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1129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129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31129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31129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31129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129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31129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31129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1129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129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31129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31129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1129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129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31129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31129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1129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129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31129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31129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1129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129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31129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31129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1129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129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31129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31129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1129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129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31129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31129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31129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1298" grpId="0" build="p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5779" name="Rectangle 3">
            <a:extLst>
              <a:ext uri="{FF2B5EF4-FFF2-40B4-BE49-F238E27FC236}">
                <a16:creationId xmlns:a16="http://schemas.microsoft.com/office/drawing/2014/main" id="{5BE2BFED-9A6B-4C77-846A-CE6597E4A82C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00063" y="857250"/>
            <a:ext cx="8072437" cy="3154363"/>
          </a:xfrm>
          <a:ln>
            <a:miter lim="800000"/>
            <a:headEnd/>
            <a:tailEnd/>
          </a:ln>
        </p:spPr>
        <p:txBody>
          <a:bodyPr vert="horz"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lnSpc>
                <a:spcPts val="3500"/>
              </a:lnSpc>
              <a:buClrTx/>
              <a:buFont typeface="Wingdings" pitchFamily="2" charset="2"/>
              <a:buChar char="Ø"/>
              <a:defRPr/>
            </a:pPr>
            <a:r>
              <a:rPr lang="zh-CN" altLang="en-US" sz="2500" b="1" dirty="0">
                <a:solidFill>
                  <a:prstClr val="black"/>
                </a:solidFill>
                <a:cs typeface="Times New Roman" panose="02020603050405020304" pitchFamily="18" charset="0"/>
              </a:rPr>
              <a:t>对于在</a:t>
            </a:r>
            <a:r>
              <a:rPr lang="zh-CN" altLang="en-US" sz="2500" b="1" dirty="0">
                <a:solidFill>
                  <a:srgbClr val="0070C0"/>
                </a:solidFill>
                <a:cs typeface="Times New Roman" panose="02020603050405020304" pitchFamily="18" charset="0"/>
              </a:rPr>
              <a:t>强度削弱</a:t>
            </a:r>
            <a:r>
              <a:rPr lang="zh-CN" altLang="en-US" sz="2500" b="1" dirty="0">
                <a:solidFill>
                  <a:prstClr val="black"/>
                </a:solidFill>
                <a:cs typeface="Times New Roman" panose="02020603050405020304" pitchFamily="18" charset="0"/>
              </a:rPr>
              <a:t>算法中引入的复制语句</a:t>
            </a:r>
            <a:r>
              <a:rPr lang="en-US" altLang="zh-CN" sz="2500" b="1" i="1" dirty="0">
                <a:solidFill>
                  <a:srgbClr val="0070C0"/>
                </a:solidFill>
                <a:cs typeface="Times New Roman" panose="02020603050405020304" pitchFamily="18" charset="0"/>
              </a:rPr>
              <a:t>j</a:t>
            </a:r>
            <a:r>
              <a:rPr lang="en-US" altLang="zh-CN" sz="2500" b="1" dirty="0">
                <a:solidFill>
                  <a:srgbClr val="0070C0"/>
                </a:solidFill>
                <a:cs typeface="Times New Roman" panose="02020603050405020304" pitchFamily="18" charset="0"/>
              </a:rPr>
              <a:t>=</a:t>
            </a:r>
            <a:r>
              <a:rPr lang="en-US" altLang="zh-CN" sz="2500" b="1" i="1" dirty="0">
                <a:solidFill>
                  <a:srgbClr val="0070C0"/>
                </a:solidFill>
                <a:cs typeface="Times New Roman" panose="02020603050405020304" pitchFamily="18" charset="0"/>
              </a:rPr>
              <a:t>t</a:t>
            </a:r>
            <a:r>
              <a:rPr lang="zh-CN" altLang="en-US" sz="2500" b="1" dirty="0">
                <a:solidFill>
                  <a:prstClr val="black"/>
                </a:solidFill>
                <a:cs typeface="Times New Roman" panose="02020603050405020304" pitchFamily="18" charset="0"/>
              </a:rPr>
              <a:t>，如果在</a:t>
            </a:r>
            <a:r>
              <a:rPr lang="zh-CN" altLang="en-US" sz="2500" b="1" dirty="0">
                <a:solidFill>
                  <a:srgbClr val="0070C0"/>
                </a:solidFill>
                <a:cs typeface="Times New Roman" panose="02020603050405020304" pitchFamily="18" charset="0"/>
              </a:rPr>
              <a:t>归纳变量</a:t>
            </a:r>
            <a:r>
              <a:rPr lang="en-US" altLang="zh-CN" sz="2500" b="1" i="1" dirty="0">
                <a:solidFill>
                  <a:srgbClr val="0070C0"/>
                </a:solidFill>
                <a:cs typeface="Times New Roman" panose="02020603050405020304" pitchFamily="18" charset="0"/>
              </a:rPr>
              <a:t>j</a:t>
            </a:r>
            <a:r>
              <a:rPr lang="zh-CN" altLang="en-US" sz="2500" b="1" dirty="0">
                <a:solidFill>
                  <a:prstClr val="black"/>
                </a:solidFill>
                <a:cs typeface="Times New Roman" panose="02020603050405020304" pitchFamily="18" charset="0"/>
              </a:rPr>
              <a:t>的</a:t>
            </a:r>
            <a:r>
              <a:rPr lang="zh-CN" altLang="en-US" sz="2500" b="1" dirty="0">
                <a:solidFill>
                  <a:srgbClr val="0070C0"/>
                </a:solidFill>
                <a:cs typeface="Times New Roman" panose="02020603050405020304" pitchFamily="18" charset="0"/>
              </a:rPr>
              <a:t>所有引用点</a:t>
            </a:r>
            <a:r>
              <a:rPr lang="zh-CN" altLang="en-US" sz="2500" b="1" dirty="0">
                <a:solidFill>
                  <a:prstClr val="black"/>
                </a:solidFill>
                <a:cs typeface="Times New Roman" panose="02020603050405020304" pitchFamily="18" charset="0"/>
              </a:rPr>
              <a:t>都可以用对</a:t>
            </a:r>
            <a:r>
              <a:rPr lang="en-US" altLang="zh-CN" sz="2500" b="1" i="1" dirty="0">
                <a:solidFill>
                  <a:srgbClr val="0070C0"/>
                </a:solidFill>
                <a:cs typeface="Times New Roman" panose="02020603050405020304" pitchFamily="18" charset="0"/>
              </a:rPr>
              <a:t>t</a:t>
            </a:r>
            <a:r>
              <a:rPr lang="zh-CN" altLang="en-US" sz="2500" b="1" dirty="0">
                <a:solidFill>
                  <a:srgbClr val="0070C0"/>
                </a:solidFill>
                <a:cs typeface="Times New Roman" panose="02020603050405020304" pitchFamily="18" charset="0"/>
              </a:rPr>
              <a:t>的引用代替对</a:t>
            </a:r>
            <a:r>
              <a:rPr lang="en-US" altLang="zh-CN" sz="2500" b="1" i="1" dirty="0">
                <a:solidFill>
                  <a:srgbClr val="0070C0"/>
                </a:solidFill>
                <a:cs typeface="Times New Roman" panose="02020603050405020304" pitchFamily="18" charset="0"/>
              </a:rPr>
              <a:t>j</a:t>
            </a:r>
            <a:r>
              <a:rPr lang="zh-CN" altLang="en-US" sz="2500" b="1" dirty="0">
                <a:solidFill>
                  <a:srgbClr val="0070C0"/>
                </a:solidFill>
                <a:cs typeface="Times New Roman" panose="02020603050405020304" pitchFamily="18" charset="0"/>
              </a:rPr>
              <a:t>的引用</a:t>
            </a:r>
            <a:r>
              <a:rPr lang="zh-CN" altLang="en-US" sz="2500" b="1" dirty="0">
                <a:solidFill>
                  <a:prstClr val="black"/>
                </a:solidFill>
                <a:cs typeface="Times New Roman" panose="02020603050405020304" pitchFamily="18" charset="0"/>
              </a:rPr>
              <a:t>，并且</a:t>
            </a:r>
            <a:r>
              <a:rPr lang="en-US" altLang="zh-CN" sz="2500" b="1" i="1" dirty="0">
                <a:solidFill>
                  <a:srgbClr val="0070C0"/>
                </a:solidFill>
                <a:cs typeface="Times New Roman" panose="02020603050405020304" pitchFamily="18" charset="0"/>
              </a:rPr>
              <a:t>j</a:t>
            </a:r>
            <a:r>
              <a:rPr lang="zh-CN" altLang="en-US" sz="2500" b="1" dirty="0">
                <a:solidFill>
                  <a:srgbClr val="0070C0"/>
                </a:solidFill>
                <a:cs typeface="Times New Roman" panose="02020603050405020304" pitchFamily="18" charset="0"/>
              </a:rPr>
              <a:t>在循环的出口处不活跃</a:t>
            </a:r>
            <a:r>
              <a:rPr lang="zh-CN" altLang="en-US" sz="2500" b="1" dirty="0">
                <a:solidFill>
                  <a:prstClr val="black"/>
                </a:solidFill>
                <a:cs typeface="Times New Roman" panose="02020603050405020304" pitchFamily="18" charset="0"/>
              </a:rPr>
              <a:t>，则可以</a:t>
            </a:r>
            <a:r>
              <a:rPr lang="zh-CN" altLang="en-US" sz="2500" b="1" dirty="0">
                <a:solidFill>
                  <a:srgbClr val="0070C0"/>
                </a:solidFill>
                <a:cs typeface="Times New Roman" panose="02020603050405020304" pitchFamily="18" charset="0"/>
              </a:rPr>
              <a:t>删除复制语句</a:t>
            </a:r>
            <a:r>
              <a:rPr lang="en-US" altLang="zh-CN" sz="2500" b="1" i="1" dirty="0">
                <a:solidFill>
                  <a:srgbClr val="0070C0"/>
                </a:solidFill>
                <a:cs typeface="Times New Roman" panose="02020603050405020304" pitchFamily="18" charset="0"/>
              </a:rPr>
              <a:t>j</a:t>
            </a:r>
            <a:r>
              <a:rPr lang="en-US" altLang="zh-CN" sz="2500" b="1" dirty="0">
                <a:solidFill>
                  <a:srgbClr val="0070C0"/>
                </a:solidFill>
                <a:cs typeface="Times New Roman" panose="02020603050405020304" pitchFamily="18" charset="0"/>
              </a:rPr>
              <a:t>=</a:t>
            </a:r>
            <a:r>
              <a:rPr lang="en-US" altLang="zh-CN" sz="2500" b="1" i="1" dirty="0">
                <a:solidFill>
                  <a:srgbClr val="0070C0"/>
                </a:solidFill>
                <a:cs typeface="Times New Roman" panose="02020603050405020304" pitchFamily="18" charset="0"/>
              </a:rPr>
              <a:t>t</a:t>
            </a:r>
            <a:endParaRPr lang="zh-CN" altLang="en-US" sz="2500" b="1" dirty="0">
              <a:solidFill>
                <a:srgbClr val="0070C0"/>
              </a:solidFill>
              <a:cs typeface="Times New Roman" panose="02020603050405020304" pitchFamily="18" charset="0"/>
            </a:endParaRPr>
          </a:p>
          <a:p>
            <a:pPr eaLnBrk="1" hangingPunct="1">
              <a:lnSpc>
                <a:spcPts val="3500"/>
              </a:lnSpc>
              <a:buClrTx/>
              <a:buFont typeface="Wingdings" pitchFamily="2" charset="2"/>
              <a:buChar char="Ø"/>
              <a:defRPr/>
            </a:pPr>
            <a:endParaRPr lang="zh-CN" altLang="en-US" sz="2500" b="1" dirty="0">
              <a:solidFill>
                <a:schemeClr val="tx1"/>
              </a:solidFill>
              <a:latin typeface="楷体" pitchFamily="49" charset="-122"/>
            </a:endParaRPr>
          </a:p>
        </p:txBody>
      </p:sp>
      <p:sp>
        <p:nvSpPr>
          <p:cNvPr id="269315" name="Rectangle 2">
            <a:extLst>
              <a:ext uri="{FF2B5EF4-FFF2-40B4-BE49-F238E27FC236}">
                <a16:creationId xmlns:a16="http://schemas.microsoft.com/office/drawing/2014/main" id="{5B84BC48-F31B-49A6-85E2-5D16CE1CEF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⑤ 归纳变量的删除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57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7157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7157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7157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114" name="Rectangle 23">
            <a:extLst>
              <a:ext uri="{FF2B5EF4-FFF2-40B4-BE49-F238E27FC236}">
                <a16:creationId xmlns:a16="http://schemas.microsoft.com/office/drawing/2014/main" id="{6089208A-1E29-4326-8430-8D52AAB0349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92275" y="77788"/>
            <a:ext cx="1693863" cy="141446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tIns="36000" bIns="0"/>
          <a:lstStyle>
            <a:lvl1pPr>
              <a:defRPr b="1">
                <a:solidFill>
                  <a:schemeClr val="tx1"/>
                </a:solidFill>
                <a:latin typeface="Tahoma" charset="0"/>
                <a:ea typeface="宋体" charset="0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charset="0"/>
                <a:ea typeface="宋体" charset="0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charset="0"/>
                <a:ea typeface="宋体" charset="0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charset="0"/>
                <a:ea typeface="宋体" charset="0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charset="0"/>
                <a:ea typeface="宋体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charset="0"/>
                <a:ea typeface="宋体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charset="0"/>
                <a:ea typeface="宋体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charset="0"/>
                <a:ea typeface="宋体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charset="0"/>
                <a:ea typeface="宋体" charset="0"/>
              </a:defRPr>
            </a:lvl9pPr>
          </a:lstStyle>
          <a:p>
            <a:pPr algn="just">
              <a:lnSpc>
                <a:spcPts val="1800"/>
              </a:lnSpc>
              <a:defRPr/>
            </a:pPr>
            <a:r>
              <a:rPr lang="en-US" altLang="zh-CN" i="1" dirty="0">
                <a:solidFill>
                  <a:prstClr val="black"/>
                </a:solidFill>
                <a:latin typeface="Times New Roman" charset="0"/>
              </a:rPr>
              <a:t>i </a:t>
            </a:r>
            <a:r>
              <a:rPr lang="en-US" altLang="zh-CN" dirty="0">
                <a:solidFill>
                  <a:prstClr val="black"/>
                </a:solidFill>
                <a:latin typeface="Times New Roman" charset="0"/>
              </a:rPr>
              <a:t>=</a:t>
            </a:r>
            <a:r>
              <a:rPr lang="en-US" altLang="zh-CN" i="1" dirty="0">
                <a:solidFill>
                  <a:prstClr val="black"/>
                </a:solidFill>
                <a:latin typeface="Times New Roman" charset="0"/>
              </a:rPr>
              <a:t> m </a:t>
            </a:r>
            <a:r>
              <a:rPr lang="en-US" altLang="zh-CN" dirty="0">
                <a:solidFill>
                  <a:prstClr val="black"/>
                </a:solidFill>
                <a:latin typeface="Times New Roman" charset="0"/>
                <a:sym typeface="Symbol" charset="2"/>
              </a:rPr>
              <a:t></a:t>
            </a:r>
            <a:r>
              <a:rPr lang="en-US" altLang="zh-CN" dirty="0">
                <a:solidFill>
                  <a:prstClr val="black"/>
                </a:solidFill>
                <a:latin typeface="Times New Roman" charset="0"/>
              </a:rPr>
              <a:t>1</a:t>
            </a:r>
          </a:p>
          <a:p>
            <a:pPr algn="just">
              <a:lnSpc>
                <a:spcPts val="1800"/>
              </a:lnSpc>
              <a:defRPr/>
            </a:pPr>
            <a:r>
              <a:rPr lang="en-US" altLang="zh-CN" i="1" dirty="0">
                <a:solidFill>
                  <a:prstClr val="black"/>
                </a:solidFill>
                <a:latin typeface="Times New Roman" charset="0"/>
              </a:rPr>
              <a:t>j</a:t>
            </a:r>
            <a:r>
              <a:rPr lang="en-US" altLang="zh-CN" dirty="0">
                <a:solidFill>
                  <a:prstClr val="black"/>
                </a:solidFill>
                <a:latin typeface="Times New Roman" charset="0"/>
              </a:rPr>
              <a:t> =</a:t>
            </a:r>
            <a:r>
              <a:rPr lang="en-US" altLang="zh-CN" i="1" dirty="0">
                <a:solidFill>
                  <a:prstClr val="black"/>
                </a:solidFill>
                <a:latin typeface="Times New Roman" charset="0"/>
              </a:rPr>
              <a:t> n</a:t>
            </a:r>
          </a:p>
          <a:p>
            <a:pPr algn="just">
              <a:lnSpc>
                <a:spcPts val="1800"/>
              </a:lnSpc>
              <a:defRPr/>
            </a:pPr>
            <a:r>
              <a:rPr lang="en-US" altLang="zh-CN" i="1" dirty="0">
                <a:solidFill>
                  <a:prstClr val="black"/>
                </a:solidFill>
                <a:latin typeface="Times New Roman" charset="0"/>
              </a:rPr>
              <a:t>t</a:t>
            </a:r>
            <a:r>
              <a:rPr lang="en-US" altLang="zh-CN" i="1" baseline="-25000" dirty="0">
                <a:solidFill>
                  <a:prstClr val="black"/>
                </a:solidFill>
                <a:latin typeface="Times New Roman" charset="0"/>
              </a:rPr>
              <a:t>1</a:t>
            </a:r>
            <a:r>
              <a:rPr lang="en-US" altLang="zh-CN" dirty="0">
                <a:solidFill>
                  <a:prstClr val="black"/>
                </a:solidFill>
                <a:latin typeface="Times New Roman" charset="0"/>
              </a:rPr>
              <a:t> = 4 * </a:t>
            </a:r>
            <a:r>
              <a:rPr lang="en-US" altLang="zh-CN" i="1" dirty="0">
                <a:solidFill>
                  <a:prstClr val="black"/>
                </a:solidFill>
                <a:latin typeface="Times New Roman" charset="0"/>
              </a:rPr>
              <a:t>n</a:t>
            </a:r>
          </a:p>
          <a:p>
            <a:pPr algn="just">
              <a:lnSpc>
                <a:spcPts val="1800"/>
              </a:lnSpc>
              <a:defRPr/>
            </a:pPr>
            <a:r>
              <a:rPr lang="en-US" altLang="zh-CN" i="1" dirty="0">
                <a:solidFill>
                  <a:prstClr val="black"/>
                </a:solidFill>
                <a:latin typeface="Times New Roman" charset="0"/>
              </a:rPr>
              <a:t>v</a:t>
            </a:r>
            <a:r>
              <a:rPr lang="en-US" altLang="zh-CN" dirty="0">
                <a:solidFill>
                  <a:prstClr val="black"/>
                </a:solidFill>
                <a:latin typeface="Times New Roman" charset="0"/>
              </a:rPr>
              <a:t> = </a:t>
            </a:r>
            <a:r>
              <a:rPr lang="en-US" altLang="zh-CN" i="1" dirty="0">
                <a:solidFill>
                  <a:prstClr val="black"/>
                </a:solidFill>
                <a:latin typeface="Times New Roman" charset="0"/>
              </a:rPr>
              <a:t>a</a:t>
            </a:r>
            <a:r>
              <a:rPr lang="en-US" altLang="zh-CN" dirty="0">
                <a:solidFill>
                  <a:prstClr val="black"/>
                </a:solidFill>
                <a:latin typeface="Times New Roman" charset="0"/>
              </a:rPr>
              <a:t>[</a:t>
            </a:r>
            <a:r>
              <a:rPr lang="en-US" altLang="zh-CN" i="1" dirty="0">
                <a:solidFill>
                  <a:prstClr val="black"/>
                </a:solidFill>
                <a:latin typeface="Times New Roman" charset="0"/>
              </a:rPr>
              <a:t>t</a:t>
            </a:r>
            <a:r>
              <a:rPr lang="en-US" altLang="zh-CN" i="1" baseline="-25000" dirty="0">
                <a:solidFill>
                  <a:prstClr val="black"/>
                </a:solidFill>
                <a:latin typeface="Times New Roman" charset="0"/>
              </a:rPr>
              <a:t>1</a:t>
            </a:r>
            <a:r>
              <a:rPr lang="en-US" altLang="zh-CN" dirty="0">
                <a:solidFill>
                  <a:prstClr val="black"/>
                </a:solidFill>
                <a:latin typeface="Times New Roman" charset="0"/>
              </a:rPr>
              <a:t>]</a:t>
            </a:r>
          </a:p>
          <a:p>
            <a:pPr algn="just">
              <a:lnSpc>
                <a:spcPts val="1800"/>
              </a:lnSpc>
              <a:defRPr/>
            </a:pPr>
            <a:r>
              <a:rPr lang="en-US" altLang="zh-CN" i="1" dirty="0">
                <a:latin typeface="Times New Roman" charset="0"/>
              </a:rPr>
              <a:t>s</a:t>
            </a:r>
            <a:r>
              <a:rPr lang="en-US" altLang="zh-CN" i="1" baseline="-25000" dirty="0">
                <a:latin typeface="Times New Roman" charset="0"/>
              </a:rPr>
              <a:t>2</a:t>
            </a:r>
            <a:r>
              <a:rPr lang="en-US" altLang="zh-CN" dirty="0">
                <a:latin typeface="Times New Roman" charset="0"/>
              </a:rPr>
              <a:t> = 4 * </a:t>
            </a:r>
            <a:r>
              <a:rPr lang="en-US" altLang="zh-CN" i="1" dirty="0">
                <a:latin typeface="Times New Roman" charset="0"/>
              </a:rPr>
              <a:t>i</a:t>
            </a:r>
          </a:p>
          <a:p>
            <a:pPr algn="just">
              <a:lnSpc>
                <a:spcPts val="1800"/>
              </a:lnSpc>
              <a:defRPr/>
            </a:pPr>
            <a:r>
              <a:rPr lang="en-US" altLang="zh-CN" i="1" dirty="0">
                <a:latin typeface="Times New Roman" charset="0"/>
              </a:rPr>
              <a:t>s</a:t>
            </a:r>
            <a:r>
              <a:rPr lang="en-US" altLang="zh-CN" i="1" baseline="-25000" dirty="0">
                <a:latin typeface="Times New Roman" charset="0"/>
              </a:rPr>
              <a:t>4</a:t>
            </a:r>
            <a:r>
              <a:rPr lang="en-US" altLang="zh-CN" i="1" dirty="0">
                <a:latin typeface="Times New Roman" charset="0"/>
              </a:rPr>
              <a:t> </a:t>
            </a:r>
            <a:r>
              <a:rPr lang="en-US" altLang="zh-CN" dirty="0">
                <a:latin typeface="Times New Roman" charset="0"/>
              </a:rPr>
              <a:t>= 4 *</a:t>
            </a:r>
            <a:r>
              <a:rPr lang="en-US" altLang="zh-CN" i="1" dirty="0">
                <a:latin typeface="Times New Roman" charset="0"/>
              </a:rPr>
              <a:t> j</a:t>
            </a:r>
          </a:p>
        </p:txBody>
      </p:sp>
      <p:sp>
        <p:nvSpPr>
          <p:cNvPr id="46115" name="Rectangle 24">
            <a:extLst>
              <a:ext uri="{FF2B5EF4-FFF2-40B4-BE49-F238E27FC236}">
                <a16:creationId xmlns:a16="http://schemas.microsoft.com/office/drawing/2014/main" id="{061978C1-45FC-4EDE-9487-1C9FFBD62D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84338" y="1735138"/>
            <a:ext cx="1711325" cy="10604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tIns="72000" bIns="0"/>
          <a:lstStyle>
            <a:lvl1pPr>
              <a:defRPr b="1">
                <a:solidFill>
                  <a:schemeClr val="tx1"/>
                </a:solidFill>
                <a:latin typeface="Tahoma" charset="0"/>
                <a:ea typeface="宋体" charset="0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charset="0"/>
                <a:ea typeface="宋体" charset="0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charset="0"/>
                <a:ea typeface="宋体" charset="0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charset="0"/>
                <a:ea typeface="宋体" charset="0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charset="0"/>
                <a:ea typeface="宋体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charset="0"/>
                <a:ea typeface="宋体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charset="0"/>
                <a:ea typeface="宋体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charset="0"/>
                <a:ea typeface="宋体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charset="0"/>
                <a:ea typeface="宋体" charset="0"/>
              </a:defRPr>
            </a:lvl9pPr>
          </a:lstStyle>
          <a:p>
            <a:pPr algn="just">
              <a:lnSpc>
                <a:spcPts val="1500"/>
              </a:lnSpc>
              <a:defRPr/>
            </a:pPr>
            <a:r>
              <a:rPr lang="en-US" altLang="zh-CN" sz="1700" i="1" dirty="0">
                <a:solidFill>
                  <a:srgbClr val="000000"/>
                </a:solidFill>
                <a:latin typeface="Times New Roman" charset="0"/>
              </a:rPr>
              <a:t>i</a:t>
            </a:r>
            <a:r>
              <a:rPr lang="en-US" altLang="zh-CN" sz="1700" dirty="0">
                <a:solidFill>
                  <a:srgbClr val="000000"/>
                </a:solidFill>
                <a:latin typeface="Times New Roman" charset="0"/>
              </a:rPr>
              <a:t> =</a:t>
            </a:r>
            <a:r>
              <a:rPr lang="en-US" altLang="zh-CN" sz="1700" i="1" dirty="0">
                <a:solidFill>
                  <a:srgbClr val="000000"/>
                </a:solidFill>
                <a:latin typeface="Times New Roman" charset="0"/>
              </a:rPr>
              <a:t> i </a:t>
            </a:r>
            <a:r>
              <a:rPr lang="en-US" altLang="zh-CN" sz="1700" dirty="0">
                <a:solidFill>
                  <a:srgbClr val="000000"/>
                </a:solidFill>
                <a:latin typeface="Times New Roman" charset="0"/>
              </a:rPr>
              <a:t>+ 1</a:t>
            </a:r>
            <a:endParaRPr lang="en-US" altLang="zh-CN" sz="1700" dirty="0">
              <a:solidFill>
                <a:srgbClr val="0000FF"/>
              </a:solidFill>
              <a:latin typeface="Times New Roman" charset="0"/>
            </a:endParaRPr>
          </a:p>
          <a:p>
            <a:pPr algn="just">
              <a:lnSpc>
                <a:spcPts val="1500"/>
              </a:lnSpc>
              <a:defRPr/>
            </a:pPr>
            <a:r>
              <a:rPr lang="en-US" altLang="zh-CN" sz="1700" i="1" dirty="0">
                <a:latin typeface="Times New Roman" charset="0"/>
              </a:rPr>
              <a:t>s</a:t>
            </a:r>
            <a:r>
              <a:rPr lang="en-US" altLang="zh-CN" sz="1700" i="1" baseline="-25000" dirty="0">
                <a:latin typeface="Times New Roman" charset="0"/>
              </a:rPr>
              <a:t>2</a:t>
            </a:r>
            <a:r>
              <a:rPr lang="en-US" altLang="zh-CN" sz="1700" dirty="0">
                <a:latin typeface="Times New Roman" charset="0"/>
              </a:rPr>
              <a:t> = </a:t>
            </a:r>
            <a:r>
              <a:rPr lang="en-US" altLang="zh-CN" sz="1700" i="1" dirty="0">
                <a:latin typeface="Times New Roman" charset="0"/>
              </a:rPr>
              <a:t>s</a:t>
            </a:r>
            <a:r>
              <a:rPr lang="en-US" altLang="zh-CN" sz="1700" i="1" baseline="-25000" dirty="0">
                <a:latin typeface="Times New Roman" charset="0"/>
              </a:rPr>
              <a:t>2</a:t>
            </a:r>
            <a:r>
              <a:rPr lang="en-US" altLang="zh-CN" sz="1700" dirty="0">
                <a:latin typeface="Times New Roman" charset="0"/>
              </a:rPr>
              <a:t> </a:t>
            </a:r>
            <a:r>
              <a:rPr lang="en-US" altLang="zh-CN" sz="1700" dirty="0">
                <a:latin typeface="宋体" charset="0"/>
              </a:rPr>
              <a:t>+</a:t>
            </a:r>
            <a:r>
              <a:rPr lang="en-US" altLang="zh-CN" sz="1700" dirty="0">
                <a:latin typeface="Times New Roman" charset="0"/>
              </a:rPr>
              <a:t> 4</a:t>
            </a:r>
            <a:endParaRPr lang="en-US" altLang="zh-CN" sz="1700" i="1" dirty="0">
              <a:latin typeface="Times New Roman" charset="0"/>
            </a:endParaRPr>
          </a:p>
          <a:p>
            <a:pPr algn="just">
              <a:lnSpc>
                <a:spcPts val="1500"/>
              </a:lnSpc>
              <a:defRPr/>
            </a:pPr>
            <a:r>
              <a:rPr lang="en-US" altLang="zh-CN" sz="1700" i="1" dirty="0">
                <a:solidFill>
                  <a:srgbClr val="FF0000"/>
                </a:solidFill>
                <a:latin typeface="Times New Roman" charset="0"/>
              </a:rPr>
              <a:t>t</a:t>
            </a:r>
            <a:r>
              <a:rPr lang="en-US" altLang="zh-CN" sz="1700" i="1" baseline="-25000" dirty="0">
                <a:solidFill>
                  <a:srgbClr val="FF0000"/>
                </a:solidFill>
                <a:latin typeface="Times New Roman" charset="0"/>
              </a:rPr>
              <a:t>2</a:t>
            </a:r>
            <a:r>
              <a:rPr lang="en-US" altLang="zh-CN" sz="1700" dirty="0">
                <a:solidFill>
                  <a:srgbClr val="FF0000"/>
                </a:solidFill>
                <a:latin typeface="Times New Roman" charset="0"/>
              </a:rPr>
              <a:t> = </a:t>
            </a:r>
            <a:r>
              <a:rPr lang="en-US" altLang="zh-CN" sz="1700" i="1" dirty="0">
                <a:solidFill>
                  <a:srgbClr val="FF0000"/>
                </a:solidFill>
                <a:latin typeface="Times New Roman" charset="0"/>
              </a:rPr>
              <a:t>s</a:t>
            </a:r>
            <a:r>
              <a:rPr lang="en-US" altLang="zh-CN" sz="1700" i="1" baseline="-25000" dirty="0">
                <a:solidFill>
                  <a:srgbClr val="FF0000"/>
                </a:solidFill>
                <a:latin typeface="Times New Roman" charset="0"/>
              </a:rPr>
              <a:t>2</a:t>
            </a:r>
            <a:endParaRPr lang="en-US" altLang="zh-CN" sz="1700" i="1" dirty="0">
              <a:solidFill>
                <a:srgbClr val="FF0000"/>
              </a:solidFill>
              <a:latin typeface="Times New Roman" charset="0"/>
            </a:endParaRPr>
          </a:p>
          <a:p>
            <a:pPr algn="just">
              <a:lnSpc>
                <a:spcPts val="1500"/>
              </a:lnSpc>
              <a:defRPr/>
            </a:pPr>
            <a:r>
              <a:rPr lang="en-US" altLang="zh-CN" sz="1700" i="1" dirty="0">
                <a:solidFill>
                  <a:prstClr val="black"/>
                </a:solidFill>
                <a:latin typeface="Times New Roman" charset="0"/>
              </a:rPr>
              <a:t>t</a:t>
            </a:r>
            <a:r>
              <a:rPr lang="en-US" altLang="zh-CN" sz="1700" i="1" baseline="-25000" dirty="0">
                <a:solidFill>
                  <a:prstClr val="black"/>
                </a:solidFill>
                <a:latin typeface="Times New Roman" charset="0"/>
              </a:rPr>
              <a:t>3</a:t>
            </a:r>
            <a:r>
              <a:rPr lang="en-US" altLang="zh-CN" sz="1700" dirty="0">
                <a:solidFill>
                  <a:prstClr val="black"/>
                </a:solidFill>
                <a:latin typeface="Times New Roman" charset="0"/>
              </a:rPr>
              <a:t> = </a:t>
            </a:r>
            <a:r>
              <a:rPr lang="en-US" altLang="zh-CN" sz="1700" i="1" dirty="0">
                <a:solidFill>
                  <a:prstClr val="black"/>
                </a:solidFill>
                <a:latin typeface="Times New Roman" charset="0"/>
              </a:rPr>
              <a:t>a</a:t>
            </a:r>
            <a:r>
              <a:rPr lang="en-US" altLang="zh-CN" sz="1700" dirty="0">
                <a:solidFill>
                  <a:prstClr val="black"/>
                </a:solidFill>
                <a:latin typeface="Times New Roman" charset="0"/>
              </a:rPr>
              <a:t>[</a:t>
            </a:r>
            <a:r>
              <a:rPr lang="en-US" altLang="zh-CN" sz="1700" i="1" dirty="0">
                <a:solidFill>
                  <a:srgbClr val="FF0000"/>
                </a:solidFill>
                <a:latin typeface="Times New Roman" charset="0"/>
              </a:rPr>
              <a:t>t</a:t>
            </a:r>
            <a:r>
              <a:rPr lang="en-US" altLang="zh-CN" sz="1700" i="1" baseline="-25000" dirty="0">
                <a:solidFill>
                  <a:srgbClr val="FF0000"/>
                </a:solidFill>
                <a:latin typeface="Times New Roman" charset="0"/>
              </a:rPr>
              <a:t>2</a:t>
            </a:r>
            <a:r>
              <a:rPr lang="en-US" altLang="zh-CN" sz="1700" dirty="0">
                <a:solidFill>
                  <a:prstClr val="black"/>
                </a:solidFill>
                <a:latin typeface="Times New Roman" charset="0"/>
              </a:rPr>
              <a:t>]</a:t>
            </a:r>
          </a:p>
          <a:p>
            <a:pPr algn="just">
              <a:lnSpc>
                <a:spcPts val="1500"/>
              </a:lnSpc>
              <a:defRPr/>
            </a:pPr>
            <a:r>
              <a:rPr lang="en-US" altLang="zh-CN" sz="1700" dirty="0">
                <a:solidFill>
                  <a:prstClr val="black"/>
                </a:solidFill>
                <a:latin typeface="Times New Roman" charset="0"/>
              </a:rPr>
              <a:t>if </a:t>
            </a:r>
            <a:r>
              <a:rPr lang="en-US" altLang="zh-CN" sz="1700" i="1" dirty="0">
                <a:solidFill>
                  <a:prstClr val="black"/>
                </a:solidFill>
                <a:latin typeface="Times New Roman" charset="0"/>
              </a:rPr>
              <a:t>t</a:t>
            </a:r>
            <a:r>
              <a:rPr lang="en-US" altLang="zh-CN" sz="1700" i="1" baseline="-25000" dirty="0">
                <a:solidFill>
                  <a:prstClr val="black"/>
                </a:solidFill>
                <a:latin typeface="Times New Roman" charset="0"/>
              </a:rPr>
              <a:t>3</a:t>
            </a:r>
            <a:r>
              <a:rPr lang="en-US" altLang="zh-CN" sz="1700" i="1" dirty="0">
                <a:solidFill>
                  <a:prstClr val="black"/>
                </a:solidFill>
                <a:latin typeface="Times New Roman" charset="0"/>
              </a:rPr>
              <a:t> </a:t>
            </a:r>
            <a:r>
              <a:rPr lang="en-US" altLang="zh-CN" sz="1700" dirty="0">
                <a:solidFill>
                  <a:prstClr val="black"/>
                </a:solidFill>
                <a:latin typeface="Times New Roman" charset="0"/>
              </a:rPr>
              <a:t>&lt; </a:t>
            </a:r>
            <a:r>
              <a:rPr lang="en-US" altLang="zh-CN" sz="1700" i="1" dirty="0">
                <a:solidFill>
                  <a:prstClr val="black"/>
                </a:solidFill>
                <a:latin typeface="Times New Roman" charset="0"/>
              </a:rPr>
              <a:t>v</a:t>
            </a:r>
            <a:r>
              <a:rPr lang="en-US" altLang="zh-CN" sz="1700" dirty="0">
                <a:solidFill>
                  <a:prstClr val="black"/>
                </a:solidFill>
                <a:latin typeface="Times New Roman" charset="0"/>
              </a:rPr>
              <a:t> </a:t>
            </a:r>
            <a:r>
              <a:rPr lang="en-US" altLang="zh-CN" sz="1700" dirty="0" err="1">
                <a:solidFill>
                  <a:prstClr val="black"/>
                </a:solidFill>
                <a:latin typeface="Times New Roman" charset="0"/>
              </a:rPr>
              <a:t>goto</a:t>
            </a:r>
            <a:r>
              <a:rPr lang="en-US" altLang="zh-CN" sz="1700" dirty="0">
                <a:solidFill>
                  <a:prstClr val="black"/>
                </a:solidFill>
                <a:latin typeface="Times New Roman" charset="0"/>
              </a:rPr>
              <a:t> </a:t>
            </a:r>
            <a:r>
              <a:rPr lang="en-US" altLang="zh-CN" sz="1700" i="1" dirty="0">
                <a:solidFill>
                  <a:prstClr val="black"/>
                </a:solidFill>
                <a:latin typeface="Times New Roman" charset="0"/>
              </a:rPr>
              <a:t>B</a:t>
            </a:r>
            <a:r>
              <a:rPr lang="en-US" altLang="zh-CN" sz="1700" i="1" baseline="-25000" dirty="0">
                <a:solidFill>
                  <a:prstClr val="black"/>
                </a:solidFill>
                <a:latin typeface="Times New Roman" charset="0"/>
              </a:rPr>
              <a:t>2</a:t>
            </a:r>
          </a:p>
        </p:txBody>
      </p:sp>
      <p:sp>
        <p:nvSpPr>
          <p:cNvPr id="46118" name="Rectangle 27">
            <a:extLst>
              <a:ext uri="{FF2B5EF4-FFF2-40B4-BE49-F238E27FC236}">
                <a16:creationId xmlns:a16="http://schemas.microsoft.com/office/drawing/2014/main" id="{AEF3AC7D-DFBE-4052-9276-6CA43C3120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01800" y="3087688"/>
            <a:ext cx="1711325" cy="109537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tIns="72000" bIns="0" anchor="ctr"/>
          <a:lstStyle>
            <a:lvl1pPr>
              <a:defRPr b="1">
                <a:solidFill>
                  <a:schemeClr val="tx1"/>
                </a:solidFill>
                <a:latin typeface="Tahoma" charset="0"/>
                <a:ea typeface="宋体" charset="0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charset="0"/>
                <a:ea typeface="宋体" charset="0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charset="0"/>
                <a:ea typeface="宋体" charset="0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charset="0"/>
                <a:ea typeface="宋体" charset="0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charset="0"/>
                <a:ea typeface="宋体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charset="0"/>
                <a:ea typeface="宋体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charset="0"/>
                <a:ea typeface="宋体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charset="0"/>
                <a:ea typeface="宋体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charset="0"/>
                <a:ea typeface="宋体" charset="0"/>
              </a:defRPr>
            </a:lvl9pPr>
          </a:lstStyle>
          <a:p>
            <a:pPr algn="just">
              <a:lnSpc>
                <a:spcPts val="1600"/>
              </a:lnSpc>
              <a:defRPr/>
            </a:pPr>
            <a:r>
              <a:rPr lang="en-US" altLang="zh-CN" i="1" dirty="0">
                <a:solidFill>
                  <a:prstClr val="black"/>
                </a:solidFill>
                <a:latin typeface="Times New Roman" charset="0"/>
              </a:rPr>
              <a:t>j </a:t>
            </a:r>
            <a:r>
              <a:rPr lang="en-US" altLang="zh-CN" dirty="0">
                <a:solidFill>
                  <a:prstClr val="black"/>
                </a:solidFill>
                <a:latin typeface="Times New Roman" charset="0"/>
              </a:rPr>
              <a:t>= </a:t>
            </a:r>
            <a:r>
              <a:rPr lang="en-US" altLang="zh-CN" i="1" dirty="0">
                <a:solidFill>
                  <a:prstClr val="black"/>
                </a:solidFill>
                <a:latin typeface="Times New Roman" charset="0"/>
              </a:rPr>
              <a:t>j </a:t>
            </a:r>
            <a:r>
              <a:rPr lang="en-US" altLang="zh-CN" dirty="0">
                <a:solidFill>
                  <a:prstClr val="black"/>
                </a:solidFill>
                <a:latin typeface="Times New Roman" charset="0"/>
                <a:sym typeface="Symbol" charset="2"/>
              </a:rPr>
              <a:t></a:t>
            </a:r>
            <a:r>
              <a:rPr lang="en-US" altLang="zh-CN" dirty="0">
                <a:solidFill>
                  <a:prstClr val="black"/>
                </a:solidFill>
                <a:latin typeface="Times New Roman" charset="0"/>
              </a:rPr>
              <a:t>1</a:t>
            </a:r>
          </a:p>
          <a:p>
            <a:pPr algn="just">
              <a:lnSpc>
                <a:spcPts val="1600"/>
              </a:lnSpc>
              <a:defRPr/>
            </a:pPr>
            <a:r>
              <a:rPr lang="en-US" altLang="zh-CN" i="1" dirty="0">
                <a:latin typeface="Times New Roman" charset="0"/>
              </a:rPr>
              <a:t>s</a:t>
            </a:r>
            <a:r>
              <a:rPr lang="en-US" altLang="zh-CN" i="1" baseline="-25000" dirty="0">
                <a:latin typeface="Times New Roman" charset="0"/>
              </a:rPr>
              <a:t>4</a:t>
            </a:r>
            <a:r>
              <a:rPr lang="en-US" altLang="zh-CN" dirty="0">
                <a:latin typeface="Times New Roman" charset="0"/>
              </a:rPr>
              <a:t> = </a:t>
            </a:r>
            <a:r>
              <a:rPr lang="en-US" altLang="zh-CN" i="1" dirty="0">
                <a:latin typeface="Times New Roman" charset="0"/>
              </a:rPr>
              <a:t>s</a:t>
            </a:r>
            <a:r>
              <a:rPr lang="en-US" altLang="zh-CN" i="1" baseline="-25000" dirty="0">
                <a:latin typeface="Times New Roman" charset="0"/>
              </a:rPr>
              <a:t>4 </a:t>
            </a:r>
            <a:r>
              <a:rPr lang="en-US" altLang="zh-CN" dirty="0">
                <a:latin typeface="宋体" charset="0"/>
              </a:rPr>
              <a:t>- 4</a:t>
            </a:r>
            <a:endParaRPr lang="en-US" altLang="zh-CN" i="1" dirty="0">
              <a:latin typeface="Times New Roman" charset="0"/>
            </a:endParaRPr>
          </a:p>
          <a:p>
            <a:pPr algn="just">
              <a:lnSpc>
                <a:spcPts val="1600"/>
              </a:lnSpc>
              <a:defRPr/>
            </a:pPr>
            <a:r>
              <a:rPr lang="en-US" altLang="zh-CN" i="1" dirty="0">
                <a:solidFill>
                  <a:srgbClr val="FF0000"/>
                </a:solidFill>
                <a:latin typeface="Times New Roman" charset="0"/>
              </a:rPr>
              <a:t>t</a:t>
            </a:r>
            <a:r>
              <a:rPr lang="en-US" altLang="zh-CN" i="1" baseline="-25000" dirty="0">
                <a:solidFill>
                  <a:srgbClr val="FF0000"/>
                </a:solidFill>
                <a:latin typeface="Times New Roman" charset="0"/>
              </a:rPr>
              <a:t>4</a:t>
            </a:r>
            <a:r>
              <a:rPr lang="en-US" altLang="zh-CN" dirty="0">
                <a:solidFill>
                  <a:srgbClr val="FF0000"/>
                </a:solidFill>
                <a:latin typeface="Times New Roman" charset="0"/>
              </a:rPr>
              <a:t> = </a:t>
            </a:r>
            <a:r>
              <a:rPr lang="en-US" altLang="zh-CN" i="1" dirty="0">
                <a:solidFill>
                  <a:srgbClr val="FF0000"/>
                </a:solidFill>
                <a:latin typeface="Times New Roman" charset="0"/>
              </a:rPr>
              <a:t>s</a:t>
            </a:r>
            <a:r>
              <a:rPr lang="en-US" altLang="zh-CN" i="1" baseline="-25000" dirty="0">
                <a:solidFill>
                  <a:srgbClr val="FF0000"/>
                </a:solidFill>
                <a:latin typeface="Times New Roman" charset="0"/>
              </a:rPr>
              <a:t>4</a:t>
            </a:r>
            <a:endParaRPr lang="en-US" altLang="zh-CN" i="1" dirty="0">
              <a:solidFill>
                <a:srgbClr val="FF0000"/>
              </a:solidFill>
              <a:latin typeface="Times New Roman" charset="0"/>
            </a:endParaRPr>
          </a:p>
          <a:p>
            <a:pPr algn="just">
              <a:lnSpc>
                <a:spcPts val="1600"/>
              </a:lnSpc>
              <a:defRPr/>
            </a:pPr>
            <a:r>
              <a:rPr lang="en-US" altLang="zh-CN" i="1" dirty="0">
                <a:solidFill>
                  <a:prstClr val="black"/>
                </a:solidFill>
                <a:latin typeface="Times New Roman" charset="0"/>
              </a:rPr>
              <a:t>t</a:t>
            </a:r>
            <a:r>
              <a:rPr lang="en-US" altLang="zh-CN" i="1" baseline="-25000" dirty="0">
                <a:solidFill>
                  <a:prstClr val="black"/>
                </a:solidFill>
                <a:latin typeface="Times New Roman" charset="0"/>
              </a:rPr>
              <a:t>5</a:t>
            </a:r>
            <a:r>
              <a:rPr lang="en-US" altLang="zh-CN" dirty="0">
                <a:solidFill>
                  <a:prstClr val="black"/>
                </a:solidFill>
                <a:latin typeface="Times New Roman" charset="0"/>
              </a:rPr>
              <a:t> = </a:t>
            </a:r>
            <a:r>
              <a:rPr lang="en-US" altLang="zh-CN" i="1" dirty="0">
                <a:solidFill>
                  <a:prstClr val="black"/>
                </a:solidFill>
                <a:latin typeface="Times New Roman" charset="0"/>
              </a:rPr>
              <a:t>a</a:t>
            </a:r>
            <a:r>
              <a:rPr lang="en-US" altLang="zh-CN" dirty="0">
                <a:solidFill>
                  <a:prstClr val="black"/>
                </a:solidFill>
                <a:latin typeface="Times New Roman" charset="0"/>
              </a:rPr>
              <a:t>[</a:t>
            </a:r>
            <a:r>
              <a:rPr lang="en-US" altLang="zh-CN" i="1" dirty="0">
                <a:solidFill>
                  <a:srgbClr val="FF0000"/>
                </a:solidFill>
                <a:latin typeface="Times New Roman" charset="0"/>
              </a:rPr>
              <a:t>t</a:t>
            </a:r>
            <a:r>
              <a:rPr lang="en-US" altLang="zh-CN" i="1" baseline="-25000" dirty="0">
                <a:solidFill>
                  <a:srgbClr val="FF0000"/>
                </a:solidFill>
                <a:latin typeface="Times New Roman" charset="0"/>
              </a:rPr>
              <a:t>4</a:t>
            </a:r>
            <a:r>
              <a:rPr lang="en-US" altLang="zh-CN" dirty="0">
                <a:solidFill>
                  <a:prstClr val="black"/>
                </a:solidFill>
                <a:latin typeface="Times New Roman" charset="0"/>
              </a:rPr>
              <a:t>]</a:t>
            </a:r>
          </a:p>
          <a:p>
            <a:pPr algn="just">
              <a:lnSpc>
                <a:spcPts val="1600"/>
              </a:lnSpc>
              <a:defRPr/>
            </a:pPr>
            <a:r>
              <a:rPr lang="en-US" altLang="zh-CN" dirty="0">
                <a:solidFill>
                  <a:prstClr val="black"/>
                </a:solidFill>
                <a:latin typeface="Times New Roman" charset="0"/>
              </a:rPr>
              <a:t>if </a:t>
            </a:r>
            <a:r>
              <a:rPr lang="en-US" altLang="zh-CN" i="1" dirty="0">
                <a:solidFill>
                  <a:prstClr val="black"/>
                </a:solidFill>
                <a:latin typeface="Times New Roman" charset="0"/>
              </a:rPr>
              <a:t>t</a:t>
            </a:r>
            <a:r>
              <a:rPr lang="en-US" altLang="zh-CN" i="1" baseline="-25000" dirty="0">
                <a:solidFill>
                  <a:prstClr val="black"/>
                </a:solidFill>
                <a:latin typeface="Times New Roman" charset="0"/>
              </a:rPr>
              <a:t>5</a:t>
            </a:r>
            <a:r>
              <a:rPr lang="en-US" altLang="zh-CN" dirty="0">
                <a:solidFill>
                  <a:prstClr val="black"/>
                </a:solidFill>
                <a:latin typeface="Times New Roman" charset="0"/>
              </a:rPr>
              <a:t> &gt; </a:t>
            </a:r>
            <a:r>
              <a:rPr lang="en-US" altLang="zh-CN" i="1" dirty="0">
                <a:solidFill>
                  <a:prstClr val="black"/>
                </a:solidFill>
                <a:latin typeface="Times New Roman" charset="0"/>
              </a:rPr>
              <a:t>v</a:t>
            </a:r>
            <a:r>
              <a:rPr lang="en-US" altLang="zh-CN" dirty="0">
                <a:solidFill>
                  <a:prstClr val="black"/>
                </a:solidFill>
                <a:latin typeface="Times New Roman" charset="0"/>
              </a:rPr>
              <a:t> </a:t>
            </a:r>
            <a:r>
              <a:rPr lang="en-US" altLang="zh-CN" dirty="0" err="1">
                <a:solidFill>
                  <a:prstClr val="black"/>
                </a:solidFill>
                <a:latin typeface="Times New Roman" charset="0"/>
              </a:rPr>
              <a:t>goto</a:t>
            </a:r>
            <a:r>
              <a:rPr lang="en-US" altLang="zh-CN" dirty="0">
                <a:solidFill>
                  <a:prstClr val="black"/>
                </a:solidFill>
                <a:latin typeface="Times New Roman" charset="0"/>
              </a:rPr>
              <a:t> </a:t>
            </a:r>
            <a:r>
              <a:rPr lang="en-US" altLang="zh-CN" i="1" dirty="0">
                <a:solidFill>
                  <a:prstClr val="black"/>
                </a:solidFill>
                <a:latin typeface="Times New Roman" charset="0"/>
              </a:rPr>
              <a:t>B</a:t>
            </a:r>
            <a:r>
              <a:rPr lang="en-US" altLang="zh-CN" i="1" baseline="-25000" dirty="0">
                <a:solidFill>
                  <a:prstClr val="black"/>
                </a:solidFill>
                <a:latin typeface="Times New Roman" charset="0"/>
              </a:rPr>
              <a:t>3</a:t>
            </a:r>
          </a:p>
        </p:txBody>
      </p:sp>
      <p:sp>
        <p:nvSpPr>
          <p:cNvPr id="271365" name="Freeform 42">
            <a:extLst>
              <a:ext uri="{FF2B5EF4-FFF2-40B4-BE49-F238E27FC236}">
                <a16:creationId xmlns:a16="http://schemas.microsoft.com/office/drawing/2014/main" id="{BA7F2C45-15E1-415C-AE6D-36B6E5F8DBCD}"/>
              </a:ext>
            </a:extLst>
          </p:cNvPr>
          <p:cNvSpPr>
            <a:spLocks/>
          </p:cNvSpPr>
          <p:nvPr/>
        </p:nvSpPr>
        <p:spPr bwMode="auto">
          <a:xfrm>
            <a:off x="1147763" y="1158875"/>
            <a:ext cx="746125" cy="4011613"/>
          </a:xfrm>
          <a:custGeom>
            <a:avLst/>
            <a:gdLst>
              <a:gd name="T0" fmla="*/ 2147483646 w 627"/>
              <a:gd name="T1" fmla="*/ 2147483646 h 3190"/>
              <a:gd name="T2" fmla="*/ 2147483646 w 627"/>
              <a:gd name="T3" fmla="*/ 2147483646 h 3190"/>
              <a:gd name="T4" fmla="*/ 2147483646 w 627"/>
              <a:gd name="T5" fmla="*/ 2147483646 h 3190"/>
              <a:gd name="T6" fmla="*/ 2147483646 w 627"/>
              <a:gd name="T7" fmla="*/ 2147483646 h 3190"/>
              <a:gd name="T8" fmla="*/ 2147483646 w 627"/>
              <a:gd name="T9" fmla="*/ 2147483646 h 3190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627"/>
              <a:gd name="T16" fmla="*/ 0 h 3190"/>
              <a:gd name="T17" fmla="*/ 627 w 627"/>
              <a:gd name="T18" fmla="*/ 3190 h 3190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627" h="3190">
                <a:moveTo>
                  <a:pt x="491" y="2994"/>
                </a:moveTo>
                <a:cubicBezTo>
                  <a:pt x="430" y="3092"/>
                  <a:pt x="369" y="3190"/>
                  <a:pt x="309" y="3130"/>
                </a:cubicBezTo>
                <a:cubicBezTo>
                  <a:pt x="249" y="3070"/>
                  <a:pt x="166" y="3092"/>
                  <a:pt x="128" y="2631"/>
                </a:cubicBezTo>
                <a:cubicBezTo>
                  <a:pt x="90" y="2170"/>
                  <a:pt x="0" y="726"/>
                  <a:pt x="83" y="363"/>
                </a:cubicBezTo>
                <a:cubicBezTo>
                  <a:pt x="166" y="0"/>
                  <a:pt x="396" y="227"/>
                  <a:pt x="627" y="454"/>
                </a:cubicBezTo>
              </a:path>
            </a:pathLst>
          </a:custGeom>
          <a:noFill/>
          <a:ln w="25400">
            <a:solidFill>
              <a:schemeClr val="tx1"/>
            </a:solidFill>
            <a:round/>
            <a:headEnd/>
            <a:tailEnd type="stealth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/>
          </a:p>
        </p:txBody>
      </p:sp>
      <p:sp>
        <p:nvSpPr>
          <p:cNvPr id="271366" name="Freeform 40">
            <a:extLst>
              <a:ext uri="{FF2B5EF4-FFF2-40B4-BE49-F238E27FC236}">
                <a16:creationId xmlns:a16="http://schemas.microsoft.com/office/drawing/2014/main" id="{6DB0EF98-4671-418B-A091-8DBAE9321CE1}"/>
              </a:ext>
            </a:extLst>
          </p:cNvPr>
          <p:cNvSpPr>
            <a:spLocks/>
          </p:cNvSpPr>
          <p:nvPr/>
        </p:nvSpPr>
        <p:spPr bwMode="auto">
          <a:xfrm>
            <a:off x="1397000" y="1590675"/>
            <a:ext cx="385763" cy="1331913"/>
          </a:xfrm>
          <a:custGeom>
            <a:avLst/>
            <a:gdLst>
              <a:gd name="T0" fmla="*/ 2147483646 w 325"/>
              <a:gd name="T1" fmla="*/ 2147483646 h 983"/>
              <a:gd name="T2" fmla="*/ 2147483646 w 325"/>
              <a:gd name="T3" fmla="*/ 2147483646 h 983"/>
              <a:gd name="T4" fmla="*/ 2147483646 w 325"/>
              <a:gd name="T5" fmla="*/ 2147483646 h 983"/>
              <a:gd name="T6" fmla="*/ 2147483646 w 325"/>
              <a:gd name="T7" fmla="*/ 2147483646 h 983"/>
              <a:gd name="T8" fmla="*/ 2147483646 w 325"/>
              <a:gd name="T9" fmla="*/ 2147483646 h 983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325"/>
              <a:gd name="T16" fmla="*/ 0 h 983"/>
              <a:gd name="T17" fmla="*/ 325 w 325"/>
              <a:gd name="T18" fmla="*/ 983 h 983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325" h="983">
                <a:moveTo>
                  <a:pt x="325" y="847"/>
                </a:moveTo>
                <a:cubicBezTo>
                  <a:pt x="215" y="915"/>
                  <a:pt x="106" y="983"/>
                  <a:pt x="53" y="938"/>
                </a:cubicBezTo>
                <a:cubicBezTo>
                  <a:pt x="0" y="893"/>
                  <a:pt x="1" y="719"/>
                  <a:pt x="8" y="575"/>
                </a:cubicBezTo>
                <a:cubicBezTo>
                  <a:pt x="15" y="431"/>
                  <a:pt x="53" y="152"/>
                  <a:pt x="98" y="76"/>
                </a:cubicBezTo>
                <a:cubicBezTo>
                  <a:pt x="143" y="0"/>
                  <a:pt x="211" y="60"/>
                  <a:pt x="280" y="121"/>
                </a:cubicBezTo>
              </a:path>
            </a:pathLst>
          </a:custGeom>
          <a:noFill/>
          <a:ln w="25400">
            <a:solidFill>
              <a:schemeClr val="tx1"/>
            </a:solidFill>
            <a:round/>
            <a:headEnd/>
            <a:tailEnd type="stealth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/>
          </a:p>
        </p:txBody>
      </p:sp>
      <p:sp>
        <p:nvSpPr>
          <p:cNvPr id="271367" name="Rectangle 25">
            <a:extLst>
              <a:ext uri="{FF2B5EF4-FFF2-40B4-BE49-F238E27FC236}">
                <a16:creationId xmlns:a16="http://schemas.microsoft.com/office/drawing/2014/main" id="{CC89DD87-400C-479E-861F-9CB1735563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19475" y="577850"/>
            <a:ext cx="392113" cy="220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just"/>
            <a:r>
              <a:rPr lang="en-US" altLang="zh-CN" sz="1500" i="1">
                <a:solidFill>
                  <a:srgbClr val="000000"/>
                </a:solidFill>
                <a:latin typeface="Times New Roman" panose="02020603050405020304" pitchFamily="18" charset="0"/>
              </a:rPr>
              <a:t>B</a:t>
            </a:r>
            <a:r>
              <a:rPr lang="en-US" altLang="zh-CN" sz="1500" baseline="-25000">
                <a:solidFill>
                  <a:srgbClr val="000000"/>
                </a:solidFill>
                <a:latin typeface="Times New Roman" panose="02020603050405020304" pitchFamily="18" charset="0"/>
              </a:rPr>
              <a:t>1</a:t>
            </a:r>
            <a:endParaRPr lang="en-US" altLang="zh-CN" sz="1500">
              <a:solidFill>
                <a:srgbClr val="0000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271368" name="Rectangle 26">
            <a:extLst>
              <a:ext uri="{FF2B5EF4-FFF2-40B4-BE49-F238E27FC236}">
                <a16:creationId xmlns:a16="http://schemas.microsoft.com/office/drawing/2014/main" id="{B27E9B0C-EB8B-44F9-8C9D-0023BEA166F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52800" y="1768475"/>
            <a:ext cx="625475" cy="3254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just"/>
            <a:r>
              <a:rPr lang="en-US" altLang="zh-CN" sz="1500" i="1">
                <a:solidFill>
                  <a:srgbClr val="000000"/>
                </a:solidFill>
                <a:latin typeface="Times New Roman" panose="02020603050405020304" pitchFamily="18" charset="0"/>
              </a:rPr>
              <a:t>B</a:t>
            </a:r>
            <a:r>
              <a:rPr lang="en-US" altLang="zh-CN" sz="1500" baseline="-25000">
                <a:solidFill>
                  <a:srgbClr val="000000"/>
                </a:solidFill>
                <a:latin typeface="Times New Roman" panose="02020603050405020304" pitchFamily="18" charset="0"/>
              </a:rPr>
              <a:t>2</a:t>
            </a:r>
            <a:endParaRPr lang="en-US" altLang="zh-CN" sz="1500">
              <a:solidFill>
                <a:srgbClr val="0000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46119" name="Rectangle 30">
            <a:extLst>
              <a:ext uri="{FF2B5EF4-FFF2-40B4-BE49-F238E27FC236}">
                <a16:creationId xmlns:a16="http://schemas.microsoft.com/office/drawing/2014/main" id="{D37BDDEB-5B4C-44E3-8903-900438732A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01800" y="4300538"/>
            <a:ext cx="1727200" cy="27622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lIns="90000" tIns="0" rIns="0" bIns="0"/>
          <a:lstStyle>
            <a:lvl1pPr>
              <a:defRPr b="1">
                <a:solidFill>
                  <a:schemeClr val="tx1"/>
                </a:solidFill>
                <a:latin typeface="Tahoma" charset="0"/>
                <a:ea typeface="宋体" charset="0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charset="0"/>
                <a:ea typeface="宋体" charset="0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charset="0"/>
                <a:ea typeface="宋体" charset="0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charset="0"/>
                <a:ea typeface="宋体" charset="0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charset="0"/>
                <a:ea typeface="宋体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charset="0"/>
                <a:ea typeface="宋体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charset="0"/>
                <a:ea typeface="宋体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charset="0"/>
                <a:ea typeface="宋体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charset="0"/>
                <a:ea typeface="宋体" charset="0"/>
              </a:defRPr>
            </a:lvl9pPr>
          </a:lstStyle>
          <a:p>
            <a:pPr algn="just">
              <a:lnSpc>
                <a:spcPct val="96000"/>
              </a:lnSpc>
              <a:defRPr/>
            </a:pPr>
            <a:r>
              <a:rPr lang="en-US" altLang="zh-CN" dirty="0">
                <a:solidFill>
                  <a:srgbClr val="000000"/>
                </a:solidFill>
                <a:latin typeface="Times New Roman" charset="0"/>
              </a:rPr>
              <a:t>if </a:t>
            </a:r>
            <a:r>
              <a:rPr lang="en-US" altLang="zh-CN" i="1" dirty="0">
                <a:solidFill>
                  <a:prstClr val="black"/>
                </a:solidFill>
                <a:latin typeface="Times New Roman" charset="0"/>
              </a:rPr>
              <a:t>i</a:t>
            </a:r>
            <a:r>
              <a:rPr lang="en-US" altLang="zh-CN" dirty="0">
                <a:solidFill>
                  <a:prstClr val="black"/>
                </a:solidFill>
                <a:latin typeface="Times New Roman" charset="0"/>
              </a:rPr>
              <a:t> &gt;= </a:t>
            </a:r>
            <a:r>
              <a:rPr lang="en-US" altLang="zh-CN" i="1" dirty="0">
                <a:solidFill>
                  <a:prstClr val="black"/>
                </a:solidFill>
                <a:latin typeface="Times New Roman" charset="0"/>
              </a:rPr>
              <a:t>j </a:t>
            </a:r>
            <a:r>
              <a:rPr lang="en-US" altLang="zh-CN" dirty="0" err="1">
                <a:solidFill>
                  <a:srgbClr val="000000"/>
                </a:solidFill>
                <a:latin typeface="Times New Roman" charset="0"/>
              </a:rPr>
              <a:t>goto</a:t>
            </a:r>
            <a:r>
              <a:rPr lang="en-US" altLang="zh-CN" dirty="0">
                <a:solidFill>
                  <a:srgbClr val="000000"/>
                </a:solidFill>
                <a:latin typeface="Times New Roman" charset="0"/>
              </a:rPr>
              <a:t> </a:t>
            </a:r>
            <a:r>
              <a:rPr lang="en-US" altLang="zh-CN" i="1" dirty="0">
                <a:solidFill>
                  <a:srgbClr val="000000"/>
                </a:solidFill>
                <a:latin typeface="Times New Roman" charset="0"/>
              </a:rPr>
              <a:t>B</a:t>
            </a:r>
            <a:r>
              <a:rPr lang="en-US" altLang="zh-CN" i="1" baseline="-25000" dirty="0">
                <a:solidFill>
                  <a:srgbClr val="000000"/>
                </a:solidFill>
                <a:latin typeface="Times New Roman" charset="0"/>
              </a:rPr>
              <a:t>6</a:t>
            </a:r>
          </a:p>
        </p:txBody>
      </p:sp>
      <p:sp>
        <p:nvSpPr>
          <p:cNvPr id="46120" name="Rectangle 32">
            <a:extLst>
              <a:ext uri="{FF2B5EF4-FFF2-40B4-BE49-F238E27FC236}">
                <a16:creationId xmlns:a16="http://schemas.microsoft.com/office/drawing/2014/main" id="{A3A6BB22-402A-4A68-89C4-13E7BFC106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76400" y="4773613"/>
            <a:ext cx="784225" cy="23177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tIns="0" bIns="0"/>
          <a:lstStyle>
            <a:lvl1pPr>
              <a:defRPr b="1">
                <a:solidFill>
                  <a:schemeClr val="tx1"/>
                </a:solidFill>
                <a:latin typeface="Tahoma" charset="0"/>
                <a:ea typeface="宋体" charset="0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charset="0"/>
                <a:ea typeface="宋体" charset="0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charset="0"/>
                <a:ea typeface="宋体" charset="0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charset="0"/>
                <a:ea typeface="宋体" charset="0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charset="0"/>
                <a:ea typeface="宋体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charset="0"/>
                <a:ea typeface="宋体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charset="0"/>
                <a:ea typeface="宋体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charset="0"/>
                <a:ea typeface="宋体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charset="0"/>
                <a:ea typeface="宋体" charset="0"/>
              </a:defRPr>
            </a:lvl9pPr>
          </a:lstStyle>
          <a:p>
            <a:pPr algn="just">
              <a:lnSpc>
                <a:spcPct val="96000"/>
              </a:lnSpc>
              <a:defRPr/>
            </a:pPr>
            <a:endParaRPr lang="en-US" altLang="zh-CN" sz="700" b="0" baseline="-25000">
              <a:solidFill>
                <a:prstClr val="black"/>
              </a:solidFill>
              <a:latin typeface="Times New Roman" charset="0"/>
            </a:endParaRPr>
          </a:p>
        </p:txBody>
      </p:sp>
      <p:sp>
        <p:nvSpPr>
          <p:cNvPr id="271371" name="Rectangle 33">
            <a:extLst>
              <a:ext uri="{FF2B5EF4-FFF2-40B4-BE49-F238E27FC236}">
                <a16:creationId xmlns:a16="http://schemas.microsoft.com/office/drawing/2014/main" id="{0AA056CA-8406-48E4-B80B-0478E23DFD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68675" y="4252913"/>
            <a:ext cx="627063" cy="323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just"/>
            <a:r>
              <a:rPr lang="en-US" altLang="zh-CN" sz="1500" i="1">
                <a:solidFill>
                  <a:srgbClr val="000000"/>
                </a:solidFill>
                <a:latin typeface="Times New Roman" panose="02020603050405020304" pitchFamily="18" charset="0"/>
              </a:rPr>
              <a:t>B</a:t>
            </a:r>
            <a:r>
              <a:rPr lang="en-US" altLang="zh-CN" sz="1500" baseline="-25000">
                <a:solidFill>
                  <a:srgbClr val="000000"/>
                </a:solidFill>
                <a:latin typeface="Times New Roman" panose="02020603050405020304" pitchFamily="18" charset="0"/>
              </a:rPr>
              <a:t>4</a:t>
            </a:r>
            <a:endParaRPr lang="en-US" altLang="zh-CN" sz="1500">
              <a:solidFill>
                <a:srgbClr val="0000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271372" name="Rectangle 34">
            <a:extLst>
              <a:ext uri="{FF2B5EF4-FFF2-40B4-BE49-F238E27FC236}">
                <a16:creationId xmlns:a16="http://schemas.microsoft.com/office/drawing/2014/main" id="{29C155BB-3DF8-4BD3-8A4C-60D0A143BFB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82963" y="3098800"/>
            <a:ext cx="628650" cy="327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just"/>
            <a:r>
              <a:rPr lang="en-US" altLang="zh-CN" sz="1500" i="1">
                <a:solidFill>
                  <a:srgbClr val="000000"/>
                </a:solidFill>
                <a:latin typeface="Times New Roman" panose="02020603050405020304" pitchFamily="18" charset="0"/>
              </a:rPr>
              <a:t>B</a:t>
            </a:r>
            <a:r>
              <a:rPr lang="en-US" altLang="zh-CN" sz="1500" baseline="-25000">
                <a:solidFill>
                  <a:srgbClr val="000000"/>
                </a:solidFill>
                <a:latin typeface="Times New Roman" panose="02020603050405020304" pitchFamily="18" charset="0"/>
              </a:rPr>
              <a:t>3</a:t>
            </a:r>
            <a:endParaRPr lang="en-US" altLang="zh-CN" sz="1500">
              <a:solidFill>
                <a:srgbClr val="0000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46123" name="Rectangle 36">
            <a:extLst>
              <a:ext uri="{FF2B5EF4-FFF2-40B4-BE49-F238E27FC236}">
                <a16:creationId xmlns:a16="http://schemas.microsoft.com/office/drawing/2014/main" id="{6B01FB19-9059-4233-B615-1FD32652B7C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93975" y="4773613"/>
            <a:ext cx="809625" cy="23177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tIns="0" bIns="0"/>
          <a:lstStyle>
            <a:lvl1pPr>
              <a:defRPr b="1">
                <a:solidFill>
                  <a:schemeClr val="tx1"/>
                </a:solidFill>
                <a:latin typeface="Tahoma" charset="0"/>
                <a:ea typeface="宋体" charset="0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charset="0"/>
                <a:ea typeface="宋体" charset="0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charset="0"/>
                <a:ea typeface="宋体" charset="0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charset="0"/>
                <a:ea typeface="宋体" charset="0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charset="0"/>
                <a:ea typeface="宋体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charset="0"/>
                <a:ea typeface="宋体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charset="0"/>
                <a:ea typeface="宋体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charset="0"/>
                <a:ea typeface="宋体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charset="0"/>
                <a:ea typeface="宋体" charset="0"/>
              </a:defRPr>
            </a:lvl9pPr>
          </a:lstStyle>
          <a:p>
            <a:pPr algn="just">
              <a:lnSpc>
                <a:spcPct val="96000"/>
              </a:lnSpc>
              <a:defRPr/>
            </a:pPr>
            <a:endParaRPr lang="en-US" altLang="zh-CN" sz="700" b="0" baseline="-25000">
              <a:solidFill>
                <a:prstClr val="black"/>
              </a:solidFill>
              <a:latin typeface="Times New Roman" charset="0"/>
            </a:endParaRPr>
          </a:p>
        </p:txBody>
      </p:sp>
      <p:sp>
        <p:nvSpPr>
          <p:cNvPr id="271374" name="Rectangle 39">
            <a:extLst>
              <a:ext uri="{FF2B5EF4-FFF2-40B4-BE49-F238E27FC236}">
                <a16:creationId xmlns:a16="http://schemas.microsoft.com/office/drawing/2014/main" id="{ECCDCEDB-152B-441A-873C-11E59F115F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68675" y="4719638"/>
            <a:ext cx="627063" cy="327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just"/>
            <a:r>
              <a:rPr lang="en-US" altLang="zh-CN" sz="1500" i="1">
                <a:solidFill>
                  <a:srgbClr val="000000"/>
                </a:solidFill>
                <a:latin typeface="Times New Roman" panose="02020603050405020304" pitchFamily="18" charset="0"/>
              </a:rPr>
              <a:t>B</a:t>
            </a:r>
            <a:r>
              <a:rPr lang="en-US" altLang="zh-CN" sz="1500" baseline="-25000">
                <a:solidFill>
                  <a:srgbClr val="000000"/>
                </a:solidFill>
                <a:latin typeface="Times New Roman" panose="02020603050405020304" pitchFamily="18" charset="0"/>
              </a:rPr>
              <a:t>6</a:t>
            </a:r>
            <a:endParaRPr lang="en-US" altLang="zh-CN" sz="1500">
              <a:solidFill>
                <a:srgbClr val="0000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271375" name="Line 28">
            <a:extLst>
              <a:ext uri="{FF2B5EF4-FFF2-40B4-BE49-F238E27FC236}">
                <a16:creationId xmlns:a16="http://schemas.microsoft.com/office/drawing/2014/main" id="{1E22C4B5-17BA-49F0-9895-BC7E384BB3E1}"/>
              </a:ext>
            </a:extLst>
          </p:cNvPr>
          <p:cNvSpPr>
            <a:spLocks noChangeShapeType="1"/>
          </p:cNvSpPr>
          <p:nvPr/>
        </p:nvSpPr>
        <p:spPr bwMode="auto">
          <a:xfrm>
            <a:off x="2476500" y="1495425"/>
            <a:ext cx="0" cy="239713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/>
          </a:p>
        </p:txBody>
      </p:sp>
      <p:sp>
        <p:nvSpPr>
          <p:cNvPr id="271376" name="Line 29">
            <a:extLst>
              <a:ext uri="{FF2B5EF4-FFF2-40B4-BE49-F238E27FC236}">
                <a16:creationId xmlns:a16="http://schemas.microsoft.com/office/drawing/2014/main" id="{33C3EA45-4F97-4C24-8B8E-BC3545F7C7F0}"/>
              </a:ext>
            </a:extLst>
          </p:cNvPr>
          <p:cNvSpPr>
            <a:spLocks noChangeShapeType="1"/>
          </p:cNvSpPr>
          <p:nvPr/>
        </p:nvSpPr>
        <p:spPr bwMode="auto">
          <a:xfrm>
            <a:off x="2470150" y="2830513"/>
            <a:ext cx="0" cy="271462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/>
          </a:p>
        </p:txBody>
      </p:sp>
      <p:sp>
        <p:nvSpPr>
          <p:cNvPr id="271377" name="Line 31">
            <a:extLst>
              <a:ext uri="{FF2B5EF4-FFF2-40B4-BE49-F238E27FC236}">
                <a16:creationId xmlns:a16="http://schemas.microsoft.com/office/drawing/2014/main" id="{AC78C528-C0A8-40B0-BF5E-C37464010896}"/>
              </a:ext>
            </a:extLst>
          </p:cNvPr>
          <p:cNvSpPr>
            <a:spLocks noChangeShapeType="1"/>
          </p:cNvSpPr>
          <p:nvPr/>
        </p:nvSpPr>
        <p:spPr bwMode="auto">
          <a:xfrm>
            <a:off x="2538413" y="4162425"/>
            <a:ext cx="0" cy="169863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/>
          </a:p>
        </p:txBody>
      </p:sp>
      <p:sp>
        <p:nvSpPr>
          <p:cNvPr id="271378" name="Line 37">
            <a:extLst>
              <a:ext uri="{FF2B5EF4-FFF2-40B4-BE49-F238E27FC236}">
                <a16:creationId xmlns:a16="http://schemas.microsoft.com/office/drawing/2014/main" id="{D3AFFDE8-8F9E-4CA7-98BF-7345DCA0A176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981200" y="4589463"/>
            <a:ext cx="368300" cy="182562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/>
          </a:p>
        </p:txBody>
      </p:sp>
      <p:sp>
        <p:nvSpPr>
          <p:cNvPr id="271379" name="Line 38">
            <a:extLst>
              <a:ext uri="{FF2B5EF4-FFF2-40B4-BE49-F238E27FC236}">
                <a16:creationId xmlns:a16="http://schemas.microsoft.com/office/drawing/2014/main" id="{403BC2F8-5EBF-4371-A4EF-A6B4F2A3C7E9}"/>
              </a:ext>
            </a:extLst>
          </p:cNvPr>
          <p:cNvSpPr>
            <a:spLocks noChangeShapeType="1"/>
          </p:cNvSpPr>
          <p:nvPr/>
        </p:nvSpPr>
        <p:spPr bwMode="auto">
          <a:xfrm>
            <a:off x="2736850" y="4589463"/>
            <a:ext cx="323850" cy="182562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/>
          </a:p>
        </p:txBody>
      </p:sp>
      <p:sp>
        <p:nvSpPr>
          <p:cNvPr id="271380" name="Freeform 41">
            <a:extLst>
              <a:ext uri="{FF2B5EF4-FFF2-40B4-BE49-F238E27FC236}">
                <a16:creationId xmlns:a16="http://schemas.microsoft.com/office/drawing/2014/main" id="{96600934-40BB-4BB1-A055-CB62C0BAC5A4}"/>
              </a:ext>
            </a:extLst>
          </p:cNvPr>
          <p:cNvSpPr>
            <a:spLocks/>
          </p:cNvSpPr>
          <p:nvPr/>
        </p:nvSpPr>
        <p:spPr bwMode="auto">
          <a:xfrm>
            <a:off x="1470025" y="2886075"/>
            <a:ext cx="312738" cy="1357313"/>
          </a:xfrm>
          <a:custGeom>
            <a:avLst/>
            <a:gdLst>
              <a:gd name="T0" fmla="*/ 2147483646 w 227"/>
              <a:gd name="T1" fmla="*/ 2147483646 h 983"/>
              <a:gd name="T2" fmla="*/ 2147483646 w 227"/>
              <a:gd name="T3" fmla="*/ 2147483646 h 983"/>
              <a:gd name="T4" fmla="*/ 0 w 227"/>
              <a:gd name="T5" fmla="*/ 2147483646 h 983"/>
              <a:gd name="T6" fmla="*/ 2147483646 w 227"/>
              <a:gd name="T7" fmla="*/ 2147483646 h 983"/>
              <a:gd name="T8" fmla="*/ 2147483646 w 227"/>
              <a:gd name="T9" fmla="*/ 2147483646 h 983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27"/>
              <a:gd name="T16" fmla="*/ 0 h 983"/>
              <a:gd name="T17" fmla="*/ 227 w 227"/>
              <a:gd name="T18" fmla="*/ 983 h 983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27" h="983">
                <a:moveTo>
                  <a:pt x="182" y="885"/>
                </a:moveTo>
                <a:cubicBezTo>
                  <a:pt x="129" y="934"/>
                  <a:pt x="76" y="983"/>
                  <a:pt x="46" y="930"/>
                </a:cubicBezTo>
                <a:cubicBezTo>
                  <a:pt x="16" y="877"/>
                  <a:pt x="0" y="711"/>
                  <a:pt x="0" y="567"/>
                </a:cubicBezTo>
                <a:cubicBezTo>
                  <a:pt x="0" y="423"/>
                  <a:pt x="8" y="136"/>
                  <a:pt x="46" y="68"/>
                </a:cubicBezTo>
                <a:cubicBezTo>
                  <a:pt x="84" y="0"/>
                  <a:pt x="155" y="79"/>
                  <a:pt x="227" y="159"/>
                </a:cubicBezTo>
              </a:path>
            </a:pathLst>
          </a:custGeom>
          <a:noFill/>
          <a:ln w="25400">
            <a:solidFill>
              <a:schemeClr val="tx1"/>
            </a:solidFill>
            <a:round/>
            <a:headEnd/>
            <a:tailEnd type="stealth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68580" tIns="34290" rIns="68580" bIns="34290"/>
          <a:lstStyle/>
          <a:p>
            <a:endParaRPr lang="zh-CN" altLang="en-US"/>
          </a:p>
        </p:txBody>
      </p:sp>
      <p:sp>
        <p:nvSpPr>
          <p:cNvPr id="271381" name="Rectangle 16">
            <a:extLst>
              <a:ext uri="{FF2B5EF4-FFF2-40B4-BE49-F238E27FC236}">
                <a16:creationId xmlns:a16="http://schemas.microsoft.com/office/drawing/2014/main" id="{B3B9B485-BCF2-4131-B2EB-2F5A65578F5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27150" y="4719638"/>
            <a:ext cx="514350" cy="325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just"/>
            <a:r>
              <a:rPr lang="en-US" altLang="zh-CN" sz="1500" i="1">
                <a:solidFill>
                  <a:srgbClr val="000000"/>
                </a:solidFill>
                <a:latin typeface="Times New Roman" panose="02020603050405020304" pitchFamily="18" charset="0"/>
              </a:rPr>
              <a:t>B</a:t>
            </a:r>
            <a:r>
              <a:rPr lang="en-US" altLang="zh-CN" sz="1500" i="1" baseline="-25000">
                <a:solidFill>
                  <a:srgbClr val="000000"/>
                </a:solidFill>
                <a:latin typeface="Times New Roman" panose="02020603050405020304" pitchFamily="18" charset="0"/>
              </a:rPr>
              <a:t>5</a:t>
            </a:r>
            <a:endParaRPr lang="en-US" altLang="zh-CN" sz="1500" i="1">
              <a:solidFill>
                <a:srgbClr val="0000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271382" name="Rectangle 4">
            <a:extLst>
              <a:ext uri="{FF2B5EF4-FFF2-40B4-BE49-F238E27FC236}">
                <a16:creationId xmlns:a16="http://schemas.microsoft.com/office/drawing/2014/main" id="{769432FD-D5DE-464F-BB25-1E10E869E4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例</a:t>
            </a:r>
          </a:p>
        </p:txBody>
      </p:sp>
      <p:sp>
        <p:nvSpPr>
          <p:cNvPr id="49" name="AutoShape 8">
            <a:extLst>
              <a:ext uri="{FF2B5EF4-FFF2-40B4-BE49-F238E27FC236}">
                <a16:creationId xmlns:a16="http://schemas.microsoft.com/office/drawing/2014/main" id="{1F4F7B6F-DC1F-45F0-9578-FF2E7001022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00500" y="2232025"/>
            <a:ext cx="733425" cy="411163"/>
          </a:xfrm>
          <a:prstGeom prst="rightArrow">
            <a:avLst>
              <a:gd name="adj1" fmla="val 50000"/>
              <a:gd name="adj2" fmla="val 55326"/>
            </a:avLst>
          </a:prstGeom>
          <a:solidFill>
            <a:schemeClr val="tx2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lIns="68580" tIns="34290" rIns="68580" bIns="34290" anchor="ctr"/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defRPr/>
            </a:pPr>
            <a:endParaRPr lang="zh-CN" altLang="en-US">
              <a:solidFill>
                <a:srgbClr val="000000"/>
              </a:solidFill>
              <a:cs typeface="楷体_GB2312" charset="0"/>
            </a:endParaRPr>
          </a:p>
        </p:txBody>
      </p:sp>
      <p:grpSp>
        <p:nvGrpSpPr>
          <p:cNvPr id="2" name="组合 1">
            <a:extLst>
              <a:ext uri="{FF2B5EF4-FFF2-40B4-BE49-F238E27FC236}">
                <a16:creationId xmlns:a16="http://schemas.microsoft.com/office/drawing/2014/main" id="{53833DF1-5985-49A4-B356-29B946987EC9}"/>
              </a:ext>
            </a:extLst>
          </p:cNvPr>
          <p:cNvGrpSpPr>
            <a:grpSpLocks/>
          </p:cNvGrpSpPr>
          <p:nvPr/>
        </p:nvGrpSpPr>
        <p:grpSpPr bwMode="auto">
          <a:xfrm>
            <a:off x="4968875" y="142875"/>
            <a:ext cx="2863850" cy="5000625"/>
            <a:chOff x="4969111" y="142875"/>
            <a:chExt cx="2863614" cy="5000625"/>
          </a:xfrm>
        </p:grpSpPr>
        <p:sp>
          <p:nvSpPr>
            <p:cNvPr id="46" name="Rectangle 23">
              <a:extLst>
                <a:ext uri="{FF2B5EF4-FFF2-40B4-BE49-F238E27FC236}">
                  <a16:creationId xmlns:a16="http://schemas.microsoft.com/office/drawing/2014/main" id="{036BF453-C52D-4DA5-9760-F803FDE7E39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3579" y="142875"/>
              <a:ext cx="1693722" cy="1414463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tIns="36000" bIns="0"/>
            <a:lstStyle>
              <a:lvl1pPr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just">
                <a:lnSpc>
                  <a:spcPts val="1800"/>
                </a:lnSpc>
                <a:defRPr/>
              </a:pP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i 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=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 m 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  <a:sym typeface="Symbol" charset="2"/>
                </a:rPr>
                <a:t>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1</a:t>
              </a:r>
            </a:p>
            <a:p>
              <a:pPr algn="just">
                <a:lnSpc>
                  <a:spcPts val="1800"/>
                </a:lnSpc>
                <a:defRPr/>
              </a:pP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j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 =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 n</a:t>
              </a:r>
            </a:p>
            <a:p>
              <a:pPr algn="just">
                <a:lnSpc>
                  <a:spcPts val="1800"/>
                </a:lnSpc>
                <a:defRPr/>
              </a:pP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t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charset="0"/>
                </a:rPr>
                <a:t>1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 = 4 *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n</a:t>
              </a:r>
            </a:p>
            <a:p>
              <a:pPr algn="just">
                <a:lnSpc>
                  <a:spcPts val="1800"/>
                </a:lnSpc>
                <a:defRPr/>
              </a:pP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v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 =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a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[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t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charset="0"/>
                </a:rPr>
                <a:t>1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]</a:t>
              </a:r>
            </a:p>
            <a:p>
              <a:pPr algn="just">
                <a:lnSpc>
                  <a:spcPts val="1800"/>
                </a:lnSpc>
                <a:defRPr/>
              </a:pPr>
              <a:r>
                <a:rPr lang="en-US" altLang="zh-CN" i="1" dirty="0">
                  <a:latin typeface="Times New Roman" charset="0"/>
                </a:rPr>
                <a:t>s</a:t>
              </a:r>
              <a:r>
                <a:rPr lang="en-US" altLang="zh-CN" i="1" baseline="-25000" dirty="0">
                  <a:latin typeface="Times New Roman" charset="0"/>
                </a:rPr>
                <a:t>2</a:t>
              </a:r>
              <a:r>
                <a:rPr lang="en-US" altLang="zh-CN" dirty="0">
                  <a:latin typeface="Times New Roman" charset="0"/>
                </a:rPr>
                <a:t> = 4 * </a:t>
              </a:r>
              <a:r>
                <a:rPr lang="en-US" altLang="zh-CN" i="1" dirty="0">
                  <a:latin typeface="Times New Roman" charset="0"/>
                </a:rPr>
                <a:t>i</a:t>
              </a:r>
            </a:p>
            <a:p>
              <a:pPr algn="just">
                <a:lnSpc>
                  <a:spcPts val="1800"/>
                </a:lnSpc>
                <a:defRPr/>
              </a:pPr>
              <a:r>
                <a:rPr lang="en-US" altLang="zh-CN" i="1" dirty="0">
                  <a:latin typeface="Times New Roman" charset="0"/>
                </a:rPr>
                <a:t>s</a:t>
              </a:r>
              <a:r>
                <a:rPr lang="en-US" altLang="zh-CN" i="1" baseline="-25000" dirty="0">
                  <a:latin typeface="Times New Roman" charset="0"/>
                </a:rPr>
                <a:t>4</a:t>
              </a:r>
              <a:r>
                <a:rPr lang="en-US" altLang="zh-CN" i="1" dirty="0">
                  <a:latin typeface="Times New Roman" charset="0"/>
                </a:rPr>
                <a:t> </a:t>
              </a:r>
              <a:r>
                <a:rPr lang="en-US" altLang="zh-CN" dirty="0">
                  <a:latin typeface="Times New Roman" charset="0"/>
                </a:rPr>
                <a:t>= 4 *</a:t>
              </a:r>
              <a:r>
                <a:rPr lang="en-US" altLang="zh-CN" i="1" dirty="0">
                  <a:latin typeface="Times New Roman" charset="0"/>
                </a:rPr>
                <a:t> j</a:t>
              </a:r>
            </a:p>
          </p:txBody>
        </p:sp>
        <p:sp>
          <p:nvSpPr>
            <p:cNvPr id="271386" name="Freeform 42">
              <a:extLst>
                <a:ext uri="{FF2B5EF4-FFF2-40B4-BE49-F238E27FC236}">
                  <a16:creationId xmlns:a16="http://schemas.microsoft.com/office/drawing/2014/main" id="{C00D44E4-6009-4527-8878-F843975C9B60}"/>
                </a:ext>
              </a:extLst>
            </p:cNvPr>
            <p:cNvSpPr>
              <a:spLocks/>
            </p:cNvSpPr>
            <p:nvPr/>
          </p:nvSpPr>
          <p:spPr bwMode="auto">
            <a:xfrm>
              <a:off x="4969111" y="1214426"/>
              <a:ext cx="746116" cy="3929074"/>
            </a:xfrm>
            <a:custGeom>
              <a:avLst/>
              <a:gdLst>
                <a:gd name="T0" fmla="*/ 2147483646 w 627"/>
                <a:gd name="T1" fmla="*/ 2147483646 h 3190"/>
                <a:gd name="T2" fmla="*/ 2147483646 w 627"/>
                <a:gd name="T3" fmla="*/ 2147483646 h 3190"/>
                <a:gd name="T4" fmla="*/ 2147483646 w 627"/>
                <a:gd name="T5" fmla="*/ 2147483646 h 3190"/>
                <a:gd name="T6" fmla="*/ 2147483646 w 627"/>
                <a:gd name="T7" fmla="*/ 2147483646 h 3190"/>
                <a:gd name="T8" fmla="*/ 2147483646 w 627"/>
                <a:gd name="T9" fmla="*/ 2147483646 h 319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627"/>
                <a:gd name="T16" fmla="*/ 0 h 3190"/>
                <a:gd name="T17" fmla="*/ 627 w 627"/>
                <a:gd name="T18" fmla="*/ 3190 h 319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627" h="3190">
                  <a:moveTo>
                    <a:pt x="491" y="2994"/>
                  </a:moveTo>
                  <a:cubicBezTo>
                    <a:pt x="430" y="3092"/>
                    <a:pt x="369" y="3190"/>
                    <a:pt x="309" y="3130"/>
                  </a:cubicBezTo>
                  <a:cubicBezTo>
                    <a:pt x="249" y="3070"/>
                    <a:pt x="166" y="3092"/>
                    <a:pt x="128" y="2631"/>
                  </a:cubicBezTo>
                  <a:cubicBezTo>
                    <a:pt x="90" y="2170"/>
                    <a:pt x="0" y="726"/>
                    <a:pt x="83" y="363"/>
                  </a:cubicBezTo>
                  <a:cubicBezTo>
                    <a:pt x="166" y="0"/>
                    <a:pt x="396" y="227"/>
                    <a:pt x="627" y="454"/>
                  </a:cubicBezTo>
                </a:path>
              </a:pathLst>
            </a:cu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271387" name="Freeform 40">
              <a:extLst>
                <a:ext uri="{FF2B5EF4-FFF2-40B4-BE49-F238E27FC236}">
                  <a16:creationId xmlns:a16="http://schemas.microsoft.com/office/drawing/2014/main" id="{465E15AD-BB70-4294-BA4E-3E0F7CE834AE}"/>
                </a:ext>
              </a:extLst>
            </p:cNvPr>
            <p:cNvSpPr>
              <a:spLocks/>
            </p:cNvSpPr>
            <p:nvPr/>
          </p:nvSpPr>
          <p:spPr bwMode="auto">
            <a:xfrm>
              <a:off x="5218143" y="1643052"/>
              <a:ext cx="385758" cy="1357317"/>
            </a:xfrm>
            <a:custGeom>
              <a:avLst/>
              <a:gdLst>
                <a:gd name="T0" fmla="*/ 2147483646 w 325"/>
                <a:gd name="T1" fmla="*/ 2147483646 h 983"/>
                <a:gd name="T2" fmla="*/ 2147483646 w 325"/>
                <a:gd name="T3" fmla="*/ 2147483646 h 983"/>
                <a:gd name="T4" fmla="*/ 2147483646 w 325"/>
                <a:gd name="T5" fmla="*/ 2147483646 h 983"/>
                <a:gd name="T6" fmla="*/ 2147483646 w 325"/>
                <a:gd name="T7" fmla="*/ 2147483646 h 983"/>
                <a:gd name="T8" fmla="*/ 2147483646 w 325"/>
                <a:gd name="T9" fmla="*/ 2147483646 h 98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5"/>
                <a:gd name="T16" fmla="*/ 0 h 983"/>
                <a:gd name="T17" fmla="*/ 325 w 325"/>
                <a:gd name="T18" fmla="*/ 983 h 98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5" h="983">
                  <a:moveTo>
                    <a:pt x="325" y="847"/>
                  </a:moveTo>
                  <a:cubicBezTo>
                    <a:pt x="215" y="915"/>
                    <a:pt x="106" y="983"/>
                    <a:pt x="53" y="938"/>
                  </a:cubicBezTo>
                  <a:cubicBezTo>
                    <a:pt x="0" y="893"/>
                    <a:pt x="1" y="719"/>
                    <a:pt x="8" y="575"/>
                  </a:cubicBezTo>
                  <a:cubicBezTo>
                    <a:pt x="15" y="431"/>
                    <a:pt x="53" y="152"/>
                    <a:pt x="98" y="76"/>
                  </a:cubicBezTo>
                  <a:cubicBezTo>
                    <a:pt x="143" y="0"/>
                    <a:pt x="211" y="60"/>
                    <a:pt x="280" y="121"/>
                  </a:cubicBezTo>
                </a:path>
              </a:pathLst>
            </a:cu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51" name="Rectangle 24">
              <a:extLst>
                <a:ext uri="{FF2B5EF4-FFF2-40B4-BE49-F238E27FC236}">
                  <a16:creationId xmlns:a16="http://schemas.microsoft.com/office/drawing/2014/main" id="{C1A18EF2-1F5C-4F31-9452-BBB3AE5D60E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05642" y="1797050"/>
              <a:ext cx="1711184" cy="106045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tIns="72000" bIns="0"/>
            <a:lstStyle>
              <a:lvl1pPr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just">
                <a:lnSpc>
                  <a:spcPts val="1800"/>
                </a:lnSpc>
                <a:defRPr/>
              </a:pPr>
              <a:r>
                <a:rPr lang="en-US" altLang="zh-CN" i="1" dirty="0">
                  <a:solidFill>
                    <a:srgbClr val="000000"/>
                  </a:solidFill>
                  <a:latin typeface="Times New Roman" charset="0"/>
                </a:rPr>
                <a:t>i</a:t>
              </a:r>
              <a:r>
                <a:rPr lang="en-US" altLang="zh-CN" dirty="0">
                  <a:solidFill>
                    <a:srgbClr val="000000"/>
                  </a:solidFill>
                  <a:latin typeface="Times New Roman" charset="0"/>
                </a:rPr>
                <a:t> =</a:t>
              </a:r>
              <a:r>
                <a:rPr lang="en-US" altLang="zh-CN" i="1" dirty="0">
                  <a:solidFill>
                    <a:srgbClr val="000000"/>
                  </a:solidFill>
                  <a:latin typeface="Times New Roman" charset="0"/>
                </a:rPr>
                <a:t> i </a:t>
              </a:r>
              <a:r>
                <a:rPr lang="en-US" altLang="zh-CN" dirty="0">
                  <a:solidFill>
                    <a:srgbClr val="000000"/>
                  </a:solidFill>
                  <a:latin typeface="Times New Roman" charset="0"/>
                </a:rPr>
                <a:t>+ 1</a:t>
              </a:r>
              <a:endParaRPr lang="en-US" altLang="zh-CN" dirty="0">
                <a:solidFill>
                  <a:srgbClr val="0000FF"/>
                </a:solidFill>
                <a:latin typeface="Times New Roman" charset="0"/>
              </a:endParaRPr>
            </a:p>
            <a:p>
              <a:pPr algn="just">
                <a:lnSpc>
                  <a:spcPts val="1800"/>
                </a:lnSpc>
                <a:defRPr/>
              </a:pPr>
              <a:r>
                <a:rPr lang="en-US" altLang="zh-CN" i="1" dirty="0">
                  <a:latin typeface="Times New Roman" charset="0"/>
                </a:rPr>
                <a:t>s</a:t>
              </a:r>
              <a:r>
                <a:rPr lang="en-US" altLang="zh-CN" i="1" baseline="-25000" dirty="0">
                  <a:latin typeface="Times New Roman" charset="0"/>
                </a:rPr>
                <a:t>2</a:t>
              </a:r>
              <a:r>
                <a:rPr lang="en-US" altLang="zh-CN" dirty="0">
                  <a:latin typeface="Times New Roman" charset="0"/>
                </a:rPr>
                <a:t> = </a:t>
              </a:r>
              <a:r>
                <a:rPr lang="en-US" altLang="zh-CN" i="1" dirty="0">
                  <a:latin typeface="Times New Roman" charset="0"/>
                </a:rPr>
                <a:t>s</a:t>
              </a:r>
              <a:r>
                <a:rPr lang="en-US" altLang="zh-CN" i="1" baseline="-25000" dirty="0">
                  <a:latin typeface="Times New Roman" charset="0"/>
                </a:rPr>
                <a:t>2</a:t>
              </a:r>
              <a:r>
                <a:rPr lang="en-US" altLang="zh-CN" dirty="0">
                  <a:latin typeface="Times New Roman" charset="0"/>
                </a:rPr>
                <a:t> </a:t>
              </a:r>
              <a:r>
                <a:rPr lang="en-US" altLang="zh-CN" dirty="0">
                  <a:latin typeface="宋体" charset="0"/>
                </a:rPr>
                <a:t>+</a:t>
              </a:r>
              <a:r>
                <a:rPr lang="en-US" altLang="zh-CN" dirty="0">
                  <a:latin typeface="Times New Roman" charset="0"/>
                </a:rPr>
                <a:t> 4</a:t>
              </a:r>
              <a:endParaRPr lang="en-US" altLang="zh-CN" i="1" dirty="0">
                <a:latin typeface="Times New Roman" charset="0"/>
              </a:endParaRPr>
            </a:p>
            <a:p>
              <a:pPr algn="just">
                <a:lnSpc>
                  <a:spcPts val="1800"/>
                </a:lnSpc>
                <a:defRPr/>
              </a:pP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t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charset="0"/>
                </a:rPr>
                <a:t>3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 =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a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[</a:t>
              </a:r>
              <a:r>
                <a:rPr lang="en-US" altLang="zh-CN" i="1" dirty="0">
                  <a:solidFill>
                    <a:srgbClr val="FF0000"/>
                  </a:solidFill>
                  <a:latin typeface="Times New Roman" charset="0"/>
                </a:rPr>
                <a:t>s</a:t>
              </a:r>
              <a:r>
                <a:rPr lang="en-US" altLang="zh-CN" i="1" baseline="-25000" dirty="0">
                  <a:solidFill>
                    <a:srgbClr val="FF0000"/>
                  </a:solidFill>
                  <a:latin typeface="Times New Roman" charset="0"/>
                </a:rPr>
                <a:t>2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]</a:t>
              </a:r>
            </a:p>
            <a:p>
              <a:pPr algn="just">
                <a:lnSpc>
                  <a:spcPts val="1800"/>
                </a:lnSpc>
                <a:defRPr/>
              </a:pP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if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t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charset="0"/>
                </a:rPr>
                <a:t>3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 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&lt;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v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 </a:t>
              </a:r>
              <a:r>
                <a:rPr lang="en-US" altLang="zh-CN" dirty="0" err="1">
                  <a:solidFill>
                    <a:prstClr val="black"/>
                  </a:solidFill>
                  <a:latin typeface="Times New Roman" charset="0"/>
                </a:rPr>
                <a:t>goto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B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charset="0"/>
                </a:rPr>
                <a:t>2</a:t>
              </a:r>
            </a:p>
          </p:txBody>
        </p:sp>
        <p:sp>
          <p:nvSpPr>
            <p:cNvPr id="271389" name="Rectangle 25">
              <a:extLst>
                <a:ext uri="{FF2B5EF4-FFF2-40B4-BE49-F238E27FC236}">
                  <a16:creationId xmlns:a16="http://schemas.microsoft.com/office/drawing/2014/main" id="{6296E1F5-2A80-4418-A9C6-41DED0922CF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241042" y="550863"/>
              <a:ext cx="392768" cy="22032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0" rIns="0" bIns="0"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sz="1500" i="1">
                  <a:solidFill>
                    <a:srgbClr val="000000"/>
                  </a:solidFill>
                  <a:latin typeface="Times New Roman" panose="02020603050405020304" pitchFamily="18" charset="0"/>
                </a:rPr>
                <a:t>B</a:t>
              </a:r>
              <a:r>
                <a:rPr lang="en-US" altLang="zh-CN" sz="1500" baseline="-25000">
                  <a:solidFill>
                    <a:srgbClr val="000000"/>
                  </a:solidFill>
                  <a:latin typeface="Times New Roman" panose="02020603050405020304" pitchFamily="18" charset="0"/>
                </a:rPr>
                <a:t>1</a:t>
              </a:r>
              <a:endParaRPr lang="en-US" altLang="zh-CN" sz="1500">
                <a:solidFill>
                  <a:srgbClr val="000000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271390" name="Rectangle 26">
              <a:extLst>
                <a:ext uri="{FF2B5EF4-FFF2-40B4-BE49-F238E27FC236}">
                  <a16:creationId xmlns:a16="http://schemas.microsoft.com/office/drawing/2014/main" id="{22A8D1CC-7FD4-4253-93C1-21F4FADEDCB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74540" y="1741393"/>
              <a:ext cx="626049" cy="3263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sz="1500" i="1">
                  <a:solidFill>
                    <a:srgbClr val="000000"/>
                  </a:solidFill>
                  <a:latin typeface="Times New Roman" panose="02020603050405020304" pitchFamily="18" charset="0"/>
                </a:rPr>
                <a:t>B</a:t>
              </a:r>
              <a:r>
                <a:rPr lang="en-US" altLang="zh-CN" sz="1500" baseline="-25000">
                  <a:solidFill>
                    <a:srgbClr val="000000"/>
                  </a:solidFill>
                  <a:latin typeface="Times New Roman" panose="02020603050405020304" pitchFamily="18" charset="0"/>
                </a:rPr>
                <a:t>2</a:t>
              </a:r>
              <a:endParaRPr lang="en-US" altLang="zh-CN" sz="1500">
                <a:solidFill>
                  <a:srgbClr val="000000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54" name="Rectangle 27">
              <a:extLst>
                <a:ext uri="{FF2B5EF4-FFF2-40B4-BE49-F238E27FC236}">
                  <a16:creationId xmlns:a16="http://schemas.microsoft.com/office/drawing/2014/main" id="{D97D310D-6F5A-4E32-907B-B19990FE63E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23103" y="3143250"/>
              <a:ext cx="1711184" cy="1000125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tIns="72000" bIns="0" anchor="ctr"/>
            <a:lstStyle>
              <a:lvl1pPr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just">
                <a:lnSpc>
                  <a:spcPts val="1800"/>
                </a:lnSpc>
                <a:defRPr/>
              </a:pP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j 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=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j 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  <a:sym typeface="Symbol" charset="2"/>
                </a:rPr>
                <a:t>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1</a:t>
              </a:r>
            </a:p>
            <a:p>
              <a:pPr algn="just">
                <a:lnSpc>
                  <a:spcPts val="1800"/>
                </a:lnSpc>
                <a:defRPr/>
              </a:pP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s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charset="0"/>
                </a:rPr>
                <a:t>4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 </a:t>
              </a:r>
              <a:r>
                <a:rPr lang="en-US" altLang="zh-CN" dirty="0">
                  <a:latin typeface="Times New Roman" charset="0"/>
                </a:rPr>
                <a:t>= </a:t>
              </a:r>
              <a:r>
                <a:rPr lang="en-US" altLang="zh-CN" i="1" dirty="0">
                  <a:latin typeface="Times New Roman" charset="0"/>
                </a:rPr>
                <a:t>s</a:t>
              </a:r>
              <a:r>
                <a:rPr lang="en-US" altLang="zh-CN" i="1" baseline="-25000" dirty="0">
                  <a:latin typeface="Times New Roman" charset="0"/>
                </a:rPr>
                <a:t>4 </a:t>
              </a:r>
              <a:r>
                <a:rPr lang="en-US" altLang="zh-CN" dirty="0">
                  <a:latin typeface="宋体" charset="0"/>
                </a:rPr>
                <a:t>- 4</a:t>
              </a:r>
              <a:endParaRPr lang="en-US" altLang="zh-CN" i="1" dirty="0">
                <a:latin typeface="Times New Roman" charset="0"/>
              </a:endParaRPr>
            </a:p>
            <a:p>
              <a:pPr algn="just">
                <a:lnSpc>
                  <a:spcPts val="1800"/>
                </a:lnSpc>
                <a:defRPr/>
              </a:pP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t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charset="0"/>
                </a:rPr>
                <a:t>5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 =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a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[</a:t>
              </a:r>
              <a:r>
                <a:rPr lang="en-US" altLang="zh-CN" i="1" dirty="0">
                  <a:solidFill>
                    <a:srgbClr val="FF0000"/>
                  </a:solidFill>
                  <a:latin typeface="Times New Roman" charset="0"/>
                </a:rPr>
                <a:t>s</a:t>
              </a:r>
              <a:r>
                <a:rPr lang="en-US" altLang="zh-CN" i="1" baseline="-25000" dirty="0">
                  <a:solidFill>
                    <a:srgbClr val="FF0000"/>
                  </a:solidFill>
                  <a:latin typeface="Times New Roman" charset="0"/>
                </a:rPr>
                <a:t>4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]</a:t>
              </a:r>
            </a:p>
            <a:p>
              <a:pPr algn="just">
                <a:lnSpc>
                  <a:spcPts val="1800"/>
                </a:lnSpc>
                <a:defRPr/>
              </a:pP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if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t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charset="0"/>
                </a:rPr>
                <a:t>5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 &gt;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v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 </a:t>
              </a:r>
              <a:r>
                <a:rPr lang="en-US" altLang="zh-CN" dirty="0" err="1">
                  <a:solidFill>
                    <a:prstClr val="black"/>
                  </a:solidFill>
                  <a:latin typeface="Times New Roman" charset="0"/>
                </a:rPr>
                <a:t>goto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B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charset="0"/>
                </a:rPr>
                <a:t>3</a:t>
              </a:r>
            </a:p>
          </p:txBody>
        </p:sp>
        <p:sp>
          <p:nvSpPr>
            <p:cNvPr id="55" name="Rectangle 30">
              <a:extLst>
                <a:ext uri="{FF2B5EF4-FFF2-40B4-BE49-F238E27FC236}">
                  <a16:creationId xmlns:a16="http://schemas.microsoft.com/office/drawing/2014/main" id="{D0BDE2F8-0E73-4FE6-A6EC-8253A640594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23103" y="4273550"/>
              <a:ext cx="1727058" cy="276225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90000" tIns="0" rIns="0" bIns="0"/>
            <a:lstStyle>
              <a:lvl1pPr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just">
                <a:lnSpc>
                  <a:spcPct val="96000"/>
                </a:lnSpc>
                <a:defRPr/>
              </a:pPr>
              <a:r>
                <a:rPr lang="en-US" altLang="zh-CN" dirty="0">
                  <a:solidFill>
                    <a:srgbClr val="000000"/>
                  </a:solidFill>
                  <a:latin typeface="Times New Roman" charset="0"/>
                </a:rPr>
                <a:t>if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i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 &gt;=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j </a:t>
              </a:r>
              <a:r>
                <a:rPr lang="en-US" altLang="zh-CN" dirty="0" err="1">
                  <a:solidFill>
                    <a:srgbClr val="000000"/>
                  </a:solidFill>
                  <a:latin typeface="Times New Roman" charset="0"/>
                </a:rPr>
                <a:t>goto</a:t>
              </a:r>
              <a:r>
                <a:rPr lang="en-US" altLang="zh-CN" dirty="0">
                  <a:solidFill>
                    <a:srgbClr val="000000"/>
                  </a:solidFill>
                  <a:latin typeface="Times New Roman" charset="0"/>
                </a:rPr>
                <a:t> </a:t>
              </a:r>
              <a:r>
                <a:rPr lang="en-US" altLang="zh-CN" i="1" dirty="0">
                  <a:solidFill>
                    <a:srgbClr val="000000"/>
                  </a:solidFill>
                  <a:latin typeface="Times New Roman" charset="0"/>
                </a:rPr>
                <a:t>B</a:t>
              </a:r>
              <a:r>
                <a:rPr lang="en-US" altLang="zh-CN" i="1" baseline="-25000" dirty="0">
                  <a:solidFill>
                    <a:srgbClr val="000000"/>
                  </a:solidFill>
                  <a:latin typeface="Times New Roman" charset="0"/>
                </a:rPr>
                <a:t>6</a:t>
              </a:r>
            </a:p>
          </p:txBody>
        </p:sp>
        <p:sp>
          <p:nvSpPr>
            <p:cNvPr id="56" name="Rectangle 32">
              <a:extLst>
                <a:ext uri="{FF2B5EF4-FFF2-40B4-BE49-F238E27FC236}">
                  <a16:creationId xmlns:a16="http://schemas.microsoft.com/office/drawing/2014/main" id="{68F0F973-BEB1-40E8-8317-F096B369F6C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97705" y="4746625"/>
              <a:ext cx="784160" cy="231775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tIns="0" bIns="0"/>
            <a:lstStyle>
              <a:lvl1pPr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just">
                <a:lnSpc>
                  <a:spcPct val="96000"/>
                </a:lnSpc>
                <a:defRPr/>
              </a:pPr>
              <a:endParaRPr lang="en-US" altLang="zh-CN" sz="700" b="0" baseline="-25000">
                <a:solidFill>
                  <a:prstClr val="black"/>
                </a:solidFill>
                <a:latin typeface="Times New Roman" charset="0"/>
              </a:endParaRPr>
            </a:p>
          </p:txBody>
        </p:sp>
        <p:sp>
          <p:nvSpPr>
            <p:cNvPr id="271394" name="Rectangle 33">
              <a:extLst>
                <a:ext uri="{FF2B5EF4-FFF2-40B4-BE49-F238E27FC236}">
                  <a16:creationId xmlns:a16="http://schemas.microsoft.com/office/drawing/2014/main" id="{960145F1-6724-405E-8C65-84F8656CB84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90855" y="4225713"/>
              <a:ext cx="626049" cy="32393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sz="1500" i="1">
                  <a:solidFill>
                    <a:srgbClr val="000000"/>
                  </a:solidFill>
                  <a:latin typeface="Times New Roman" panose="02020603050405020304" pitchFamily="18" charset="0"/>
                </a:rPr>
                <a:t>B</a:t>
              </a:r>
              <a:r>
                <a:rPr lang="en-US" altLang="zh-CN" sz="1500" baseline="-25000">
                  <a:solidFill>
                    <a:srgbClr val="000000"/>
                  </a:solidFill>
                  <a:latin typeface="Times New Roman" panose="02020603050405020304" pitchFamily="18" charset="0"/>
                </a:rPr>
                <a:t>4</a:t>
              </a:r>
              <a:endParaRPr lang="en-US" altLang="zh-CN" sz="1500">
                <a:solidFill>
                  <a:srgbClr val="000000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271395" name="Rectangle 34">
              <a:extLst>
                <a:ext uri="{FF2B5EF4-FFF2-40B4-BE49-F238E27FC236}">
                  <a16:creationId xmlns:a16="http://schemas.microsoft.com/office/drawing/2014/main" id="{D605DC9C-C97E-4658-8B39-7508A8E3F92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204296" y="3071806"/>
              <a:ext cx="628429" cy="3275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sz="1500" i="1">
                  <a:solidFill>
                    <a:srgbClr val="000000"/>
                  </a:solidFill>
                  <a:latin typeface="Times New Roman" panose="02020603050405020304" pitchFamily="18" charset="0"/>
                </a:rPr>
                <a:t>B</a:t>
              </a:r>
              <a:r>
                <a:rPr lang="en-US" altLang="zh-CN" sz="1500" baseline="-25000">
                  <a:solidFill>
                    <a:srgbClr val="000000"/>
                  </a:solidFill>
                  <a:latin typeface="Times New Roman" panose="02020603050405020304" pitchFamily="18" charset="0"/>
                </a:rPr>
                <a:t>3</a:t>
              </a:r>
              <a:endParaRPr lang="en-US" altLang="zh-CN" sz="1500">
                <a:solidFill>
                  <a:srgbClr val="000000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59" name="Rectangle 36">
              <a:extLst>
                <a:ext uri="{FF2B5EF4-FFF2-40B4-BE49-F238E27FC236}">
                  <a16:creationId xmlns:a16="http://schemas.microsoft.com/office/drawing/2014/main" id="{1CADE967-4D36-4306-B9EB-C5E36597B30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415205" y="4746625"/>
              <a:ext cx="809558" cy="231775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tIns="0" bIns="0"/>
            <a:lstStyle>
              <a:lvl1pPr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just">
                <a:lnSpc>
                  <a:spcPct val="96000"/>
                </a:lnSpc>
                <a:defRPr/>
              </a:pPr>
              <a:endParaRPr lang="en-US" altLang="zh-CN" sz="700" b="0" baseline="-25000">
                <a:solidFill>
                  <a:prstClr val="black"/>
                </a:solidFill>
                <a:latin typeface="Times New Roman" charset="0"/>
              </a:endParaRPr>
            </a:p>
          </p:txBody>
        </p:sp>
        <p:sp>
          <p:nvSpPr>
            <p:cNvPr id="271397" name="Rectangle 39">
              <a:extLst>
                <a:ext uri="{FF2B5EF4-FFF2-40B4-BE49-F238E27FC236}">
                  <a16:creationId xmlns:a16="http://schemas.microsoft.com/office/drawing/2014/main" id="{FFFDB704-B137-40F8-A9C0-1C3AEA3DF45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89666" y="4692518"/>
              <a:ext cx="627239" cy="3275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sz="1500" i="1">
                  <a:solidFill>
                    <a:srgbClr val="000000"/>
                  </a:solidFill>
                  <a:latin typeface="Times New Roman" panose="02020603050405020304" pitchFamily="18" charset="0"/>
                </a:rPr>
                <a:t>B</a:t>
              </a:r>
              <a:r>
                <a:rPr lang="en-US" altLang="zh-CN" sz="1500" baseline="-25000">
                  <a:solidFill>
                    <a:srgbClr val="000000"/>
                  </a:solidFill>
                  <a:latin typeface="Times New Roman" panose="02020603050405020304" pitchFamily="18" charset="0"/>
                </a:rPr>
                <a:t>6</a:t>
              </a:r>
              <a:endParaRPr lang="en-US" altLang="zh-CN" sz="1500">
                <a:solidFill>
                  <a:srgbClr val="000000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271398" name="Line 28">
              <a:extLst>
                <a:ext uri="{FF2B5EF4-FFF2-40B4-BE49-F238E27FC236}">
                  <a16:creationId xmlns:a16="http://schemas.microsoft.com/office/drawing/2014/main" id="{CA115BF4-87C1-44F1-82CE-FDBDC7E2AF0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297631" y="1558921"/>
              <a:ext cx="0" cy="239712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271399" name="Line 29">
              <a:extLst>
                <a:ext uri="{FF2B5EF4-FFF2-40B4-BE49-F238E27FC236}">
                  <a16:creationId xmlns:a16="http://schemas.microsoft.com/office/drawing/2014/main" id="{5E6E86D4-2E51-4CFD-85AB-EF52749975C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291293" y="2871782"/>
              <a:ext cx="0" cy="271461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271400" name="Line 31">
              <a:extLst>
                <a:ext uri="{FF2B5EF4-FFF2-40B4-BE49-F238E27FC236}">
                  <a16:creationId xmlns:a16="http://schemas.microsoft.com/office/drawing/2014/main" id="{CC0904A9-BA97-4B65-8705-6B4EE29C980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359542" y="4135309"/>
              <a:ext cx="0" cy="169862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271401" name="Line 37">
              <a:extLst>
                <a:ext uri="{FF2B5EF4-FFF2-40B4-BE49-F238E27FC236}">
                  <a16:creationId xmlns:a16="http://schemas.microsoft.com/office/drawing/2014/main" id="{3894CCA9-0F05-4A9D-9FAC-B1F38BA78FD0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5802336" y="4563212"/>
              <a:ext cx="368296" cy="182562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271402" name="Line 38">
              <a:extLst>
                <a:ext uri="{FF2B5EF4-FFF2-40B4-BE49-F238E27FC236}">
                  <a16:creationId xmlns:a16="http://schemas.microsoft.com/office/drawing/2014/main" id="{94E8869A-46F4-462F-B5B6-85A9FC5D4A4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557978" y="4563212"/>
              <a:ext cx="323846" cy="182562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271403" name="Freeform 41">
              <a:extLst>
                <a:ext uri="{FF2B5EF4-FFF2-40B4-BE49-F238E27FC236}">
                  <a16:creationId xmlns:a16="http://schemas.microsoft.com/office/drawing/2014/main" id="{A75A8B8B-F6D1-4BA9-BCBF-A99EA5D914B2}"/>
                </a:ext>
              </a:extLst>
            </p:cNvPr>
            <p:cNvSpPr>
              <a:spLocks/>
            </p:cNvSpPr>
            <p:nvPr/>
          </p:nvSpPr>
          <p:spPr bwMode="auto">
            <a:xfrm>
              <a:off x="5291172" y="2928930"/>
              <a:ext cx="271460" cy="1357317"/>
            </a:xfrm>
            <a:custGeom>
              <a:avLst/>
              <a:gdLst>
                <a:gd name="T0" fmla="*/ 2147483646 w 227"/>
                <a:gd name="T1" fmla="*/ 2147483646 h 983"/>
                <a:gd name="T2" fmla="*/ 2147483646 w 227"/>
                <a:gd name="T3" fmla="*/ 2147483646 h 983"/>
                <a:gd name="T4" fmla="*/ 0 w 227"/>
                <a:gd name="T5" fmla="*/ 2147483646 h 983"/>
                <a:gd name="T6" fmla="*/ 2147483646 w 227"/>
                <a:gd name="T7" fmla="*/ 2147483646 h 983"/>
                <a:gd name="T8" fmla="*/ 2147483646 w 227"/>
                <a:gd name="T9" fmla="*/ 2147483646 h 98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27"/>
                <a:gd name="T16" fmla="*/ 0 h 983"/>
                <a:gd name="T17" fmla="*/ 227 w 227"/>
                <a:gd name="T18" fmla="*/ 983 h 98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27" h="983">
                  <a:moveTo>
                    <a:pt x="182" y="885"/>
                  </a:moveTo>
                  <a:cubicBezTo>
                    <a:pt x="129" y="934"/>
                    <a:pt x="76" y="983"/>
                    <a:pt x="46" y="930"/>
                  </a:cubicBezTo>
                  <a:cubicBezTo>
                    <a:pt x="16" y="877"/>
                    <a:pt x="0" y="711"/>
                    <a:pt x="0" y="567"/>
                  </a:cubicBezTo>
                  <a:cubicBezTo>
                    <a:pt x="0" y="423"/>
                    <a:pt x="8" y="136"/>
                    <a:pt x="46" y="68"/>
                  </a:cubicBezTo>
                  <a:cubicBezTo>
                    <a:pt x="84" y="0"/>
                    <a:pt x="155" y="79"/>
                    <a:pt x="227" y="159"/>
                  </a:cubicBezTo>
                </a:path>
              </a:pathLst>
            </a:cu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271404" name="Rectangle 16">
              <a:extLst>
                <a:ext uri="{FF2B5EF4-FFF2-40B4-BE49-F238E27FC236}">
                  <a16:creationId xmlns:a16="http://schemas.microsoft.com/office/drawing/2014/main" id="{B778334D-B31D-4D6A-A6E3-C6FFAFFA1DF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48298" y="4692519"/>
              <a:ext cx="514344" cy="3254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sz="1500" i="1">
                  <a:solidFill>
                    <a:srgbClr val="000000"/>
                  </a:solidFill>
                  <a:latin typeface="Times New Roman" panose="02020603050405020304" pitchFamily="18" charset="0"/>
                </a:rPr>
                <a:t>B</a:t>
              </a:r>
              <a:r>
                <a:rPr lang="en-US" altLang="zh-CN" sz="1500" i="1" baseline="-25000">
                  <a:solidFill>
                    <a:srgbClr val="000000"/>
                  </a:solidFill>
                  <a:latin typeface="Times New Roman" panose="02020603050405020304" pitchFamily="18" charset="0"/>
                </a:rPr>
                <a:t>5</a:t>
              </a:r>
              <a:endParaRPr lang="en-US" altLang="zh-CN" sz="1500" i="1">
                <a:solidFill>
                  <a:srgbClr val="000000"/>
                </a:solidFill>
                <a:latin typeface="Times New Roman" panose="02020603050405020304" pitchFamily="18" charset="0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" grpId="0" animBg="1"/>
    </p:bld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5779" name="Rectangle 3">
            <a:extLst>
              <a:ext uri="{FF2B5EF4-FFF2-40B4-BE49-F238E27FC236}">
                <a16:creationId xmlns:a16="http://schemas.microsoft.com/office/drawing/2014/main" id="{29AF8E7E-1F9D-4DE3-AA72-FF87266D53A1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00063" y="857250"/>
            <a:ext cx="8072437" cy="3154363"/>
          </a:xfrm>
          <a:ln>
            <a:miter lim="800000"/>
            <a:headEnd/>
            <a:tailEnd/>
          </a:ln>
        </p:spPr>
        <p:txBody>
          <a:bodyPr vert="horz"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lnSpc>
                <a:spcPts val="3500"/>
              </a:lnSpc>
              <a:buClrTx/>
              <a:buFont typeface="Wingdings" pitchFamily="2" charset="2"/>
              <a:buChar char="Ø"/>
              <a:defRPr/>
            </a:pPr>
            <a:r>
              <a:rPr lang="zh-CN" altLang="en-US" sz="2500" b="1" dirty="0">
                <a:solidFill>
                  <a:prstClr val="black"/>
                </a:solidFill>
                <a:cs typeface="Times New Roman" panose="02020603050405020304" pitchFamily="18" charset="0"/>
              </a:rPr>
              <a:t>对于在</a:t>
            </a:r>
            <a:r>
              <a:rPr lang="zh-CN" altLang="en-US" sz="2500" b="1" dirty="0">
                <a:solidFill>
                  <a:srgbClr val="0070C0"/>
                </a:solidFill>
                <a:cs typeface="Times New Roman" panose="02020603050405020304" pitchFamily="18" charset="0"/>
              </a:rPr>
              <a:t>强度削弱</a:t>
            </a:r>
            <a:r>
              <a:rPr lang="zh-CN" altLang="en-US" sz="2500" b="1" dirty="0">
                <a:solidFill>
                  <a:prstClr val="black"/>
                </a:solidFill>
                <a:cs typeface="Times New Roman" panose="02020603050405020304" pitchFamily="18" charset="0"/>
              </a:rPr>
              <a:t>算法中引入的</a:t>
            </a:r>
            <a:r>
              <a:rPr lang="zh-CN" altLang="en-US" sz="2500" b="1" dirty="0">
                <a:solidFill>
                  <a:srgbClr val="0070C0"/>
                </a:solidFill>
                <a:cs typeface="Times New Roman" panose="02020603050405020304" pitchFamily="18" charset="0"/>
              </a:rPr>
              <a:t>复制语句</a:t>
            </a:r>
            <a:r>
              <a:rPr lang="en-US" altLang="zh-CN" sz="2500" b="1" i="1" dirty="0">
                <a:solidFill>
                  <a:srgbClr val="0070C0"/>
                </a:solidFill>
                <a:cs typeface="Times New Roman" panose="02020603050405020304" pitchFamily="18" charset="0"/>
              </a:rPr>
              <a:t>j</a:t>
            </a:r>
            <a:r>
              <a:rPr lang="en-US" altLang="zh-CN" sz="2500" b="1" dirty="0">
                <a:solidFill>
                  <a:srgbClr val="0070C0"/>
                </a:solidFill>
                <a:cs typeface="Times New Roman" panose="02020603050405020304" pitchFamily="18" charset="0"/>
              </a:rPr>
              <a:t>=</a:t>
            </a:r>
            <a:r>
              <a:rPr lang="en-US" altLang="zh-CN" sz="2500" b="1" i="1" dirty="0">
                <a:solidFill>
                  <a:srgbClr val="0070C0"/>
                </a:solidFill>
                <a:cs typeface="Times New Roman" panose="02020603050405020304" pitchFamily="18" charset="0"/>
              </a:rPr>
              <a:t>t</a:t>
            </a:r>
            <a:r>
              <a:rPr lang="zh-CN" altLang="en-US" sz="2500" b="1" dirty="0">
                <a:solidFill>
                  <a:prstClr val="black"/>
                </a:solidFill>
                <a:cs typeface="Times New Roman" panose="02020603050405020304" pitchFamily="18" charset="0"/>
              </a:rPr>
              <a:t>，如果在</a:t>
            </a:r>
            <a:r>
              <a:rPr lang="zh-CN" altLang="en-US" sz="2500" b="1" dirty="0">
                <a:solidFill>
                  <a:srgbClr val="0070C0"/>
                </a:solidFill>
                <a:cs typeface="Times New Roman" panose="02020603050405020304" pitchFamily="18" charset="0"/>
              </a:rPr>
              <a:t>归纳变量</a:t>
            </a:r>
            <a:r>
              <a:rPr lang="en-US" altLang="zh-CN" sz="2500" b="1" i="1" dirty="0">
                <a:solidFill>
                  <a:srgbClr val="0070C0"/>
                </a:solidFill>
                <a:cs typeface="Times New Roman" panose="02020603050405020304" pitchFamily="18" charset="0"/>
              </a:rPr>
              <a:t>j</a:t>
            </a:r>
            <a:r>
              <a:rPr lang="zh-CN" altLang="en-US" sz="2500" b="1" dirty="0">
                <a:solidFill>
                  <a:prstClr val="black"/>
                </a:solidFill>
                <a:cs typeface="Times New Roman" panose="02020603050405020304" pitchFamily="18" charset="0"/>
              </a:rPr>
              <a:t>的所有引用点都可以用对</a:t>
            </a:r>
            <a:r>
              <a:rPr lang="en-US" altLang="zh-CN" sz="2500" b="1" i="1" dirty="0">
                <a:solidFill>
                  <a:prstClr val="black"/>
                </a:solidFill>
                <a:cs typeface="Times New Roman" panose="02020603050405020304" pitchFamily="18" charset="0"/>
              </a:rPr>
              <a:t>t</a:t>
            </a:r>
            <a:r>
              <a:rPr lang="zh-CN" altLang="en-US" sz="2500" b="1" dirty="0">
                <a:solidFill>
                  <a:prstClr val="black"/>
                </a:solidFill>
                <a:cs typeface="Times New Roman" panose="02020603050405020304" pitchFamily="18" charset="0"/>
              </a:rPr>
              <a:t>的引用</a:t>
            </a:r>
            <a:r>
              <a:rPr lang="zh-CN" altLang="en-US" sz="2500" b="1" dirty="0">
                <a:solidFill>
                  <a:srgbClr val="0070C0"/>
                </a:solidFill>
                <a:cs typeface="Times New Roman" panose="02020603050405020304" pitchFamily="18" charset="0"/>
              </a:rPr>
              <a:t>代替</a:t>
            </a:r>
            <a:r>
              <a:rPr lang="zh-CN" altLang="en-US" sz="2500" b="1" dirty="0">
                <a:solidFill>
                  <a:prstClr val="black"/>
                </a:solidFill>
                <a:cs typeface="Times New Roman" panose="02020603050405020304" pitchFamily="18" charset="0"/>
              </a:rPr>
              <a:t>对</a:t>
            </a:r>
            <a:r>
              <a:rPr lang="en-US" altLang="zh-CN" sz="2500" b="1" i="1" dirty="0">
                <a:solidFill>
                  <a:prstClr val="black"/>
                </a:solidFill>
                <a:cs typeface="Times New Roman" panose="02020603050405020304" pitchFamily="18" charset="0"/>
              </a:rPr>
              <a:t>j</a:t>
            </a:r>
            <a:r>
              <a:rPr lang="zh-CN" altLang="en-US" sz="2500" b="1" dirty="0">
                <a:solidFill>
                  <a:prstClr val="black"/>
                </a:solidFill>
                <a:cs typeface="Times New Roman" panose="02020603050405020304" pitchFamily="18" charset="0"/>
              </a:rPr>
              <a:t>的引用，并且</a:t>
            </a:r>
            <a:r>
              <a:rPr lang="en-US" altLang="zh-CN" sz="2500" b="1" i="1" dirty="0">
                <a:solidFill>
                  <a:srgbClr val="0070C0"/>
                </a:solidFill>
                <a:cs typeface="Times New Roman" panose="02020603050405020304" pitchFamily="18" charset="0"/>
              </a:rPr>
              <a:t>j</a:t>
            </a:r>
            <a:r>
              <a:rPr lang="zh-CN" altLang="en-US" sz="2500" b="1" dirty="0">
                <a:solidFill>
                  <a:srgbClr val="0070C0"/>
                </a:solidFill>
                <a:cs typeface="Times New Roman" panose="02020603050405020304" pitchFamily="18" charset="0"/>
              </a:rPr>
              <a:t>在循环的出口处不活跃</a:t>
            </a:r>
            <a:r>
              <a:rPr lang="zh-CN" altLang="en-US" sz="2500" b="1" dirty="0">
                <a:solidFill>
                  <a:prstClr val="black"/>
                </a:solidFill>
                <a:cs typeface="Times New Roman" panose="02020603050405020304" pitchFamily="18" charset="0"/>
              </a:rPr>
              <a:t>，则可以</a:t>
            </a:r>
            <a:r>
              <a:rPr lang="zh-CN" altLang="en-US" sz="2500" b="1" dirty="0">
                <a:solidFill>
                  <a:srgbClr val="0070C0"/>
                </a:solidFill>
                <a:cs typeface="Times New Roman" panose="02020603050405020304" pitchFamily="18" charset="0"/>
              </a:rPr>
              <a:t>删除复制语句</a:t>
            </a:r>
            <a:r>
              <a:rPr lang="en-US" altLang="zh-CN" sz="2500" b="1" i="1" dirty="0">
                <a:solidFill>
                  <a:srgbClr val="0070C0"/>
                </a:solidFill>
                <a:cs typeface="Times New Roman" panose="02020603050405020304" pitchFamily="18" charset="0"/>
              </a:rPr>
              <a:t>j</a:t>
            </a:r>
            <a:r>
              <a:rPr lang="en-US" altLang="zh-CN" sz="2500" b="1" dirty="0">
                <a:solidFill>
                  <a:srgbClr val="0070C0"/>
                </a:solidFill>
                <a:cs typeface="Times New Roman" panose="02020603050405020304" pitchFamily="18" charset="0"/>
              </a:rPr>
              <a:t>=</a:t>
            </a:r>
            <a:r>
              <a:rPr lang="en-US" altLang="zh-CN" sz="2500" b="1" i="1" dirty="0">
                <a:solidFill>
                  <a:srgbClr val="0070C0"/>
                </a:solidFill>
                <a:cs typeface="Times New Roman" panose="02020603050405020304" pitchFamily="18" charset="0"/>
              </a:rPr>
              <a:t>t</a:t>
            </a:r>
            <a:endParaRPr lang="zh-CN" altLang="en-US" sz="2500" b="1" dirty="0">
              <a:solidFill>
                <a:srgbClr val="0070C0"/>
              </a:solidFill>
              <a:cs typeface="Times New Roman" panose="02020603050405020304" pitchFamily="18" charset="0"/>
            </a:endParaRPr>
          </a:p>
          <a:p>
            <a:pPr eaLnBrk="1" hangingPunct="1">
              <a:lnSpc>
                <a:spcPts val="3500"/>
              </a:lnSpc>
              <a:buClrTx/>
              <a:buFont typeface="Wingdings" pitchFamily="2" charset="2"/>
              <a:buChar char="Ø"/>
              <a:defRPr/>
            </a:pPr>
            <a:r>
              <a:rPr lang="zh-CN" altLang="en-US" sz="2500" b="1" dirty="0">
                <a:solidFill>
                  <a:schemeClr val="tx1"/>
                </a:solidFill>
                <a:latin typeface="楷体" pitchFamily="49" charset="-122"/>
              </a:rPr>
              <a:t>强度削弱后，有些归纳变量的作用</a:t>
            </a:r>
            <a:r>
              <a:rPr lang="zh-CN" altLang="en-US" sz="2500" b="1" dirty="0">
                <a:solidFill>
                  <a:srgbClr val="0070C0"/>
                </a:solidFill>
                <a:latin typeface="楷体" pitchFamily="49" charset="-122"/>
              </a:rPr>
              <a:t>只是用于测试</a:t>
            </a:r>
            <a:r>
              <a:rPr lang="zh-CN" altLang="en-US" sz="2500" b="1" dirty="0">
                <a:solidFill>
                  <a:schemeClr val="tx1"/>
                </a:solidFill>
                <a:latin typeface="楷体" pitchFamily="49" charset="-122"/>
              </a:rPr>
              <a:t>。如果可以用对</a:t>
            </a:r>
            <a:r>
              <a:rPr lang="zh-CN" altLang="en-US" sz="2500" b="1" dirty="0">
                <a:solidFill>
                  <a:srgbClr val="0070C0"/>
                </a:solidFill>
                <a:latin typeface="楷体" pitchFamily="49" charset="-122"/>
              </a:rPr>
              <a:t>其它归纳变量</a:t>
            </a:r>
            <a:r>
              <a:rPr lang="zh-CN" altLang="en-US" sz="2500" b="1" dirty="0">
                <a:solidFill>
                  <a:schemeClr val="tx1"/>
                </a:solidFill>
                <a:latin typeface="楷体" pitchFamily="49" charset="-122"/>
              </a:rPr>
              <a:t>的测试</a:t>
            </a:r>
            <a:r>
              <a:rPr lang="zh-CN" altLang="en-US" sz="2500" b="1" dirty="0">
                <a:solidFill>
                  <a:srgbClr val="0070C0"/>
                </a:solidFill>
                <a:latin typeface="楷体" pitchFamily="49" charset="-122"/>
              </a:rPr>
              <a:t>代替</a:t>
            </a:r>
            <a:r>
              <a:rPr lang="zh-CN" altLang="en-US" sz="2500" b="1" dirty="0">
                <a:solidFill>
                  <a:schemeClr val="tx1"/>
                </a:solidFill>
                <a:latin typeface="楷体" pitchFamily="49" charset="-122"/>
              </a:rPr>
              <a:t>对这种归纳变量的测试，那么可以</a:t>
            </a:r>
            <a:r>
              <a:rPr lang="zh-CN" altLang="en-US" sz="2500" b="1" dirty="0">
                <a:solidFill>
                  <a:srgbClr val="0070C0"/>
                </a:solidFill>
                <a:latin typeface="楷体" pitchFamily="49" charset="-122"/>
              </a:rPr>
              <a:t>删除这种归纳变量</a:t>
            </a:r>
            <a:endParaRPr lang="en-US" altLang="zh-CN" sz="2500" b="1" dirty="0">
              <a:solidFill>
                <a:srgbClr val="0070C0"/>
              </a:solidFill>
              <a:latin typeface="楷体" pitchFamily="49" charset="-122"/>
            </a:endParaRPr>
          </a:p>
          <a:p>
            <a:pPr eaLnBrk="1" hangingPunct="1">
              <a:lnSpc>
                <a:spcPts val="3500"/>
              </a:lnSpc>
              <a:buClrTx/>
              <a:buFont typeface="Wingdings" pitchFamily="2" charset="2"/>
              <a:buChar char="Ø"/>
              <a:defRPr/>
            </a:pPr>
            <a:endParaRPr lang="zh-CN" altLang="en-US" sz="2500" b="1" dirty="0">
              <a:solidFill>
                <a:schemeClr val="tx1"/>
              </a:solidFill>
              <a:latin typeface="楷体" pitchFamily="49" charset="-122"/>
            </a:endParaRPr>
          </a:p>
        </p:txBody>
      </p:sp>
      <p:sp>
        <p:nvSpPr>
          <p:cNvPr id="273411" name="Rectangle 2">
            <a:extLst>
              <a:ext uri="{FF2B5EF4-FFF2-40B4-BE49-F238E27FC236}">
                <a16:creationId xmlns:a16="http://schemas.microsoft.com/office/drawing/2014/main" id="{BC00F2E5-3347-4AF6-BCC9-5501D64931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归纳变量的删除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57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7157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7157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7157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458" name="Rectangle 4">
            <a:extLst>
              <a:ext uri="{FF2B5EF4-FFF2-40B4-BE49-F238E27FC236}">
                <a16:creationId xmlns:a16="http://schemas.microsoft.com/office/drawing/2014/main" id="{780A23CF-416E-46B5-905A-670DCC377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例</a:t>
            </a:r>
          </a:p>
        </p:txBody>
      </p:sp>
      <p:grpSp>
        <p:nvGrpSpPr>
          <p:cNvPr id="275459" name="组合 1">
            <a:extLst>
              <a:ext uri="{FF2B5EF4-FFF2-40B4-BE49-F238E27FC236}">
                <a16:creationId xmlns:a16="http://schemas.microsoft.com/office/drawing/2014/main" id="{F4B33116-165A-4B42-8700-8C6378E16174}"/>
              </a:ext>
            </a:extLst>
          </p:cNvPr>
          <p:cNvGrpSpPr>
            <a:grpSpLocks/>
          </p:cNvGrpSpPr>
          <p:nvPr/>
        </p:nvGrpSpPr>
        <p:grpSpPr bwMode="auto">
          <a:xfrm>
            <a:off x="3132138" y="142875"/>
            <a:ext cx="2862262" cy="5000625"/>
            <a:chOff x="4969111" y="142875"/>
            <a:chExt cx="2863614" cy="5000625"/>
          </a:xfrm>
        </p:grpSpPr>
        <p:sp>
          <p:nvSpPr>
            <p:cNvPr id="46" name="Rectangle 23">
              <a:extLst>
                <a:ext uri="{FF2B5EF4-FFF2-40B4-BE49-F238E27FC236}">
                  <a16:creationId xmlns:a16="http://schemas.microsoft.com/office/drawing/2014/main" id="{1DED6DAD-0A69-442B-A4EA-5EB6A2C8245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3880" y="142875"/>
              <a:ext cx="1693074" cy="1414463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tIns="36000" bIns="0"/>
            <a:lstStyle>
              <a:lvl1pPr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just">
                <a:lnSpc>
                  <a:spcPts val="1800"/>
                </a:lnSpc>
                <a:defRPr/>
              </a:pP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i 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=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 m 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  <a:sym typeface="Symbol" charset="2"/>
                </a:rPr>
                <a:t>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1</a:t>
              </a:r>
            </a:p>
            <a:p>
              <a:pPr algn="just">
                <a:lnSpc>
                  <a:spcPts val="1800"/>
                </a:lnSpc>
                <a:defRPr/>
              </a:pP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j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 =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 n</a:t>
              </a:r>
            </a:p>
            <a:p>
              <a:pPr algn="just">
                <a:lnSpc>
                  <a:spcPts val="1800"/>
                </a:lnSpc>
                <a:defRPr/>
              </a:pP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t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charset="0"/>
                </a:rPr>
                <a:t>1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 = 4 *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n</a:t>
              </a:r>
            </a:p>
            <a:p>
              <a:pPr algn="just">
                <a:lnSpc>
                  <a:spcPts val="1800"/>
                </a:lnSpc>
                <a:defRPr/>
              </a:pP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v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 =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a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[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t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charset="0"/>
                </a:rPr>
                <a:t>1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]</a:t>
              </a:r>
            </a:p>
            <a:p>
              <a:pPr algn="just">
                <a:lnSpc>
                  <a:spcPts val="1800"/>
                </a:lnSpc>
                <a:defRPr/>
              </a:pP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s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charset="0"/>
                </a:rPr>
                <a:t>2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 = 4 *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i</a:t>
              </a:r>
            </a:p>
            <a:p>
              <a:pPr algn="just">
                <a:lnSpc>
                  <a:spcPts val="1800"/>
                </a:lnSpc>
                <a:defRPr/>
              </a:pP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s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charset="0"/>
                </a:rPr>
                <a:t>4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 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= 4 *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 j</a:t>
              </a:r>
            </a:p>
          </p:txBody>
        </p:sp>
        <p:sp>
          <p:nvSpPr>
            <p:cNvPr id="275461" name="Freeform 42">
              <a:extLst>
                <a:ext uri="{FF2B5EF4-FFF2-40B4-BE49-F238E27FC236}">
                  <a16:creationId xmlns:a16="http://schemas.microsoft.com/office/drawing/2014/main" id="{0E8D1371-6C81-4012-A63A-5885B8FE8669}"/>
                </a:ext>
              </a:extLst>
            </p:cNvPr>
            <p:cNvSpPr>
              <a:spLocks/>
            </p:cNvSpPr>
            <p:nvPr/>
          </p:nvSpPr>
          <p:spPr bwMode="auto">
            <a:xfrm>
              <a:off x="4969111" y="1214426"/>
              <a:ext cx="746116" cy="3929074"/>
            </a:xfrm>
            <a:custGeom>
              <a:avLst/>
              <a:gdLst>
                <a:gd name="T0" fmla="*/ 2147483646 w 627"/>
                <a:gd name="T1" fmla="*/ 2147483646 h 3190"/>
                <a:gd name="T2" fmla="*/ 2147483646 w 627"/>
                <a:gd name="T3" fmla="*/ 2147483646 h 3190"/>
                <a:gd name="T4" fmla="*/ 2147483646 w 627"/>
                <a:gd name="T5" fmla="*/ 2147483646 h 3190"/>
                <a:gd name="T6" fmla="*/ 2147483646 w 627"/>
                <a:gd name="T7" fmla="*/ 2147483646 h 3190"/>
                <a:gd name="T8" fmla="*/ 2147483646 w 627"/>
                <a:gd name="T9" fmla="*/ 2147483646 h 319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627"/>
                <a:gd name="T16" fmla="*/ 0 h 3190"/>
                <a:gd name="T17" fmla="*/ 627 w 627"/>
                <a:gd name="T18" fmla="*/ 3190 h 319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627" h="3190">
                  <a:moveTo>
                    <a:pt x="491" y="2994"/>
                  </a:moveTo>
                  <a:cubicBezTo>
                    <a:pt x="430" y="3092"/>
                    <a:pt x="369" y="3190"/>
                    <a:pt x="309" y="3130"/>
                  </a:cubicBezTo>
                  <a:cubicBezTo>
                    <a:pt x="249" y="3070"/>
                    <a:pt x="166" y="3092"/>
                    <a:pt x="128" y="2631"/>
                  </a:cubicBezTo>
                  <a:cubicBezTo>
                    <a:pt x="90" y="2170"/>
                    <a:pt x="0" y="726"/>
                    <a:pt x="83" y="363"/>
                  </a:cubicBezTo>
                  <a:cubicBezTo>
                    <a:pt x="166" y="0"/>
                    <a:pt x="396" y="227"/>
                    <a:pt x="627" y="454"/>
                  </a:cubicBezTo>
                </a:path>
              </a:pathLst>
            </a:cu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275462" name="Freeform 40">
              <a:extLst>
                <a:ext uri="{FF2B5EF4-FFF2-40B4-BE49-F238E27FC236}">
                  <a16:creationId xmlns:a16="http://schemas.microsoft.com/office/drawing/2014/main" id="{FE398EA7-9785-49F8-9B57-B8C9C4FE6D73}"/>
                </a:ext>
              </a:extLst>
            </p:cNvPr>
            <p:cNvSpPr>
              <a:spLocks/>
            </p:cNvSpPr>
            <p:nvPr/>
          </p:nvSpPr>
          <p:spPr bwMode="auto">
            <a:xfrm>
              <a:off x="5218143" y="1643052"/>
              <a:ext cx="385758" cy="1357317"/>
            </a:xfrm>
            <a:custGeom>
              <a:avLst/>
              <a:gdLst>
                <a:gd name="T0" fmla="*/ 2147483646 w 325"/>
                <a:gd name="T1" fmla="*/ 2147483646 h 983"/>
                <a:gd name="T2" fmla="*/ 2147483646 w 325"/>
                <a:gd name="T3" fmla="*/ 2147483646 h 983"/>
                <a:gd name="T4" fmla="*/ 2147483646 w 325"/>
                <a:gd name="T5" fmla="*/ 2147483646 h 983"/>
                <a:gd name="T6" fmla="*/ 2147483646 w 325"/>
                <a:gd name="T7" fmla="*/ 2147483646 h 983"/>
                <a:gd name="T8" fmla="*/ 2147483646 w 325"/>
                <a:gd name="T9" fmla="*/ 2147483646 h 98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5"/>
                <a:gd name="T16" fmla="*/ 0 h 983"/>
                <a:gd name="T17" fmla="*/ 325 w 325"/>
                <a:gd name="T18" fmla="*/ 983 h 98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5" h="983">
                  <a:moveTo>
                    <a:pt x="325" y="847"/>
                  </a:moveTo>
                  <a:cubicBezTo>
                    <a:pt x="215" y="915"/>
                    <a:pt x="106" y="983"/>
                    <a:pt x="53" y="938"/>
                  </a:cubicBezTo>
                  <a:cubicBezTo>
                    <a:pt x="0" y="893"/>
                    <a:pt x="1" y="719"/>
                    <a:pt x="8" y="575"/>
                  </a:cubicBezTo>
                  <a:cubicBezTo>
                    <a:pt x="15" y="431"/>
                    <a:pt x="53" y="152"/>
                    <a:pt x="98" y="76"/>
                  </a:cubicBezTo>
                  <a:cubicBezTo>
                    <a:pt x="143" y="0"/>
                    <a:pt x="211" y="60"/>
                    <a:pt x="280" y="121"/>
                  </a:cubicBezTo>
                </a:path>
              </a:pathLst>
            </a:cu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51" name="Rectangle 24">
              <a:extLst>
                <a:ext uri="{FF2B5EF4-FFF2-40B4-BE49-F238E27FC236}">
                  <a16:creationId xmlns:a16="http://schemas.microsoft.com/office/drawing/2014/main" id="{461C26E0-BCA4-4405-9FBE-7ED9C2E8D67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05939" y="1797050"/>
              <a:ext cx="1710545" cy="106045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tIns="72000" bIns="0"/>
            <a:lstStyle>
              <a:lvl1pPr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just">
                <a:lnSpc>
                  <a:spcPts val="1800"/>
                </a:lnSpc>
                <a:defRPr/>
              </a:pPr>
              <a:r>
                <a:rPr lang="en-US" altLang="zh-CN" i="1" dirty="0">
                  <a:solidFill>
                    <a:srgbClr val="000000"/>
                  </a:solidFill>
                  <a:latin typeface="Times New Roman" charset="0"/>
                </a:rPr>
                <a:t>i</a:t>
              </a:r>
              <a:r>
                <a:rPr lang="en-US" altLang="zh-CN" dirty="0">
                  <a:solidFill>
                    <a:srgbClr val="000000"/>
                  </a:solidFill>
                  <a:latin typeface="Times New Roman" charset="0"/>
                </a:rPr>
                <a:t> =</a:t>
              </a:r>
              <a:r>
                <a:rPr lang="en-US" altLang="zh-CN" i="1" dirty="0">
                  <a:solidFill>
                    <a:srgbClr val="000000"/>
                  </a:solidFill>
                  <a:latin typeface="Times New Roman" charset="0"/>
                </a:rPr>
                <a:t> i </a:t>
              </a:r>
              <a:r>
                <a:rPr lang="en-US" altLang="zh-CN" dirty="0">
                  <a:solidFill>
                    <a:srgbClr val="000000"/>
                  </a:solidFill>
                  <a:latin typeface="Times New Roman" charset="0"/>
                </a:rPr>
                <a:t>+ 1</a:t>
              </a:r>
              <a:endParaRPr lang="en-US" altLang="zh-CN" dirty="0">
                <a:solidFill>
                  <a:srgbClr val="0000FF"/>
                </a:solidFill>
                <a:latin typeface="Times New Roman" charset="0"/>
              </a:endParaRPr>
            </a:p>
            <a:p>
              <a:pPr algn="just">
                <a:lnSpc>
                  <a:spcPts val="1800"/>
                </a:lnSpc>
                <a:defRPr/>
              </a:pP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s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charset="0"/>
                </a:rPr>
                <a:t>2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 =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s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charset="0"/>
                </a:rPr>
                <a:t>2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 </a:t>
              </a:r>
              <a:r>
                <a:rPr lang="en-US" altLang="zh-CN" dirty="0">
                  <a:solidFill>
                    <a:prstClr val="black"/>
                  </a:solidFill>
                  <a:latin typeface="宋体" charset="0"/>
                </a:rPr>
                <a:t>+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 4</a:t>
              </a:r>
              <a:endParaRPr lang="en-US" altLang="zh-CN" i="1" dirty="0">
                <a:solidFill>
                  <a:prstClr val="black"/>
                </a:solidFill>
                <a:latin typeface="Times New Roman" charset="0"/>
              </a:endParaRPr>
            </a:p>
            <a:p>
              <a:pPr algn="just">
                <a:lnSpc>
                  <a:spcPts val="1800"/>
                </a:lnSpc>
                <a:defRPr/>
              </a:pP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t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charset="0"/>
                </a:rPr>
                <a:t>3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 =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a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[</a:t>
              </a:r>
              <a:r>
                <a:rPr lang="en-US" altLang="zh-CN" i="1" dirty="0">
                  <a:latin typeface="Times New Roman" charset="0"/>
                </a:rPr>
                <a:t>s</a:t>
              </a:r>
              <a:r>
                <a:rPr lang="en-US" altLang="zh-CN" i="1" baseline="-25000" dirty="0">
                  <a:latin typeface="Times New Roman" charset="0"/>
                </a:rPr>
                <a:t>2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]</a:t>
              </a:r>
            </a:p>
            <a:p>
              <a:pPr algn="just">
                <a:lnSpc>
                  <a:spcPts val="1800"/>
                </a:lnSpc>
                <a:defRPr/>
              </a:pP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if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t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charset="0"/>
                </a:rPr>
                <a:t>3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 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&lt;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v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 </a:t>
              </a:r>
              <a:r>
                <a:rPr lang="en-US" altLang="zh-CN" dirty="0" err="1">
                  <a:solidFill>
                    <a:prstClr val="black"/>
                  </a:solidFill>
                  <a:latin typeface="Times New Roman" charset="0"/>
                </a:rPr>
                <a:t>goto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B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charset="0"/>
                </a:rPr>
                <a:t>2</a:t>
              </a:r>
            </a:p>
          </p:txBody>
        </p:sp>
        <p:sp>
          <p:nvSpPr>
            <p:cNvPr id="275464" name="Rectangle 25">
              <a:extLst>
                <a:ext uri="{FF2B5EF4-FFF2-40B4-BE49-F238E27FC236}">
                  <a16:creationId xmlns:a16="http://schemas.microsoft.com/office/drawing/2014/main" id="{1D14BCB4-89CC-4BA3-A42F-9AC6E62E6C4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241042" y="550863"/>
              <a:ext cx="392768" cy="22032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0" rIns="0" bIns="0"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sz="1500" i="1">
                  <a:solidFill>
                    <a:srgbClr val="000000"/>
                  </a:solidFill>
                  <a:latin typeface="Times New Roman" panose="02020603050405020304" pitchFamily="18" charset="0"/>
                </a:rPr>
                <a:t>B</a:t>
              </a:r>
              <a:r>
                <a:rPr lang="en-US" altLang="zh-CN" sz="1500" baseline="-25000">
                  <a:solidFill>
                    <a:srgbClr val="000000"/>
                  </a:solidFill>
                  <a:latin typeface="Times New Roman" panose="02020603050405020304" pitchFamily="18" charset="0"/>
                </a:rPr>
                <a:t>1</a:t>
              </a:r>
              <a:endParaRPr lang="en-US" altLang="zh-CN" sz="1500">
                <a:solidFill>
                  <a:srgbClr val="000000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275465" name="Rectangle 26">
              <a:extLst>
                <a:ext uri="{FF2B5EF4-FFF2-40B4-BE49-F238E27FC236}">
                  <a16:creationId xmlns:a16="http://schemas.microsoft.com/office/drawing/2014/main" id="{FC8265F9-C375-4EEF-8E95-2F7BFAEA88A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74540" y="1741393"/>
              <a:ext cx="626049" cy="3263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sz="1500" i="1">
                  <a:solidFill>
                    <a:srgbClr val="000000"/>
                  </a:solidFill>
                  <a:latin typeface="Times New Roman" panose="02020603050405020304" pitchFamily="18" charset="0"/>
                </a:rPr>
                <a:t>B</a:t>
              </a:r>
              <a:r>
                <a:rPr lang="en-US" altLang="zh-CN" sz="1500" baseline="-25000">
                  <a:solidFill>
                    <a:srgbClr val="000000"/>
                  </a:solidFill>
                  <a:latin typeface="Times New Roman" panose="02020603050405020304" pitchFamily="18" charset="0"/>
                </a:rPr>
                <a:t>2</a:t>
              </a:r>
              <a:endParaRPr lang="en-US" altLang="zh-CN" sz="1500">
                <a:solidFill>
                  <a:srgbClr val="000000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54" name="Rectangle 27">
              <a:extLst>
                <a:ext uri="{FF2B5EF4-FFF2-40B4-BE49-F238E27FC236}">
                  <a16:creationId xmlns:a16="http://schemas.microsoft.com/office/drawing/2014/main" id="{7F1340FE-CD4E-4388-9099-5383D234E5C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23410" y="3143250"/>
              <a:ext cx="1710546" cy="1000125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tIns="72000" bIns="0" anchor="ctr"/>
            <a:lstStyle>
              <a:lvl1pPr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just">
                <a:lnSpc>
                  <a:spcPts val="1800"/>
                </a:lnSpc>
                <a:defRPr/>
              </a:pP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j 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=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j 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  <a:sym typeface="Symbol" charset="2"/>
                </a:rPr>
                <a:t>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1</a:t>
              </a:r>
            </a:p>
            <a:p>
              <a:pPr algn="just">
                <a:lnSpc>
                  <a:spcPts val="1800"/>
                </a:lnSpc>
                <a:defRPr/>
              </a:pP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s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charset="0"/>
                </a:rPr>
                <a:t>4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 =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s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charset="0"/>
                </a:rPr>
                <a:t>4 </a:t>
              </a:r>
              <a:r>
                <a:rPr lang="en-US" altLang="zh-CN" dirty="0">
                  <a:solidFill>
                    <a:prstClr val="black"/>
                  </a:solidFill>
                  <a:latin typeface="宋体" charset="0"/>
                </a:rPr>
                <a:t>- 4</a:t>
              </a:r>
              <a:endParaRPr lang="en-US" altLang="zh-CN" i="1" dirty="0">
                <a:solidFill>
                  <a:prstClr val="black"/>
                </a:solidFill>
                <a:latin typeface="Times New Roman" charset="0"/>
              </a:endParaRPr>
            </a:p>
            <a:p>
              <a:pPr algn="just">
                <a:lnSpc>
                  <a:spcPts val="1800"/>
                </a:lnSpc>
                <a:defRPr/>
              </a:pP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t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charset="0"/>
                </a:rPr>
                <a:t>5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 =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a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[</a:t>
              </a:r>
              <a:r>
                <a:rPr lang="en-US" altLang="zh-CN" i="1" dirty="0">
                  <a:latin typeface="Times New Roman" charset="0"/>
                </a:rPr>
                <a:t>s</a:t>
              </a:r>
              <a:r>
                <a:rPr lang="en-US" altLang="zh-CN" i="1" baseline="-25000" dirty="0">
                  <a:latin typeface="Times New Roman" charset="0"/>
                </a:rPr>
                <a:t>4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]</a:t>
              </a:r>
            </a:p>
            <a:p>
              <a:pPr algn="just">
                <a:lnSpc>
                  <a:spcPts val="1800"/>
                </a:lnSpc>
                <a:defRPr/>
              </a:pP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if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t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charset="0"/>
                </a:rPr>
                <a:t>5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 &gt;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v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 </a:t>
              </a:r>
              <a:r>
                <a:rPr lang="en-US" altLang="zh-CN" dirty="0" err="1">
                  <a:solidFill>
                    <a:prstClr val="black"/>
                  </a:solidFill>
                  <a:latin typeface="Times New Roman" charset="0"/>
                </a:rPr>
                <a:t>goto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B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charset="0"/>
                </a:rPr>
                <a:t>3</a:t>
              </a:r>
            </a:p>
          </p:txBody>
        </p:sp>
        <p:sp>
          <p:nvSpPr>
            <p:cNvPr id="55" name="Rectangle 30">
              <a:extLst>
                <a:ext uri="{FF2B5EF4-FFF2-40B4-BE49-F238E27FC236}">
                  <a16:creationId xmlns:a16="http://schemas.microsoft.com/office/drawing/2014/main" id="{61869669-8C78-4658-A937-999D76309F4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23410" y="4273550"/>
              <a:ext cx="1726428" cy="276225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90000" tIns="0" rIns="0" bIns="0"/>
            <a:lstStyle>
              <a:lvl1pPr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just">
                <a:lnSpc>
                  <a:spcPct val="96000"/>
                </a:lnSpc>
                <a:defRPr/>
              </a:pPr>
              <a:r>
                <a:rPr lang="en-US" altLang="zh-CN" dirty="0">
                  <a:solidFill>
                    <a:srgbClr val="000000"/>
                  </a:solidFill>
                  <a:latin typeface="Times New Roman" charset="0"/>
                </a:rPr>
                <a:t>if </a:t>
              </a:r>
              <a:r>
                <a:rPr lang="en-US" altLang="zh-CN" i="1" dirty="0">
                  <a:solidFill>
                    <a:srgbClr val="FF0000"/>
                  </a:solidFill>
                  <a:latin typeface="Times New Roman" charset="0"/>
                </a:rPr>
                <a:t>i</a:t>
              </a:r>
              <a:r>
                <a:rPr lang="en-US" altLang="zh-CN" dirty="0">
                  <a:solidFill>
                    <a:srgbClr val="FF0000"/>
                  </a:solidFill>
                  <a:latin typeface="Times New Roman" charset="0"/>
                </a:rPr>
                <a:t> &gt;= </a:t>
              </a:r>
              <a:r>
                <a:rPr lang="en-US" altLang="zh-CN" i="1" dirty="0">
                  <a:solidFill>
                    <a:srgbClr val="FF0000"/>
                  </a:solidFill>
                  <a:latin typeface="Times New Roman" charset="0"/>
                </a:rPr>
                <a:t>j </a:t>
              </a:r>
              <a:r>
                <a:rPr lang="en-US" altLang="zh-CN" dirty="0" err="1">
                  <a:solidFill>
                    <a:srgbClr val="000000"/>
                  </a:solidFill>
                  <a:latin typeface="Times New Roman" charset="0"/>
                </a:rPr>
                <a:t>goto</a:t>
              </a:r>
              <a:r>
                <a:rPr lang="en-US" altLang="zh-CN" dirty="0">
                  <a:solidFill>
                    <a:srgbClr val="000000"/>
                  </a:solidFill>
                  <a:latin typeface="Times New Roman" charset="0"/>
                </a:rPr>
                <a:t> </a:t>
              </a:r>
              <a:r>
                <a:rPr lang="en-US" altLang="zh-CN" i="1" dirty="0">
                  <a:solidFill>
                    <a:srgbClr val="000000"/>
                  </a:solidFill>
                  <a:latin typeface="Times New Roman" charset="0"/>
                </a:rPr>
                <a:t>B</a:t>
              </a:r>
              <a:r>
                <a:rPr lang="en-US" altLang="zh-CN" i="1" baseline="-25000" dirty="0">
                  <a:solidFill>
                    <a:srgbClr val="000000"/>
                  </a:solidFill>
                  <a:latin typeface="Times New Roman" charset="0"/>
                </a:rPr>
                <a:t>6</a:t>
              </a:r>
            </a:p>
          </p:txBody>
        </p:sp>
        <p:sp>
          <p:nvSpPr>
            <p:cNvPr id="56" name="Rectangle 32">
              <a:extLst>
                <a:ext uri="{FF2B5EF4-FFF2-40B4-BE49-F238E27FC236}">
                  <a16:creationId xmlns:a16="http://schemas.microsoft.com/office/drawing/2014/main" id="{73EF6372-A9BD-424C-9848-39D627EB75B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97998" y="4746625"/>
              <a:ext cx="783008" cy="231775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tIns="0" bIns="0"/>
            <a:lstStyle>
              <a:lvl1pPr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just">
                <a:lnSpc>
                  <a:spcPct val="96000"/>
                </a:lnSpc>
                <a:defRPr/>
              </a:pPr>
              <a:endParaRPr lang="en-US" altLang="zh-CN" sz="700" b="0" baseline="-25000">
                <a:solidFill>
                  <a:prstClr val="black"/>
                </a:solidFill>
                <a:latin typeface="Times New Roman" charset="0"/>
              </a:endParaRPr>
            </a:p>
          </p:txBody>
        </p:sp>
        <p:sp>
          <p:nvSpPr>
            <p:cNvPr id="275469" name="Rectangle 33">
              <a:extLst>
                <a:ext uri="{FF2B5EF4-FFF2-40B4-BE49-F238E27FC236}">
                  <a16:creationId xmlns:a16="http://schemas.microsoft.com/office/drawing/2014/main" id="{7BB336B2-9A21-4044-AED2-FB626A8D078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90855" y="4225713"/>
              <a:ext cx="626049" cy="32393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sz="1500" i="1">
                  <a:solidFill>
                    <a:srgbClr val="000000"/>
                  </a:solidFill>
                  <a:latin typeface="Times New Roman" panose="02020603050405020304" pitchFamily="18" charset="0"/>
                </a:rPr>
                <a:t>B</a:t>
              </a:r>
              <a:r>
                <a:rPr lang="en-US" altLang="zh-CN" sz="1500" baseline="-25000">
                  <a:solidFill>
                    <a:srgbClr val="000000"/>
                  </a:solidFill>
                  <a:latin typeface="Times New Roman" panose="02020603050405020304" pitchFamily="18" charset="0"/>
                </a:rPr>
                <a:t>4</a:t>
              </a:r>
              <a:endParaRPr lang="en-US" altLang="zh-CN" sz="1500">
                <a:solidFill>
                  <a:srgbClr val="000000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275470" name="Rectangle 34">
              <a:extLst>
                <a:ext uri="{FF2B5EF4-FFF2-40B4-BE49-F238E27FC236}">
                  <a16:creationId xmlns:a16="http://schemas.microsoft.com/office/drawing/2014/main" id="{B1E866F3-4348-425D-8952-E9509497761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204296" y="3071806"/>
              <a:ext cx="628429" cy="3275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sz="1500" i="1">
                  <a:solidFill>
                    <a:srgbClr val="000000"/>
                  </a:solidFill>
                  <a:latin typeface="Times New Roman" panose="02020603050405020304" pitchFamily="18" charset="0"/>
                </a:rPr>
                <a:t>B</a:t>
              </a:r>
              <a:r>
                <a:rPr lang="en-US" altLang="zh-CN" sz="1500" baseline="-25000">
                  <a:solidFill>
                    <a:srgbClr val="000000"/>
                  </a:solidFill>
                  <a:latin typeface="Times New Roman" panose="02020603050405020304" pitchFamily="18" charset="0"/>
                </a:rPr>
                <a:t>3</a:t>
              </a:r>
              <a:endParaRPr lang="en-US" altLang="zh-CN" sz="1500">
                <a:solidFill>
                  <a:srgbClr val="000000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59" name="Rectangle 36">
              <a:extLst>
                <a:ext uri="{FF2B5EF4-FFF2-40B4-BE49-F238E27FC236}">
                  <a16:creationId xmlns:a16="http://schemas.microsoft.com/office/drawing/2014/main" id="{B6365637-9176-4275-BFA9-742F433427D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414418" y="4746625"/>
              <a:ext cx="810007" cy="231775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tIns="0" bIns="0"/>
            <a:lstStyle>
              <a:lvl1pPr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just">
                <a:lnSpc>
                  <a:spcPct val="96000"/>
                </a:lnSpc>
                <a:defRPr/>
              </a:pPr>
              <a:endParaRPr lang="en-US" altLang="zh-CN" sz="700" b="0" baseline="-25000">
                <a:solidFill>
                  <a:prstClr val="black"/>
                </a:solidFill>
                <a:latin typeface="Times New Roman" charset="0"/>
              </a:endParaRPr>
            </a:p>
          </p:txBody>
        </p:sp>
        <p:sp>
          <p:nvSpPr>
            <p:cNvPr id="275472" name="Rectangle 39">
              <a:extLst>
                <a:ext uri="{FF2B5EF4-FFF2-40B4-BE49-F238E27FC236}">
                  <a16:creationId xmlns:a16="http://schemas.microsoft.com/office/drawing/2014/main" id="{CEDF5125-0F0F-4CE5-962E-53E6B02C399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89666" y="4692518"/>
              <a:ext cx="627239" cy="3275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sz="1500" i="1">
                  <a:solidFill>
                    <a:srgbClr val="000000"/>
                  </a:solidFill>
                  <a:latin typeface="Times New Roman" panose="02020603050405020304" pitchFamily="18" charset="0"/>
                </a:rPr>
                <a:t>B</a:t>
              </a:r>
              <a:r>
                <a:rPr lang="en-US" altLang="zh-CN" sz="1500" baseline="-25000">
                  <a:solidFill>
                    <a:srgbClr val="000000"/>
                  </a:solidFill>
                  <a:latin typeface="Times New Roman" panose="02020603050405020304" pitchFamily="18" charset="0"/>
                </a:rPr>
                <a:t>6</a:t>
              </a:r>
              <a:endParaRPr lang="en-US" altLang="zh-CN" sz="1500">
                <a:solidFill>
                  <a:srgbClr val="000000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275473" name="Line 28">
              <a:extLst>
                <a:ext uri="{FF2B5EF4-FFF2-40B4-BE49-F238E27FC236}">
                  <a16:creationId xmlns:a16="http://schemas.microsoft.com/office/drawing/2014/main" id="{95C05AD5-3227-4FAB-B08A-713ECE69251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297631" y="1558921"/>
              <a:ext cx="0" cy="239712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275474" name="Line 29">
              <a:extLst>
                <a:ext uri="{FF2B5EF4-FFF2-40B4-BE49-F238E27FC236}">
                  <a16:creationId xmlns:a16="http://schemas.microsoft.com/office/drawing/2014/main" id="{D83B575E-49F9-4279-AB3C-ECB5A0E52E3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291293" y="2871782"/>
              <a:ext cx="0" cy="271461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275475" name="Line 31">
              <a:extLst>
                <a:ext uri="{FF2B5EF4-FFF2-40B4-BE49-F238E27FC236}">
                  <a16:creationId xmlns:a16="http://schemas.microsoft.com/office/drawing/2014/main" id="{1168051A-AE74-4A82-B72F-4F0A24A9577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359542" y="4135309"/>
              <a:ext cx="0" cy="169862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275476" name="Line 37">
              <a:extLst>
                <a:ext uri="{FF2B5EF4-FFF2-40B4-BE49-F238E27FC236}">
                  <a16:creationId xmlns:a16="http://schemas.microsoft.com/office/drawing/2014/main" id="{E18A90E8-E658-467A-9531-2D5799AF9910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5802336" y="4563212"/>
              <a:ext cx="368296" cy="182562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275477" name="Line 38">
              <a:extLst>
                <a:ext uri="{FF2B5EF4-FFF2-40B4-BE49-F238E27FC236}">
                  <a16:creationId xmlns:a16="http://schemas.microsoft.com/office/drawing/2014/main" id="{74A0B9D9-FEF0-4C70-99F3-7BAB381A3A8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557978" y="4563212"/>
              <a:ext cx="323846" cy="182562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275478" name="Freeform 41">
              <a:extLst>
                <a:ext uri="{FF2B5EF4-FFF2-40B4-BE49-F238E27FC236}">
                  <a16:creationId xmlns:a16="http://schemas.microsoft.com/office/drawing/2014/main" id="{71F32C0A-C913-4833-8490-5061F2B695C3}"/>
                </a:ext>
              </a:extLst>
            </p:cNvPr>
            <p:cNvSpPr>
              <a:spLocks/>
            </p:cNvSpPr>
            <p:nvPr/>
          </p:nvSpPr>
          <p:spPr bwMode="auto">
            <a:xfrm>
              <a:off x="5291172" y="2928930"/>
              <a:ext cx="271460" cy="1357317"/>
            </a:xfrm>
            <a:custGeom>
              <a:avLst/>
              <a:gdLst>
                <a:gd name="T0" fmla="*/ 2147483646 w 227"/>
                <a:gd name="T1" fmla="*/ 2147483646 h 983"/>
                <a:gd name="T2" fmla="*/ 2147483646 w 227"/>
                <a:gd name="T3" fmla="*/ 2147483646 h 983"/>
                <a:gd name="T4" fmla="*/ 0 w 227"/>
                <a:gd name="T5" fmla="*/ 2147483646 h 983"/>
                <a:gd name="T6" fmla="*/ 2147483646 w 227"/>
                <a:gd name="T7" fmla="*/ 2147483646 h 983"/>
                <a:gd name="T8" fmla="*/ 2147483646 w 227"/>
                <a:gd name="T9" fmla="*/ 2147483646 h 98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27"/>
                <a:gd name="T16" fmla="*/ 0 h 983"/>
                <a:gd name="T17" fmla="*/ 227 w 227"/>
                <a:gd name="T18" fmla="*/ 983 h 98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27" h="983">
                  <a:moveTo>
                    <a:pt x="182" y="885"/>
                  </a:moveTo>
                  <a:cubicBezTo>
                    <a:pt x="129" y="934"/>
                    <a:pt x="76" y="983"/>
                    <a:pt x="46" y="930"/>
                  </a:cubicBezTo>
                  <a:cubicBezTo>
                    <a:pt x="16" y="877"/>
                    <a:pt x="0" y="711"/>
                    <a:pt x="0" y="567"/>
                  </a:cubicBezTo>
                  <a:cubicBezTo>
                    <a:pt x="0" y="423"/>
                    <a:pt x="8" y="136"/>
                    <a:pt x="46" y="68"/>
                  </a:cubicBezTo>
                  <a:cubicBezTo>
                    <a:pt x="84" y="0"/>
                    <a:pt x="155" y="79"/>
                    <a:pt x="227" y="159"/>
                  </a:cubicBezTo>
                </a:path>
              </a:pathLst>
            </a:cu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275479" name="Rectangle 16">
              <a:extLst>
                <a:ext uri="{FF2B5EF4-FFF2-40B4-BE49-F238E27FC236}">
                  <a16:creationId xmlns:a16="http://schemas.microsoft.com/office/drawing/2014/main" id="{141ADA93-86CA-4F74-BDD9-1F2C900DDCB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48298" y="4692519"/>
              <a:ext cx="514344" cy="3254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sz="1500" i="1">
                  <a:solidFill>
                    <a:srgbClr val="000000"/>
                  </a:solidFill>
                  <a:latin typeface="Times New Roman" panose="02020603050405020304" pitchFamily="18" charset="0"/>
                </a:rPr>
                <a:t>B</a:t>
              </a:r>
              <a:r>
                <a:rPr lang="en-US" altLang="zh-CN" sz="1500" i="1" baseline="-25000">
                  <a:solidFill>
                    <a:srgbClr val="000000"/>
                  </a:solidFill>
                  <a:latin typeface="Times New Roman" panose="02020603050405020304" pitchFamily="18" charset="0"/>
                </a:rPr>
                <a:t>5</a:t>
              </a:r>
              <a:endParaRPr lang="en-US" altLang="zh-CN" sz="1500" i="1">
                <a:solidFill>
                  <a:srgbClr val="000000"/>
                </a:solidFill>
                <a:latin typeface="Times New Roman" panose="02020603050405020304" pitchFamily="18" charset="0"/>
              </a:endParaRPr>
            </a:p>
          </p:txBody>
        </p:sp>
      </p:grp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03" name="Rectangle 3">
            <a:extLst>
              <a:ext uri="{FF2B5EF4-FFF2-40B4-BE49-F238E27FC236}">
                <a16:creationId xmlns:a16="http://schemas.microsoft.com/office/drawing/2014/main" id="{3E9D06CA-9017-444F-96CF-4288C39B256C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468313" y="774700"/>
            <a:ext cx="8218487" cy="4100512"/>
          </a:xfrm>
        </p:spPr>
        <p:txBody>
          <a:bodyPr vert="horz"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lnSpc>
                <a:spcPts val="30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对于</a:t>
            </a:r>
            <a:r>
              <a:rPr lang="zh-CN" altLang="en-US" b="1" dirty="0">
                <a:solidFill>
                  <a:srgbClr val="0070C0"/>
                </a:solidFill>
                <a:cs typeface="Times New Roman" panose="02020603050405020304" pitchFamily="18" charset="0"/>
              </a:rPr>
              <a:t>仅用于测试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的基本归纳变量 </a:t>
            </a:r>
            <a:r>
              <a:rPr lang="en-US" altLang="zh-CN" b="1" i="1" dirty="0" err="1">
                <a:solidFill>
                  <a:schemeClr val="tx1"/>
                </a:solidFill>
                <a:cs typeface="Times New Roman" panose="02020603050405020304" pitchFamily="18" charset="0"/>
              </a:rPr>
              <a:t>i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，取</a:t>
            </a:r>
            <a:r>
              <a:rPr lang="en-US" altLang="zh-CN" b="1" i="1" dirty="0" err="1">
                <a:solidFill>
                  <a:srgbClr val="0070C0"/>
                </a:solidFill>
                <a:cs typeface="Times New Roman" panose="02020603050405020304" pitchFamily="18" charset="0"/>
              </a:rPr>
              <a:t>i</a:t>
            </a:r>
            <a:r>
              <a:rPr lang="zh-CN" altLang="en-US" b="1" dirty="0">
                <a:solidFill>
                  <a:srgbClr val="0070C0"/>
                </a:solidFill>
                <a:cs typeface="Times New Roman" panose="02020603050405020304" pitchFamily="18" charset="0"/>
              </a:rPr>
              <a:t>族的某个归纳变量 </a:t>
            </a:r>
            <a:r>
              <a:rPr lang="en-US" altLang="zh-CN" b="1" i="1" dirty="0">
                <a:solidFill>
                  <a:srgbClr val="0070C0"/>
                </a:solidFill>
                <a:cs typeface="Times New Roman" panose="02020603050405020304" pitchFamily="18" charset="0"/>
              </a:rPr>
              <a:t>j</a:t>
            </a:r>
            <a:r>
              <a:rPr lang="zh-CN" altLang="en-US" b="1" i="1" dirty="0">
                <a:solidFill>
                  <a:schemeClr val="tx2">
                    <a:lumMod val="60000"/>
                    <a:lumOff val="40000"/>
                  </a:schemeClr>
                </a:solidFill>
                <a:cs typeface="Times New Roman" panose="02020603050405020304" pitchFamily="18" charset="0"/>
              </a:rPr>
              <a:t>，</a:t>
            </a:r>
            <a:r>
              <a:rPr lang="zh-CN" altLang="en-US" b="1" dirty="0">
                <a:solidFill>
                  <a:srgbClr val="0070C0"/>
                </a:solidFill>
                <a:cs typeface="Times New Roman" panose="02020603050405020304" pitchFamily="18" charset="0"/>
              </a:rPr>
              <a:t>设其三元组为</a:t>
            </a:r>
            <a:r>
              <a:rPr lang="en-US" altLang="zh-CN" b="1" dirty="0">
                <a:solidFill>
                  <a:srgbClr val="0070C0"/>
                </a:solidFill>
                <a:cs typeface="Times New Roman" panose="02020603050405020304" pitchFamily="18" charset="0"/>
              </a:rPr>
              <a:t>( </a:t>
            </a:r>
            <a:r>
              <a:rPr lang="en-US" altLang="zh-CN" b="1" i="1" dirty="0" err="1">
                <a:solidFill>
                  <a:srgbClr val="0070C0"/>
                </a:solidFill>
                <a:cs typeface="Times New Roman" panose="02020603050405020304" pitchFamily="18" charset="0"/>
              </a:rPr>
              <a:t>i</a:t>
            </a:r>
            <a:r>
              <a:rPr lang="en-US" altLang="zh-CN" b="1" i="1" dirty="0">
                <a:solidFill>
                  <a:srgbClr val="0070C0"/>
                </a:solidFill>
                <a:cs typeface="Times New Roman" panose="02020603050405020304" pitchFamily="18" charset="0"/>
              </a:rPr>
              <a:t>, c, d </a:t>
            </a:r>
            <a:r>
              <a:rPr lang="en-US" altLang="zh-CN" b="1" dirty="0">
                <a:solidFill>
                  <a:srgbClr val="0070C0"/>
                </a:solidFill>
                <a:cs typeface="Times New Roman" panose="02020603050405020304" pitchFamily="18" charset="0"/>
              </a:rPr>
              <a:t>) </a:t>
            </a:r>
            <a:r>
              <a:rPr lang="en-US" altLang="zh-CN" b="1" dirty="0">
                <a:solidFill>
                  <a:schemeClr val="tx1"/>
                </a:solidFill>
                <a:cs typeface="Times New Roman" panose="02020603050405020304" pitchFamily="18" charset="0"/>
              </a:rPr>
              <a:t>(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尽量</a:t>
            </a:r>
            <a:r>
              <a:rPr lang="zh-CN" altLang="en-US" b="1" dirty="0">
                <a:cs typeface="Times New Roman" panose="02020603050405020304" pitchFamily="18" charset="0"/>
              </a:rPr>
              <a:t>选择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使得</a:t>
            </a:r>
            <a:r>
              <a:rPr lang="en-US" altLang="zh-CN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c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、</a:t>
            </a:r>
            <a:r>
              <a:rPr lang="en-US" altLang="zh-CN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d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简单，即</a:t>
            </a:r>
            <a:r>
              <a:rPr lang="en-US" altLang="zh-CN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c</a:t>
            </a:r>
            <a:r>
              <a:rPr lang="en-US" altLang="zh-CN" b="1" dirty="0">
                <a:solidFill>
                  <a:schemeClr val="tx1"/>
                </a:solidFill>
                <a:cs typeface="Times New Roman" panose="02020603050405020304" pitchFamily="18" charset="0"/>
              </a:rPr>
              <a:t>=1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或</a:t>
            </a:r>
            <a:r>
              <a:rPr lang="en-US" altLang="zh-CN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d</a:t>
            </a:r>
            <a:r>
              <a:rPr lang="en-US" altLang="zh-CN" b="1" dirty="0">
                <a:solidFill>
                  <a:schemeClr val="tx1"/>
                </a:solidFill>
                <a:cs typeface="Times New Roman" panose="02020603050405020304" pitchFamily="18" charset="0"/>
              </a:rPr>
              <a:t>=0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的情况</a:t>
            </a:r>
            <a:r>
              <a:rPr lang="en-US" altLang="zh-CN" b="1" dirty="0">
                <a:solidFill>
                  <a:schemeClr val="tx1"/>
                </a:solidFill>
                <a:cs typeface="Times New Roman" panose="02020603050405020304" pitchFamily="18" charset="0"/>
              </a:rPr>
              <a:t>)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。把每个</a:t>
            </a:r>
            <a:r>
              <a:rPr lang="zh-CN" altLang="en-US" b="1" dirty="0">
                <a:solidFill>
                  <a:srgbClr val="0070C0"/>
                </a:solidFill>
                <a:cs typeface="Times New Roman" panose="02020603050405020304" pitchFamily="18" charset="0"/>
              </a:rPr>
              <a:t>对 </a:t>
            </a:r>
            <a:r>
              <a:rPr lang="en-US" altLang="zh-CN" b="1" i="1" dirty="0" err="1">
                <a:solidFill>
                  <a:srgbClr val="0070C0"/>
                </a:solidFill>
                <a:cs typeface="Times New Roman" panose="02020603050405020304" pitchFamily="18" charset="0"/>
              </a:rPr>
              <a:t>i</a:t>
            </a:r>
            <a:r>
              <a:rPr lang="en-US" altLang="zh-CN" b="1" i="1" dirty="0">
                <a:solidFill>
                  <a:srgbClr val="0070C0"/>
                </a:solidFill>
                <a:cs typeface="Times New Roman" panose="02020603050405020304" pitchFamily="18" charset="0"/>
              </a:rPr>
              <a:t> </a:t>
            </a:r>
            <a:r>
              <a:rPr lang="zh-CN" altLang="en-US" b="1" dirty="0">
                <a:solidFill>
                  <a:srgbClr val="0070C0"/>
                </a:solidFill>
                <a:cs typeface="Times New Roman" panose="02020603050405020304" pitchFamily="18" charset="0"/>
              </a:rPr>
              <a:t>的测试</a:t>
            </a:r>
            <a:r>
              <a:rPr lang="zh-CN" altLang="en-US" b="1" u="sng" dirty="0">
                <a:solidFill>
                  <a:srgbClr val="0070C0"/>
                </a:solidFill>
                <a:cs typeface="Times New Roman" panose="02020603050405020304" pitchFamily="18" charset="0"/>
              </a:rPr>
              <a:t>替换</a:t>
            </a:r>
            <a:r>
              <a:rPr lang="zh-CN" altLang="en-US" b="1" dirty="0">
                <a:solidFill>
                  <a:srgbClr val="0070C0"/>
                </a:solidFill>
                <a:cs typeface="Times New Roman" panose="02020603050405020304" pitchFamily="18" charset="0"/>
              </a:rPr>
              <a:t>成为对 </a:t>
            </a:r>
            <a:r>
              <a:rPr lang="en-US" altLang="zh-CN" b="1" i="1" dirty="0">
                <a:solidFill>
                  <a:srgbClr val="0070C0"/>
                </a:solidFill>
                <a:cs typeface="Times New Roman" panose="02020603050405020304" pitchFamily="18" charset="0"/>
              </a:rPr>
              <a:t>j </a:t>
            </a:r>
            <a:r>
              <a:rPr lang="zh-CN" altLang="en-US" b="1" dirty="0">
                <a:solidFill>
                  <a:srgbClr val="0070C0"/>
                </a:solidFill>
                <a:cs typeface="Times New Roman" panose="02020603050405020304" pitchFamily="18" charset="0"/>
              </a:rPr>
              <a:t>的测试</a:t>
            </a:r>
          </a:p>
          <a:p>
            <a:pPr lvl="1" eaLnBrk="1" hangingPunct="1">
              <a:lnSpc>
                <a:spcPts val="30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en-US" altLang="zh-CN" b="1" dirty="0">
                <a:solidFill>
                  <a:schemeClr val="tx1"/>
                </a:solidFill>
                <a:cs typeface="Times New Roman" panose="02020603050405020304" pitchFamily="18" charset="0"/>
              </a:rPr>
              <a:t>( </a:t>
            </a:r>
            <a:r>
              <a:rPr lang="en-US" altLang="zh-CN" b="1" i="1" dirty="0" err="1">
                <a:solidFill>
                  <a:schemeClr val="tx1"/>
                </a:solidFill>
                <a:cs typeface="Times New Roman" panose="02020603050405020304" pitchFamily="18" charset="0"/>
              </a:rPr>
              <a:t>relop</a:t>
            </a:r>
            <a:r>
              <a:rPr lang="en-US" altLang="zh-CN" b="1" dirty="0">
                <a:solidFill>
                  <a:schemeClr val="tx1"/>
                </a:solidFill>
                <a:cs typeface="Times New Roman" panose="02020603050405020304" pitchFamily="18" charset="0"/>
              </a:rPr>
              <a:t>  </a:t>
            </a:r>
            <a:r>
              <a:rPr lang="en-US" altLang="zh-CN" b="1" i="1" dirty="0" err="1">
                <a:solidFill>
                  <a:schemeClr val="tx1"/>
                </a:solidFill>
                <a:cs typeface="Times New Roman" panose="02020603050405020304" pitchFamily="18" charset="0"/>
              </a:rPr>
              <a:t>i</a:t>
            </a:r>
            <a:r>
              <a:rPr lang="en-US" altLang="zh-CN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  x  B </a:t>
            </a:r>
            <a:r>
              <a:rPr lang="en-US" altLang="zh-CN" b="1" dirty="0">
                <a:solidFill>
                  <a:schemeClr val="tx1"/>
                </a:solidFill>
                <a:cs typeface="Times New Roman" panose="02020603050405020304" pitchFamily="18" charset="0"/>
              </a:rPr>
              <a:t>)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替换为</a:t>
            </a:r>
            <a:r>
              <a:rPr lang="en-US" altLang="zh-CN" b="1" dirty="0">
                <a:solidFill>
                  <a:schemeClr val="tx1"/>
                </a:solidFill>
                <a:cs typeface="Times New Roman" panose="02020603050405020304" pitchFamily="18" charset="0"/>
              </a:rPr>
              <a:t>( </a:t>
            </a:r>
            <a:r>
              <a:rPr lang="en-US" altLang="zh-CN" b="1" i="1" dirty="0" err="1">
                <a:solidFill>
                  <a:schemeClr val="tx1"/>
                </a:solidFill>
                <a:cs typeface="Times New Roman" panose="02020603050405020304" pitchFamily="18" charset="0"/>
              </a:rPr>
              <a:t>relop</a:t>
            </a:r>
            <a:r>
              <a:rPr lang="en-US" altLang="zh-CN" b="1" dirty="0">
                <a:solidFill>
                  <a:schemeClr val="tx1"/>
                </a:solidFill>
                <a:cs typeface="Times New Roman" panose="02020603050405020304" pitchFamily="18" charset="0"/>
              </a:rPr>
              <a:t>  </a:t>
            </a:r>
            <a:r>
              <a:rPr lang="en-US" altLang="zh-CN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j </a:t>
            </a:r>
            <a:r>
              <a:rPr lang="en-US" altLang="zh-CN" b="1" dirty="0">
                <a:solidFill>
                  <a:schemeClr val="tx1"/>
                </a:solidFill>
                <a:cs typeface="Times New Roman" panose="02020603050405020304" pitchFamily="18" charset="0"/>
              </a:rPr>
              <a:t> </a:t>
            </a:r>
            <a:r>
              <a:rPr lang="en-US" altLang="zh-CN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c</a:t>
            </a:r>
            <a:r>
              <a:rPr lang="en-US" altLang="zh-CN" b="1" dirty="0">
                <a:solidFill>
                  <a:schemeClr val="tx1"/>
                </a:solidFill>
                <a:cs typeface="Times New Roman" panose="02020603050405020304" pitchFamily="18" charset="0"/>
              </a:rPr>
              <a:t>*</a:t>
            </a:r>
            <a:r>
              <a:rPr lang="en-US" altLang="zh-CN" b="1" i="1" dirty="0" err="1">
                <a:solidFill>
                  <a:schemeClr val="tx1"/>
                </a:solidFill>
                <a:cs typeface="Times New Roman" panose="02020603050405020304" pitchFamily="18" charset="0"/>
              </a:rPr>
              <a:t>x</a:t>
            </a:r>
            <a:r>
              <a:rPr lang="en-US" altLang="zh-CN" b="1" dirty="0" err="1">
                <a:solidFill>
                  <a:schemeClr val="tx1"/>
                </a:solidFill>
                <a:cs typeface="Times New Roman" panose="02020603050405020304" pitchFamily="18" charset="0"/>
              </a:rPr>
              <a:t>+</a:t>
            </a:r>
            <a:r>
              <a:rPr lang="en-US" altLang="zh-CN" b="1" i="1" dirty="0" err="1">
                <a:solidFill>
                  <a:schemeClr val="tx1"/>
                </a:solidFill>
                <a:cs typeface="Times New Roman" panose="02020603050405020304" pitchFamily="18" charset="0"/>
              </a:rPr>
              <a:t>d</a:t>
            </a:r>
            <a:r>
              <a:rPr lang="en-US" altLang="zh-CN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  B </a:t>
            </a:r>
            <a:r>
              <a:rPr lang="en-US" altLang="zh-CN" b="1" dirty="0">
                <a:solidFill>
                  <a:schemeClr val="tx1"/>
                </a:solidFill>
                <a:cs typeface="Times New Roman" panose="02020603050405020304" pitchFamily="18" charset="0"/>
              </a:rPr>
              <a:t>)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，其中</a:t>
            </a:r>
            <a:r>
              <a:rPr lang="en-US" altLang="zh-CN" b="1" i="1" dirty="0">
                <a:solidFill>
                  <a:srgbClr val="0070C0"/>
                </a:solidFill>
                <a:cs typeface="Times New Roman" panose="02020603050405020304" pitchFamily="18" charset="0"/>
              </a:rPr>
              <a:t>x</a:t>
            </a:r>
            <a:r>
              <a:rPr lang="zh-CN" altLang="en-US" b="1" dirty="0">
                <a:solidFill>
                  <a:srgbClr val="0070C0"/>
                </a:solidFill>
                <a:cs typeface="Times New Roman" panose="02020603050405020304" pitchFamily="18" charset="0"/>
              </a:rPr>
              <a:t>不是归纳变量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，并假设</a:t>
            </a:r>
            <a:r>
              <a:rPr lang="en-US" altLang="zh-CN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c</a:t>
            </a:r>
            <a:r>
              <a:rPr lang="en-US" altLang="zh-CN" b="1" dirty="0">
                <a:solidFill>
                  <a:schemeClr val="tx1"/>
                </a:solidFill>
                <a:cs typeface="Times New Roman" panose="02020603050405020304" pitchFamily="18" charset="0"/>
              </a:rPr>
              <a:t>&gt;0</a:t>
            </a:r>
            <a:endParaRPr lang="zh-CN" altLang="en-US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lvl="1" eaLnBrk="1" hangingPunct="1">
              <a:lnSpc>
                <a:spcPts val="30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en-US" altLang="zh-CN" b="1" dirty="0">
                <a:solidFill>
                  <a:schemeClr val="tx1"/>
                </a:solidFill>
                <a:cs typeface="Times New Roman" panose="02020603050405020304" pitchFamily="18" charset="0"/>
              </a:rPr>
              <a:t>( </a:t>
            </a:r>
            <a:r>
              <a:rPr lang="en-US" altLang="zh-CN" b="1" i="1" dirty="0" err="1">
                <a:solidFill>
                  <a:schemeClr val="tx1"/>
                </a:solidFill>
                <a:cs typeface="Times New Roman" panose="02020603050405020304" pitchFamily="18" charset="0"/>
              </a:rPr>
              <a:t>relop</a:t>
            </a:r>
            <a:r>
              <a:rPr lang="en-US" altLang="zh-CN" b="1" dirty="0">
                <a:solidFill>
                  <a:schemeClr val="tx1"/>
                </a:solidFill>
                <a:cs typeface="Times New Roman" panose="02020603050405020304" pitchFamily="18" charset="0"/>
              </a:rPr>
              <a:t>  </a:t>
            </a:r>
            <a:r>
              <a:rPr lang="en-US" altLang="zh-CN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i</a:t>
            </a:r>
            <a:r>
              <a:rPr lang="en-US" altLang="zh-CN" b="1" i="1" baseline="-25000" dirty="0">
                <a:solidFill>
                  <a:schemeClr val="tx1"/>
                </a:solidFill>
                <a:cs typeface="Times New Roman" panose="02020603050405020304" pitchFamily="18" charset="0"/>
              </a:rPr>
              <a:t>1</a:t>
            </a:r>
            <a:r>
              <a:rPr lang="en-US" altLang="zh-CN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 i</a:t>
            </a:r>
            <a:r>
              <a:rPr lang="en-US" altLang="zh-CN" b="1" i="1" baseline="-25000" dirty="0">
                <a:solidFill>
                  <a:schemeClr val="tx1"/>
                </a:solidFill>
                <a:cs typeface="Times New Roman" panose="02020603050405020304" pitchFamily="18" charset="0"/>
              </a:rPr>
              <a:t>2</a:t>
            </a:r>
            <a:r>
              <a:rPr lang="en-US" altLang="zh-CN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 B </a:t>
            </a:r>
            <a:r>
              <a:rPr lang="en-US" altLang="zh-CN" b="1" dirty="0">
                <a:solidFill>
                  <a:schemeClr val="tx1"/>
                </a:solidFill>
                <a:cs typeface="Times New Roman" panose="02020603050405020304" pitchFamily="18" charset="0"/>
              </a:rPr>
              <a:t>)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，如果能够找到三元组</a:t>
            </a:r>
            <a:r>
              <a:rPr lang="en-US" altLang="zh-CN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j</a:t>
            </a:r>
            <a:r>
              <a:rPr lang="en-US" altLang="zh-CN" b="1" i="1" baseline="-25000" dirty="0">
                <a:solidFill>
                  <a:schemeClr val="tx1"/>
                </a:solidFill>
                <a:cs typeface="Times New Roman" panose="02020603050405020304" pitchFamily="18" charset="0"/>
              </a:rPr>
              <a:t>1 </a:t>
            </a:r>
            <a:r>
              <a:rPr lang="en-US" altLang="zh-CN" b="1" dirty="0">
                <a:solidFill>
                  <a:schemeClr val="tx1"/>
                </a:solidFill>
                <a:cs typeface="Times New Roman" panose="02020603050405020304" pitchFamily="18" charset="0"/>
              </a:rPr>
              <a:t>( </a:t>
            </a:r>
            <a:r>
              <a:rPr lang="en-US" altLang="zh-CN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i</a:t>
            </a:r>
            <a:r>
              <a:rPr lang="en-US" altLang="zh-CN" b="1" i="1" baseline="-25000" dirty="0">
                <a:solidFill>
                  <a:schemeClr val="tx1"/>
                </a:solidFill>
                <a:cs typeface="Times New Roman" panose="02020603050405020304" pitchFamily="18" charset="0"/>
              </a:rPr>
              <a:t>1</a:t>
            </a:r>
            <a:r>
              <a:rPr lang="en-US" altLang="zh-CN" b="1" dirty="0">
                <a:solidFill>
                  <a:schemeClr val="tx1"/>
                </a:solidFill>
                <a:cs typeface="Times New Roman" panose="02020603050405020304" pitchFamily="18" charset="0"/>
              </a:rPr>
              <a:t>, </a:t>
            </a:r>
            <a:r>
              <a:rPr lang="en-US" altLang="zh-CN" b="1" i="1" dirty="0">
                <a:solidFill>
                  <a:schemeClr val="accent2"/>
                </a:solidFill>
                <a:cs typeface="Times New Roman" panose="02020603050405020304" pitchFamily="18" charset="0"/>
              </a:rPr>
              <a:t>c</a:t>
            </a:r>
            <a:r>
              <a:rPr lang="en-US" altLang="zh-CN" b="1" dirty="0">
                <a:solidFill>
                  <a:schemeClr val="tx1"/>
                </a:solidFill>
                <a:cs typeface="Times New Roman" panose="02020603050405020304" pitchFamily="18" charset="0"/>
              </a:rPr>
              <a:t>, </a:t>
            </a:r>
            <a:r>
              <a:rPr lang="en-US" altLang="zh-CN" b="1" i="1" dirty="0">
                <a:solidFill>
                  <a:schemeClr val="accent2"/>
                </a:solidFill>
                <a:cs typeface="Times New Roman" panose="02020603050405020304" pitchFamily="18" charset="0"/>
              </a:rPr>
              <a:t>d</a:t>
            </a:r>
            <a:r>
              <a:rPr lang="en-US" altLang="zh-CN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 </a:t>
            </a:r>
            <a:r>
              <a:rPr lang="en-US" altLang="zh-CN" b="1" dirty="0">
                <a:solidFill>
                  <a:schemeClr val="tx1"/>
                </a:solidFill>
                <a:cs typeface="Times New Roman" panose="02020603050405020304" pitchFamily="18" charset="0"/>
              </a:rPr>
              <a:t>)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和</a:t>
            </a:r>
            <a:r>
              <a:rPr lang="en-US" altLang="zh-CN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j</a:t>
            </a:r>
            <a:r>
              <a:rPr lang="en-US" altLang="zh-CN" b="1" i="1" baseline="-25000" dirty="0">
                <a:solidFill>
                  <a:schemeClr val="tx1"/>
                </a:solidFill>
                <a:cs typeface="Times New Roman" panose="02020603050405020304" pitchFamily="18" charset="0"/>
              </a:rPr>
              <a:t>2 </a:t>
            </a:r>
            <a:r>
              <a:rPr lang="en-US" altLang="zh-CN" b="1" dirty="0">
                <a:solidFill>
                  <a:schemeClr val="tx1"/>
                </a:solidFill>
                <a:cs typeface="Times New Roman" panose="02020603050405020304" pitchFamily="18" charset="0"/>
              </a:rPr>
              <a:t>( </a:t>
            </a:r>
            <a:r>
              <a:rPr lang="en-US" altLang="zh-CN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i</a:t>
            </a:r>
            <a:r>
              <a:rPr lang="en-US" altLang="zh-CN" b="1" i="1" baseline="-25000" dirty="0">
                <a:solidFill>
                  <a:schemeClr val="tx1"/>
                </a:solidFill>
                <a:cs typeface="Times New Roman" panose="02020603050405020304" pitchFamily="18" charset="0"/>
              </a:rPr>
              <a:t>2</a:t>
            </a:r>
            <a:r>
              <a:rPr lang="en-US" altLang="zh-CN" b="1" dirty="0">
                <a:solidFill>
                  <a:schemeClr val="tx1"/>
                </a:solidFill>
                <a:cs typeface="Times New Roman" panose="02020603050405020304" pitchFamily="18" charset="0"/>
              </a:rPr>
              <a:t>, </a:t>
            </a:r>
            <a:r>
              <a:rPr lang="en-US" altLang="zh-CN" b="1" i="1" dirty="0">
                <a:solidFill>
                  <a:schemeClr val="accent2"/>
                </a:solidFill>
                <a:cs typeface="Times New Roman" panose="02020603050405020304" pitchFamily="18" charset="0"/>
              </a:rPr>
              <a:t>c</a:t>
            </a:r>
            <a:r>
              <a:rPr lang="en-US" altLang="zh-CN" b="1" dirty="0">
                <a:solidFill>
                  <a:schemeClr val="tx1"/>
                </a:solidFill>
                <a:cs typeface="Times New Roman" panose="02020603050405020304" pitchFamily="18" charset="0"/>
              </a:rPr>
              <a:t>, </a:t>
            </a:r>
            <a:r>
              <a:rPr lang="en-US" altLang="zh-CN" b="1" i="1" dirty="0">
                <a:solidFill>
                  <a:schemeClr val="accent2"/>
                </a:solidFill>
                <a:cs typeface="Times New Roman" panose="02020603050405020304" pitchFamily="18" charset="0"/>
              </a:rPr>
              <a:t>d</a:t>
            </a:r>
            <a:r>
              <a:rPr lang="en-US" altLang="zh-CN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 </a:t>
            </a:r>
            <a:r>
              <a:rPr lang="en-US" altLang="zh-CN" b="1" dirty="0">
                <a:solidFill>
                  <a:schemeClr val="tx1"/>
                </a:solidFill>
                <a:cs typeface="Times New Roman" panose="02020603050405020304" pitchFamily="18" charset="0"/>
              </a:rPr>
              <a:t>)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，那么可以将其替换为</a:t>
            </a:r>
            <a:r>
              <a:rPr lang="en-US" altLang="zh-CN" b="1" dirty="0">
                <a:solidFill>
                  <a:schemeClr val="tx1"/>
                </a:solidFill>
                <a:cs typeface="Times New Roman" panose="02020603050405020304" pitchFamily="18" charset="0"/>
              </a:rPr>
              <a:t>( </a:t>
            </a:r>
            <a:r>
              <a:rPr lang="en-US" altLang="zh-CN" b="1" i="1" dirty="0" err="1">
                <a:solidFill>
                  <a:schemeClr val="tx1"/>
                </a:solidFill>
                <a:cs typeface="Times New Roman" panose="02020603050405020304" pitchFamily="18" charset="0"/>
              </a:rPr>
              <a:t>relop</a:t>
            </a:r>
            <a:r>
              <a:rPr lang="en-US" altLang="zh-CN" b="1" dirty="0">
                <a:solidFill>
                  <a:schemeClr val="tx1"/>
                </a:solidFill>
                <a:cs typeface="Times New Roman" panose="02020603050405020304" pitchFamily="18" charset="0"/>
              </a:rPr>
              <a:t>  </a:t>
            </a:r>
            <a:r>
              <a:rPr lang="en-US" altLang="zh-CN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j</a:t>
            </a:r>
            <a:r>
              <a:rPr lang="en-US" altLang="zh-CN" b="1" i="1" baseline="-25000" dirty="0">
                <a:solidFill>
                  <a:schemeClr val="tx1"/>
                </a:solidFill>
                <a:cs typeface="Times New Roman" panose="02020603050405020304" pitchFamily="18" charset="0"/>
              </a:rPr>
              <a:t>1</a:t>
            </a:r>
            <a:r>
              <a:rPr lang="en-US" altLang="zh-CN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  j</a:t>
            </a:r>
            <a:r>
              <a:rPr lang="en-US" altLang="zh-CN" b="1" i="1" baseline="-25000" dirty="0">
                <a:solidFill>
                  <a:schemeClr val="tx1"/>
                </a:solidFill>
                <a:cs typeface="Times New Roman" panose="02020603050405020304" pitchFamily="18" charset="0"/>
              </a:rPr>
              <a:t>2</a:t>
            </a:r>
            <a:r>
              <a:rPr lang="en-US" altLang="zh-CN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 B </a:t>
            </a:r>
            <a:r>
              <a:rPr lang="en-US" altLang="zh-CN" b="1" dirty="0">
                <a:solidFill>
                  <a:schemeClr val="tx1"/>
                </a:solidFill>
                <a:cs typeface="Times New Roman" panose="02020603050405020304" pitchFamily="18" charset="0"/>
              </a:rPr>
              <a:t>) (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假设</a:t>
            </a:r>
            <a:r>
              <a:rPr lang="en-US" altLang="zh-CN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c</a:t>
            </a:r>
            <a:r>
              <a:rPr lang="en-US" altLang="zh-CN" b="1" dirty="0">
                <a:solidFill>
                  <a:schemeClr val="tx1"/>
                </a:solidFill>
                <a:cs typeface="Times New Roman" panose="02020603050405020304" pitchFamily="18" charset="0"/>
              </a:rPr>
              <a:t>&gt;0</a:t>
            </a:r>
            <a:r>
              <a:rPr lang="en-US" altLang="zh-CN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 </a:t>
            </a:r>
            <a:r>
              <a:rPr lang="en-US" altLang="zh-CN" b="1" dirty="0">
                <a:solidFill>
                  <a:schemeClr val="tx1"/>
                </a:solidFill>
                <a:cs typeface="Times New Roman" panose="02020603050405020304" pitchFamily="18" charset="0"/>
              </a:rPr>
              <a:t>)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。否则，测试的替换可能是没有价值的</a:t>
            </a:r>
            <a:endParaRPr lang="en-US" altLang="zh-CN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eaLnBrk="1" hangingPunct="1">
              <a:lnSpc>
                <a:spcPts val="30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如果归纳变量</a:t>
            </a:r>
            <a:r>
              <a:rPr lang="en-US" altLang="zh-CN" b="1" i="1" dirty="0" err="1">
                <a:solidFill>
                  <a:schemeClr val="tx1"/>
                </a:solidFill>
                <a:cs typeface="Times New Roman" panose="02020603050405020304" pitchFamily="18" charset="0"/>
              </a:rPr>
              <a:t>i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不再被引用，那么可以删除和它相关的指令</a:t>
            </a:r>
          </a:p>
        </p:txBody>
      </p:sp>
      <p:sp>
        <p:nvSpPr>
          <p:cNvPr id="277507" name="Rectangle 2">
            <a:extLst>
              <a:ext uri="{FF2B5EF4-FFF2-40B4-BE49-F238E27FC236}">
                <a16:creationId xmlns:a16="http://schemas.microsoft.com/office/drawing/2014/main" id="{E6DCEF73-C153-4175-8165-C1072BDE4E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删除仅用于测试的归纳变量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680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71680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71680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71680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 nodeType="clickPar">
                      <p:stCondLst>
                        <p:cond delay="indefinite"/>
                      </p:stCondLst>
                      <p:childTnLst>
                        <p:par>
                          <p:cTn id="1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680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71680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71680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1680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680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71680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71680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1680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554" name="Rectangle 4">
            <a:extLst>
              <a:ext uri="{FF2B5EF4-FFF2-40B4-BE49-F238E27FC236}">
                <a16:creationId xmlns:a16="http://schemas.microsoft.com/office/drawing/2014/main" id="{7E956EF1-3624-4D67-B0A3-5D38D6B309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例</a:t>
            </a:r>
          </a:p>
        </p:txBody>
      </p:sp>
      <p:sp>
        <p:nvSpPr>
          <p:cNvPr id="49" name="AutoShape 8">
            <a:extLst>
              <a:ext uri="{FF2B5EF4-FFF2-40B4-BE49-F238E27FC236}">
                <a16:creationId xmlns:a16="http://schemas.microsoft.com/office/drawing/2014/main" id="{439613B0-7C3C-49DE-B02D-E305D9FCC1E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40200" y="1857375"/>
            <a:ext cx="1003300" cy="642938"/>
          </a:xfrm>
          <a:prstGeom prst="rightArrow">
            <a:avLst>
              <a:gd name="adj1" fmla="val 50000"/>
              <a:gd name="adj2" fmla="val 55326"/>
            </a:avLst>
          </a:prstGeom>
          <a:solidFill>
            <a:schemeClr val="tx2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lIns="68580" tIns="34290" rIns="68580" bIns="34290" anchor="ctr"/>
          <a:lstStyle>
            <a:lvl1pPr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defRPr/>
            </a:pPr>
            <a:endParaRPr lang="zh-CN" altLang="en-US">
              <a:solidFill>
                <a:srgbClr val="000000"/>
              </a:solidFill>
              <a:cs typeface="楷体_GB2312" charset="0"/>
            </a:endParaRPr>
          </a:p>
        </p:txBody>
      </p:sp>
      <p:grpSp>
        <p:nvGrpSpPr>
          <p:cNvPr id="279556" name="组合 1">
            <a:extLst>
              <a:ext uri="{FF2B5EF4-FFF2-40B4-BE49-F238E27FC236}">
                <a16:creationId xmlns:a16="http://schemas.microsoft.com/office/drawing/2014/main" id="{55FC7389-D9B8-4714-AB8F-4837CCB255F3}"/>
              </a:ext>
            </a:extLst>
          </p:cNvPr>
          <p:cNvGrpSpPr>
            <a:grpSpLocks/>
          </p:cNvGrpSpPr>
          <p:nvPr/>
        </p:nvGrpSpPr>
        <p:grpSpPr bwMode="auto">
          <a:xfrm>
            <a:off x="989013" y="142875"/>
            <a:ext cx="2862262" cy="5000625"/>
            <a:chOff x="4969111" y="142875"/>
            <a:chExt cx="2863614" cy="5000625"/>
          </a:xfrm>
        </p:grpSpPr>
        <p:sp>
          <p:nvSpPr>
            <p:cNvPr id="46" name="Rectangle 23">
              <a:extLst>
                <a:ext uri="{FF2B5EF4-FFF2-40B4-BE49-F238E27FC236}">
                  <a16:creationId xmlns:a16="http://schemas.microsoft.com/office/drawing/2014/main" id="{06DCBA7B-0517-4193-8EBC-48D4CF6F4FD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3880" y="142875"/>
              <a:ext cx="1693074" cy="1414463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tIns="36000" bIns="0"/>
            <a:lstStyle>
              <a:lvl1pPr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just">
                <a:lnSpc>
                  <a:spcPts val="1800"/>
                </a:lnSpc>
                <a:defRPr/>
              </a:pP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i 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=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 m 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  <a:sym typeface="Symbol" charset="2"/>
                </a:rPr>
                <a:t>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1</a:t>
              </a:r>
            </a:p>
            <a:p>
              <a:pPr algn="just">
                <a:lnSpc>
                  <a:spcPts val="1800"/>
                </a:lnSpc>
                <a:defRPr/>
              </a:pP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j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 =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 n</a:t>
              </a:r>
            </a:p>
            <a:p>
              <a:pPr algn="just">
                <a:lnSpc>
                  <a:spcPts val="1800"/>
                </a:lnSpc>
                <a:defRPr/>
              </a:pP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t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charset="0"/>
                </a:rPr>
                <a:t>1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 = 4 *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n</a:t>
              </a:r>
            </a:p>
            <a:p>
              <a:pPr algn="just">
                <a:lnSpc>
                  <a:spcPts val="1800"/>
                </a:lnSpc>
                <a:defRPr/>
              </a:pP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v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 =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a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[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t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charset="0"/>
                </a:rPr>
                <a:t>1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]</a:t>
              </a:r>
            </a:p>
            <a:p>
              <a:pPr algn="just">
                <a:lnSpc>
                  <a:spcPts val="1800"/>
                </a:lnSpc>
                <a:defRPr/>
              </a:pP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s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charset="0"/>
                </a:rPr>
                <a:t>2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 = 4 *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i</a:t>
              </a:r>
            </a:p>
            <a:p>
              <a:pPr algn="just">
                <a:lnSpc>
                  <a:spcPts val="1800"/>
                </a:lnSpc>
                <a:defRPr/>
              </a:pP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s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charset="0"/>
                </a:rPr>
                <a:t>4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 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= 4 *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 j</a:t>
              </a:r>
            </a:p>
          </p:txBody>
        </p:sp>
        <p:sp>
          <p:nvSpPr>
            <p:cNvPr id="279580" name="Freeform 42">
              <a:extLst>
                <a:ext uri="{FF2B5EF4-FFF2-40B4-BE49-F238E27FC236}">
                  <a16:creationId xmlns:a16="http://schemas.microsoft.com/office/drawing/2014/main" id="{07C0C283-3049-4EE4-8AF0-B20D6CAF01F2}"/>
                </a:ext>
              </a:extLst>
            </p:cNvPr>
            <p:cNvSpPr>
              <a:spLocks/>
            </p:cNvSpPr>
            <p:nvPr/>
          </p:nvSpPr>
          <p:spPr bwMode="auto">
            <a:xfrm>
              <a:off x="4969111" y="1214426"/>
              <a:ext cx="746116" cy="3929074"/>
            </a:xfrm>
            <a:custGeom>
              <a:avLst/>
              <a:gdLst>
                <a:gd name="T0" fmla="*/ 2147483646 w 627"/>
                <a:gd name="T1" fmla="*/ 2147483646 h 3190"/>
                <a:gd name="T2" fmla="*/ 2147483646 w 627"/>
                <a:gd name="T3" fmla="*/ 2147483646 h 3190"/>
                <a:gd name="T4" fmla="*/ 2147483646 w 627"/>
                <a:gd name="T5" fmla="*/ 2147483646 h 3190"/>
                <a:gd name="T6" fmla="*/ 2147483646 w 627"/>
                <a:gd name="T7" fmla="*/ 2147483646 h 3190"/>
                <a:gd name="T8" fmla="*/ 2147483646 w 627"/>
                <a:gd name="T9" fmla="*/ 2147483646 h 319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627"/>
                <a:gd name="T16" fmla="*/ 0 h 3190"/>
                <a:gd name="T17" fmla="*/ 627 w 627"/>
                <a:gd name="T18" fmla="*/ 3190 h 319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627" h="3190">
                  <a:moveTo>
                    <a:pt x="491" y="2994"/>
                  </a:moveTo>
                  <a:cubicBezTo>
                    <a:pt x="430" y="3092"/>
                    <a:pt x="369" y="3190"/>
                    <a:pt x="309" y="3130"/>
                  </a:cubicBezTo>
                  <a:cubicBezTo>
                    <a:pt x="249" y="3070"/>
                    <a:pt x="166" y="3092"/>
                    <a:pt x="128" y="2631"/>
                  </a:cubicBezTo>
                  <a:cubicBezTo>
                    <a:pt x="90" y="2170"/>
                    <a:pt x="0" y="726"/>
                    <a:pt x="83" y="363"/>
                  </a:cubicBezTo>
                  <a:cubicBezTo>
                    <a:pt x="166" y="0"/>
                    <a:pt x="396" y="227"/>
                    <a:pt x="627" y="454"/>
                  </a:cubicBezTo>
                </a:path>
              </a:pathLst>
            </a:cu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279581" name="Freeform 40">
              <a:extLst>
                <a:ext uri="{FF2B5EF4-FFF2-40B4-BE49-F238E27FC236}">
                  <a16:creationId xmlns:a16="http://schemas.microsoft.com/office/drawing/2014/main" id="{595FE50A-76D4-4D3B-8CB1-037E2DD2767E}"/>
                </a:ext>
              </a:extLst>
            </p:cNvPr>
            <p:cNvSpPr>
              <a:spLocks/>
            </p:cNvSpPr>
            <p:nvPr/>
          </p:nvSpPr>
          <p:spPr bwMode="auto">
            <a:xfrm>
              <a:off x="5218143" y="1643052"/>
              <a:ext cx="385758" cy="1357317"/>
            </a:xfrm>
            <a:custGeom>
              <a:avLst/>
              <a:gdLst>
                <a:gd name="T0" fmla="*/ 2147483646 w 325"/>
                <a:gd name="T1" fmla="*/ 2147483646 h 983"/>
                <a:gd name="T2" fmla="*/ 2147483646 w 325"/>
                <a:gd name="T3" fmla="*/ 2147483646 h 983"/>
                <a:gd name="T4" fmla="*/ 2147483646 w 325"/>
                <a:gd name="T5" fmla="*/ 2147483646 h 983"/>
                <a:gd name="T6" fmla="*/ 2147483646 w 325"/>
                <a:gd name="T7" fmla="*/ 2147483646 h 983"/>
                <a:gd name="T8" fmla="*/ 2147483646 w 325"/>
                <a:gd name="T9" fmla="*/ 2147483646 h 98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5"/>
                <a:gd name="T16" fmla="*/ 0 h 983"/>
                <a:gd name="T17" fmla="*/ 325 w 325"/>
                <a:gd name="T18" fmla="*/ 983 h 98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5" h="983">
                  <a:moveTo>
                    <a:pt x="325" y="847"/>
                  </a:moveTo>
                  <a:cubicBezTo>
                    <a:pt x="215" y="915"/>
                    <a:pt x="106" y="983"/>
                    <a:pt x="53" y="938"/>
                  </a:cubicBezTo>
                  <a:cubicBezTo>
                    <a:pt x="0" y="893"/>
                    <a:pt x="1" y="719"/>
                    <a:pt x="8" y="575"/>
                  </a:cubicBezTo>
                  <a:cubicBezTo>
                    <a:pt x="15" y="431"/>
                    <a:pt x="53" y="152"/>
                    <a:pt x="98" y="76"/>
                  </a:cubicBezTo>
                  <a:cubicBezTo>
                    <a:pt x="143" y="0"/>
                    <a:pt x="211" y="60"/>
                    <a:pt x="280" y="121"/>
                  </a:cubicBezTo>
                </a:path>
              </a:pathLst>
            </a:cu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51" name="Rectangle 24">
              <a:extLst>
                <a:ext uri="{FF2B5EF4-FFF2-40B4-BE49-F238E27FC236}">
                  <a16:creationId xmlns:a16="http://schemas.microsoft.com/office/drawing/2014/main" id="{FDC421AF-0D11-4CA8-86E1-DA86F115AC0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05939" y="1797050"/>
              <a:ext cx="1710545" cy="106045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tIns="72000" bIns="0"/>
            <a:lstStyle>
              <a:lvl1pPr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just">
                <a:lnSpc>
                  <a:spcPts val="1800"/>
                </a:lnSpc>
                <a:defRPr/>
              </a:pPr>
              <a:r>
                <a:rPr lang="en-US" altLang="zh-CN" i="1" dirty="0">
                  <a:solidFill>
                    <a:srgbClr val="000000"/>
                  </a:solidFill>
                  <a:latin typeface="Times New Roman" charset="0"/>
                </a:rPr>
                <a:t>i</a:t>
              </a:r>
              <a:r>
                <a:rPr lang="en-US" altLang="zh-CN" dirty="0">
                  <a:solidFill>
                    <a:srgbClr val="000000"/>
                  </a:solidFill>
                  <a:latin typeface="Times New Roman" charset="0"/>
                </a:rPr>
                <a:t> =</a:t>
              </a:r>
              <a:r>
                <a:rPr lang="en-US" altLang="zh-CN" i="1" dirty="0">
                  <a:solidFill>
                    <a:srgbClr val="000000"/>
                  </a:solidFill>
                  <a:latin typeface="Times New Roman" charset="0"/>
                </a:rPr>
                <a:t> i </a:t>
              </a:r>
              <a:r>
                <a:rPr lang="en-US" altLang="zh-CN" dirty="0">
                  <a:solidFill>
                    <a:srgbClr val="000000"/>
                  </a:solidFill>
                  <a:latin typeface="Times New Roman" charset="0"/>
                </a:rPr>
                <a:t>+ 1</a:t>
              </a:r>
              <a:endParaRPr lang="en-US" altLang="zh-CN" dirty="0">
                <a:solidFill>
                  <a:srgbClr val="0000FF"/>
                </a:solidFill>
                <a:latin typeface="Times New Roman" charset="0"/>
              </a:endParaRPr>
            </a:p>
            <a:p>
              <a:pPr algn="just">
                <a:lnSpc>
                  <a:spcPts val="1800"/>
                </a:lnSpc>
                <a:defRPr/>
              </a:pP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s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charset="0"/>
                </a:rPr>
                <a:t>2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 =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s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charset="0"/>
                </a:rPr>
                <a:t>2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 </a:t>
              </a:r>
              <a:r>
                <a:rPr lang="en-US" altLang="zh-CN" dirty="0">
                  <a:solidFill>
                    <a:prstClr val="black"/>
                  </a:solidFill>
                  <a:latin typeface="宋体" charset="0"/>
                </a:rPr>
                <a:t>+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 4</a:t>
              </a:r>
              <a:endParaRPr lang="en-US" altLang="zh-CN" i="1" dirty="0">
                <a:solidFill>
                  <a:prstClr val="black"/>
                </a:solidFill>
                <a:latin typeface="Times New Roman" charset="0"/>
              </a:endParaRPr>
            </a:p>
            <a:p>
              <a:pPr algn="just">
                <a:lnSpc>
                  <a:spcPts val="1800"/>
                </a:lnSpc>
                <a:defRPr/>
              </a:pP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t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charset="0"/>
                </a:rPr>
                <a:t>3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 =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a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[</a:t>
              </a:r>
              <a:r>
                <a:rPr lang="en-US" altLang="zh-CN" i="1" dirty="0">
                  <a:solidFill>
                    <a:srgbClr val="FF0000"/>
                  </a:solidFill>
                  <a:latin typeface="Times New Roman" charset="0"/>
                </a:rPr>
                <a:t>s</a:t>
              </a:r>
              <a:r>
                <a:rPr lang="en-US" altLang="zh-CN" i="1" baseline="-25000" dirty="0">
                  <a:solidFill>
                    <a:srgbClr val="FF0000"/>
                  </a:solidFill>
                  <a:latin typeface="Times New Roman" charset="0"/>
                </a:rPr>
                <a:t>2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]</a:t>
              </a:r>
            </a:p>
            <a:p>
              <a:pPr algn="just">
                <a:lnSpc>
                  <a:spcPts val="1800"/>
                </a:lnSpc>
                <a:defRPr/>
              </a:pP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if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t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charset="0"/>
                </a:rPr>
                <a:t>3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 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&lt;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v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 </a:t>
              </a:r>
              <a:r>
                <a:rPr lang="en-US" altLang="zh-CN" dirty="0" err="1">
                  <a:solidFill>
                    <a:prstClr val="black"/>
                  </a:solidFill>
                  <a:latin typeface="Times New Roman" charset="0"/>
                </a:rPr>
                <a:t>goto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B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charset="0"/>
                </a:rPr>
                <a:t>2</a:t>
              </a:r>
            </a:p>
          </p:txBody>
        </p:sp>
        <p:sp>
          <p:nvSpPr>
            <p:cNvPr id="279583" name="Rectangle 25">
              <a:extLst>
                <a:ext uri="{FF2B5EF4-FFF2-40B4-BE49-F238E27FC236}">
                  <a16:creationId xmlns:a16="http://schemas.microsoft.com/office/drawing/2014/main" id="{B248F8FC-42EC-4891-A62B-575FB088646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241042" y="550863"/>
              <a:ext cx="392768" cy="22032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0" rIns="0" bIns="0"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sz="1500" i="1">
                  <a:solidFill>
                    <a:srgbClr val="000000"/>
                  </a:solidFill>
                  <a:latin typeface="Times New Roman" panose="02020603050405020304" pitchFamily="18" charset="0"/>
                </a:rPr>
                <a:t>B</a:t>
              </a:r>
              <a:r>
                <a:rPr lang="en-US" altLang="zh-CN" sz="1500" baseline="-25000">
                  <a:solidFill>
                    <a:srgbClr val="000000"/>
                  </a:solidFill>
                  <a:latin typeface="Times New Roman" panose="02020603050405020304" pitchFamily="18" charset="0"/>
                </a:rPr>
                <a:t>1</a:t>
              </a:r>
              <a:endParaRPr lang="en-US" altLang="zh-CN" sz="1500">
                <a:solidFill>
                  <a:srgbClr val="000000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279584" name="Rectangle 26">
              <a:extLst>
                <a:ext uri="{FF2B5EF4-FFF2-40B4-BE49-F238E27FC236}">
                  <a16:creationId xmlns:a16="http://schemas.microsoft.com/office/drawing/2014/main" id="{501B806F-6A96-4B37-BD76-FFB5CB66168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74540" y="1741393"/>
              <a:ext cx="626049" cy="3263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sz="1500" i="1">
                  <a:solidFill>
                    <a:srgbClr val="000000"/>
                  </a:solidFill>
                  <a:latin typeface="Times New Roman" panose="02020603050405020304" pitchFamily="18" charset="0"/>
                </a:rPr>
                <a:t>B</a:t>
              </a:r>
              <a:r>
                <a:rPr lang="en-US" altLang="zh-CN" sz="1500" baseline="-25000">
                  <a:solidFill>
                    <a:srgbClr val="000000"/>
                  </a:solidFill>
                  <a:latin typeface="Times New Roman" panose="02020603050405020304" pitchFamily="18" charset="0"/>
                </a:rPr>
                <a:t>2</a:t>
              </a:r>
              <a:endParaRPr lang="en-US" altLang="zh-CN" sz="1500">
                <a:solidFill>
                  <a:srgbClr val="000000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54" name="Rectangle 27">
              <a:extLst>
                <a:ext uri="{FF2B5EF4-FFF2-40B4-BE49-F238E27FC236}">
                  <a16:creationId xmlns:a16="http://schemas.microsoft.com/office/drawing/2014/main" id="{E79705FC-89D1-4785-9CAB-CF44256E734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23410" y="3143250"/>
              <a:ext cx="1710546" cy="1000125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tIns="72000" bIns="0" anchor="ctr"/>
            <a:lstStyle>
              <a:lvl1pPr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just">
                <a:lnSpc>
                  <a:spcPts val="1800"/>
                </a:lnSpc>
                <a:defRPr/>
              </a:pP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j 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=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j 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  <a:sym typeface="Symbol" charset="2"/>
                </a:rPr>
                <a:t>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1</a:t>
              </a:r>
            </a:p>
            <a:p>
              <a:pPr algn="just">
                <a:lnSpc>
                  <a:spcPts val="1800"/>
                </a:lnSpc>
                <a:defRPr/>
              </a:pP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s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charset="0"/>
                </a:rPr>
                <a:t>4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 =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s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charset="0"/>
                </a:rPr>
                <a:t>4 </a:t>
              </a:r>
              <a:r>
                <a:rPr lang="en-US" altLang="zh-CN" dirty="0">
                  <a:solidFill>
                    <a:prstClr val="black"/>
                  </a:solidFill>
                  <a:latin typeface="宋体" charset="0"/>
                </a:rPr>
                <a:t>- 4</a:t>
              </a:r>
              <a:endParaRPr lang="en-US" altLang="zh-CN" i="1" dirty="0">
                <a:solidFill>
                  <a:prstClr val="black"/>
                </a:solidFill>
                <a:latin typeface="Times New Roman" charset="0"/>
              </a:endParaRPr>
            </a:p>
            <a:p>
              <a:pPr algn="just">
                <a:lnSpc>
                  <a:spcPts val="1800"/>
                </a:lnSpc>
                <a:defRPr/>
              </a:pP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t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charset="0"/>
                </a:rPr>
                <a:t>5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 =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a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[</a:t>
              </a:r>
              <a:r>
                <a:rPr lang="en-US" altLang="zh-CN" i="1" dirty="0">
                  <a:solidFill>
                    <a:srgbClr val="FF0000"/>
                  </a:solidFill>
                  <a:latin typeface="Times New Roman" charset="0"/>
                </a:rPr>
                <a:t>s</a:t>
              </a:r>
              <a:r>
                <a:rPr lang="en-US" altLang="zh-CN" i="1" baseline="-25000" dirty="0">
                  <a:solidFill>
                    <a:srgbClr val="FF0000"/>
                  </a:solidFill>
                  <a:latin typeface="Times New Roman" charset="0"/>
                </a:rPr>
                <a:t>4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]</a:t>
              </a:r>
            </a:p>
            <a:p>
              <a:pPr algn="just">
                <a:lnSpc>
                  <a:spcPts val="1800"/>
                </a:lnSpc>
                <a:defRPr/>
              </a:pP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if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t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charset="0"/>
                </a:rPr>
                <a:t>5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 &gt;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v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 </a:t>
              </a:r>
              <a:r>
                <a:rPr lang="en-US" altLang="zh-CN" dirty="0" err="1">
                  <a:solidFill>
                    <a:prstClr val="black"/>
                  </a:solidFill>
                  <a:latin typeface="Times New Roman" charset="0"/>
                </a:rPr>
                <a:t>goto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B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charset="0"/>
                </a:rPr>
                <a:t>3</a:t>
              </a:r>
            </a:p>
          </p:txBody>
        </p:sp>
        <p:sp>
          <p:nvSpPr>
            <p:cNvPr id="55" name="Rectangle 30">
              <a:extLst>
                <a:ext uri="{FF2B5EF4-FFF2-40B4-BE49-F238E27FC236}">
                  <a16:creationId xmlns:a16="http://schemas.microsoft.com/office/drawing/2014/main" id="{1D4CF539-45FF-4647-95D5-47DB8856BB3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23410" y="4273550"/>
              <a:ext cx="1726428" cy="276225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90000" tIns="0" rIns="0" bIns="0"/>
            <a:lstStyle>
              <a:lvl1pPr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just">
                <a:lnSpc>
                  <a:spcPct val="96000"/>
                </a:lnSpc>
                <a:defRPr/>
              </a:pPr>
              <a:r>
                <a:rPr lang="en-US" altLang="zh-CN" dirty="0">
                  <a:solidFill>
                    <a:srgbClr val="000000"/>
                  </a:solidFill>
                  <a:latin typeface="Times New Roman" charset="0"/>
                </a:rPr>
                <a:t>if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i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 &gt;=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j </a:t>
              </a:r>
              <a:r>
                <a:rPr lang="en-US" altLang="zh-CN" dirty="0" err="1">
                  <a:solidFill>
                    <a:srgbClr val="000000"/>
                  </a:solidFill>
                  <a:latin typeface="Times New Roman" charset="0"/>
                </a:rPr>
                <a:t>goto</a:t>
              </a:r>
              <a:r>
                <a:rPr lang="en-US" altLang="zh-CN" dirty="0">
                  <a:solidFill>
                    <a:srgbClr val="000000"/>
                  </a:solidFill>
                  <a:latin typeface="Times New Roman" charset="0"/>
                </a:rPr>
                <a:t> </a:t>
              </a:r>
              <a:r>
                <a:rPr lang="en-US" altLang="zh-CN" i="1" dirty="0">
                  <a:solidFill>
                    <a:srgbClr val="000000"/>
                  </a:solidFill>
                  <a:latin typeface="Times New Roman" charset="0"/>
                </a:rPr>
                <a:t>B</a:t>
              </a:r>
              <a:r>
                <a:rPr lang="en-US" altLang="zh-CN" i="1" baseline="-25000" dirty="0">
                  <a:solidFill>
                    <a:srgbClr val="000000"/>
                  </a:solidFill>
                  <a:latin typeface="Times New Roman" charset="0"/>
                </a:rPr>
                <a:t>6</a:t>
              </a:r>
            </a:p>
          </p:txBody>
        </p:sp>
        <p:sp>
          <p:nvSpPr>
            <p:cNvPr id="56" name="Rectangle 32">
              <a:extLst>
                <a:ext uri="{FF2B5EF4-FFF2-40B4-BE49-F238E27FC236}">
                  <a16:creationId xmlns:a16="http://schemas.microsoft.com/office/drawing/2014/main" id="{8016377A-F8F2-4745-8EB5-2A005855EEF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97998" y="4746625"/>
              <a:ext cx="783008" cy="231775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tIns="0" bIns="0"/>
            <a:lstStyle>
              <a:lvl1pPr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just">
                <a:lnSpc>
                  <a:spcPct val="96000"/>
                </a:lnSpc>
                <a:defRPr/>
              </a:pPr>
              <a:endParaRPr lang="en-US" altLang="zh-CN" sz="700" b="0" baseline="-25000">
                <a:solidFill>
                  <a:prstClr val="black"/>
                </a:solidFill>
                <a:latin typeface="Times New Roman" charset="0"/>
              </a:endParaRPr>
            </a:p>
          </p:txBody>
        </p:sp>
        <p:sp>
          <p:nvSpPr>
            <p:cNvPr id="279588" name="Rectangle 33">
              <a:extLst>
                <a:ext uri="{FF2B5EF4-FFF2-40B4-BE49-F238E27FC236}">
                  <a16:creationId xmlns:a16="http://schemas.microsoft.com/office/drawing/2014/main" id="{00E9BB8B-8D3B-4A4F-B4ED-C6473769FCD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90855" y="4225713"/>
              <a:ext cx="626049" cy="32393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sz="1500" i="1">
                  <a:solidFill>
                    <a:srgbClr val="000000"/>
                  </a:solidFill>
                  <a:latin typeface="Times New Roman" panose="02020603050405020304" pitchFamily="18" charset="0"/>
                </a:rPr>
                <a:t>B</a:t>
              </a:r>
              <a:r>
                <a:rPr lang="en-US" altLang="zh-CN" sz="1500" baseline="-25000">
                  <a:solidFill>
                    <a:srgbClr val="000000"/>
                  </a:solidFill>
                  <a:latin typeface="Times New Roman" panose="02020603050405020304" pitchFamily="18" charset="0"/>
                </a:rPr>
                <a:t>4</a:t>
              </a:r>
              <a:endParaRPr lang="en-US" altLang="zh-CN" sz="1500">
                <a:solidFill>
                  <a:srgbClr val="000000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279589" name="Rectangle 34">
              <a:extLst>
                <a:ext uri="{FF2B5EF4-FFF2-40B4-BE49-F238E27FC236}">
                  <a16:creationId xmlns:a16="http://schemas.microsoft.com/office/drawing/2014/main" id="{8EAE6F3E-02E1-46A8-B664-4AA146D3831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204296" y="3071806"/>
              <a:ext cx="628429" cy="3275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sz="1500" i="1">
                  <a:solidFill>
                    <a:srgbClr val="000000"/>
                  </a:solidFill>
                  <a:latin typeface="Times New Roman" panose="02020603050405020304" pitchFamily="18" charset="0"/>
                </a:rPr>
                <a:t>B</a:t>
              </a:r>
              <a:r>
                <a:rPr lang="en-US" altLang="zh-CN" sz="1500" baseline="-25000">
                  <a:solidFill>
                    <a:srgbClr val="000000"/>
                  </a:solidFill>
                  <a:latin typeface="Times New Roman" panose="02020603050405020304" pitchFamily="18" charset="0"/>
                </a:rPr>
                <a:t>3</a:t>
              </a:r>
              <a:endParaRPr lang="en-US" altLang="zh-CN" sz="1500">
                <a:solidFill>
                  <a:srgbClr val="000000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59" name="Rectangle 36">
              <a:extLst>
                <a:ext uri="{FF2B5EF4-FFF2-40B4-BE49-F238E27FC236}">
                  <a16:creationId xmlns:a16="http://schemas.microsoft.com/office/drawing/2014/main" id="{DD08AF72-710F-4F89-BD29-B21B41F654B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414418" y="4746625"/>
              <a:ext cx="810007" cy="231775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tIns="0" bIns="0"/>
            <a:lstStyle>
              <a:lvl1pPr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just">
                <a:lnSpc>
                  <a:spcPct val="96000"/>
                </a:lnSpc>
                <a:defRPr/>
              </a:pPr>
              <a:endParaRPr lang="en-US" altLang="zh-CN" sz="700" b="0" baseline="-25000">
                <a:solidFill>
                  <a:prstClr val="black"/>
                </a:solidFill>
                <a:latin typeface="Times New Roman" charset="0"/>
              </a:endParaRPr>
            </a:p>
          </p:txBody>
        </p:sp>
        <p:sp>
          <p:nvSpPr>
            <p:cNvPr id="279591" name="Rectangle 39">
              <a:extLst>
                <a:ext uri="{FF2B5EF4-FFF2-40B4-BE49-F238E27FC236}">
                  <a16:creationId xmlns:a16="http://schemas.microsoft.com/office/drawing/2014/main" id="{5CF49E68-8115-4705-9EF1-A51D518BE82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89666" y="4692518"/>
              <a:ext cx="627239" cy="3275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sz="1500" i="1">
                  <a:solidFill>
                    <a:srgbClr val="000000"/>
                  </a:solidFill>
                  <a:latin typeface="Times New Roman" panose="02020603050405020304" pitchFamily="18" charset="0"/>
                </a:rPr>
                <a:t>B</a:t>
              </a:r>
              <a:r>
                <a:rPr lang="en-US" altLang="zh-CN" sz="1500" baseline="-25000">
                  <a:solidFill>
                    <a:srgbClr val="000000"/>
                  </a:solidFill>
                  <a:latin typeface="Times New Roman" panose="02020603050405020304" pitchFamily="18" charset="0"/>
                </a:rPr>
                <a:t>6</a:t>
              </a:r>
              <a:endParaRPr lang="en-US" altLang="zh-CN" sz="1500">
                <a:solidFill>
                  <a:srgbClr val="000000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279592" name="Line 28">
              <a:extLst>
                <a:ext uri="{FF2B5EF4-FFF2-40B4-BE49-F238E27FC236}">
                  <a16:creationId xmlns:a16="http://schemas.microsoft.com/office/drawing/2014/main" id="{BC9196DE-72B5-4517-AAC8-5E56E65ABBD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297631" y="1558921"/>
              <a:ext cx="0" cy="239712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279593" name="Line 29">
              <a:extLst>
                <a:ext uri="{FF2B5EF4-FFF2-40B4-BE49-F238E27FC236}">
                  <a16:creationId xmlns:a16="http://schemas.microsoft.com/office/drawing/2014/main" id="{47D7D67A-09FD-4FAB-94F2-B28F7623CFA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291293" y="2871782"/>
              <a:ext cx="0" cy="271461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279594" name="Line 31">
              <a:extLst>
                <a:ext uri="{FF2B5EF4-FFF2-40B4-BE49-F238E27FC236}">
                  <a16:creationId xmlns:a16="http://schemas.microsoft.com/office/drawing/2014/main" id="{CBD59285-6D87-4561-858B-35B430F4F9B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359542" y="4135309"/>
              <a:ext cx="0" cy="169862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279595" name="Line 37">
              <a:extLst>
                <a:ext uri="{FF2B5EF4-FFF2-40B4-BE49-F238E27FC236}">
                  <a16:creationId xmlns:a16="http://schemas.microsoft.com/office/drawing/2014/main" id="{3C965D43-4FCD-49FC-BBC8-A237B29D4F0E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5802336" y="4563212"/>
              <a:ext cx="368296" cy="182562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279596" name="Line 38">
              <a:extLst>
                <a:ext uri="{FF2B5EF4-FFF2-40B4-BE49-F238E27FC236}">
                  <a16:creationId xmlns:a16="http://schemas.microsoft.com/office/drawing/2014/main" id="{1CBE2DEA-4C8A-4DCE-826F-2547B537F16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557978" y="4563212"/>
              <a:ext cx="323846" cy="182562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279597" name="Freeform 41">
              <a:extLst>
                <a:ext uri="{FF2B5EF4-FFF2-40B4-BE49-F238E27FC236}">
                  <a16:creationId xmlns:a16="http://schemas.microsoft.com/office/drawing/2014/main" id="{47A67FF3-C38C-4963-B891-DD3C1C99AE3F}"/>
                </a:ext>
              </a:extLst>
            </p:cNvPr>
            <p:cNvSpPr>
              <a:spLocks/>
            </p:cNvSpPr>
            <p:nvPr/>
          </p:nvSpPr>
          <p:spPr bwMode="auto">
            <a:xfrm>
              <a:off x="5291172" y="2928930"/>
              <a:ext cx="271460" cy="1357317"/>
            </a:xfrm>
            <a:custGeom>
              <a:avLst/>
              <a:gdLst>
                <a:gd name="T0" fmla="*/ 2147483646 w 227"/>
                <a:gd name="T1" fmla="*/ 2147483646 h 983"/>
                <a:gd name="T2" fmla="*/ 2147483646 w 227"/>
                <a:gd name="T3" fmla="*/ 2147483646 h 983"/>
                <a:gd name="T4" fmla="*/ 0 w 227"/>
                <a:gd name="T5" fmla="*/ 2147483646 h 983"/>
                <a:gd name="T6" fmla="*/ 2147483646 w 227"/>
                <a:gd name="T7" fmla="*/ 2147483646 h 983"/>
                <a:gd name="T8" fmla="*/ 2147483646 w 227"/>
                <a:gd name="T9" fmla="*/ 2147483646 h 98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27"/>
                <a:gd name="T16" fmla="*/ 0 h 983"/>
                <a:gd name="T17" fmla="*/ 227 w 227"/>
                <a:gd name="T18" fmla="*/ 983 h 98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27" h="983">
                  <a:moveTo>
                    <a:pt x="182" y="885"/>
                  </a:moveTo>
                  <a:cubicBezTo>
                    <a:pt x="129" y="934"/>
                    <a:pt x="76" y="983"/>
                    <a:pt x="46" y="930"/>
                  </a:cubicBezTo>
                  <a:cubicBezTo>
                    <a:pt x="16" y="877"/>
                    <a:pt x="0" y="711"/>
                    <a:pt x="0" y="567"/>
                  </a:cubicBezTo>
                  <a:cubicBezTo>
                    <a:pt x="0" y="423"/>
                    <a:pt x="8" y="136"/>
                    <a:pt x="46" y="68"/>
                  </a:cubicBezTo>
                  <a:cubicBezTo>
                    <a:pt x="84" y="0"/>
                    <a:pt x="155" y="79"/>
                    <a:pt x="227" y="159"/>
                  </a:cubicBezTo>
                </a:path>
              </a:pathLst>
            </a:cu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279598" name="Rectangle 16">
              <a:extLst>
                <a:ext uri="{FF2B5EF4-FFF2-40B4-BE49-F238E27FC236}">
                  <a16:creationId xmlns:a16="http://schemas.microsoft.com/office/drawing/2014/main" id="{A4A0E64B-4509-490C-B8FD-6C46532DC55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48298" y="4692519"/>
              <a:ext cx="514344" cy="3254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sz="1500" i="1">
                  <a:solidFill>
                    <a:srgbClr val="000000"/>
                  </a:solidFill>
                  <a:latin typeface="Times New Roman" panose="02020603050405020304" pitchFamily="18" charset="0"/>
                </a:rPr>
                <a:t>B</a:t>
              </a:r>
              <a:r>
                <a:rPr lang="en-US" altLang="zh-CN" sz="1500" i="1" baseline="-25000">
                  <a:solidFill>
                    <a:srgbClr val="000000"/>
                  </a:solidFill>
                  <a:latin typeface="Times New Roman" panose="02020603050405020304" pitchFamily="18" charset="0"/>
                </a:rPr>
                <a:t>5</a:t>
              </a:r>
              <a:endParaRPr lang="en-US" altLang="zh-CN" sz="1500" i="1">
                <a:solidFill>
                  <a:srgbClr val="000000"/>
                </a:solidFill>
                <a:latin typeface="Times New Roman" panose="02020603050405020304" pitchFamily="18" charset="0"/>
              </a:endParaRPr>
            </a:p>
          </p:txBody>
        </p:sp>
      </p:grpSp>
      <p:sp>
        <p:nvSpPr>
          <p:cNvPr id="45" name="矩形 44">
            <a:extLst>
              <a:ext uri="{FF2B5EF4-FFF2-40B4-BE49-F238E27FC236}">
                <a16:creationId xmlns:a16="http://schemas.microsoft.com/office/drawing/2014/main" id="{124612BD-5650-47E3-A115-B8497F8A4F7C}"/>
              </a:ext>
            </a:extLst>
          </p:cNvPr>
          <p:cNvSpPr/>
          <p:nvPr/>
        </p:nvSpPr>
        <p:spPr>
          <a:xfrm>
            <a:off x="3798888" y="2921000"/>
            <a:ext cx="1778000" cy="814388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lIns="68580" tIns="34290" rIns="68580" bIns="34290">
            <a:spAutoFit/>
          </a:bodyPr>
          <a:lstStyle/>
          <a:p>
            <a:pPr marL="257175" indent="-257175" eaLnBrk="1" hangingPunct="1">
              <a:spcBef>
                <a:spcPct val="2000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2200" i="1" dirty="0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s</a:t>
            </a:r>
            <a:r>
              <a:rPr lang="en-US" altLang="zh-CN" sz="2200" i="1" baseline="-25000" dirty="0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2</a:t>
            </a:r>
            <a:r>
              <a:rPr lang="zh-CN" altLang="en-US" sz="2200" dirty="0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：</a:t>
            </a:r>
            <a:r>
              <a:rPr lang="en-US" altLang="zh-CN" sz="2200" dirty="0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( </a:t>
            </a:r>
            <a:r>
              <a:rPr lang="en-US" altLang="zh-CN" sz="2200" i="1" dirty="0" err="1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i</a:t>
            </a:r>
            <a:r>
              <a:rPr lang="en-US" altLang="zh-CN" sz="2200" dirty="0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,  4, 0 )</a:t>
            </a:r>
          </a:p>
          <a:p>
            <a:pPr marL="257175" indent="-257175" eaLnBrk="1" hangingPunct="1">
              <a:spcBef>
                <a:spcPct val="20000"/>
              </a:spcBef>
              <a:buClr>
                <a:srgbClr val="3333CC"/>
              </a:buClr>
              <a:buSzPct val="60000"/>
              <a:defRPr/>
            </a:pPr>
            <a:r>
              <a:rPr lang="en-US" altLang="zh-CN" sz="2200" i="1" dirty="0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s</a:t>
            </a:r>
            <a:r>
              <a:rPr lang="en-US" altLang="zh-CN" sz="2200" i="1" baseline="-25000" dirty="0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4</a:t>
            </a:r>
            <a:r>
              <a:rPr lang="zh-CN" altLang="en-US" sz="2200" dirty="0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：</a:t>
            </a:r>
            <a:r>
              <a:rPr lang="en-US" altLang="zh-CN" sz="2200" dirty="0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( </a:t>
            </a:r>
            <a:r>
              <a:rPr lang="en-US" altLang="zh-CN" sz="2200" i="1" dirty="0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j</a:t>
            </a:r>
            <a:r>
              <a:rPr lang="en-US" altLang="zh-CN" sz="2200" dirty="0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,  4, 0 )</a:t>
            </a:r>
          </a:p>
        </p:txBody>
      </p:sp>
      <p:grpSp>
        <p:nvGrpSpPr>
          <p:cNvPr id="3" name="组合 101">
            <a:extLst>
              <a:ext uri="{FF2B5EF4-FFF2-40B4-BE49-F238E27FC236}">
                <a16:creationId xmlns:a16="http://schemas.microsoft.com/office/drawing/2014/main" id="{4E7F92CD-4421-4688-9976-856ACAA5225F}"/>
              </a:ext>
            </a:extLst>
          </p:cNvPr>
          <p:cNvGrpSpPr>
            <a:grpSpLocks/>
          </p:cNvGrpSpPr>
          <p:nvPr/>
        </p:nvGrpSpPr>
        <p:grpSpPr bwMode="auto">
          <a:xfrm>
            <a:off x="5770563" y="142875"/>
            <a:ext cx="3087687" cy="4935538"/>
            <a:chOff x="4968883" y="511468"/>
            <a:chExt cx="3087709" cy="4935267"/>
          </a:xfrm>
        </p:grpSpPr>
        <p:sp>
          <p:nvSpPr>
            <p:cNvPr id="279559" name="Freeform 40">
              <a:extLst>
                <a:ext uri="{FF2B5EF4-FFF2-40B4-BE49-F238E27FC236}">
                  <a16:creationId xmlns:a16="http://schemas.microsoft.com/office/drawing/2014/main" id="{7D9E66C0-154A-4FA0-8D99-84E03D2EB2F2}"/>
                </a:ext>
              </a:extLst>
            </p:cNvPr>
            <p:cNvSpPr>
              <a:spLocks/>
            </p:cNvSpPr>
            <p:nvPr/>
          </p:nvSpPr>
          <p:spPr bwMode="auto">
            <a:xfrm rot="-402444">
              <a:off x="5202979" y="2112594"/>
              <a:ext cx="471471" cy="1192316"/>
            </a:xfrm>
            <a:custGeom>
              <a:avLst/>
              <a:gdLst>
                <a:gd name="T0" fmla="*/ 2147483646 w 325"/>
                <a:gd name="T1" fmla="*/ 2147483646 h 983"/>
                <a:gd name="T2" fmla="*/ 2147483646 w 325"/>
                <a:gd name="T3" fmla="*/ 2147483646 h 983"/>
                <a:gd name="T4" fmla="*/ 2147483646 w 325"/>
                <a:gd name="T5" fmla="*/ 2147483646 h 983"/>
                <a:gd name="T6" fmla="*/ 2147483646 w 325"/>
                <a:gd name="T7" fmla="*/ 2147483646 h 983"/>
                <a:gd name="T8" fmla="*/ 2147483646 w 325"/>
                <a:gd name="T9" fmla="*/ 2147483646 h 98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5"/>
                <a:gd name="T16" fmla="*/ 0 h 983"/>
                <a:gd name="T17" fmla="*/ 325 w 325"/>
                <a:gd name="T18" fmla="*/ 983 h 98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5" h="983">
                  <a:moveTo>
                    <a:pt x="325" y="847"/>
                  </a:moveTo>
                  <a:cubicBezTo>
                    <a:pt x="215" y="915"/>
                    <a:pt x="106" y="983"/>
                    <a:pt x="53" y="938"/>
                  </a:cubicBezTo>
                  <a:cubicBezTo>
                    <a:pt x="0" y="893"/>
                    <a:pt x="1" y="719"/>
                    <a:pt x="8" y="575"/>
                  </a:cubicBezTo>
                  <a:cubicBezTo>
                    <a:pt x="15" y="431"/>
                    <a:pt x="53" y="152"/>
                    <a:pt x="98" y="76"/>
                  </a:cubicBezTo>
                  <a:cubicBezTo>
                    <a:pt x="143" y="0"/>
                    <a:pt x="211" y="60"/>
                    <a:pt x="280" y="121"/>
                  </a:cubicBezTo>
                </a:path>
              </a:pathLst>
            </a:cu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279560" name="Line 29">
              <a:extLst>
                <a:ext uri="{FF2B5EF4-FFF2-40B4-BE49-F238E27FC236}">
                  <a16:creationId xmlns:a16="http://schemas.microsoft.com/office/drawing/2014/main" id="{F82097D0-4CE3-43C4-BF79-E9D5C97828E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426200" y="3143254"/>
              <a:ext cx="0" cy="271463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70" name="Rectangle 23">
              <a:extLst>
                <a:ext uri="{FF2B5EF4-FFF2-40B4-BE49-F238E27FC236}">
                  <a16:creationId xmlns:a16="http://schemas.microsoft.com/office/drawing/2014/main" id="{7D69B4FD-656C-4CBF-830C-86DD6509A8F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80074" y="517818"/>
              <a:ext cx="1833576" cy="148264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tIns="36000" bIns="0"/>
            <a:lstStyle>
              <a:lvl1pPr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just">
                <a:lnSpc>
                  <a:spcPts val="1800"/>
                </a:lnSpc>
                <a:defRPr/>
              </a:pP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i 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=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 m 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  <a:sym typeface="Symbol" charset="2"/>
                </a:rPr>
                <a:t>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1</a:t>
              </a:r>
            </a:p>
            <a:p>
              <a:pPr algn="just">
                <a:lnSpc>
                  <a:spcPts val="1800"/>
                </a:lnSpc>
                <a:defRPr/>
              </a:pP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j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 =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 n</a:t>
              </a:r>
            </a:p>
            <a:p>
              <a:pPr algn="just">
                <a:lnSpc>
                  <a:spcPts val="1800"/>
                </a:lnSpc>
                <a:defRPr/>
              </a:pP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t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charset="0"/>
                </a:rPr>
                <a:t>1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 = 4 *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n</a:t>
              </a:r>
            </a:p>
            <a:p>
              <a:pPr algn="just">
                <a:lnSpc>
                  <a:spcPts val="1800"/>
                </a:lnSpc>
                <a:defRPr/>
              </a:pP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v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 =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a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[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t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charset="0"/>
                </a:rPr>
                <a:t>1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]</a:t>
              </a:r>
            </a:p>
            <a:p>
              <a:pPr algn="just">
                <a:lnSpc>
                  <a:spcPts val="1800"/>
                </a:lnSpc>
                <a:defRPr/>
              </a:pP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s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charset="0"/>
                </a:rPr>
                <a:t>2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 = 4 *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i</a:t>
              </a:r>
            </a:p>
            <a:p>
              <a:pPr algn="just">
                <a:lnSpc>
                  <a:spcPts val="1800"/>
                </a:lnSpc>
                <a:defRPr/>
              </a:pP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s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charset="0"/>
                </a:rPr>
                <a:t>4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 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= 4 *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 j</a:t>
              </a:r>
            </a:p>
          </p:txBody>
        </p:sp>
        <p:sp>
          <p:nvSpPr>
            <p:cNvPr id="71" name="Rectangle 24">
              <a:extLst>
                <a:ext uri="{FF2B5EF4-FFF2-40B4-BE49-F238E27FC236}">
                  <a16:creationId xmlns:a16="http://schemas.microsoft.com/office/drawing/2014/main" id="{F50F13D6-4EE7-458B-A76F-8ECA8BFF117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72137" y="2232224"/>
              <a:ext cx="1841513" cy="966735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tIns="72000" bIns="0"/>
            <a:lstStyle>
              <a:lvl1pPr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just">
                <a:lnSpc>
                  <a:spcPts val="1600"/>
                </a:lnSpc>
                <a:defRPr/>
              </a:pPr>
              <a:endParaRPr lang="en-US" altLang="zh-CN" sz="1600" dirty="0">
                <a:solidFill>
                  <a:srgbClr val="0000FF"/>
                </a:solidFill>
                <a:latin typeface="Times New Roman" charset="0"/>
              </a:endParaRPr>
            </a:p>
            <a:p>
              <a:pPr algn="just">
                <a:lnSpc>
                  <a:spcPts val="1800"/>
                </a:lnSpc>
                <a:defRPr/>
              </a:pP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s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charset="0"/>
                </a:rPr>
                <a:t>2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 =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s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charset="0"/>
                </a:rPr>
                <a:t>2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 </a:t>
              </a:r>
              <a:r>
                <a:rPr lang="en-US" altLang="zh-CN" dirty="0">
                  <a:solidFill>
                    <a:prstClr val="black"/>
                  </a:solidFill>
                  <a:latin typeface="宋体" charset="0"/>
                </a:rPr>
                <a:t>+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 4</a:t>
              </a:r>
              <a:endParaRPr lang="en-US" altLang="zh-CN" i="1" dirty="0">
                <a:solidFill>
                  <a:prstClr val="black"/>
                </a:solidFill>
                <a:latin typeface="Times New Roman" charset="0"/>
              </a:endParaRPr>
            </a:p>
            <a:p>
              <a:pPr algn="just">
                <a:lnSpc>
                  <a:spcPts val="1800"/>
                </a:lnSpc>
                <a:defRPr/>
              </a:pP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t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charset="0"/>
                </a:rPr>
                <a:t>3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 =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a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[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s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charset="0"/>
                </a:rPr>
                <a:t>2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]</a:t>
              </a:r>
            </a:p>
            <a:p>
              <a:pPr algn="just">
                <a:lnSpc>
                  <a:spcPts val="1800"/>
                </a:lnSpc>
                <a:defRPr/>
              </a:pP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if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t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charset="0"/>
                </a:rPr>
                <a:t>3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 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&lt;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v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 </a:t>
              </a:r>
              <a:r>
                <a:rPr lang="en-US" altLang="zh-CN" dirty="0" err="1">
                  <a:solidFill>
                    <a:prstClr val="black"/>
                  </a:solidFill>
                  <a:latin typeface="Times New Roman" charset="0"/>
                </a:rPr>
                <a:t>goto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B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charset="0"/>
                </a:rPr>
                <a:t>2</a:t>
              </a:r>
            </a:p>
          </p:txBody>
        </p:sp>
        <p:sp>
          <p:nvSpPr>
            <p:cNvPr id="279563" name="Rectangle 25">
              <a:extLst>
                <a:ext uri="{FF2B5EF4-FFF2-40B4-BE49-F238E27FC236}">
                  <a16:creationId xmlns:a16="http://schemas.microsoft.com/office/drawing/2014/main" id="{A6BB870D-9A39-4E39-9A2C-8251969502D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485089" y="511468"/>
              <a:ext cx="392972" cy="22034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0" rIns="0" bIns="0"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sz="1500" i="1">
                  <a:solidFill>
                    <a:srgbClr val="000000"/>
                  </a:solidFill>
                  <a:latin typeface="Times New Roman" panose="02020603050405020304" pitchFamily="18" charset="0"/>
                </a:rPr>
                <a:t>B</a:t>
              </a:r>
              <a:r>
                <a:rPr lang="en-US" altLang="zh-CN" sz="1500" baseline="-25000">
                  <a:solidFill>
                    <a:srgbClr val="000000"/>
                  </a:solidFill>
                  <a:latin typeface="Times New Roman" panose="02020603050405020304" pitchFamily="18" charset="0"/>
                </a:rPr>
                <a:t>1</a:t>
              </a:r>
              <a:endParaRPr lang="en-US" altLang="zh-CN" sz="1500">
                <a:solidFill>
                  <a:srgbClr val="000000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279564" name="Rectangle 26">
              <a:extLst>
                <a:ext uri="{FF2B5EF4-FFF2-40B4-BE49-F238E27FC236}">
                  <a16:creationId xmlns:a16="http://schemas.microsoft.com/office/drawing/2014/main" id="{BD7975C5-C70A-4DDE-A681-7F42481C011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430219" y="2160580"/>
              <a:ext cx="626373" cy="32634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sz="1500" i="1">
                  <a:solidFill>
                    <a:srgbClr val="000000"/>
                  </a:solidFill>
                  <a:latin typeface="Times New Roman" panose="02020603050405020304" pitchFamily="18" charset="0"/>
                </a:rPr>
                <a:t>B</a:t>
              </a:r>
              <a:r>
                <a:rPr lang="en-US" altLang="zh-CN" sz="1500" baseline="-25000">
                  <a:solidFill>
                    <a:srgbClr val="000000"/>
                  </a:solidFill>
                  <a:latin typeface="Times New Roman" panose="02020603050405020304" pitchFamily="18" charset="0"/>
                </a:rPr>
                <a:t>2</a:t>
              </a:r>
              <a:endParaRPr lang="en-US" altLang="zh-CN" sz="1500">
                <a:solidFill>
                  <a:srgbClr val="000000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74" name="Rectangle 27">
              <a:extLst>
                <a:ext uri="{FF2B5EF4-FFF2-40B4-BE49-F238E27FC236}">
                  <a16:creationId xmlns:a16="http://schemas.microsoft.com/office/drawing/2014/main" id="{2E898F79-1E75-49EC-9F8E-3C15CC9ED04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91187" y="3429133"/>
              <a:ext cx="1822463" cy="1017532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tIns="72000" bIns="0"/>
            <a:lstStyle>
              <a:lvl1pPr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just">
                <a:lnSpc>
                  <a:spcPct val="70000"/>
                </a:lnSpc>
                <a:defRPr/>
              </a:pPr>
              <a:endParaRPr lang="en-US" altLang="zh-CN" sz="1600" dirty="0">
                <a:solidFill>
                  <a:srgbClr val="0000FF"/>
                </a:solidFill>
                <a:latin typeface="Times New Roman" charset="0"/>
              </a:endParaRPr>
            </a:p>
            <a:p>
              <a:pPr algn="just">
                <a:lnSpc>
                  <a:spcPts val="1800"/>
                </a:lnSpc>
                <a:defRPr/>
              </a:pP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s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charset="0"/>
                </a:rPr>
                <a:t>4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 =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s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charset="0"/>
                </a:rPr>
                <a:t>4 </a:t>
              </a:r>
              <a:r>
                <a:rPr lang="en-US" altLang="zh-CN" dirty="0">
                  <a:solidFill>
                    <a:prstClr val="black"/>
                  </a:solidFill>
                  <a:latin typeface="宋体" charset="0"/>
                </a:rPr>
                <a:t>- 4</a:t>
              </a:r>
              <a:endParaRPr lang="en-US" altLang="zh-CN" i="1" dirty="0">
                <a:solidFill>
                  <a:prstClr val="black"/>
                </a:solidFill>
                <a:latin typeface="Times New Roman" charset="0"/>
              </a:endParaRPr>
            </a:p>
            <a:p>
              <a:pPr algn="just">
                <a:lnSpc>
                  <a:spcPts val="1800"/>
                </a:lnSpc>
                <a:defRPr/>
              </a:pP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t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charset="0"/>
                </a:rPr>
                <a:t>5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 =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a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[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s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charset="0"/>
                </a:rPr>
                <a:t>4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]</a:t>
              </a:r>
            </a:p>
            <a:p>
              <a:pPr algn="just">
                <a:lnSpc>
                  <a:spcPts val="1800"/>
                </a:lnSpc>
                <a:defRPr/>
              </a:pP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if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t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charset="0"/>
                </a:rPr>
                <a:t>5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 &gt;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v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 </a:t>
              </a:r>
              <a:r>
                <a:rPr lang="en-US" altLang="zh-CN" dirty="0" err="1">
                  <a:solidFill>
                    <a:prstClr val="black"/>
                  </a:solidFill>
                  <a:latin typeface="Times New Roman" charset="0"/>
                </a:rPr>
                <a:t>goto</a:t>
              </a:r>
              <a:r>
                <a:rPr lang="en-US" altLang="zh-CN" dirty="0">
                  <a:solidFill>
                    <a:prstClr val="black"/>
                  </a:solidFill>
                  <a:latin typeface="Times New Roman" charset="0"/>
                </a:rPr>
                <a:t> </a:t>
              </a:r>
              <a:r>
                <a:rPr lang="en-US" altLang="zh-CN" i="1" dirty="0">
                  <a:solidFill>
                    <a:prstClr val="black"/>
                  </a:solidFill>
                  <a:latin typeface="Times New Roman" charset="0"/>
                </a:rPr>
                <a:t>B</a:t>
              </a:r>
              <a:r>
                <a:rPr lang="en-US" altLang="zh-CN" i="1" baseline="-25000" dirty="0">
                  <a:solidFill>
                    <a:prstClr val="black"/>
                  </a:solidFill>
                  <a:latin typeface="Times New Roman" charset="0"/>
                </a:rPr>
                <a:t>3</a:t>
              </a:r>
            </a:p>
          </p:txBody>
        </p:sp>
        <p:sp>
          <p:nvSpPr>
            <p:cNvPr id="75" name="Rectangle 30">
              <a:extLst>
                <a:ext uri="{FF2B5EF4-FFF2-40B4-BE49-F238E27FC236}">
                  <a16:creationId xmlns:a16="http://schemas.microsoft.com/office/drawing/2014/main" id="{BAD0B887-0801-4EA8-8DF3-71B241A7B80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91187" y="4660965"/>
              <a:ext cx="1822463" cy="28573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90000" tIns="0" rIns="0" bIns="0"/>
            <a:lstStyle>
              <a:lvl1pPr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just">
                <a:lnSpc>
                  <a:spcPct val="96000"/>
                </a:lnSpc>
                <a:defRPr/>
              </a:pPr>
              <a:r>
                <a:rPr lang="en-US" altLang="zh-CN" dirty="0">
                  <a:solidFill>
                    <a:srgbClr val="000000"/>
                  </a:solidFill>
                  <a:latin typeface="Times New Roman" charset="0"/>
                </a:rPr>
                <a:t>if</a:t>
              </a:r>
              <a:r>
                <a:rPr lang="en-US" altLang="zh-CN" dirty="0">
                  <a:solidFill>
                    <a:srgbClr val="FF0000"/>
                  </a:solidFill>
                  <a:latin typeface="Times New Roman" charset="0"/>
                </a:rPr>
                <a:t> </a:t>
              </a:r>
              <a:r>
                <a:rPr lang="en-US" altLang="zh-CN" i="1" dirty="0">
                  <a:solidFill>
                    <a:srgbClr val="FF0000"/>
                  </a:solidFill>
                  <a:latin typeface="Times New Roman" charset="0"/>
                </a:rPr>
                <a:t>s</a:t>
              </a:r>
              <a:r>
                <a:rPr lang="en-US" altLang="zh-CN" i="1" baseline="-25000" dirty="0">
                  <a:solidFill>
                    <a:srgbClr val="FF0000"/>
                  </a:solidFill>
                  <a:latin typeface="Times New Roman" charset="0"/>
                </a:rPr>
                <a:t>2</a:t>
              </a:r>
              <a:r>
                <a:rPr lang="en-US" altLang="zh-CN" dirty="0">
                  <a:solidFill>
                    <a:srgbClr val="FF0000"/>
                  </a:solidFill>
                  <a:latin typeface="Times New Roman" charset="0"/>
                </a:rPr>
                <a:t> &gt;= </a:t>
              </a:r>
              <a:r>
                <a:rPr lang="en-US" altLang="zh-CN" i="1" dirty="0">
                  <a:solidFill>
                    <a:srgbClr val="FF0000"/>
                  </a:solidFill>
                  <a:latin typeface="Times New Roman" charset="0"/>
                </a:rPr>
                <a:t>s</a:t>
              </a:r>
              <a:r>
                <a:rPr lang="en-US" altLang="zh-CN" i="1" baseline="-25000" dirty="0">
                  <a:solidFill>
                    <a:srgbClr val="FF0000"/>
                  </a:solidFill>
                  <a:latin typeface="Times New Roman" charset="0"/>
                </a:rPr>
                <a:t>4</a:t>
              </a:r>
              <a:r>
                <a:rPr lang="en-US" altLang="zh-CN" dirty="0">
                  <a:solidFill>
                    <a:srgbClr val="FF0000"/>
                  </a:solidFill>
                  <a:latin typeface="Times New Roman" charset="0"/>
                </a:rPr>
                <a:t> </a:t>
              </a:r>
              <a:r>
                <a:rPr lang="en-US" altLang="zh-CN" dirty="0" err="1">
                  <a:solidFill>
                    <a:srgbClr val="000000"/>
                  </a:solidFill>
                  <a:latin typeface="Times New Roman" charset="0"/>
                </a:rPr>
                <a:t>goto</a:t>
              </a:r>
              <a:r>
                <a:rPr lang="en-US" altLang="zh-CN" dirty="0">
                  <a:solidFill>
                    <a:srgbClr val="000000"/>
                  </a:solidFill>
                  <a:latin typeface="Times New Roman" charset="0"/>
                </a:rPr>
                <a:t> </a:t>
              </a:r>
              <a:r>
                <a:rPr lang="en-US" altLang="zh-CN" i="1" dirty="0">
                  <a:solidFill>
                    <a:srgbClr val="000000"/>
                  </a:solidFill>
                  <a:latin typeface="Times New Roman" charset="0"/>
                </a:rPr>
                <a:t>B</a:t>
              </a:r>
              <a:r>
                <a:rPr lang="en-US" altLang="zh-CN" i="1" baseline="-25000" dirty="0">
                  <a:solidFill>
                    <a:srgbClr val="000000"/>
                  </a:solidFill>
                  <a:latin typeface="Times New Roman" charset="0"/>
                </a:rPr>
                <a:t>6</a:t>
              </a:r>
            </a:p>
          </p:txBody>
        </p:sp>
        <p:sp>
          <p:nvSpPr>
            <p:cNvPr id="76" name="Rectangle 32">
              <a:extLst>
                <a:ext uri="{FF2B5EF4-FFF2-40B4-BE49-F238E27FC236}">
                  <a16:creationId xmlns:a16="http://schemas.microsoft.com/office/drawing/2014/main" id="{FAB7C56B-5C23-42B8-BD3E-2BA24B6F141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56262" y="5161001"/>
              <a:ext cx="928694" cy="21430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tIns="0" bIns="0"/>
            <a:lstStyle>
              <a:lvl1pPr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just">
                <a:lnSpc>
                  <a:spcPct val="96000"/>
                </a:lnSpc>
                <a:defRPr/>
              </a:pPr>
              <a:endParaRPr lang="en-US" altLang="zh-CN" sz="700" b="0" baseline="-25000">
                <a:solidFill>
                  <a:prstClr val="black"/>
                </a:solidFill>
                <a:latin typeface="Times New Roman" charset="0"/>
              </a:endParaRPr>
            </a:p>
          </p:txBody>
        </p:sp>
        <p:sp>
          <p:nvSpPr>
            <p:cNvPr id="279568" name="Rectangle 33">
              <a:extLst>
                <a:ext uri="{FF2B5EF4-FFF2-40B4-BE49-F238E27FC236}">
                  <a16:creationId xmlns:a16="http://schemas.microsoft.com/office/drawing/2014/main" id="{20C03B3A-FA7E-4A0E-B872-FA484F1061F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430219" y="4551285"/>
              <a:ext cx="626373" cy="32395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sz="1500" i="1">
                  <a:solidFill>
                    <a:srgbClr val="000000"/>
                  </a:solidFill>
                  <a:latin typeface="Times New Roman" panose="02020603050405020304" pitchFamily="18" charset="0"/>
                </a:rPr>
                <a:t>B</a:t>
              </a:r>
              <a:r>
                <a:rPr lang="en-US" altLang="zh-CN" sz="1500" baseline="-25000">
                  <a:solidFill>
                    <a:srgbClr val="000000"/>
                  </a:solidFill>
                  <a:latin typeface="Times New Roman" panose="02020603050405020304" pitchFamily="18" charset="0"/>
                </a:rPr>
                <a:t>4</a:t>
              </a:r>
              <a:endParaRPr lang="en-US" altLang="zh-CN" sz="1500">
                <a:solidFill>
                  <a:srgbClr val="000000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279569" name="Rectangle 34">
              <a:extLst>
                <a:ext uri="{FF2B5EF4-FFF2-40B4-BE49-F238E27FC236}">
                  <a16:creationId xmlns:a16="http://schemas.microsoft.com/office/drawing/2014/main" id="{3DCD7D45-B738-47B9-9953-C812ED38DAA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427837" y="3357569"/>
              <a:ext cx="628755" cy="32753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sz="1500" i="1">
                  <a:solidFill>
                    <a:srgbClr val="000000"/>
                  </a:solidFill>
                  <a:latin typeface="Times New Roman" panose="02020603050405020304" pitchFamily="18" charset="0"/>
                </a:rPr>
                <a:t>B</a:t>
              </a:r>
              <a:r>
                <a:rPr lang="en-US" altLang="zh-CN" sz="1500" baseline="-25000">
                  <a:solidFill>
                    <a:srgbClr val="000000"/>
                  </a:solidFill>
                  <a:latin typeface="Times New Roman" panose="02020603050405020304" pitchFamily="18" charset="0"/>
                </a:rPr>
                <a:t>3</a:t>
              </a:r>
              <a:endParaRPr lang="en-US" altLang="zh-CN" sz="1500">
                <a:solidFill>
                  <a:srgbClr val="000000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79" name="Rectangle 36">
              <a:extLst>
                <a:ext uri="{FF2B5EF4-FFF2-40B4-BE49-F238E27FC236}">
                  <a16:creationId xmlns:a16="http://schemas.microsoft.com/office/drawing/2014/main" id="{56ACE5A7-F13F-4F02-9471-046CD614D60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556394" y="5161001"/>
              <a:ext cx="857256" cy="21430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tIns="0" bIns="0"/>
            <a:lstStyle>
              <a:lvl1pPr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charset="0"/>
                  <a:ea typeface="宋体" charset="0"/>
                </a:defRPr>
              </a:lvl9pPr>
            </a:lstStyle>
            <a:p>
              <a:pPr algn="just">
                <a:lnSpc>
                  <a:spcPct val="96000"/>
                </a:lnSpc>
                <a:defRPr/>
              </a:pPr>
              <a:endParaRPr lang="en-US" altLang="zh-CN" sz="700" b="0" baseline="-25000">
                <a:solidFill>
                  <a:prstClr val="black"/>
                </a:solidFill>
                <a:latin typeface="Times New Roman" charset="0"/>
              </a:endParaRPr>
            </a:p>
          </p:txBody>
        </p:sp>
        <p:sp>
          <p:nvSpPr>
            <p:cNvPr id="279571" name="Rectangle 39">
              <a:extLst>
                <a:ext uri="{FF2B5EF4-FFF2-40B4-BE49-F238E27FC236}">
                  <a16:creationId xmlns:a16="http://schemas.microsoft.com/office/drawing/2014/main" id="{CAAD2CD5-01BC-4D5A-81E4-B1FF2FE980F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413652" y="5047782"/>
              <a:ext cx="627564" cy="32753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sz="1500" i="1">
                  <a:solidFill>
                    <a:srgbClr val="000000"/>
                  </a:solidFill>
                  <a:latin typeface="Times New Roman" panose="02020603050405020304" pitchFamily="18" charset="0"/>
                </a:rPr>
                <a:t>B</a:t>
              </a:r>
              <a:r>
                <a:rPr lang="en-US" altLang="zh-CN" sz="1500" baseline="-25000">
                  <a:solidFill>
                    <a:srgbClr val="000000"/>
                  </a:solidFill>
                  <a:latin typeface="Times New Roman" panose="02020603050405020304" pitchFamily="18" charset="0"/>
                </a:rPr>
                <a:t>6</a:t>
              </a:r>
              <a:endParaRPr lang="en-US" altLang="zh-CN" sz="1500">
                <a:solidFill>
                  <a:srgbClr val="000000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279572" name="Line 28">
              <a:extLst>
                <a:ext uri="{FF2B5EF4-FFF2-40B4-BE49-F238E27FC236}">
                  <a16:creationId xmlns:a16="http://schemas.microsoft.com/office/drawing/2014/main" id="{92E4C9E1-7A12-424D-8D27-2D94484F3C9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429388" y="2000246"/>
              <a:ext cx="0" cy="239712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279573" name="Line 31">
              <a:extLst>
                <a:ext uri="{FF2B5EF4-FFF2-40B4-BE49-F238E27FC236}">
                  <a16:creationId xmlns:a16="http://schemas.microsoft.com/office/drawing/2014/main" id="{5C2EA581-D5DB-4BD8-AC60-6EEB0247685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426200" y="4440588"/>
              <a:ext cx="0" cy="215988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279574" name="Line 37">
              <a:extLst>
                <a:ext uri="{FF2B5EF4-FFF2-40B4-BE49-F238E27FC236}">
                  <a16:creationId xmlns:a16="http://schemas.microsoft.com/office/drawing/2014/main" id="{B02BF217-FB67-4CFE-BB3D-53918A7FAE20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5868988" y="4946683"/>
              <a:ext cx="368300" cy="182563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279575" name="Line 38">
              <a:extLst>
                <a:ext uri="{FF2B5EF4-FFF2-40B4-BE49-F238E27FC236}">
                  <a16:creationId xmlns:a16="http://schemas.microsoft.com/office/drawing/2014/main" id="{7AC38956-025B-410C-BE00-86BFBEE5446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732612" y="4946683"/>
              <a:ext cx="323850" cy="182563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279576" name="Freeform 41">
              <a:extLst>
                <a:ext uri="{FF2B5EF4-FFF2-40B4-BE49-F238E27FC236}">
                  <a16:creationId xmlns:a16="http://schemas.microsoft.com/office/drawing/2014/main" id="{E8CD8C56-95A9-4CF0-A0CC-510F19406324}"/>
                </a:ext>
              </a:extLst>
            </p:cNvPr>
            <p:cNvSpPr>
              <a:spLocks/>
            </p:cNvSpPr>
            <p:nvPr/>
          </p:nvSpPr>
          <p:spPr bwMode="auto">
            <a:xfrm>
              <a:off x="5270517" y="3260749"/>
              <a:ext cx="358764" cy="1328741"/>
            </a:xfrm>
            <a:custGeom>
              <a:avLst/>
              <a:gdLst>
                <a:gd name="T0" fmla="*/ 2147483646 w 227"/>
                <a:gd name="T1" fmla="*/ 2147483646 h 983"/>
                <a:gd name="T2" fmla="*/ 2147483646 w 227"/>
                <a:gd name="T3" fmla="*/ 2147483646 h 983"/>
                <a:gd name="T4" fmla="*/ 0 w 227"/>
                <a:gd name="T5" fmla="*/ 2147483646 h 983"/>
                <a:gd name="T6" fmla="*/ 2147483646 w 227"/>
                <a:gd name="T7" fmla="*/ 2147483646 h 983"/>
                <a:gd name="T8" fmla="*/ 2147483646 w 227"/>
                <a:gd name="T9" fmla="*/ 2147483646 h 98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27"/>
                <a:gd name="T16" fmla="*/ 0 h 983"/>
                <a:gd name="T17" fmla="*/ 227 w 227"/>
                <a:gd name="T18" fmla="*/ 983 h 98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27" h="983">
                  <a:moveTo>
                    <a:pt x="182" y="885"/>
                  </a:moveTo>
                  <a:cubicBezTo>
                    <a:pt x="129" y="934"/>
                    <a:pt x="76" y="983"/>
                    <a:pt x="46" y="930"/>
                  </a:cubicBezTo>
                  <a:cubicBezTo>
                    <a:pt x="16" y="877"/>
                    <a:pt x="0" y="711"/>
                    <a:pt x="0" y="567"/>
                  </a:cubicBezTo>
                  <a:cubicBezTo>
                    <a:pt x="0" y="423"/>
                    <a:pt x="8" y="136"/>
                    <a:pt x="46" y="68"/>
                  </a:cubicBezTo>
                  <a:cubicBezTo>
                    <a:pt x="84" y="0"/>
                    <a:pt x="155" y="79"/>
                    <a:pt x="227" y="159"/>
                  </a:cubicBezTo>
                </a:path>
              </a:pathLst>
            </a:cu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279577" name="Freeform 42">
              <a:extLst>
                <a:ext uri="{FF2B5EF4-FFF2-40B4-BE49-F238E27FC236}">
                  <a16:creationId xmlns:a16="http://schemas.microsoft.com/office/drawing/2014/main" id="{E9FCED4D-493E-4328-A2A0-C6B4EE4C55DE}"/>
                </a:ext>
              </a:extLst>
            </p:cNvPr>
            <p:cNvSpPr>
              <a:spLocks/>
            </p:cNvSpPr>
            <p:nvPr/>
          </p:nvSpPr>
          <p:spPr bwMode="auto">
            <a:xfrm>
              <a:off x="4968883" y="1660510"/>
              <a:ext cx="746125" cy="3786225"/>
            </a:xfrm>
            <a:custGeom>
              <a:avLst/>
              <a:gdLst>
                <a:gd name="T0" fmla="*/ 2147483646 w 627"/>
                <a:gd name="T1" fmla="*/ 2147483646 h 3190"/>
                <a:gd name="T2" fmla="*/ 2147483646 w 627"/>
                <a:gd name="T3" fmla="*/ 2147483646 h 3190"/>
                <a:gd name="T4" fmla="*/ 2147483646 w 627"/>
                <a:gd name="T5" fmla="*/ 2147483646 h 3190"/>
                <a:gd name="T6" fmla="*/ 2147483646 w 627"/>
                <a:gd name="T7" fmla="*/ 2147483646 h 3190"/>
                <a:gd name="T8" fmla="*/ 2147483646 w 627"/>
                <a:gd name="T9" fmla="*/ 2147483646 h 319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627"/>
                <a:gd name="T16" fmla="*/ 0 h 3190"/>
                <a:gd name="T17" fmla="*/ 627 w 627"/>
                <a:gd name="T18" fmla="*/ 3190 h 319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627" h="3190">
                  <a:moveTo>
                    <a:pt x="491" y="2994"/>
                  </a:moveTo>
                  <a:cubicBezTo>
                    <a:pt x="430" y="3092"/>
                    <a:pt x="369" y="3190"/>
                    <a:pt x="309" y="3130"/>
                  </a:cubicBezTo>
                  <a:cubicBezTo>
                    <a:pt x="249" y="3070"/>
                    <a:pt x="166" y="3092"/>
                    <a:pt x="128" y="2631"/>
                  </a:cubicBezTo>
                  <a:cubicBezTo>
                    <a:pt x="90" y="2170"/>
                    <a:pt x="0" y="726"/>
                    <a:pt x="83" y="363"/>
                  </a:cubicBezTo>
                  <a:cubicBezTo>
                    <a:pt x="166" y="0"/>
                    <a:pt x="396" y="227"/>
                    <a:pt x="627" y="454"/>
                  </a:cubicBezTo>
                </a:path>
              </a:pathLst>
            </a:custGeom>
            <a:noFill/>
            <a:ln w="25400">
              <a:solidFill>
                <a:schemeClr val="tx1"/>
              </a:solidFill>
              <a:round/>
              <a:headEnd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68580" tIns="34290" rIns="68580" bIns="34290"/>
            <a:lstStyle/>
            <a:p>
              <a:endParaRPr lang="zh-CN" altLang="en-US"/>
            </a:p>
          </p:txBody>
        </p:sp>
        <p:sp>
          <p:nvSpPr>
            <p:cNvPr id="279578" name="Rectangle 16">
              <a:extLst>
                <a:ext uri="{FF2B5EF4-FFF2-40B4-BE49-F238E27FC236}">
                  <a16:creationId xmlns:a16="http://schemas.microsoft.com/office/drawing/2014/main" id="{5396F8B4-E283-4215-9243-9732ECAE73A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14942" y="4978438"/>
              <a:ext cx="514350" cy="3254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68580" tIns="34290" rIns="68580" bIns="34290"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just"/>
              <a:r>
                <a:rPr lang="en-US" altLang="zh-CN" sz="1500" i="1">
                  <a:solidFill>
                    <a:srgbClr val="000000"/>
                  </a:solidFill>
                  <a:latin typeface="Times New Roman" panose="02020603050405020304" pitchFamily="18" charset="0"/>
                </a:rPr>
                <a:t>B</a:t>
              </a:r>
              <a:r>
                <a:rPr lang="en-US" altLang="zh-CN" sz="1500" i="1" baseline="-25000">
                  <a:solidFill>
                    <a:srgbClr val="000000"/>
                  </a:solidFill>
                  <a:latin typeface="Times New Roman" panose="02020603050405020304" pitchFamily="18" charset="0"/>
                </a:rPr>
                <a:t>5</a:t>
              </a:r>
              <a:endParaRPr lang="en-US" altLang="zh-CN" sz="1500" i="1">
                <a:solidFill>
                  <a:srgbClr val="000000"/>
                </a:solidFill>
                <a:latin typeface="Times New Roman" panose="02020603050405020304" pitchFamily="18" charset="0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 nodeType="clickPar">
                      <p:stCondLst>
                        <p:cond delay="indefinite"/>
                      </p:stCondLst>
                      <p:childTnLst>
                        <p:par>
                          <p:cTn id="1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" grpId="0" animBg="1"/>
      <p:bldP spid="45" grpId="0" animBg="1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>
            <a:extLst>
              <a:ext uri="{FF2B5EF4-FFF2-40B4-BE49-F238E27FC236}">
                <a16:creationId xmlns:a16="http://schemas.microsoft.com/office/drawing/2014/main" id="{F5876472-1DFE-4B2F-9948-868316A94B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7543" y="1044338"/>
            <a:ext cx="4896545" cy="3759660"/>
          </a:xfrm>
        </p:spPr>
        <p:txBody>
          <a:bodyPr/>
          <a:lstStyle/>
          <a:p>
            <a:r>
              <a:rPr lang="zh-CN" altLang="en-US" b="1" dirty="0"/>
              <a:t>练习</a:t>
            </a:r>
            <a:r>
              <a:rPr lang="en-US" altLang="zh-CN" b="1" dirty="0"/>
              <a:t>3. </a:t>
            </a:r>
            <a:r>
              <a:rPr lang="zh-CN" altLang="en-US" b="1" dirty="0"/>
              <a:t>对于下图中的流图：</a:t>
            </a:r>
          </a:p>
          <a:p>
            <a:pPr marL="0" indent="0">
              <a:buNone/>
            </a:pPr>
            <a:r>
              <a:rPr lang="en-US" altLang="zh-CN" b="1" dirty="0"/>
              <a:t>(1)</a:t>
            </a:r>
            <a:r>
              <a:rPr lang="zh-CN" altLang="en-US" b="1" dirty="0"/>
              <a:t>找出流图中的自然循环。</a:t>
            </a:r>
          </a:p>
          <a:p>
            <a:pPr marL="0" indent="0">
              <a:buNone/>
            </a:pPr>
            <a:r>
              <a:rPr lang="en-US" altLang="zh-CN" b="1" dirty="0"/>
              <a:t>(2)B</a:t>
            </a:r>
            <a:r>
              <a:rPr lang="en-US" altLang="zh-CN" b="1" baseline="-25000" dirty="0"/>
              <a:t>1</a:t>
            </a:r>
            <a:r>
              <a:rPr lang="zh-CN" altLang="en-US" b="1" dirty="0"/>
              <a:t>中的语句（</a:t>
            </a:r>
            <a:r>
              <a:rPr lang="en-US" altLang="zh-CN" b="1" dirty="0"/>
              <a:t>1</a:t>
            </a:r>
            <a:r>
              <a:rPr lang="zh-CN" altLang="en-US" b="1" dirty="0"/>
              <a:t>）和（</a:t>
            </a:r>
            <a:r>
              <a:rPr lang="en-US" altLang="zh-CN" b="1" dirty="0"/>
              <a:t>2</a:t>
            </a:r>
            <a:r>
              <a:rPr lang="zh-CN" altLang="en-US" b="1" dirty="0"/>
              <a:t>）都是复制语句且</a:t>
            </a:r>
            <a:r>
              <a:rPr lang="en-US" altLang="zh-CN" b="1" dirty="0"/>
              <a:t>a</a:t>
            </a:r>
            <a:r>
              <a:rPr lang="zh-CN" altLang="en-US" b="1" dirty="0"/>
              <a:t>和</a:t>
            </a:r>
            <a:r>
              <a:rPr lang="en-US" altLang="zh-CN" b="1" dirty="0"/>
              <a:t>b</a:t>
            </a:r>
            <a:r>
              <a:rPr lang="zh-CN" altLang="en-US" b="1" dirty="0"/>
              <a:t>都被赋予了常量值。我们可以对</a:t>
            </a:r>
            <a:r>
              <a:rPr lang="en-US" altLang="zh-CN" b="1" dirty="0"/>
              <a:t>a</a:t>
            </a:r>
            <a:r>
              <a:rPr lang="zh-CN" altLang="en-US" b="1" dirty="0"/>
              <a:t>和</a:t>
            </a:r>
            <a:r>
              <a:rPr lang="en-US" altLang="zh-CN" b="1" dirty="0"/>
              <a:t>b</a:t>
            </a:r>
            <a:r>
              <a:rPr lang="zh-CN" altLang="en-US" b="1" dirty="0"/>
              <a:t>的哪些引用进行复制传播，并把对它们的引用替换为对一个常量的引用？在所有可能的地方进行这种替换。</a:t>
            </a:r>
          </a:p>
          <a:p>
            <a:pPr marL="0" indent="0">
              <a:buNone/>
            </a:pPr>
            <a:r>
              <a:rPr lang="en-US" altLang="zh-CN" b="1" dirty="0"/>
              <a:t>(3) </a:t>
            </a:r>
            <a:r>
              <a:rPr lang="zh-CN" altLang="en-US" b="1" dirty="0"/>
              <a:t>找出所有的全局公共子表达式。</a:t>
            </a:r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9AC6D178-34E2-4474-93BA-AF0EB42FAC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练习</a:t>
            </a:r>
            <a:r>
              <a:rPr lang="en-US" altLang="zh-CN" dirty="0"/>
              <a:t>3</a:t>
            </a:r>
            <a:endParaRPr lang="zh-CN" altLang="en-US" dirty="0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3E7571E9-45F9-4EE3-9413-A1BB5C79FA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5220072" y="59484"/>
            <a:ext cx="3752445" cy="500638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854586312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95" name="内容占位符 2">
            <a:extLst>
              <a:ext uri="{FF2B5EF4-FFF2-40B4-BE49-F238E27FC236}">
                <a16:creationId xmlns:a16="http://schemas.microsoft.com/office/drawing/2014/main" id="{1D221041-96DC-4FC4-9360-11CA6F939C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7188" y="842963"/>
            <a:ext cx="8501062" cy="2808287"/>
          </a:xfrm>
        </p:spPr>
        <p:txBody>
          <a:bodyPr/>
          <a:lstStyle/>
          <a:p>
            <a:pPr eaLnBrk="1" hangingPunct="1">
              <a:lnSpc>
                <a:spcPts val="2880"/>
              </a:lnSpc>
              <a:buClrTx/>
              <a:buFont typeface="Wingdings" pitchFamily="2" charset="2"/>
              <a:buChar char="Ø"/>
              <a:defRPr/>
            </a:pPr>
            <a:r>
              <a:rPr lang="zh-CN" altLang="en-US" b="1" dirty="0">
                <a:solidFill>
                  <a:schemeClr val="tx1"/>
                </a:solidFill>
                <a:latin typeface="+mn-ea"/>
              </a:rPr>
              <a:t>流图</a:t>
            </a:r>
          </a:p>
          <a:p>
            <a:pPr eaLnBrk="1" hangingPunct="1">
              <a:lnSpc>
                <a:spcPts val="2880"/>
              </a:lnSpc>
              <a:buClrTx/>
              <a:buFont typeface="Wingdings" pitchFamily="2" charset="2"/>
              <a:buChar char="Ø"/>
              <a:defRPr/>
            </a:pPr>
            <a:r>
              <a:rPr lang="zh-CN" altLang="en-US" b="1" dirty="0">
                <a:solidFill>
                  <a:schemeClr val="tx1"/>
                </a:solidFill>
                <a:latin typeface="+mn-ea"/>
              </a:rPr>
              <a:t>优化的分类</a:t>
            </a:r>
          </a:p>
          <a:p>
            <a:pPr eaLnBrk="1" hangingPunct="1">
              <a:lnSpc>
                <a:spcPts val="2880"/>
              </a:lnSpc>
              <a:buClrTx/>
              <a:buFont typeface="Wingdings" pitchFamily="2" charset="2"/>
              <a:buChar char="Ø"/>
              <a:defRPr/>
            </a:pPr>
            <a:r>
              <a:rPr lang="zh-CN" altLang="en-US" b="1" dirty="0">
                <a:solidFill>
                  <a:schemeClr val="tx1"/>
                </a:solidFill>
                <a:latin typeface="+mn-ea"/>
              </a:rPr>
              <a:t>基本块的优化</a:t>
            </a:r>
          </a:p>
          <a:p>
            <a:pPr eaLnBrk="1" hangingPunct="1">
              <a:lnSpc>
                <a:spcPts val="2880"/>
              </a:lnSpc>
              <a:buClrTx/>
              <a:buFont typeface="Wingdings" pitchFamily="2" charset="2"/>
              <a:buChar char="Ø"/>
              <a:defRPr/>
            </a:pPr>
            <a:r>
              <a:rPr lang="zh-CN" altLang="en-US" b="1" dirty="0">
                <a:solidFill>
                  <a:schemeClr val="tx1"/>
                </a:solidFill>
                <a:latin typeface="+mn-ea"/>
              </a:rPr>
              <a:t>数据流分析</a:t>
            </a:r>
            <a:endParaRPr lang="en-US" altLang="zh-CN" b="1" dirty="0">
              <a:solidFill>
                <a:schemeClr val="tx1"/>
              </a:solidFill>
              <a:latin typeface="+mn-ea"/>
            </a:endParaRPr>
          </a:p>
          <a:p>
            <a:pPr lvl="1" eaLnBrk="1" hangingPunct="1">
              <a:lnSpc>
                <a:spcPts val="32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到达</a:t>
            </a:r>
            <a:r>
              <a:rPr lang="en-US" altLang="zh-CN" b="1" dirty="0">
                <a:solidFill>
                  <a:schemeClr val="tx1"/>
                </a:solidFill>
                <a:cs typeface="Times New Roman" panose="02020603050405020304" pitchFamily="18" charset="0"/>
              </a:rPr>
              <a:t>-</a:t>
            </a: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定值分析</a:t>
            </a:r>
            <a:r>
              <a:rPr lang="en-US" altLang="zh-CN" b="1" dirty="0">
                <a:solidFill>
                  <a:schemeClr val="tx1"/>
                </a:solidFill>
                <a:cs typeface="Times New Roman" panose="02020603050405020304" pitchFamily="18" charset="0"/>
              </a:rPr>
              <a:t> </a:t>
            </a:r>
          </a:p>
          <a:p>
            <a:pPr lvl="1" eaLnBrk="1" hangingPunct="1">
              <a:lnSpc>
                <a:spcPts val="32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活跃变量分析</a:t>
            </a:r>
            <a:r>
              <a:rPr lang="en-US" altLang="zh-CN" b="1" dirty="0">
                <a:solidFill>
                  <a:schemeClr val="tx1"/>
                </a:solidFill>
                <a:cs typeface="Times New Roman" panose="02020603050405020304" pitchFamily="18" charset="0"/>
              </a:rPr>
              <a:t> </a:t>
            </a:r>
          </a:p>
          <a:p>
            <a:pPr lvl="1" eaLnBrk="1" hangingPunct="1">
              <a:lnSpc>
                <a:spcPts val="3200"/>
              </a:lnSpc>
              <a:buClrTx/>
              <a:buFont typeface="Wingdings" panose="05000000000000000000" pitchFamily="2" charset="2"/>
              <a:buChar char="Ø"/>
              <a:defRPr/>
            </a:pPr>
            <a:r>
              <a:rPr lang="zh-CN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可用表达式分析</a:t>
            </a:r>
            <a:endParaRPr lang="zh-CN" altLang="en-US" b="1" dirty="0">
              <a:solidFill>
                <a:schemeClr val="tx1"/>
              </a:solidFill>
              <a:latin typeface="+mn-ea"/>
            </a:endParaRPr>
          </a:p>
          <a:p>
            <a:pPr eaLnBrk="1" hangingPunct="1">
              <a:lnSpc>
                <a:spcPts val="2880"/>
              </a:lnSpc>
              <a:buClrTx/>
              <a:buFont typeface="Wingdings" pitchFamily="2" charset="2"/>
              <a:buChar char="Ø"/>
              <a:defRPr/>
            </a:pPr>
            <a:r>
              <a:rPr lang="zh-CN" altLang="en-US" b="1" dirty="0">
                <a:solidFill>
                  <a:schemeClr val="tx1"/>
                </a:solidFill>
                <a:latin typeface="+mn-ea"/>
              </a:rPr>
              <a:t>流图中的循环</a:t>
            </a:r>
          </a:p>
          <a:p>
            <a:pPr eaLnBrk="1" hangingPunct="1">
              <a:lnSpc>
                <a:spcPts val="2880"/>
              </a:lnSpc>
              <a:buClrTx/>
              <a:buFont typeface="Wingdings" pitchFamily="2" charset="2"/>
              <a:buChar char="Ø"/>
              <a:defRPr/>
            </a:pPr>
            <a:r>
              <a:rPr lang="zh-CN" altLang="en-US" b="1" dirty="0">
                <a:solidFill>
                  <a:schemeClr val="tx1"/>
                </a:solidFill>
                <a:latin typeface="+mn-ea"/>
              </a:rPr>
              <a:t>全局优化</a:t>
            </a:r>
          </a:p>
          <a:p>
            <a:pPr eaLnBrk="1" hangingPunct="1">
              <a:lnSpc>
                <a:spcPts val="2880"/>
              </a:lnSpc>
              <a:buClrTx/>
              <a:buFont typeface="Wingdings" pitchFamily="2" charset="2"/>
              <a:buChar char="Ø"/>
              <a:defRPr/>
            </a:pPr>
            <a:endParaRPr lang="zh-CN" altLang="en-US" b="1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62468" name="标题 1">
            <a:extLst>
              <a:ext uri="{FF2B5EF4-FFF2-40B4-BE49-F238E27FC236}">
                <a16:creationId xmlns:a16="http://schemas.microsoft.com/office/drawing/2014/main" id="{F9BBD2E3-59A3-4CC2-BFD7-883491729F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>
              <a:defRPr/>
            </a:pPr>
            <a:r>
              <a:rPr lang="zh-CN" altLang="en-US" sz="3000" spc="3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本章小结</a:t>
            </a:r>
          </a:p>
        </p:txBody>
      </p:sp>
      <p:grpSp>
        <p:nvGrpSpPr>
          <p:cNvPr id="281604" name="组合 44">
            <a:extLst>
              <a:ext uri="{FF2B5EF4-FFF2-40B4-BE49-F238E27FC236}">
                <a16:creationId xmlns:a16="http://schemas.microsoft.com/office/drawing/2014/main" id="{C5AA6371-6C41-492D-B020-E00ED58E0A3D}"/>
              </a:ext>
            </a:extLst>
          </p:cNvPr>
          <p:cNvGrpSpPr>
            <a:grpSpLocks/>
          </p:cNvGrpSpPr>
          <p:nvPr/>
        </p:nvGrpSpPr>
        <p:grpSpPr bwMode="auto">
          <a:xfrm>
            <a:off x="0" y="195263"/>
            <a:ext cx="755650" cy="431800"/>
            <a:chOff x="-786" y="195486"/>
            <a:chExt cx="756363" cy="432048"/>
          </a:xfrm>
        </p:grpSpPr>
        <p:sp>
          <p:nvSpPr>
            <p:cNvPr id="6" name="五边形 5">
              <a:extLst>
                <a:ext uri="{FF2B5EF4-FFF2-40B4-BE49-F238E27FC236}">
                  <a16:creationId xmlns:a16="http://schemas.microsoft.com/office/drawing/2014/main" id="{66014386-954A-4D19-BB94-D1B0B04A3F70}"/>
                </a:ext>
              </a:extLst>
            </p:cNvPr>
            <p:cNvSpPr/>
            <p:nvPr/>
          </p:nvSpPr>
          <p:spPr>
            <a:xfrm>
              <a:off x="-786" y="195486"/>
              <a:ext cx="756363" cy="432048"/>
            </a:xfrm>
            <a:prstGeom prst="homePlate">
              <a:avLst/>
            </a:prstGeom>
            <a:solidFill>
              <a:schemeClr val="bg2">
                <a:lumMod val="50000"/>
              </a:schemeClr>
            </a:solidFill>
            <a:ln w="25400" cap="flat" cmpd="sng" algn="ctr">
              <a:noFill/>
              <a:prstDash val="solid"/>
            </a:ln>
            <a:effectLst/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>
                <a:defRPr/>
              </a:pPr>
              <a:endParaRPr lang="zh-CN" altLang="en-US" b="0">
                <a:solidFill>
                  <a:srgbClr val="FFFFFF"/>
                </a:solidFill>
                <a:latin typeface="Calibri" panose="020F0502020204030204" pitchFamily="34" charset="0"/>
              </a:endParaRPr>
            </a:p>
          </p:txBody>
        </p:sp>
        <p:sp>
          <p:nvSpPr>
            <p:cNvPr id="281606" name="五边形 46">
              <a:extLst>
                <a:ext uri="{FF2B5EF4-FFF2-40B4-BE49-F238E27FC236}">
                  <a16:creationId xmlns:a16="http://schemas.microsoft.com/office/drawing/2014/main" id="{F045283B-4496-4D46-9B0A-7028C1B91B0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-786" y="197074"/>
              <a:ext cx="756363" cy="88951"/>
            </a:xfrm>
            <a:prstGeom prst="homePlate">
              <a:avLst>
                <a:gd name="adj" fmla="val 49995"/>
              </a:avLst>
            </a:prstGeom>
            <a:solidFill>
              <a:schemeClr val="bg1">
                <a:alpha val="30196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25400" algn="ctr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endParaRPr lang="zh-CN" altLang="en-US" b="0">
                <a:solidFill>
                  <a:srgbClr val="FFFFFF"/>
                </a:solidFill>
                <a:latin typeface="Calibri" panose="020F0502020204030204" pitchFamily="34" charset="0"/>
              </a:endParaRPr>
            </a:p>
          </p:txBody>
        </p:sp>
      </p:grp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3" name="内容占位符 2"/>
          <p:cNvSpPr>
            <a:spLocks noGrp="1"/>
          </p:cNvSpPr>
          <p:nvPr>
            <p:ph idx="1"/>
          </p:nvPr>
        </p:nvSpPr>
        <p:spPr>
          <a:xfrm>
            <a:off x="859007" y="1059989"/>
            <a:ext cx="7713521" cy="3888025"/>
          </a:xfrm>
        </p:spPr>
        <p:txBody>
          <a:bodyPr>
            <a:normAutofit/>
          </a:bodyPr>
          <a:lstStyle/>
          <a:p>
            <a:pPr marL="0" indent="0">
              <a:lnSpc>
                <a:spcPts val="2500"/>
              </a:lnSpc>
              <a:buClrTx/>
              <a:buNone/>
            </a:pPr>
            <a:r>
              <a:rPr lang="en-US" altLang="zh-CN" b="1" dirty="0">
                <a:solidFill>
                  <a:schemeClr val="tx1"/>
                </a:solidFill>
              </a:rPr>
              <a:t>1</a:t>
            </a:r>
            <a:r>
              <a:rPr lang="zh-CN" altLang="en-US" b="1" dirty="0">
                <a:solidFill>
                  <a:schemeClr val="tx1"/>
                </a:solidFill>
              </a:rPr>
              <a:t>．绪论 			（</a:t>
            </a:r>
            <a:r>
              <a:rPr lang="en-US" altLang="zh-CN" b="1" dirty="0">
                <a:solidFill>
                  <a:schemeClr val="tx1"/>
                </a:solidFill>
              </a:rPr>
              <a:t>2</a:t>
            </a:r>
            <a:r>
              <a:rPr lang="zh-CN" altLang="en-US" b="1" dirty="0">
                <a:solidFill>
                  <a:schemeClr val="tx1"/>
                </a:solidFill>
              </a:rPr>
              <a:t>学时）</a:t>
            </a:r>
          </a:p>
          <a:p>
            <a:pPr marL="0" indent="0">
              <a:lnSpc>
                <a:spcPts val="2500"/>
              </a:lnSpc>
              <a:buClrTx/>
              <a:buNone/>
            </a:pPr>
            <a:r>
              <a:rPr lang="en-US" altLang="zh-CN" b="1" dirty="0"/>
              <a:t>2.   </a:t>
            </a:r>
            <a:r>
              <a:rPr lang="zh-CN" altLang="en-US" b="1" dirty="0"/>
              <a:t>语言及其文法		（</a:t>
            </a:r>
            <a:r>
              <a:rPr lang="en-US" altLang="zh-CN" b="1" dirty="0"/>
              <a:t>2</a:t>
            </a:r>
            <a:r>
              <a:rPr lang="zh-CN" altLang="en-US" b="1" dirty="0"/>
              <a:t>学时） </a:t>
            </a:r>
          </a:p>
          <a:p>
            <a:pPr marL="0" indent="0">
              <a:lnSpc>
                <a:spcPts val="2500"/>
              </a:lnSpc>
              <a:buClrTx/>
              <a:buNone/>
            </a:pPr>
            <a:r>
              <a:rPr lang="en-US" altLang="zh-CN" b="1" dirty="0">
                <a:solidFill>
                  <a:schemeClr val="tx1"/>
                </a:solidFill>
              </a:rPr>
              <a:t>3</a:t>
            </a:r>
            <a:r>
              <a:rPr lang="zh-CN" altLang="en-US" b="1" dirty="0">
                <a:solidFill>
                  <a:schemeClr val="tx1"/>
                </a:solidFill>
              </a:rPr>
              <a:t>．词法分析		</a:t>
            </a:r>
            <a:r>
              <a:rPr lang="en-US" altLang="zh-CN" b="1" dirty="0">
                <a:solidFill>
                  <a:schemeClr val="tx1"/>
                </a:solidFill>
              </a:rPr>
              <a:t>	</a:t>
            </a:r>
            <a:r>
              <a:rPr lang="zh-CN" altLang="en-US" b="1" dirty="0">
                <a:solidFill>
                  <a:schemeClr val="tx1"/>
                </a:solidFill>
              </a:rPr>
              <a:t>（</a:t>
            </a:r>
            <a:r>
              <a:rPr lang="en-US" altLang="zh-CN" b="1" dirty="0">
                <a:solidFill>
                  <a:schemeClr val="tx1"/>
                </a:solidFill>
              </a:rPr>
              <a:t>3</a:t>
            </a:r>
            <a:r>
              <a:rPr lang="zh-CN" altLang="en-US" b="1" dirty="0">
                <a:solidFill>
                  <a:schemeClr val="tx1"/>
                </a:solidFill>
              </a:rPr>
              <a:t>学时） </a:t>
            </a:r>
          </a:p>
          <a:p>
            <a:pPr marL="0" indent="0">
              <a:lnSpc>
                <a:spcPts val="2500"/>
              </a:lnSpc>
              <a:buClrTx/>
              <a:buNone/>
            </a:pPr>
            <a:r>
              <a:rPr lang="en-US" altLang="zh-CN" b="1" dirty="0">
                <a:solidFill>
                  <a:schemeClr val="tx1"/>
                </a:solidFill>
              </a:rPr>
              <a:t>4</a:t>
            </a:r>
            <a:r>
              <a:rPr lang="zh-CN" altLang="en-US" b="1" dirty="0">
                <a:solidFill>
                  <a:schemeClr val="tx1"/>
                </a:solidFill>
              </a:rPr>
              <a:t>．语法分析		</a:t>
            </a:r>
            <a:r>
              <a:rPr lang="en-US" altLang="zh-CN" b="1" dirty="0">
                <a:solidFill>
                  <a:schemeClr val="tx1"/>
                </a:solidFill>
              </a:rPr>
              <a:t>	</a:t>
            </a:r>
            <a:r>
              <a:rPr lang="zh-CN" altLang="en-US" b="1" dirty="0">
                <a:solidFill>
                  <a:schemeClr val="tx1"/>
                </a:solidFill>
              </a:rPr>
              <a:t>（</a:t>
            </a:r>
            <a:r>
              <a:rPr lang="en-US" altLang="zh-CN" b="1" dirty="0">
                <a:solidFill>
                  <a:schemeClr val="tx1"/>
                </a:solidFill>
              </a:rPr>
              <a:t>9</a:t>
            </a:r>
            <a:r>
              <a:rPr lang="zh-CN" altLang="en-US" b="1" dirty="0">
                <a:solidFill>
                  <a:schemeClr val="tx1"/>
                </a:solidFill>
              </a:rPr>
              <a:t>学时） </a:t>
            </a:r>
          </a:p>
          <a:p>
            <a:pPr marL="0" indent="0">
              <a:lnSpc>
                <a:spcPts val="2500"/>
              </a:lnSpc>
              <a:buClrTx/>
              <a:buNone/>
            </a:pPr>
            <a:r>
              <a:rPr lang="en-US" altLang="zh-CN" b="1" dirty="0">
                <a:solidFill>
                  <a:schemeClr val="tx1"/>
                </a:solidFill>
              </a:rPr>
              <a:t>5</a:t>
            </a:r>
            <a:r>
              <a:rPr lang="zh-CN" altLang="en-US" b="1" dirty="0">
                <a:solidFill>
                  <a:schemeClr val="tx1"/>
                </a:solidFill>
              </a:rPr>
              <a:t>．语法制导翻译		（</a:t>
            </a:r>
            <a:r>
              <a:rPr lang="en-US" altLang="zh-CN" b="1" dirty="0">
                <a:solidFill>
                  <a:schemeClr val="tx1"/>
                </a:solidFill>
              </a:rPr>
              <a:t>6</a:t>
            </a:r>
            <a:r>
              <a:rPr lang="zh-CN" altLang="en-US" b="1" dirty="0">
                <a:solidFill>
                  <a:schemeClr val="tx1"/>
                </a:solidFill>
              </a:rPr>
              <a:t>学时） </a:t>
            </a:r>
          </a:p>
          <a:p>
            <a:pPr marL="0" indent="0">
              <a:lnSpc>
                <a:spcPts val="2500"/>
              </a:lnSpc>
              <a:buClrTx/>
              <a:buNone/>
            </a:pPr>
            <a:r>
              <a:rPr lang="en-US" altLang="zh-CN" b="1" dirty="0">
                <a:solidFill>
                  <a:schemeClr val="tx1"/>
                </a:solidFill>
              </a:rPr>
              <a:t>6</a:t>
            </a:r>
            <a:r>
              <a:rPr lang="zh-CN" altLang="en-US" b="1" dirty="0">
                <a:solidFill>
                  <a:schemeClr val="tx1"/>
                </a:solidFill>
              </a:rPr>
              <a:t>．中间代码生成		（</a:t>
            </a:r>
            <a:r>
              <a:rPr lang="en-US" altLang="zh-CN" b="1" dirty="0">
                <a:solidFill>
                  <a:schemeClr val="tx1"/>
                </a:solidFill>
              </a:rPr>
              <a:t>7</a:t>
            </a:r>
            <a:r>
              <a:rPr lang="zh-CN" altLang="en-US" b="1" dirty="0">
                <a:solidFill>
                  <a:schemeClr val="tx1"/>
                </a:solidFill>
              </a:rPr>
              <a:t>学时） </a:t>
            </a:r>
          </a:p>
          <a:p>
            <a:pPr marL="0" indent="0">
              <a:lnSpc>
                <a:spcPts val="2500"/>
              </a:lnSpc>
              <a:buClrTx/>
              <a:buNone/>
            </a:pPr>
            <a:r>
              <a:rPr lang="en-US" altLang="zh-CN" b="1" dirty="0">
                <a:solidFill>
                  <a:schemeClr val="tx1"/>
                </a:solidFill>
              </a:rPr>
              <a:t>7</a:t>
            </a:r>
            <a:r>
              <a:rPr lang="zh-CN" altLang="en-US" b="1" dirty="0">
                <a:solidFill>
                  <a:schemeClr val="tx1"/>
                </a:solidFill>
              </a:rPr>
              <a:t>．运行时的存贮组织	（</a:t>
            </a:r>
            <a:r>
              <a:rPr lang="en-US" altLang="zh-CN" b="1" dirty="0">
                <a:solidFill>
                  <a:schemeClr val="tx1"/>
                </a:solidFill>
              </a:rPr>
              <a:t>3</a:t>
            </a:r>
            <a:r>
              <a:rPr lang="zh-CN" altLang="en-US" b="1" dirty="0">
                <a:solidFill>
                  <a:schemeClr val="tx1"/>
                </a:solidFill>
              </a:rPr>
              <a:t>学时） </a:t>
            </a:r>
          </a:p>
          <a:p>
            <a:pPr marL="0" indent="0">
              <a:lnSpc>
                <a:spcPts val="2500"/>
              </a:lnSpc>
              <a:buClrTx/>
              <a:buNone/>
            </a:pPr>
            <a:r>
              <a:rPr lang="en-US" altLang="zh-CN" b="1" dirty="0">
                <a:solidFill>
                  <a:schemeClr val="tx1"/>
                </a:solidFill>
              </a:rPr>
              <a:t>8</a:t>
            </a:r>
            <a:r>
              <a:rPr lang="zh-CN" altLang="en-US" b="1" dirty="0">
                <a:solidFill>
                  <a:schemeClr val="tx1"/>
                </a:solidFill>
              </a:rPr>
              <a:t>．代码优化       		（</a:t>
            </a:r>
            <a:r>
              <a:rPr lang="en-US" altLang="zh-CN" b="1" dirty="0">
                <a:solidFill>
                  <a:schemeClr val="tx1"/>
                </a:solidFill>
              </a:rPr>
              <a:t>6</a:t>
            </a:r>
            <a:r>
              <a:rPr lang="zh-CN" altLang="en-US" b="1" dirty="0">
                <a:solidFill>
                  <a:schemeClr val="tx1"/>
                </a:solidFill>
              </a:rPr>
              <a:t>学时） </a:t>
            </a:r>
          </a:p>
          <a:p>
            <a:pPr marL="0" indent="0">
              <a:lnSpc>
                <a:spcPts val="2500"/>
              </a:lnSpc>
              <a:buClrTx/>
              <a:buNone/>
            </a:pPr>
            <a:r>
              <a:rPr lang="en-US" altLang="zh-CN" b="1" dirty="0">
                <a:solidFill>
                  <a:srgbClr val="FF0000"/>
                </a:solidFill>
              </a:rPr>
              <a:t>9</a:t>
            </a:r>
            <a:r>
              <a:rPr lang="zh-CN" altLang="en-US" b="1" dirty="0">
                <a:solidFill>
                  <a:srgbClr val="FF0000"/>
                </a:solidFill>
              </a:rPr>
              <a:t>．代码生成       		（</a:t>
            </a:r>
            <a:r>
              <a:rPr lang="en-US" altLang="zh-CN" b="1" dirty="0">
                <a:solidFill>
                  <a:srgbClr val="FF0000"/>
                </a:solidFill>
              </a:rPr>
              <a:t>2</a:t>
            </a:r>
            <a:r>
              <a:rPr lang="zh-CN" altLang="en-US" b="1" dirty="0">
                <a:solidFill>
                  <a:srgbClr val="FF0000"/>
                </a:solidFill>
              </a:rPr>
              <a:t>学时） </a:t>
            </a:r>
          </a:p>
        </p:txBody>
      </p:sp>
      <p:sp>
        <p:nvSpPr>
          <p:cNvPr id="51202" name="标题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zh-CN" altLang="en-US" sz="3000" spc="3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课程主要内容</a:t>
            </a:r>
          </a:p>
        </p:txBody>
      </p:sp>
      <p:grpSp>
        <p:nvGrpSpPr>
          <p:cNvPr id="5" name="组合 14"/>
          <p:cNvGrpSpPr/>
          <p:nvPr/>
        </p:nvGrpSpPr>
        <p:grpSpPr>
          <a:xfrm>
            <a:off x="-786" y="195486"/>
            <a:ext cx="756363" cy="432048"/>
            <a:chOff x="-786" y="195486"/>
            <a:chExt cx="756363" cy="432048"/>
          </a:xfrm>
        </p:grpSpPr>
        <p:sp>
          <p:nvSpPr>
            <p:cNvPr id="6" name="五边形 5"/>
            <p:cNvSpPr/>
            <p:nvPr/>
          </p:nvSpPr>
          <p:spPr>
            <a:xfrm>
              <a:off x="1" y="195486"/>
              <a:ext cx="755576" cy="432048"/>
            </a:xfrm>
            <a:prstGeom prst="homePlate">
              <a:avLst/>
            </a:prstGeom>
            <a:solidFill>
              <a:schemeClr val="bg2">
                <a:lumMod val="50000"/>
              </a:schemeClr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宋体" panose="02010600030101010101" pitchFamily="2" charset="-122"/>
                <a:cs typeface="+mn-cs"/>
              </a:endParaRPr>
            </a:p>
          </p:txBody>
        </p:sp>
        <p:sp>
          <p:nvSpPr>
            <p:cNvPr id="7" name="五边形 6"/>
            <p:cNvSpPr/>
            <p:nvPr/>
          </p:nvSpPr>
          <p:spPr>
            <a:xfrm>
              <a:off x="-786" y="197101"/>
              <a:ext cx="755576" cy="88633"/>
            </a:xfrm>
            <a:prstGeom prst="homePlate">
              <a:avLst/>
            </a:prstGeom>
            <a:solidFill>
              <a:schemeClr val="bg1">
                <a:alpha val="30000"/>
              </a:schemeClr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宋体" panose="02010600030101010101" pitchFamily="2" charset="-122"/>
                <a:cs typeface="+mn-cs"/>
              </a:endParaRPr>
            </a:p>
          </p:txBody>
        </p:sp>
      </p:grp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3650" name="Picture 3" descr="G:\QQ截图201607142012副本.jpg">
            <a:extLst>
              <a:ext uri="{FF2B5EF4-FFF2-40B4-BE49-F238E27FC236}">
                <a16:creationId xmlns:a16="http://schemas.microsoft.com/office/drawing/2014/main" id="{3870635A-B768-4A80-BF2A-33A7CD7645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144000" cy="51514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Rectangle 2">
            <a:extLst>
              <a:ext uri="{FF2B5EF4-FFF2-40B4-BE49-F238E27FC236}">
                <a16:creationId xmlns:a16="http://schemas.microsoft.com/office/drawing/2014/main" id="{A54A62C9-38E0-47AB-AF36-42C963691AB0}"/>
              </a:ext>
            </a:extLst>
          </p:cNvPr>
          <p:cNvSpPr txBox="1">
            <a:spLocks noChangeArrowheads="1"/>
          </p:cNvSpPr>
          <p:nvPr/>
        </p:nvSpPr>
        <p:spPr>
          <a:xfrm>
            <a:off x="5148263" y="1714500"/>
            <a:ext cx="2952750" cy="939800"/>
          </a:xfrm>
          <a:prstGeom prst="rect">
            <a:avLst/>
          </a:prstGeom>
        </p:spPr>
        <p:txBody>
          <a:bodyPr anchor="ctr"/>
          <a:lstStyle/>
          <a:p>
            <a:pPr fontAlgn="auto">
              <a:spcAft>
                <a:spcPts val="0"/>
              </a:spcAft>
              <a:defRPr/>
            </a:pPr>
            <a:r>
              <a:rPr lang="zh-CN" altLang="en-US" sz="3500" b="0" spc="600" dirty="0">
                <a:solidFill>
                  <a:prstClr val="white"/>
                </a:solidFill>
                <a:latin typeface="微软雅黑" pitchFamily="34" charset="-122"/>
                <a:ea typeface="微软雅黑" pitchFamily="34" charset="-122"/>
              </a:rPr>
              <a:t>结束</a:t>
            </a:r>
            <a:endParaRPr lang="en-US" altLang="zh-CN" sz="3500" b="0" spc="600" dirty="0">
              <a:solidFill>
                <a:prstClr val="white"/>
              </a:solidFill>
              <a:latin typeface="微软雅黑" pitchFamily="34" charset="-122"/>
              <a:ea typeface="微软雅黑" pitchFamily="34" charset="-122"/>
            </a:endParaRPr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_rels/them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_rels/them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_rels/them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_rels/them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_rels/them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波形">
  <a:themeElements>
    <a:clrScheme name="波形">
      <a:dk1>
        <a:sysClr val="windowText" lastClr="000000"/>
      </a:dk1>
      <a:lt1>
        <a:sysClr val="window" lastClr="FFFFFF"/>
      </a:lt1>
      <a:dk2>
        <a:srgbClr val="073E87"/>
      </a:dk2>
      <a:lt2>
        <a:srgbClr val="C6E7FC"/>
      </a:lt2>
      <a:accent1>
        <a:srgbClr val="31B6FD"/>
      </a:accent1>
      <a:accent2>
        <a:srgbClr val="4584D3"/>
      </a:accent2>
      <a:accent3>
        <a:srgbClr val="5BD078"/>
      </a:accent3>
      <a:accent4>
        <a:srgbClr val="A5D028"/>
      </a:accent4>
      <a:accent5>
        <a:srgbClr val="F5C040"/>
      </a:accent5>
      <a:accent6>
        <a:srgbClr val="05E0DB"/>
      </a:accent6>
      <a:hlink>
        <a:srgbClr val="0080FF"/>
      </a:hlink>
      <a:folHlink>
        <a:srgbClr val="5EAEFF"/>
      </a:folHlink>
    </a:clrScheme>
    <a:fontScheme name="波形">
      <a:majorFont>
        <a:latin typeface="Candara"/>
        <a:ea typeface=""/>
        <a:cs typeface=""/>
        <a:font script="Jpan" typeface="HGP明朝E"/>
        <a:font script="Hang" typeface="HY그래픽M"/>
        <a:font script="Hans" typeface="华文新魏"/>
        <a:font script="Hant" typeface="標楷體"/>
        <a:font script="Arab" typeface="Arial"/>
        <a:font script="Hebr" typeface="Arial"/>
        <a:font script="Thai" typeface="Kodchiang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ndara"/>
        <a:ea typeface=""/>
        <a:cs typeface=""/>
        <a:font script="Jpan" typeface="HGP明朝E"/>
        <a:font script="Hang" typeface="HY그래픽M"/>
        <a:font script="Hans" typeface="华文楷体"/>
        <a:font script="Hant" typeface="標楷體"/>
        <a:font script="Arab" typeface="Arial"/>
        <a:font script="Hebr" typeface="Arial"/>
        <a:font script="Thai" typeface="Kodchiang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波形">
      <a:fillStyleLst>
        <a:solidFill>
          <a:schemeClr val="phClr"/>
        </a:solidFill>
        <a:gradFill rotWithShape="1">
          <a:gsLst>
            <a:gs pos="0">
              <a:schemeClr val="phClr">
                <a:tint val="0"/>
              </a:schemeClr>
            </a:gs>
            <a:gs pos="44000">
              <a:schemeClr val="phClr">
                <a:tint val="60000"/>
                <a:satMod val="120000"/>
              </a:schemeClr>
            </a:gs>
            <a:gs pos="100000">
              <a:schemeClr val="phClr">
                <a:tint val="90000"/>
                <a:alpha val="100000"/>
                <a:lumMod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satMod val="120000"/>
                <a:lumMod val="120000"/>
              </a:schemeClr>
            </a:gs>
            <a:gs pos="100000">
              <a:schemeClr val="phClr">
                <a:shade val="89000"/>
                <a:lumMod val="9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>
              <a:shade val="75000"/>
              <a:lumMod val="80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38000"/>
              </a:srgbClr>
            </a:outerShdw>
          </a:effectLst>
          <a:scene3d>
            <a:camera prst="orthographicFront">
              <a:rot lat="0" lon="0" rev="0"/>
            </a:camera>
            <a:lightRig rig="flat" dir="tl">
              <a:rot lat="0" lon="0" rev="6360000"/>
            </a:lightRig>
          </a:scene3d>
          <a:sp3d prstMaterial="flat">
            <a:bevelT w="12700" h="12700"/>
          </a:sp3d>
        </a:effectStyle>
        <a:effectStyle>
          <a:effectLst>
            <a:outerShdw blurRad="50800" dist="25400" dir="5400000" rotWithShape="0">
              <a:srgbClr val="000000">
                <a:alpha val="38000"/>
              </a:srgbClr>
            </a:outerShdw>
          </a:effectLst>
          <a:scene3d>
            <a:camera prst="orthographicFront">
              <a:rot lat="0" lon="0" rev="0"/>
            </a:camera>
            <a:lightRig rig="flat" dir="tl">
              <a:rot lat="0" lon="0" rev="6360000"/>
            </a:lightRig>
          </a:scene3d>
          <a:sp3d contourW="19050" prstMaterial="flat">
            <a:bevelT w="63500" h="63500"/>
            <a:contourClr>
              <a:schemeClr val="phClr">
                <a:shade val="25000"/>
                <a:satMod val="18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40000">
              <a:schemeClr val="phClr">
                <a:tint val="94000"/>
                <a:shade val="94000"/>
                <a:alpha val="100000"/>
                <a:satMod val="114000"/>
                <a:lumMod val="114000"/>
              </a:schemeClr>
            </a:gs>
            <a:gs pos="74000">
              <a:schemeClr val="phClr">
                <a:tint val="94000"/>
                <a:shade val="94000"/>
                <a:satMod val="128000"/>
                <a:lumMod val="100000"/>
              </a:schemeClr>
            </a:gs>
            <a:gs pos="100000">
              <a:schemeClr val="phClr">
                <a:tint val="98000"/>
                <a:shade val="100000"/>
                <a:hueMod val="98000"/>
                <a:satMod val="100000"/>
                <a:lumMod val="74000"/>
              </a:schemeClr>
            </a:gs>
          </a:gsLst>
          <a:path path="circle">
            <a:fillToRect l="20000" t="-40000" r="20000" b="14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tint val="96000"/>
                <a:satMod val="130000"/>
                <a:lumMod val="50000"/>
              </a:schemeClr>
              <a:schemeClr val="phClr">
                <a:tint val="96000"/>
                <a:satMod val="114000"/>
                <a:lumMod val="114000"/>
              </a:schemeClr>
            </a:duotone>
          </a:blip>
          <a:stretch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主题1">
  <a:themeElements>
    <a:clrScheme name="波形">
      <a:dk1>
        <a:sysClr val="windowText" lastClr="000000"/>
      </a:dk1>
      <a:lt1>
        <a:sysClr val="window" lastClr="FFFFFF"/>
      </a:lt1>
      <a:dk2>
        <a:srgbClr val="073E87"/>
      </a:dk2>
      <a:lt2>
        <a:srgbClr val="C6E7FC"/>
      </a:lt2>
      <a:accent1>
        <a:srgbClr val="31B6FD"/>
      </a:accent1>
      <a:accent2>
        <a:srgbClr val="4584D3"/>
      </a:accent2>
      <a:accent3>
        <a:srgbClr val="5BD078"/>
      </a:accent3>
      <a:accent4>
        <a:srgbClr val="A5D028"/>
      </a:accent4>
      <a:accent5>
        <a:srgbClr val="F5C040"/>
      </a:accent5>
      <a:accent6>
        <a:srgbClr val="05E0DB"/>
      </a:accent6>
      <a:hlink>
        <a:srgbClr val="0080FF"/>
      </a:hlink>
      <a:folHlink>
        <a:srgbClr val="5EAEFF"/>
      </a:folHlink>
    </a:clrScheme>
    <a:fontScheme name="波形">
      <a:majorFont>
        <a:latin typeface="Candara"/>
        <a:ea typeface=""/>
        <a:cs typeface=""/>
        <a:font script="Jpan" typeface="HGP明朝E"/>
        <a:font script="Hang" typeface="HY그래픽M"/>
        <a:font script="Hans" typeface="华文新魏"/>
        <a:font script="Hant" typeface="標楷體"/>
        <a:font script="Arab" typeface="Arial"/>
        <a:font script="Hebr" typeface="Arial"/>
        <a:font script="Thai" typeface="Kodchiang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ndara"/>
        <a:ea typeface=""/>
        <a:cs typeface=""/>
        <a:font script="Jpan" typeface="HGP明朝E"/>
        <a:font script="Hang" typeface="HY그래픽M"/>
        <a:font script="Hans" typeface="华文楷体"/>
        <a:font script="Hant" typeface="標楷體"/>
        <a:font script="Arab" typeface="Arial"/>
        <a:font script="Hebr" typeface="Arial"/>
        <a:font script="Thai" typeface="Kodchiang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波形">
      <a:fillStyleLst>
        <a:solidFill>
          <a:schemeClr val="phClr"/>
        </a:solidFill>
        <a:gradFill rotWithShape="1">
          <a:gsLst>
            <a:gs pos="0">
              <a:schemeClr val="phClr">
                <a:tint val="0"/>
              </a:schemeClr>
            </a:gs>
            <a:gs pos="44000">
              <a:schemeClr val="phClr">
                <a:tint val="60000"/>
                <a:satMod val="120000"/>
              </a:schemeClr>
            </a:gs>
            <a:gs pos="100000">
              <a:schemeClr val="phClr">
                <a:tint val="90000"/>
                <a:alpha val="100000"/>
                <a:lumMod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satMod val="120000"/>
                <a:lumMod val="120000"/>
              </a:schemeClr>
            </a:gs>
            <a:gs pos="100000">
              <a:schemeClr val="phClr">
                <a:shade val="89000"/>
                <a:lumMod val="9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>
              <a:shade val="75000"/>
              <a:lumMod val="80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38000"/>
              </a:srgbClr>
            </a:outerShdw>
          </a:effectLst>
          <a:scene3d>
            <a:camera prst="orthographicFront">
              <a:rot lat="0" lon="0" rev="0"/>
            </a:camera>
            <a:lightRig rig="flat" dir="tl">
              <a:rot lat="0" lon="0" rev="6360000"/>
            </a:lightRig>
          </a:scene3d>
          <a:sp3d prstMaterial="flat">
            <a:bevelT w="12700" h="12700"/>
          </a:sp3d>
        </a:effectStyle>
        <a:effectStyle>
          <a:effectLst>
            <a:outerShdw blurRad="50800" dist="25400" dir="5400000" rotWithShape="0">
              <a:srgbClr val="000000">
                <a:alpha val="38000"/>
              </a:srgbClr>
            </a:outerShdw>
          </a:effectLst>
          <a:scene3d>
            <a:camera prst="orthographicFront">
              <a:rot lat="0" lon="0" rev="0"/>
            </a:camera>
            <a:lightRig rig="flat" dir="tl">
              <a:rot lat="0" lon="0" rev="6360000"/>
            </a:lightRig>
          </a:scene3d>
          <a:sp3d contourW="19050" prstMaterial="flat">
            <a:bevelT w="63500" h="63500"/>
            <a:contourClr>
              <a:schemeClr val="phClr">
                <a:shade val="25000"/>
                <a:satMod val="18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40000">
              <a:schemeClr val="phClr">
                <a:tint val="94000"/>
                <a:shade val="94000"/>
                <a:alpha val="100000"/>
                <a:satMod val="114000"/>
                <a:lumMod val="114000"/>
              </a:schemeClr>
            </a:gs>
            <a:gs pos="74000">
              <a:schemeClr val="phClr">
                <a:tint val="94000"/>
                <a:shade val="94000"/>
                <a:satMod val="128000"/>
                <a:lumMod val="100000"/>
              </a:schemeClr>
            </a:gs>
            <a:gs pos="100000">
              <a:schemeClr val="phClr">
                <a:tint val="98000"/>
                <a:shade val="100000"/>
                <a:hueMod val="98000"/>
                <a:satMod val="100000"/>
                <a:lumMod val="74000"/>
              </a:schemeClr>
            </a:gs>
          </a:gsLst>
          <a:path path="circle">
            <a:fillToRect l="20000" t="-40000" r="20000" b="14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tint val="96000"/>
                <a:satMod val="130000"/>
                <a:lumMod val="50000"/>
              </a:schemeClr>
              <a:schemeClr val="phClr">
                <a:tint val="96000"/>
                <a:satMod val="114000"/>
                <a:lumMod val="114000"/>
              </a:schemeClr>
            </a:duotone>
          </a:blip>
          <a:stretch/>
        </a:blip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6_波形">
  <a:themeElements>
    <a:clrScheme name="波形">
      <a:dk1>
        <a:sysClr val="windowText" lastClr="000000"/>
      </a:dk1>
      <a:lt1>
        <a:sysClr val="window" lastClr="FFFFFF"/>
      </a:lt1>
      <a:dk2>
        <a:srgbClr val="073E87"/>
      </a:dk2>
      <a:lt2>
        <a:srgbClr val="C6E7FC"/>
      </a:lt2>
      <a:accent1>
        <a:srgbClr val="31B6FD"/>
      </a:accent1>
      <a:accent2>
        <a:srgbClr val="4584D3"/>
      </a:accent2>
      <a:accent3>
        <a:srgbClr val="5BD078"/>
      </a:accent3>
      <a:accent4>
        <a:srgbClr val="A5D028"/>
      </a:accent4>
      <a:accent5>
        <a:srgbClr val="F5C040"/>
      </a:accent5>
      <a:accent6>
        <a:srgbClr val="05E0DB"/>
      </a:accent6>
      <a:hlink>
        <a:srgbClr val="0080FF"/>
      </a:hlink>
      <a:folHlink>
        <a:srgbClr val="5EAEFF"/>
      </a:folHlink>
    </a:clrScheme>
    <a:fontScheme name="波形">
      <a:majorFont>
        <a:latin typeface="Candara"/>
        <a:ea typeface=""/>
        <a:cs typeface=""/>
        <a:font script="Jpan" typeface="HGP明朝E"/>
        <a:font script="Hang" typeface="HY그래픽M"/>
        <a:font script="Hans" typeface="华文新魏"/>
        <a:font script="Hant" typeface="標楷體"/>
        <a:font script="Arab" typeface="Arial"/>
        <a:font script="Hebr" typeface="Arial"/>
        <a:font script="Thai" typeface="Kodchiang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ndara"/>
        <a:ea typeface=""/>
        <a:cs typeface=""/>
        <a:font script="Jpan" typeface="HGP明朝E"/>
        <a:font script="Hang" typeface="HY그래픽M"/>
        <a:font script="Hans" typeface="华文楷体"/>
        <a:font script="Hant" typeface="標楷體"/>
        <a:font script="Arab" typeface="Arial"/>
        <a:font script="Hebr" typeface="Arial"/>
        <a:font script="Thai" typeface="Kodchiang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波形">
      <a:fillStyleLst>
        <a:solidFill>
          <a:schemeClr val="phClr"/>
        </a:solidFill>
        <a:gradFill rotWithShape="1">
          <a:gsLst>
            <a:gs pos="0">
              <a:schemeClr val="phClr">
                <a:tint val="0"/>
              </a:schemeClr>
            </a:gs>
            <a:gs pos="44000">
              <a:schemeClr val="phClr">
                <a:tint val="60000"/>
                <a:satMod val="120000"/>
              </a:schemeClr>
            </a:gs>
            <a:gs pos="100000">
              <a:schemeClr val="phClr">
                <a:tint val="90000"/>
                <a:alpha val="100000"/>
                <a:lumMod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satMod val="120000"/>
                <a:lumMod val="120000"/>
              </a:schemeClr>
            </a:gs>
            <a:gs pos="100000">
              <a:schemeClr val="phClr">
                <a:shade val="89000"/>
                <a:lumMod val="9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>
              <a:shade val="75000"/>
              <a:lumMod val="80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38000"/>
              </a:srgbClr>
            </a:outerShdw>
          </a:effectLst>
          <a:scene3d>
            <a:camera prst="orthographicFront">
              <a:rot lat="0" lon="0" rev="0"/>
            </a:camera>
            <a:lightRig rig="flat" dir="tl">
              <a:rot lat="0" lon="0" rev="6360000"/>
            </a:lightRig>
          </a:scene3d>
          <a:sp3d prstMaterial="flat">
            <a:bevelT w="12700" h="12700"/>
          </a:sp3d>
        </a:effectStyle>
        <a:effectStyle>
          <a:effectLst>
            <a:outerShdw blurRad="50800" dist="25400" dir="5400000" rotWithShape="0">
              <a:srgbClr val="000000">
                <a:alpha val="38000"/>
              </a:srgbClr>
            </a:outerShdw>
          </a:effectLst>
          <a:scene3d>
            <a:camera prst="orthographicFront">
              <a:rot lat="0" lon="0" rev="0"/>
            </a:camera>
            <a:lightRig rig="flat" dir="tl">
              <a:rot lat="0" lon="0" rev="6360000"/>
            </a:lightRig>
          </a:scene3d>
          <a:sp3d contourW="19050" prstMaterial="flat">
            <a:bevelT w="63500" h="63500"/>
            <a:contourClr>
              <a:schemeClr val="phClr">
                <a:shade val="25000"/>
                <a:satMod val="18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40000">
              <a:schemeClr val="phClr">
                <a:tint val="94000"/>
                <a:shade val="94000"/>
                <a:alpha val="100000"/>
                <a:satMod val="114000"/>
                <a:lumMod val="114000"/>
              </a:schemeClr>
            </a:gs>
            <a:gs pos="74000">
              <a:schemeClr val="phClr">
                <a:tint val="94000"/>
                <a:shade val="94000"/>
                <a:satMod val="128000"/>
                <a:lumMod val="100000"/>
              </a:schemeClr>
            </a:gs>
            <a:gs pos="100000">
              <a:schemeClr val="phClr">
                <a:tint val="98000"/>
                <a:shade val="100000"/>
                <a:hueMod val="98000"/>
                <a:satMod val="100000"/>
                <a:lumMod val="74000"/>
              </a:schemeClr>
            </a:gs>
          </a:gsLst>
          <a:path path="circle">
            <a:fillToRect l="20000" t="-40000" r="20000" b="14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tint val="96000"/>
                <a:satMod val="130000"/>
                <a:lumMod val="50000"/>
              </a:schemeClr>
              <a:schemeClr val="phClr">
                <a:tint val="96000"/>
                <a:satMod val="114000"/>
                <a:lumMod val="114000"/>
              </a:schemeClr>
            </a:duotone>
          </a:blip>
          <a:stretch/>
        </a:blip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2_波形">
  <a:themeElements>
    <a:clrScheme name="波形">
      <a:dk1>
        <a:sysClr val="windowText" lastClr="000000"/>
      </a:dk1>
      <a:lt1>
        <a:sysClr val="window" lastClr="FFFFFF"/>
      </a:lt1>
      <a:dk2>
        <a:srgbClr val="073E87"/>
      </a:dk2>
      <a:lt2>
        <a:srgbClr val="C6E7FC"/>
      </a:lt2>
      <a:accent1>
        <a:srgbClr val="31B6FD"/>
      </a:accent1>
      <a:accent2>
        <a:srgbClr val="4584D3"/>
      </a:accent2>
      <a:accent3>
        <a:srgbClr val="5BD078"/>
      </a:accent3>
      <a:accent4>
        <a:srgbClr val="A5D028"/>
      </a:accent4>
      <a:accent5>
        <a:srgbClr val="F5C040"/>
      </a:accent5>
      <a:accent6>
        <a:srgbClr val="05E0DB"/>
      </a:accent6>
      <a:hlink>
        <a:srgbClr val="0080FF"/>
      </a:hlink>
      <a:folHlink>
        <a:srgbClr val="5EAEFF"/>
      </a:folHlink>
    </a:clrScheme>
    <a:fontScheme name="波形">
      <a:majorFont>
        <a:latin typeface="Candara"/>
        <a:ea typeface=""/>
        <a:cs typeface=""/>
        <a:font script="Jpan" typeface="HGP明朝E"/>
        <a:font script="Hang" typeface="HY그래픽M"/>
        <a:font script="Hans" typeface="华文新魏"/>
        <a:font script="Hant" typeface="標楷體"/>
        <a:font script="Arab" typeface="Arial"/>
        <a:font script="Hebr" typeface="Arial"/>
        <a:font script="Thai" typeface="Kodchiang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ndara"/>
        <a:ea typeface=""/>
        <a:cs typeface=""/>
        <a:font script="Jpan" typeface="HGP明朝E"/>
        <a:font script="Hang" typeface="HY그래픽M"/>
        <a:font script="Hans" typeface="华文楷体"/>
        <a:font script="Hant" typeface="標楷體"/>
        <a:font script="Arab" typeface="Arial"/>
        <a:font script="Hebr" typeface="Arial"/>
        <a:font script="Thai" typeface="Kodchiang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波形">
      <a:fillStyleLst>
        <a:solidFill>
          <a:schemeClr val="phClr"/>
        </a:solidFill>
        <a:gradFill rotWithShape="1">
          <a:gsLst>
            <a:gs pos="0">
              <a:schemeClr val="phClr">
                <a:tint val="0"/>
              </a:schemeClr>
            </a:gs>
            <a:gs pos="44000">
              <a:schemeClr val="phClr">
                <a:tint val="60000"/>
                <a:satMod val="120000"/>
              </a:schemeClr>
            </a:gs>
            <a:gs pos="100000">
              <a:schemeClr val="phClr">
                <a:tint val="90000"/>
                <a:alpha val="100000"/>
                <a:lumMod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satMod val="120000"/>
                <a:lumMod val="120000"/>
              </a:schemeClr>
            </a:gs>
            <a:gs pos="100000">
              <a:schemeClr val="phClr">
                <a:shade val="89000"/>
                <a:lumMod val="9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>
              <a:shade val="75000"/>
              <a:lumMod val="80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38000"/>
              </a:srgbClr>
            </a:outerShdw>
          </a:effectLst>
          <a:scene3d>
            <a:camera prst="orthographicFront">
              <a:rot lat="0" lon="0" rev="0"/>
            </a:camera>
            <a:lightRig rig="flat" dir="tl">
              <a:rot lat="0" lon="0" rev="6360000"/>
            </a:lightRig>
          </a:scene3d>
          <a:sp3d prstMaterial="flat">
            <a:bevelT w="12700" h="12700"/>
          </a:sp3d>
        </a:effectStyle>
        <a:effectStyle>
          <a:effectLst>
            <a:outerShdw blurRad="50800" dist="25400" dir="5400000" rotWithShape="0">
              <a:srgbClr val="000000">
                <a:alpha val="38000"/>
              </a:srgbClr>
            </a:outerShdw>
          </a:effectLst>
          <a:scene3d>
            <a:camera prst="orthographicFront">
              <a:rot lat="0" lon="0" rev="0"/>
            </a:camera>
            <a:lightRig rig="flat" dir="tl">
              <a:rot lat="0" lon="0" rev="6360000"/>
            </a:lightRig>
          </a:scene3d>
          <a:sp3d contourW="19050" prstMaterial="flat">
            <a:bevelT w="63500" h="63500"/>
            <a:contourClr>
              <a:schemeClr val="phClr">
                <a:shade val="25000"/>
                <a:satMod val="18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40000">
              <a:schemeClr val="phClr">
                <a:tint val="94000"/>
                <a:shade val="94000"/>
                <a:alpha val="100000"/>
                <a:satMod val="114000"/>
                <a:lumMod val="114000"/>
              </a:schemeClr>
            </a:gs>
            <a:gs pos="74000">
              <a:schemeClr val="phClr">
                <a:tint val="94000"/>
                <a:shade val="94000"/>
                <a:satMod val="128000"/>
                <a:lumMod val="100000"/>
              </a:schemeClr>
            </a:gs>
            <a:gs pos="100000">
              <a:schemeClr val="phClr">
                <a:tint val="98000"/>
                <a:shade val="100000"/>
                <a:hueMod val="98000"/>
                <a:satMod val="100000"/>
                <a:lumMod val="74000"/>
              </a:schemeClr>
            </a:gs>
          </a:gsLst>
          <a:path path="circle">
            <a:fillToRect l="20000" t="-40000" r="20000" b="14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tint val="96000"/>
                <a:satMod val="130000"/>
                <a:lumMod val="50000"/>
              </a:schemeClr>
              <a:schemeClr val="phClr">
                <a:tint val="96000"/>
                <a:satMod val="114000"/>
                <a:lumMod val="114000"/>
              </a:schemeClr>
            </a:duotone>
          </a:blip>
          <a:stretch/>
        </a:blip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8_波形">
  <a:themeElements>
    <a:clrScheme name="波形">
      <a:dk1>
        <a:sysClr val="windowText" lastClr="000000"/>
      </a:dk1>
      <a:lt1>
        <a:sysClr val="window" lastClr="FFFFFF"/>
      </a:lt1>
      <a:dk2>
        <a:srgbClr val="073E87"/>
      </a:dk2>
      <a:lt2>
        <a:srgbClr val="C6E7FC"/>
      </a:lt2>
      <a:accent1>
        <a:srgbClr val="31B6FD"/>
      </a:accent1>
      <a:accent2>
        <a:srgbClr val="4584D3"/>
      </a:accent2>
      <a:accent3>
        <a:srgbClr val="5BD078"/>
      </a:accent3>
      <a:accent4>
        <a:srgbClr val="A5D028"/>
      </a:accent4>
      <a:accent5>
        <a:srgbClr val="F5C040"/>
      </a:accent5>
      <a:accent6>
        <a:srgbClr val="05E0DB"/>
      </a:accent6>
      <a:hlink>
        <a:srgbClr val="0080FF"/>
      </a:hlink>
      <a:folHlink>
        <a:srgbClr val="5EAEFF"/>
      </a:folHlink>
    </a:clrScheme>
    <a:fontScheme name="波形">
      <a:majorFont>
        <a:latin typeface="Candara"/>
        <a:ea typeface=""/>
        <a:cs typeface=""/>
        <a:font script="Jpan" typeface="HGP明朝E"/>
        <a:font script="Hang" typeface="HY그래픽M"/>
        <a:font script="Hans" typeface="华文新魏"/>
        <a:font script="Hant" typeface="標楷體"/>
        <a:font script="Arab" typeface="Arial"/>
        <a:font script="Hebr" typeface="Arial"/>
        <a:font script="Thai" typeface="Kodchiang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ndara"/>
        <a:ea typeface=""/>
        <a:cs typeface=""/>
        <a:font script="Jpan" typeface="HGP明朝E"/>
        <a:font script="Hang" typeface="HY그래픽M"/>
        <a:font script="Hans" typeface="华文楷体"/>
        <a:font script="Hant" typeface="標楷體"/>
        <a:font script="Arab" typeface="Arial"/>
        <a:font script="Hebr" typeface="Arial"/>
        <a:font script="Thai" typeface="Kodchiang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波形">
      <a:fillStyleLst>
        <a:solidFill>
          <a:schemeClr val="phClr"/>
        </a:solidFill>
        <a:gradFill rotWithShape="1">
          <a:gsLst>
            <a:gs pos="0">
              <a:schemeClr val="phClr">
                <a:tint val="0"/>
              </a:schemeClr>
            </a:gs>
            <a:gs pos="44000">
              <a:schemeClr val="phClr">
                <a:tint val="60000"/>
                <a:satMod val="120000"/>
              </a:schemeClr>
            </a:gs>
            <a:gs pos="100000">
              <a:schemeClr val="phClr">
                <a:tint val="90000"/>
                <a:alpha val="100000"/>
                <a:lumMod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satMod val="120000"/>
                <a:lumMod val="120000"/>
              </a:schemeClr>
            </a:gs>
            <a:gs pos="100000">
              <a:schemeClr val="phClr">
                <a:shade val="89000"/>
                <a:lumMod val="9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>
              <a:shade val="75000"/>
              <a:lumMod val="80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38000"/>
              </a:srgbClr>
            </a:outerShdw>
          </a:effectLst>
          <a:scene3d>
            <a:camera prst="orthographicFront">
              <a:rot lat="0" lon="0" rev="0"/>
            </a:camera>
            <a:lightRig rig="flat" dir="tl">
              <a:rot lat="0" lon="0" rev="6360000"/>
            </a:lightRig>
          </a:scene3d>
          <a:sp3d prstMaterial="flat">
            <a:bevelT w="12700" h="12700"/>
          </a:sp3d>
        </a:effectStyle>
        <a:effectStyle>
          <a:effectLst>
            <a:outerShdw blurRad="50800" dist="25400" dir="5400000" rotWithShape="0">
              <a:srgbClr val="000000">
                <a:alpha val="38000"/>
              </a:srgbClr>
            </a:outerShdw>
          </a:effectLst>
          <a:scene3d>
            <a:camera prst="orthographicFront">
              <a:rot lat="0" lon="0" rev="0"/>
            </a:camera>
            <a:lightRig rig="flat" dir="tl">
              <a:rot lat="0" lon="0" rev="6360000"/>
            </a:lightRig>
          </a:scene3d>
          <a:sp3d contourW="19050" prstMaterial="flat">
            <a:bevelT w="63500" h="63500"/>
            <a:contourClr>
              <a:schemeClr val="phClr">
                <a:shade val="25000"/>
                <a:satMod val="18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40000">
              <a:schemeClr val="phClr">
                <a:tint val="94000"/>
                <a:shade val="94000"/>
                <a:alpha val="100000"/>
                <a:satMod val="114000"/>
                <a:lumMod val="114000"/>
              </a:schemeClr>
            </a:gs>
            <a:gs pos="74000">
              <a:schemeClr val="phClr">
                <a:tint val="94000"/>
                <a:shade val="94000"/>
                <a:satMod val="128000"/>
                <a:lumMod val="100000"/>
              </a:schemeClr>
            </a:gs>
            <a:gs pos="100000">
              <a:schemeClr val="phClr">
                <a:tint val="98000"/>
                <a:shade val="100000"/>
                <a:hueMod val="98000"/>
                <a:satMod val="100000"/>
                <a:lumMod val="74000"/>
              </a:schemeClr>
            </a:gs>
          </a:gsLst>
          <a:path path="circle">
            <a:fillToRect l="20000" t="-40000" r="20000" b="14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tint val="96000"/>
                <a:satMod val="130000"/>
                <a:lumMod val="50000"/>
              </a:schemeClr>
              <a:schemeClr val="phClr">
                <a:tint val="96000"/>
                <a:satMod val="114000"/>
                <a:lumMod val="114000"/>
              </a:schemeClr>
            </a:duotone>
          </a:blip>
          <a:stretch/>
        </a:blip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 name="7_波形">
  <a:themeElements>
    <a:clrScheme name="波形">
      <a:dk1>
        <a:sysClr val="windowText" lastClr="000000"/>
      </a:dk1>
      <a:lt1>
        <a:sysClr val="window" lastClr="FFFFFF"/>
      </a:lt1>
      <a:dk2>
        <a:srgbClr val="073E87"/>
      </a:dk2>
      <a:lt2>
        <a:srgbClr val="C6E7FC"/>
      </a:lt2>
      <a:accent1>
        <a:srgbClr val="31B6FD"/>
      </a:accent1>
      <a:accent2>
        <a:srgbClr val="4584D3"/>
      </a:accent2>
      <a:accent3>
        <a:srgbClr val="5BD078"/>
      </a:accent3>
      <a:accent4>
        <a:srgbClr val="A5D028"/>
      </a:accent4>
      <a:accent5>
        <a:srgbClr val="F5C040"/>
      </a:accent5>
      <a:accent6>
        <a:srgbClr val="05E0DB"/>
      </a:accent6>
      <a:hlink>
        <a:srgbClr val="0080FF"/>
      </a:hlink>
      <a:folHlink>
        <a:srgbClr val="5EAEFF"/>
      </a:folHlink>
    </a:clrScheme>
    <a:fontScheme name="波形">
      <a:majorFont>
        <a:latin typeface="Candara"/>
        <a:ea typeface=""/>
        <a:cs typeface=""/>
        <a:font script="Jpan" typeface="HGP明朝E"/>
        <a:font script="Hang" typeface="HY그래픽M"/>
        <a:font script="Hans" typeface="华文新魏"/>
        <a:font script="Hant" typeface="標楷體"/>
        <a:font script="Arab" typeface="Arial"/>
        <a:font script="Hebr" typeface="Arial"/>
        <a:font script="Thai" typeface="Kodchiang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ndara"/>
        <a:ea typeface=""/>
        <a:cs typeface=""/>
        <a:font script="Jpan" typeface="HGP明朝E"/>
        <a:font script="Hang" typeface="HY그래픽M"/>
        <a:font script="Hans" typeface="华文楷体"/>
        <a:font script="Hant" typeface="標楷體"/>
        <a:font script="Arab" typeface="Arial"/>
        <a:font script="Hebr" typeface="Arial"/>
        <a:font script="Thai" typeface="Kodchiang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波形">
      <a:fillStyleLst>
        <a:solidFill>
          <a:schemeClr val="phClr"/>
        </a:solidFill>
        <a:gradFill rotWithShape="1">
          <a:gsLst>
            <a:gs pos="0">
              <a:schemeClr val="phClr">
                <a:tint val="0"/>
              </a:schemeClr>
            </a:gs>
            <a:gs pos="44000">
              <a:schemeClr val="phClr">
                <a:tint val="60000"/>
                <a:satMod val="120000"/>
              </a:schemeClr>
            </a:gs>
            <a:gs pos="100000">
              <a:schemeClr val="phClr">
                <a:tint val="90000"/>
                <a:alpha val="100000"/>
                <a:lumMod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satMod val="120000"/>
                <a:lumMod val="120000"/>
              </a:schemeClr>
            </a:gs>
            <a:gs pos="100000">
              <a:schemeClr val="phClr">
                <a:shade val="89000"/>
                <a:lumMod val="9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>
              <a:shade val="75000"/>
              <a:lumMod val="80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38000"/>
              </a:srgbClr>
            </a:outerShdw>
          </a:effectLst>
          <a:scene3d>
            <a:camera prst="orthographicFront">
              <a:rot lat="0" lon="0" rev="0"/>
            </a:camera>
            <a:lightRig rig="flat" dir="tl">
              <a:rot lat="0" lon="0" rev="6360000"/>
            </a:lightRig>
          </a:scene3d>
          <a:sp3d prstMaterial="flat">
            <a:bevelT w="12700" h="12700"/>
          </a:sp3d>
        </a:effectStyle>
        <a:effectStyle>
          <a:effectLst>
            <a:outerShdw blurRad="50800" dist="25400" dir="5400000" rotWithShape="0">
              <a:srgbClr val="000000">
                <a:alpha val="38000"/>
              </a:srgbClr>
            </a:outerShdw>
          </a:effectLst>
          <a:scene3d>
            <a:camera prst="orthographicFront">
              <a:rot lat="0" lon="0" rev="0"/>
            </a:camera>
            <a:lightRig rig="flat" dir="tl">
              <a:rot lat="0" lon="0" rev="6360000"/>
            </a:lightRig>
          </a:scene3d>
          <a:sp3d contourW="19050" prstMaterial="flat">
            <a:bevelT w="63500" h="63500"/>
            <a:contourClr>
              <a:schemeClr val="phClr">
                <a:shade val="25000"/>
                <a:satMod val="18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40000">
              <a:schemeClr val="phClr">
                <a:tint val="94000"/>
                <a:shade val="94000"/>
                <a:alpha val="100000"/>
                <a:satMod val="114000"/>
                <a:lumMod val="114000"/>
              </a:schemeClr>
            </a:gs>
            <a:gs pos="74000">
              <a:schemeClr val="phClr">
                <a:tint val="94000"/>
                <a:shade val="94000"/>
                <a:satMod val="128000"/>
                <a:lumMod val="100000"/>
              </a:schemeClr>
            </a:gs>
            <a:gs pos="100000">
              <a:schemeClr val="phClr">
                <a:tint val="98000"/>
                <a:shade val="100000"/>
                <a:hueMod val="98000"/>
                <a:satMod val="100000"/>
                <a:lumMod val="74000"/>
              </a:schemeClr>
            </a:gs>
          </a:gsLst>
          <a:path path="circle">
            <a:fillToRect l="20000" t="-40000" r="20000" b="14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tint val="96000"/>
                <a:satMod val="130000"/>
                <a:lumMod val="50000"/>
              </a:schemeClr>
              <a:schemeClr val="phClr">
                <a:tint val="96000"/>
                <a:satMod val="114000"/>
                <a:lumMod val="114000"/>
              </a:schemeClr>
            </a:duotone>
          </a:blip>
          <a:stretch/>
        </a:blipFill>
      </a:bgFillStyleLst>
    </a:fmtScheme>
  </a:themeElements>
  <a:objectDefaults/>
  <a:extraClrSchemeLst/>
</a:theme>
</file>

<file path=ppt/theme/theme7.xml><?xml version="1.0" encoding="utf-8"?>
<a:theme xmlns:a="http://schemas.openxmlformats.org/drawingml/2006/main" name="Office 主题​​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8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18182</TotalTime>
  <Words>17857</Words>
  <Application>Microsoft Macintosh PowerPoint</Application>
  <PresentationFormat>全屏显示(16:9)</PresentationFormat>
  <Paragraphs>3017</Paragraphs>
  <Slides>141</Slides>
  <Notes>136</Notes>
  <HiddenSlides>0</HiddenSlides>
  <MMClips>0</MMClips>
  <ScaleCrop>false</ScaleCrop>
  <HeadingPairs>
    <vt:vector size="6" baseType="variant">
      <vt:variant>
        <vt:lpstr>已用的字体</vt:lpstr>
      </vt:variant>
      <vt:variant>
        <vt:i4>15</vt:i4>
      </vt:variant>
      <vt:variant>
        <vt:lpstr>主题</vt:lpstr>
      </vt:variant>
      <vt:variant>
        <vt:i4>6</vt:i4>
      </vt:variant>
      <vt:variant>
        <vt:lpstr>幻灯片标题</vt:lpstr>
      </vt:variant>
      <vt:variant>
        <vt:i4>141</vt:i4>
      </vt:variant>
    </vt:vector>
  </HeadingPairs>
  <TitlesOfParts>
    <vt:vector size="162" baseType="lpstr">
      <vt:lpstr>黑体</vt:lpstr>
      <vt:lpstr>华文楷体</vt:lpstr>
      <vt:lpstr>楷体</vt:lpstr>
      <vt:lpstr>楷体_GB2312</vt:lpstr>
      <vt:lpstr>宋体</vt:lpstr>
      <vt:lpstr>微软雅黑</vt:lpstr>
      <vt:lpstr>Arial</vt:lpstr>
      <vt:lpstr>Book Antiqua</vt:lpstr>
      <vt:lpstr>Calibri</vt:lpstr>
      <vt:lpstr>Cambria Math</vt:lpstr>
      <vt:lpstr>Candara</vt:lpstr>
      <vt:lpstr>Symbol</vt:lpstr>
      <vt:lpstr>Tahoma</vt:lpstr>
      <vt:lpstr>Times New Roman</vt:lpstr>
      <vt:lpstr>Wingdings</vt:lpstr>
      <vt:lpstr>波形</vt:lpstr>
      <vt:lpstr>主题1</vt:lpstr>
      <vt:lpstr>6_波形</vt:lpstr>
      <vt:lpstr>2_波形</vt:lpstr>
      <vt:lpstr>8_波形</vt:lpstr>
      <vt:lpstr>7_波形</vt:lpstr>
      <vt:lpstr>PowerPoint 演示文稿</vt:lpstr>
      <vt:lpstr>代码优化</vt:lpstr>
      <vt:lpstr>PowerPoint 演示文稿</vt:lpstr>
      <vt:lpstr>8.1 流图</vt:lpstr>
      <vt:lpstr>基本块划分算法</vt:lpstr>
      <vt:lpstr>例</vt:lpstr>
      <vt:lpstr>流图(Flow Graphs)</vt:lpstr>
      <vt:lpstr>流图(Flow Graphs)</vt:lpstr>
      <vt:lpstr>例</vt:lpstr>
      <vt:lpstr>PowerPoint 演示文稿</vt:lpstr>
      <vt:lpstr>PowerPoint 演示文稿</vt:lpstr>
      <vt:lpstr>8.2 优化的分类</vt:lpstr>
      <vt:lpstr>常用的优化方法</vt:lpstr>
      <vt:lpstr>① 删除公共子表达式</vt:lpstr>
      <vt:lpstr>例</vt:lpstr>
      <vt:lpstr>例</vt:lpstr>
      <vt:lpstr>例</vt:lpstr>
      <vt:lpstr>例</vt:lpstr>
      <vt:lpstr>例</vt:lpstr>
      <vt:lpstr>例</vt:lpstr>
      <vt:lpstr>例</vt:lpstr>
      <vt:lpstr>例</vt:lpstr>
      <vt:lpstr>例</vt:lpstr>
      <vt:lpstr>例</vt:lpstr>
      <vt:lpstr>例</vt:lpstr>
      <vt:lpstr>例</vt:lpstr>
      <vt:lpstr>② 删除无用代码</vt:lpstr>
      <vt:lpstr>② 删除无用代码</vt:lpstr>
      <vt:lpstr>② 删除无用代码</vt:lpstr>
      <vt:lpstr>例</vt:lpstr>
      <vt:lpstr>例</vt:lpstr>
      <vt:lpstr>③ 常量合并(Constant Folding)</vt:lpstr>
      <vt:lpstr>④ 代码移动(Code Motion)</vt:lpstr>
      <vt:lpstr>例</vt:lpstr>
      <vt:lpstr>循环不变计算的相对性</vt:lpstr>
      <vt:lpstr>⑤ 强度削弱(Strength Reduction)</vt:lpstr>
      <vt:lpstr>循环中的强度削弱</vt:lpstr>
      <vt:lpstr>例</vt:lpstr>
      <vt:lpstr>例</vt:lpstr>
      <vt:lpstr>⑥ 删除归纳变量</vt:lpstr>
      <vt:lpstr>⑥ 删除归纳变量</vt:lpstr>
      <vt:lpstr>PowerPoint 演示文稿</vt:lpstr>
      <vt:lpstr>8.3 基本块的优化(局部优化)</vt:lpstr>
      <vt:lpstr>基本块的 DAG 表示</vt:lpstr>
      <vt:lpstr>基于基本块 DAG的代数恒等式变换 </vt:lpstr>
      <vt:lpstr>基于基本块 DAG的无用代码删除</vt:lpstr>
      <vt:lpstr>数组元素赋值指令的表示</vt:lpstr>
      <vt:lpstr>从 DAG 到基本块的重组</vt:lpstr>
      <vt:lpstr>例</vt:lpstr>
      <vt:lpstr>例</vt:lpstr>
      <vt:lpstr>练习1</vt:lpstr>
      <vt:lpstr>PowerPoint 演示文稿</vt:lpstr>
      <vt:lpstr>8.4 数据流分析(data-flow analysis)</vt:lpstr>
      <vt:lpstr>8.4 数据流分析(data-flow analysis)</vt:lpstr>
      <vt:lpstr>数据流分析</vt:lpstr>
      <vt:lpstr>数据流分析模式</vt:lpstr>
      <vt:lpstr>数据流分析模式</vt:lpstr>
      <vt:lpstr>基本块上的数据流模式</vt:lpstr>
      <vt:lpstr>基本块上的数据流模式</vt:lpstr>
      <vt:lpstr>8.4.1 到达定值分析(Reaching definitions)</vt:lpstr>
      <vt:lpstr>例：可以到达各基本块的入口处的定值</vt:lpstr>
      <vt:lpstr>到达定值分析的主要用途</vt:lpstr>
      <vt:lpstr>到达定值分析的主要用途</vt:lpstr>
      <vt:lpstr>到达定值分析的主要用途</vt:lpstr>
      <vt:lpstr>“生成”与“注销”定值</vt:lpstr>
      <vt:lpstr>到达定值的传递函数</vt:lpstr>
      <vt:lpstr>到达定值的传递函数</vt:lpstr>
      <vt:lpstr>例：各基本块B的genB 和killB </vt:lpstr>
      <vt:lpstr>到达定值的数据流方程</vt:lpstr>
      <vt:lpstr>计算到达定值的迭代算法</vt:lpstr>
      <vt:lpstr>例</vt:lpstr>
      <vt:lpstr>例</vt:lpstr>
      <vt:lpstr>引用-定值链 (Use-Definition Chains)</vt:lpstr>
      <vt:lpstr>引用-定值链 (Use-Definition Chains)</vt:lpstr>
      <vt:lpstr>8.4.2 活跃变量分析(Live-variable Analysis)</vt:lpstr>
      <vt:lpstr>例：各基本块的出口处的活跃变量</vt:lpstr>
      <vt:lpstr>活跃变量信息的主要用途</vt:lpstr>
      <vt:lpstr>活跃变量的传递函数</vt:lpstr>
      <vt:lpstr>例：各基本块B的useB 和defB </vt:lpstr>
      <vt:lpstr>活跃变量数据流方程</vt:lpstr>
      <vt:lpstr>计算活跃变量的迭代算法</vt:lpstr>
      <vt:lpstr>例</vt:lpstr>
      <vt:lpstr>例</vt:lpstr>
      <vt:lpstr>定值-引用链 (Definition-Use Chains)</vt:lpstr>
      <vt:lpstr>定值-引用链 (Definition-Use Chains)</vt:lpstr>
      <vt:lpstr>定值-引用链 (Definition-Use Chains)</vt:lpstr>
      <vt:lpstr>8.4.3 可用表达式分析(Available Expressions)</vt:lpstr>
      <vt:lpstr>可用表达式信息的主要用途</vt:lpstr>
      <vt:lpstr>可用表达式信息的主要用途</vt:lpstr>
      <vt:lpstr>可用表达式的传递函数</vt:lpstr>
      <vt:lpstr>e_genB的计算</vt:lpstr>
      <vt:lpstr>e_killB的计算</vt:lpstr>
      <vt:lpstr>可用表达式的数据流方程</vt:lpstr>
      <vt:lpstr>计算可用表达式的迭代算法</vt:lpstr>
      <vt:lpstr>为什么将OUT[B]集合初始化为U？</vt:lpstr>
      <vt:lpstr>数据流分析小结</vt:lpstr>
      <vt:lpstr>练习2</vt:lpstr>
      <vt:lpstr>PowerPoint 演示文稿</vt:lpstr>
      <vt:lpstr>8.5 流图中的循环</vt:lpstr>
      <vt:lpstr>例</vt:lpstr>
      <vt:lpstr>寻找支配结点</vt:lpstr>
      <vt:lpstr>计算支配结点的迭代算法</vt:lpstr>
      <vt:lpstr>例</vt:lpstr>
      <vt:lpstr>回边 (Back Edges)</vt:lpstr>
      <vt:lpstr>自然循环 (Natural Loops)</vt:lpstr>
      <vt:lpstr>自然循环的识别</vt:lpstr>
      <vt:lpstr>算法：构造一条回边的自然循环</vt:lpstr>
      <vt:lpstr>PowerPoint 演示文稿</vt:lpstr>
      <vt:lpstr>PowerPoint 演示文稿</vt:lpstr>
      <vt:lpstr>PowerPoint 演示文稿</vt:lpstr>
      <vt:lpstr>8.6 全局优化</vt:lpstr>
      <vt:lpstr>① 删除全局公共子表达式</vt:lpstr>
      <vt:lpstr>全局公共子表达式删除算法</vt:lpstr>
      <vt:lpstr>② 删除复制语句</vt:lpstr>
      <vt:lpstr>② 删除复制语句</vt:lpstr>
      <vt:lpstr>② 删除复制语句</vt:lpstr>
      <vt:lpstr>删除复制语句的算法</vt:lpstr>
      <vt:lpstr>③ 代码移动</vt:lpstr>
      <vt:lpstr>循环不变计算检测算法</vt:lpstr>
      <vt:lpstr>代码外提</vt:lpstr>
      <vt:lpstr>循环不变计算语句 s : x = y + z 移动的条件</vt:lpstr>
      <vt:lpstr>循环不变计算语句 s : x = y + z 移动的条件</vt:lpstr>
      <vt:lpstr>循环不变计算语句 s : x = y + z 移动的条件</vt:lpstr>
      <vt:lpstr>例</vt:lpstr>
      <vt:lpstr>代码移动算法</vt:lpstr>
      <vt:lpstr>④ 作用于归纳变量的强度削弱 </vt:lpstr>
      <vt:lpstr>例</vt:lpstr>
      <vt:lpstr>归纳变量检测算法</vt:lpstr>
      <vt:lpstr>归纳变量检测算法 (续)</vt:lpstr>
      <vt:lpstr>例</vt:lpstr>
      <vt:lpstr>作用于归纳变量的强度削弱算法</vt:lpstr>
      <vt:lpstr>⑤ 归纳变量的删除</vt:lpstr>
      <vt:lpstr>例</vt:lpstr>
      <vt:lpstr>归纳变量的删除</vt:lpstr>
      <vt:lpstr>例</vt:lpstr>
      <vt:lpstr>删除仅用于测试的归纳变量</vt:lpstr>
      <vt:lpstr>例</vt:lpstr>
      <vt:lpstr>练习3</vt:lpstr>
      <vt:lpstr>本章小结</vt:lpstr>
      <vt:lpstr>课程主要内容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Microsoft Office 用户</dc:creator>
  <cp:lastModifiedBy>思远 何</cp:lastModifiedBy>
  <cp:revision>1265</cp:revision>
  <cp:lastPrinted>2017-11-26T08:08:00Z</cp:lastPrinted>
  <dcterms:created xsi:type="dcterms:W3CDTF">2016-10-28T05:40:46Z</dcterms:created>
  <dcterms:modified xsi:type="dcterms:W3CDTF">2026-05-22T15:46:24Z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Version">
    <vt:i4>5</vt:i4>
  </property>
</Properties>
</file>